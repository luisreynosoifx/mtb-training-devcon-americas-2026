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notesSlides/notesSlide4.xml" ContentType="application/vnd.openxmlformats-officedocument.presentationml.notesSlide+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93.xml" ContentType="application/vnd.openxmlformats-officedocument.presentationml.tags+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9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00.xml" ContentType="application/vnd.openxmlformats-officedocument.presentationml.tags+xml"/>
  <Override PartName="/ppt/tags/tag501.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02.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5" r:id="rId4"/>
  </p:sldMasterIdLst>
  <p:notesMasterIdLst>
    <p:notesMasterId r:id="rId126"/>
  </p:notesMasterIdLst>
  <p:handoutMasterIdLst>
    <p:handoutMasterId r:id="rId127"/>
  </p:handoutMasterIdLst>
  <p:sldIdLst>
    <p:sldId id="267" r:id="rId5"/>
    <p:sldId id="2147483076" r:id="rId6"/>
    <p:sldId id="256" r:id="rId7"/>
    <p:sldId id="2147483640" r:id="rId8"/>
    <p:sldId id="2147480686" r:id="rId9"/>
    <p:sldId id="2147483643" r:id="rId10"/>
    <p:sldId id="268" r:id="rId11"/>
    <p:sldId id="271" r:id="rId12"/>
    <p:sldId id="2147483322" r:id="rId13"/>
    <p:sldId id="2147483646" r:id="rId14"/>
    <p:sldId id="273" r:id="rId15"/>
    <p:sldId id="258" r:id="rId16"/>
    <p:sldId id="2147378110" r:id="rId17"/>
    <p:sldId id="2147378103" r:id="rId18"/>
    <p:sldId id="315" r:id="rId19"/>
    <p:sldId id="318" r:id="rId20"/>
    <p:sldId id="328" r:id="rId21"/>
    <p:sldId id="335" r:id="rId22"/>
    <p:sldId id="337" r:id="rId23"/>
    <p:sldId id="339" r:id="rId24"/>
    <p:sldId id="341" r:id="rId25"/>
    <p:sldId id="343" r:id="rId26"/>
    <p:sldId id="344" r:id="rId27"/>
    <p:sldId id="345" r:id="rId28"/>
    <p:sldId id="269" r:id="rId29"/>
    <p:sldId id="2076137102" r:id="rId30"/>
    <p:sldId id="2076137002" r:id="rId31"/>
    <p:sldId id="2147483647" r:id="rId32"/>
    <p:sldId id="2076137007" r:id="rId33"/>
    <p:sldId id="2076137104" r:id="rId34"/>
    <p:sldId id="896" r:id="rId35"/>
    <p:sldId id="297" r:id="rId36"/>
    <p:sldId id="279" r:id="rId37"/>
    <p:sldId id="308" r:id="rId38"/>
    <p:sldId id="278" r:id="rId39"/>
    <p:sldId id="280" r:id="rId40"/>
    <p:sldId id="282" r:id="rId41"/>
    <p:sldId id="307" r:id="rId42"/>
    <p:sldId id="309" r:id="rId43"/>
    <p:sldId id="310" r:id="rId44"/>
    <p:sldId id="284" r:id="rId45"/>
    <p:sldId id="286" r:id="rId46"/>
    <p:sldId id="287" r:id="rId47"/>
    <p:sldId id="288" r:id="rId48"/>
    <p:sldId id="289" r:id="rId49"/>
    <p:sldId id="290" r:id="rId50"/>
    <p:sldId id="285" r:id="rId51"/>
    <p:sldId id="291" r:id="rId52"/>
    <p:sldId id="414" r:id="rId53"/>
    <p:sldId id="293" r:id="rId54"/>
    <p:sldId id="292" r:id="rId55"/>
    <p:sldId id="294" r:id="rId56"/>
    <p:sldId id="295" r:id="rId57"/>
    <p:sldId id="2147483313" r:id="rId58"/>
    <p:sldId id="312" r:id="rId59"/>
    <p:sldId id="311" r:id="rId60"/>
    <p:sldId id="1016" r:id="rId61"/>
    <p:sldId id="260" r:id="rId62"/>
    <p:sldId id="826" r:id="rId63"/>
    <p:sldId id="836" r:id="rId64"/>
    <p:sldId id="854" r:id="rId65"/>
    <p:sldId id="313" r:id="rId66"/>
    <p:sldId id="850" r:id="rId67"/>
    <p:sldId id="827" r:id="rId68"/>
    <p:sldId id="868" r:id="rId69"/>
    <p:sldId id="870" r:id="rId70"/>
    <p:sldId id="987" r:id="rId71"/>
    <p:sldId id="890" r:id="rId72"/>
    <p:sldId id="1009" r:id="rId73"/>
    <p:sldId id="995" r:id="rId74"/>
    <p:sldId id="997" r:id="rId75"/>
    <p:sldId id="2147483314" r:id="rId76"/>
    <p:sldId id="2147483315" r:id="rId77"/>
    <p:sldId id="314" r:id="rId78"/>
    <p:sldId id="825" r:id="rId79"/>
    <p:sldId id="812" r:id="rId80"/>
    <p:sldId id="2147483310" r:id="rId81"/>
    <p:sldId id="1021" r:id="rId82"/>
    <p:sldId id="2147483311" r:id="rId83"/>
    <p:sldId id="327" r:id="rId84"/>
    <p:sldId id="298" r:id="rId85"/>
    <p:sldId id="319" r:id="rId86"/>
    <p:sldId id="1018" r:id="rId87"/>
    <p:sldId id="1023" r:id="rId88"/>
    <p:sldId id="1024" r:id="rId89"/>
    <p:sldId id="1025" r:id="rId90"/>
    <p:sldId id="1026" r:id="rId91"/>
    <p:sldId id="321" r:id="rId92"/>
    <p:sldId id="322" r:id="rId93"/>
    <p:sldId id="1017" r:id="rId94"/>
    <p:sldId id="323" r:id="rId95"/>
    <p:sldId id="324" r:id="rId96"/>
    <p:sldId id="274" r:id="rId97"/>
    <p:sldId id="276" r:id="rId98"/>
    <p:sldId id="275" r:id="rId99"/>
    <p:sldId id="886" r:id="rId100"/>
    <p:sldId id="1019" r:id="rId101"/>
    <p:sldId id="2147483312" r:id="rId102"/>
    <p:sldId id="1022" r:id="rId103"/>
    <p:sldId id="1020" r:id="rId104"/>
    <p:sldId id="296" r:id="rId105"/>
    <p:sldId id="261" r:id="rId106"/>
    <p:sldId id="299" r:id="rId107"/>
    <p:sldId id="2147474764" r:id="rId108"/>
    <p:sldId id="2147474780" r:id="rId109"/>
    <p:sldId id="2147474787" r:id="rId110"/>
    <p:sldId id="2147474758" r:id="rId111"/>
    <p:sldId id="2147474759" r:id="rId112"/>
    <p:sldId id="305" r:id="rId113"/>
    <p:sldId id="301" r:id="rId114"/>
    <p:sldId id="302" r:id="rId115"/>
    <p:sldId id="303" r:id="rId116"/>
    <p:sldId id="2147474792" r:id="rId117"/>
    <p:sldId id="304" r:id="rId118"/>
    <p:sldId id="413" r:id="rId119"/>
    <p:sldId id="421" r:id="rId120"/>
    <p:sldId id="426" r:id="rId121"/>
    <p:sldId id="2147474791" r:id="rId122"/>
    <p:sldId id="263" r:id="rId123"/>
    <p:sldId id="306" r:id="rId124"/>
    <p:sldId id="257" r:id="rId125"/>
  </p:sldIdLst>
  <p:sldSz cx="12192000" cy="6858000"/>
  <p:notesSz cx="7099300" cy="10234613"/>
  <p:custDataLst>
    <p:tags r:id="rId128"/>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p15:clr>
            <a:srgbClr val="A4A3A4"/>
          </p15:clr>
        </p15:guide>
        <p15:guide id="2" orient="horz" pos="638">
          <p15:clr>
            <a:srgbClr val="A4A3A4"/>
          </p15:clr>
        </p15:guide>
        <p15:guide id="3" orient="horz" pos="453">
          <p15:clr>
            <a:srgbClr val="A4A3A4"/>
          </p15:clr>
        </p15:guide>
        <p15:guide id="4" orient="horz" pos="6262">
          <p15:clr>
            <a:srgbClr val="A4A3A4"/>
          </p15:clr>
        </p15:guide>
        <p15:guide id="5" pos="4186">
          <p15:clr>
            <a:srgbClr val="A4A3A4"/>
          </p15:clr>
        </p15:guide>
        <p15:guide id="6" pos="286">
          <p15:clr>
            <a:srgbClr val="A4A3A4"/>
          </p15:clr>
        </p15:guide>
        <p15:guide id="7" pos="830">
          <p15:clr>
            <a:srgbClr val="A4A3A4"/>
          </p15:clr>
        </p15:guide>
        <p15:guide id="8" pos="386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DEDA"/>
    <a:srgbClr val="6CB4AD"/>
    <a:srgbClr val="FFFFFF"/>
    <a:srgbClr val="086259"/>
    <a:srgbClr val="82C0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89492" autoAdjust="0"/>
  </p:normalViewPr>
  <p:slideViewPr>
    <p:cSldViewPr snapToObjects="1" showGuides="1">
      <p:cViewPr varScale="1">
        <p:scale>
          <a:sx n="85" d="100"/>
          <a:sy n="85" d="100"/>
        </p:scale>
        <p:origin x="744" y="67"/>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70" d="100"/>
          <a:sy n="70" d="100"/>
        </p:scale>
        <p:origin x="2268" y="42"/>
      </p:cViewPr>
      <p:guideLst>
        <p:guide orient="horz" pos="187"/>
        <p:guide orient="horz" pos="638"/>
        <p:guide orient="horz" pos="453"/>
        <p:guide orient="horz" pos="6262"/>
        <p:guide pos="4186"/>
        <p:guide pos="286"/>
        <p:guide pos="830"/>
        <p:guide pos="3869"/>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tags" Target="tags/tag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s>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sec-ishare.infineon.com/sites/IMS-Strategy/Shared%20Documents/Boy/Marketing/Competition/Pugh%20Matrix%20XMC_PSoC%20C3_Competitor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oleObject" Target="file:///\\vihsdv112.infineon.com\PoL_PMM_SMD_EMEA\1_CUSTOMERS\STIHL\GaN_High%20Fsw%20impact%20on%20system%20efficiency%20-%20chainsaw%20and%20leafblower%20test\Measurements\Waiblingen-STIHL%20test%20setup%20measurements%20Dec-2025\BGA300%20efficiency.txt"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0.13037591178943533"/>
          <c:y val="0"/>
          <c:w val="0.68217181071050814"/>
          <c:h val="0.67851040103087212"/>
        </c:manualLayout>
      </c:layout>
      <c:barChart>
        <c:barDir val="bar"/>
        <c:grouping val="stacked"/>
        <c:varyColors val="0"/>
        <c:ser>
          <c:idx val="0"/>
          <c:order val="0"/>
          <c:tx>
            <c:v>Home Appliance/HVAC</c:v>
          </c:tx>
          <c:spPr>
            <a:solidFill>
              <a:srgbClr val="06534B"/>
            </a:solidFill>
            <a:ln w="12700" cap="flat" cmpd="sng" algn="ctr">
              <a:solidFill>
                <a:srgbClr val="FFFFFF"/>
              </a:solidFill>
              <a:prstDash val="solid"/>
              <a:round/>
              <a:headEnd type="none" w="med" len="med"/>
              <a:tailEnd type="none" w="med" len="med"/>
            </a:ln>
            <a:effectLst/>
          </c:spPr>
          <c:invertIfNegative val="0"/>
          <c:cat>
            <c:strLit>
              <c:ptCount val="2"/>
              <c:pt idx="0">
                <c:v>FY31</c:v>
              </c:pt>
              <c:pt idx="1">
                <c:v>FY26</c:v>
              </c:pt>
            </c:strLit>
          </c:cat>
          <c:val>
            <c:numLit>
              <c:formatCode>General</c:formatCode>
              <c:ptCount val="2"/>
              <c:pt idx="0">
                <c:v>1.08</c:v>
              </c:pt>
              <c:pt idx="1">
                <c:v>0.9</c:v>
              </c:pt>
            </c:numLit>
          </c:val>
          <c:extLst>
            <c:ext xmlns:c16="http://schemas.microsoft.com/office/drawing/2014/chart" uri="{C3380CC4-5D6E-409C-BE32-E72D297353CC}">
              <c16:uniqueId val="{00000000-00F7-4462-87CA-1A2CBF7ACA37}"/>
            </c:ext>
          </c:extLst>
        </c:ser>
        <c:ser>
          <c:idx val="1"/>
          <c:order val="1"/>
          <c:tx>
            <c:v>Industrial Automation/Drives</c:v>
          </c:tx>
          <c:spPr>
            <a:solidFill>
              <a:srgbClr val="0A8276"/>
            </a:solidFill>
            <a:ln w="12700" cap="flat" cmpd="sng" algn="ctr">
              <a:solidFill>
                <a:srgbClr val="FFFFFF"/>
              </a:solidFill>
              <a:prstDash val="solid"/>
              <a:round/>
              <a:headEnd type="none" w="med" len="med"/>
              <a:tailEnd type="none" w="med" len="med"/>
            </a:ln>
            <a:effectLst/>
          </c:spPr>
          <c:invertIfNegative val="0"/>
          <c:dPt>
            <c:idx val="0"/>
            <c:invertIfNegative val="0"/>
            <c:bubble3D val="0"/>
            <c:extLst>
              <c:ext xmlns:c16="http://schemas.microsoft.com/office/drawing/2014/chart" uri="{C3380CC4-5D6E-409C-BE32-E72D297353CC}">
                <c16:uniqueId val="{00000001-00F7-4462-87CA-1A2CBF7ACA37}"/>
              </c:ext>
            </c:extLst>
          </c:dPt>
          <c:dPt>
            <c:idx val="1"/>
            <c:invertIfNegative val="0"/>
            <c:bubble3D val="0"/>
            <c:extLst>
              <c:ext xmlns:c16="http://schemas.microsoft.com/office/drawing/2014/chart" uri="{C3380CC4-5D6E-409C-BE32-E72D297353CC}">
                <c16:uniqueId val="{00000002-00F7-4462-87CA-1A2CBF7ACA37}"/>
              </c:ext>
            </c:extLst>
          </c:dPt>
          <c:dPt>
            <c:idx val="2"/>
            <c:invertIfNegative val="0"/>
            <c:bubble3D val="0"/>
            <c:extLst>
              <c:ext xmlns:c16="http://schemas.microsoft.com/office/drawing/2014/chart" uri="{C3380CC4-5D6E-409C-BE32-E72D297353CC}">
                <c16:uniqueId val="{00000003-00F7-4462-87CA-1A2CBF7ACA37}"/>
              </c:ext>
            </c:extLst>
          </c:dPt>
          <c:dPt>
            <c:idx val="3"/>
            <c:invertIfNegative val="0"/>
            <c:bubble3D val="0"/>
            <c:extLst>
              <c:ext xmlns:c16="http://schemas.microsoft.com/office/drawing/2014/chart" uri="{C3380CC4-5D6E-409C-BE32-E72D297353CC}">
                <c16:uniqueId val="{00000004-00F7-4462-87CA-1A2CBF7ACA37}"/>
              </c:ext>
            </c:extLst>
          </c:dPt>
          <c:dPt>
            <c:idx val="4"/>
            <c:invertIfNegative val="0"/>
            <c:bubble3D val="0"/>
            <c:extLst>
              <c:ext xmlns:c16="http://schemas.microsoft.com/office/drawing/2014/chart" uri="{C3380CC4-5D6E-409C-BE32-E72D297353CC}">
                <c16:uniqueId val="{00000005-00F7-4462-87CA-1A2CBF7ACA37}"/>
              </c:ext>
            </c:extLst>
          </c:dPt>
          <c:dPt>
            <c:idx val="5"/>
            <c:invertIfNegative val="0"/>
            <c:bubble3D val="0"/>
            <c:extLst>
              <c:ext xmlns:c16="http://schemas.microsoft.com/office/drawing/2014/chart" uri="{C3380CC4-5D6E-409C-BE32-E72D297353CC}">
                <c16:uniqueId val="{00000006-00F7-4462-87CA-1A2CBF7ACA37}"/>
              </c:ext>
            </c:extLst>
          </c:dPt>
          <c:dPt>
            <c:idx val="6"/>
            <c:invertIfNegative val="0"/>
            <c:bubble3D val="0"/>
            <c:extLst>
              <c:ext xmlns:c16="http://schemas.microsoft.com/office/drawing/2014/chart" uri="{C3380CC4-5D6E-409C-BE32-E72D297353CC}">
                <c16:uniqueId val="{00000007-00F7-4462-87CA-1A2CBF7ACA37}"/>
              </c:ext>
            </c:extLst>
          </c:dPt>
          <c:dPt>
            <c:idx val="7"/>
            <c:invertIfNegative val="0"/>
            <c:bubble3D val="0"/>
            <c:extLst>
              <c:ext xmlns:c16="http://schemas.microsoft.com/office/drawing/2014/chart" uri="{C3380CC4-5D6E-409C-BE32-E72D297353CC}">
                <c16:uniqueId val="{00000008-00F7-4462-87CA-1A2CBF7ACA37}"/>
              </c:ext>
            </c:extLst>
          </c:dPt>
          <c:dPt>
            <c:idx val="8"/>
            <c:invertIfNegative val="0"/>
            <c:bubble3D val="0"/>
            <c:extLst>
              <c:ext xmlns:c16="http://schemas.microsoft.com/office/drawing/2014/chart" uri="{C3380CC4-5D6E-409C-BE32-E72D297353CC}">
                <c16:uniqueId val="{00000009-00F7-4462-87CA-1A2CBF7ACA37}"/>
              </c:ext>
            </c:extLst>
          </c:dPt>
          <c:dPt>
            <c:idx val="9"/>
            <c:invertIfNegative val="0"/>
            <c:bubble3D val="0"/>
            <c:extLst>
              <c:ext xmlns:c16="http://schemas.microsoft.com/office/drawing/2014/chart" uri="{C3380CC4-5D6E-409C-BE32-E72D297353CC}">
                <c16:uniqueId val="{0000000A-00F7-4462-87CA-1A2CBF7ACA37}"/>
              </c:ext>
            </c:extLst>
          </c:dPt>
          <c:dPt>
            <c:idx val="10"/>
            <c:invertIfNegative val="0"/>
            <c:bubble3D val="0"/>
            <c:extLst>
              <c:ext xmlns:c16="http://schemas.microsoft.com/office/drawing/2014/chart" uri="{C3380CC4-5D6E-409C-BE32-E72D297353CC}">
                <c16:uniqueId val="{0000000B-00F7-4462-87CA-1A2CBF7ACA37}"/>
              </c:ext>
            </c:extLst>
          </c:dPt>
          <c:dPt>
            <c:idx val="11"/>
            <c:invertIfNegative val="0"/>
            <c:bubble3D val="0"/>
            <c:extLst>
              <c:ext xmlns:c16="http://schemas.microsoft.com/office/drawing/2014/chart" uri="{C3380CC4-5D6E-409C-BE32-E72D297353CC}">
                <c16:uniqueId val="{0000000C-00F7-4462-87CA-1A2CBF7ACA37}"/>
              </c:ext>
            </c:extLst>
          </c:dPt>
          <c:dPt>
            <c:idx val="12"/>
            <c:invertIfNegative val="0"/>
            <c:bubble3D val="0"/>
            <c:extLst>
              <c:ext xmlns:c16="http://schemas.microsoft.com/office/drawing/2014/chart" uri="{C3380CC4-5D6E-409C-BE32-E72D297353CC}">
                <c16:uniqueId val="{0000000D-00F7-4462-87CA-1A2CBF7ACA37}"/>
              </c:ext>
            </c:extLst>
          </c:dPt>
          <c:dPt>
            <c:idx val="13"/>
            <c:invertIfNegative val="0"/>
            <c:bubble3D val="0"/>
            <c:extLst>
              <c:ext xmlns:c16="http://schemas.microsoft.com/office/drawing/2014/chart" uri="{C3380CC4-5D6E-409C-BE32-E72D297353CC}">
                <c16:uniqueId val="{0000000E-00F7-4462-87CA-1A2CBF7ACA37}"/>
              </c:ext>
            </c:extLst>
          </c:dPt>
          <c:dPt>
            <c:idx val="14"/>
            <c:invertIfNegative val="0"/>
            <c:bubble3D val="0"/>
            <c:extLst>
              <c:ext xmlns:c16="http://schemas.microsoft.com/office/drawing/2014/chart" uri="{C3380CC4-5D6E-409C-BE32-E72D297353CC}">
                <c16:uniqueId val="{0000000F-00F7-4462-87CA-1A2CBF7ACA37}"/>
              </c:ext>
            </c:extLst>
          </c:dPt>
          <c:dPt>
            <c:idx val="15"/>
            <c:invertIfNegative val="0"/>
            <c:bubble3D val="0"/>
            <c:extLst>
              <c:ext xmlns:c16="http://schemas.microsoft.com/office/drawing/2014/chart" uri="{C3380CC4-5D6E-409C-BE32-E72D297353CC}">
                <c16:uniqueId val="{00000010-00F7-4462-87CA-1A2CBF7ACA37}"/>
              </c:ext>
            </c:extLst>
          </c:dPt>
          <c:dPt>
            <c:idx val="16"/>
            <c:invertIfNegative val="0"/>
            <c:bubble3D val="0"/>
            <c:extLst>
              <c:ext xmlns:c16="http://schemas.microsoft.com/office/drawing/2014/chart" uri="{C3380CC4-5D6E-409C-BE32-E72D297353CC}">
                <c16:uniqueId val="{00000011-00F7-4462-87CA-1A2CBF7ACA37}"/>
              </c:ext>
            </c:extLst>
          </c:dPt>
          <c:cat>
            <c:strLit>
              <c:ptCount val="2"/>
              <c:pt idx="0">
                <c:v>FY26</c:v>
              </c:pt>
              <c:pt idx="1">
                <c:v>FY31</c:v>
              </c:pt>
            </c:strLit>
          </c:cat>
          <c:val>
            <c:numLit>
              <c:formatCode>General</c:formatCode>
              <c:ptCount val="2"/>
              <c:pt idx="0">
                <c:v>0.42</c:v>
              </c:pt>
              <c:pt idx="1">
                <c:v>0.36</c:v>
              </c:pt>
            </c:numLit>
          </c:val>
          <c:extLst>
            <c:ext xmlns:c16="http://schemas.microsoft.com/office/drawing/2014/chart" uri="{C3380CC4-5D6E-409C-BE32-E72D297353CC}">
              <c16:uniqueId val="{00000012-00F7-4462-87CA-1A2CBF7ACA37}"/>
            </c:ext>
          </c:extLst>
        </c:ser>
        <c:ser>
          <c:idx val="2"/>
          <c:order val="2"/>
          <c:tx>
            <c:v>Robotics</c:v>
          </c:tx>
          <c:spPr>
            <a:solidFill>
              <a:srgbClr val="6CB4AD"/>
            </a:solidFill>
            <a:ln w="12700" cap="flat" cmpd="sng" algn="ctr">
              <a:solidFill>
                <a:srgbClr val="FFFFFF"/>
              </a:solidFill>
              <a:prstDash val="solid"/>
              <a:round/>
              <a:headEnd type="none" w="med" len="med"/>
              <a:tailEnd type="none" w="med" len="med"/>
            </a:ln>
            <a:effectLst/>
          </c:spPr>
          <c:invertIfNegative val="0"/>
          <c:cat>
            <c:strLit>
              <c:ptCount val="2"/>
              <c:pt idx="0">
                <c:v>FY26</c:v>
              </c:pt>
              <c:pt idx="1">
                <c:v>FY31</c:v>
              </c:pt>
            </c:strLit>
          </c:cat>
          <c:val>
            <c:numLit>
              <c:formatCode>General</c:formatCode>
              <c:ptCount val="2"/>
              <c:pt idx="0">
                <c:v>0.28000000000000003</c:v>
              </c:pt>
              <c:pt idx="1">
                <c:v>0.12</c:v>
              </c:pt>
            </c:numLit>
          </c:val>
          <c:extLst>
            <c:ext xmlns:c16="http://schemas.microsoft.com/office/drawing/2014/chart" uri="{C3380CC4-5D6E-409C-BE32-E72D297353CC}">
              <c16:uniqueId val="{00000013-00F7-4462-87CA-1A2CBF7ACA37}"/>
            </c:ext>
          </c:extLst>
        </c:ser>
        <c:ser>
          <c:idx val="3"/>
          <c:order val="3"/>
          <c:tx>
            <c:v>Home &amp; Professional Tools</c:v>
          </c:tx>
          <c:spPr>
            <a:solidFill>
              <a:srgbClr val="B8DEDA"/>
            </a:solidFill>
            <a:ln w="12700" cap="flat" cmpd="sng" algn="ctr">
              <a:solidFill>
                <a:srgbClr val="FFFFFF"/>
              </a:solidFill>
              <a:prstDash val="solid"/>
              <a:round/>
              <a:headEnd type="none" w="med" len="med"/>
              <a:tailEnd type="none" w="med" len="med"/>
            </a:ln>
            <a:effectLst/>
          </c:spPr>
          <c:invertIfNegative val="0"/>
          <c:cat>
            <c:strLit>
              <c:ptCount val="2"/>
              <c:pt idx="0">
                <c:v>FY26</c:v>
              </c:pt>
              <c:pt idx="1">
                <c:v>FY31</c:v>
              </c:pt>
            </c:strLit>
          </c:cat>
          <c:val>
            <c:numLit>
              <c:formatCode>General</c:formatCode>
              <c:ptCount val="2"/>
              <c:pt idx="0">
                <c:v>0.15</c:v>
              </c:pt>
              <c:pt idx="1">
                <c:v>0.11</c:v>
              </c:pt>
            </c:numLit>
          </c:val>
          <c:extLst>
            <c:ext xmlns:c16="http://schemas.microsoft.com/office/drawing/2014/chart" uri="{C3380CC4-5D6E-409C-BE32-E72D297353CC}">
              <c16:uniqueId val="{00000014-00F7-4462-87CA-1A2CBF7ACA37}"/>
            </c:ext>
          </c:extLst>
        </c:ser>
        <c:dLbls>
          <c:showLegendKey val="0"/>
          <c:showVal val="0"/>
          <c:showCatName val="0"/>
          <c:showSerName val="0"/>
          <c:showPercent val="0"/>
          <c:showBubbleSize val="0"/>
        </c:dLbls>
        <c:gapWidth val="75"/>
        <c:overlap val="100"/>
        <c:serLines>
          <c:spPr>
            <a:ln w="3175" cap="flat" cmpd="sng" algn="ctr">
              <a:solidFill>
                <a:srgbClr val="8D8786"/>
              </a:solidFill>
              <a:prstDash val="dash"/>
              <a:round/>
            </a:ln>
            <a:effectLst/>
          </c:spPr>
        </c:serLines>
        <c:axId val="859026648"/>
        <c:axId val="859037232"/>
      </c:barChart>
      <c:catAx>
        <c:axId val="859026648"/>
        <c:scaling>
          <c:orientation val="minMax"/>
        </c:scaling>
        <c:delete val="0"/>
        <c:axPos val="l"/>
        <c:numFmt formatCode="General" sourceLinked="1"/>
        <c:majorTickMark val="none"/>
        <c:minorTickMark val="none"/>
        <c:tickLblPos val="none"/>
        <c:spPr>
          <a:noFill/>
          <a:ln w="6350" cap="flat" cmpd="sng" algn="ctr">
            <a:solidFill>
              <a:srgbClr val="1D1D1D"/>
            </a:solidFill>
            <a:prstDash val="solid"/>
            <a:round/>
          </a:ln>
          <a:effectLst/>
        </c:spPr>
        <c:txPr>
          <a:bodyPr rot="-60000000" spcFirstLastPara="1" vertOverflow="ellipsis" vert="horz" wrap="square" anchor="ctr" anchorCtr="1"/>
          <a:lstStyle/>
          <a:p>
            <a:pPr>
              <a:defRPr lang="de-DE" sz="1100" b="0" i="0" u="none" strike="noStrike" kern="1200" baseline="0">
                <a:solidFill>
                  <a:schemeClr val="tx1"/>
                </a:solidFill>
                <a:latin typeface="Arial"/>
                <a:ea typeface="Arial"/>
                <a:cs typeface="Arial"/>
              </a:defRPr>
            </a:pPr>
            <a:endParaRPr lang="de-DE"/>
          </a:p>
        </c:txPr>
        <c:crossAx val="859037232"/>
        <c:crosses val="autoZero"/>
        <c:auto val="1"/>
        <c:lblAlgn val="ctr"/>
        <c:lblOffset val="100"/>
        <c:noMultiLvlLbl val="0"/>
      </c:catAx>
      <c:valAx>
        <c:axId val="859037232"/>
        <c:scaling>
          <c:orientation val="minMax"/>
          <c:max val="2"/>
          <c:min val="0"/>
        </c:scaling>
        <c:delete val="0"/>
        <c:axPos val="b"/>
        <c:numFmt formatCode=";;;" sourceLinked="0"/>
        <c:majorTickMark val="out"/>
        <c:minorTickMark val="none"/>
        <c:tickLblPos val="none"/>
        <c:spPr>
          <a:noFill/>
          <a:ln w="6350" cap="flat" cmpd="sng" algn="ctr">
            <a:noFill/>
            <a:prstDash val="solid"/>
            <a:round/>
          </a:ln>
          <a:effectLst/>
          <a:extLst>
            <a:ext uri="{91240B29-F687-4F45-9708-019B960494DF}">
              <a14:hiddenLine xmlns:a14="http://schemas.microsoft.com/office/drawing/2010/main" w="9525" cap="flat" cmpd="sng" algn="ctr">
                <a:solidFill>
                  <a:prstClr val="black"/>
                </a:solidFill>
                <a:prstDash val="solid"/>
                <a:round/>
              </a14:hiddenLine>
            </a:ext>
          </a:extLst>
        </c:spPr>
        <c:txPr>
          <a:bodyPr rot="-60000000" spcFirstLastPara="1" vertOverflow="ellipsis" vert="horz" wrap="square" anchor="ctr" anchorCtr="1"/>
          <a:lstStyle/>
          <a:p>
            <a:pPr>
              <a:defRPr lang="de-DE" sz="1100" b="0" i="0" u="none" strike="noStrike" kern="1200" baseline="0">
                <a:solidFill>
                  <a:schemeClr val="tx1"/>
                </a:solidFill>
                <a:latin typeface="Arial"/>
                <a:ea typeface="Arial"/>
                <a:cs typeface="Arial"/>
              </a:defRPr>
            </a:pPr>
            <a:endParaRPr lang="de-DE"/>
          </a:p>
        </c:txPr>
        <c:crossAx val="859026648"/>
        <c:crosses val="autoZero"/>
        <c:crossBetween val="between"/>
        <c:majorUnit val="0.5"/>
        <c:dispUnits>
          <c:custUnit val="1"/>
        </c:dispUnits>
      </c:valAx>
      <c:spPr>
        <a:noFill/>
        <a:ln>
          <a:noFill/>
        </a:ln>
        <a:effectLst/>
      </c:spPr>
    </c:plotArea>
    <c:plotVisOnly val="1"/>
    <c:dispBlanksAs val="gap"/>
    <c:showDLblsOverMax val="0"/>
    <c:extLst xmlns:mc="http://schemas.openxmlformats.org/markup-compatibility/2006" xmlns:c14="http://schemas.microsoft.com/office/drawing/2007/8/2/chart" xmlns:a14="http://schemas.microsoft.com/office/drawing/2010/main" xmlns:c16="http://schemas.microsoft.com/office/drawing/2014/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lgn="ctr">
        <a:defRPr lang="de-DE" sz="1200" b="0" i="0" u="none" strike="noStrike" kern="1200" baseline="0">
          <a:solidFill>
            <a:schemeClr val="tx1"/>
          </a:solidFill>
          <a:latin typeface="Segoe UI Light" panose="020B0502040204020203" pitchFamily="34" charset="0"/>
          <a:ea typeface="Arial"/>
          <a:cs typeface="Segoe UI Light" panose="020B0502040204020203" pitchFamily="34" charset="0"/>
        </a:defRPr>
      </a:pPr>
      <a:endParaRPr lang="de-DE"/>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0.16417171216137508"/>
          <c:y val="0"/>
          <c:w val="0.65199622829803239"/>
          <c:h val="0.5826087259491709"/>
        </c:manualLayout>
      </c:layout>
      <c:barChart>
        <c:barDir val="bar"/>
        <c:grouping val="stacked"/>
        <c:varyColors val="0"/>
        <c:ser>
          <c:idx val="0"/>
          <c:order val="0"/>
          <c:tx>
            <c:v>Power Supply</c:v>
          </c:tx>
          <c:spPr>
            <a:solidFill>
              <a:srgbClr val="9BBA43"/>
            </a:solidFill>
            <a:ln w="12700" cap="flat" cmpd="sng" algn="ctr">
              <a:solidFill>
                <a:srgbClr val="FFFFFF"/>
              </a:solidFill>
              <a:prstDash val="solid"/>
              <a:round/>
              <a:headEnd type="none" w="med" len="med"/>
              <a:tailEnd type="none" w="med" len="med"/>
            </a:ln>
            <a:effectLst/>
          </c:spPr>
          <c:invertIfNegative val="0"/>
          <c:cat>
            <c:strLit>
              <c:ptCount val="2"/>
              <c:pt idx="0">
                <c:v>FY31</c:v>
              </c:pt>
              <c:pt idx="1">
                <c:v>FY26</c:v>
              </c:pt>
            </c:strLit>
          </c:cat>
          <c:val>
            <c:numLit>
              <c:formatCode>General</c:formatCode>
              <c:ptCount val="2"/>
              <c:pt idx="0">
                <c:v>0.32</c:v>
              </c:pt>
              <c:pt idx="1">
                <c:v>0.24</c:v>
              </c:pt>
            </c:numLit>
          </c:val>
          <c:extLst>
            <c:ext xmlns:c16="http://schemas.microsoft.com/office/drawing/2014/chart" uri="{C3380CC4-5D6E-409C-BE32-E72D297353CC}">
              <c16:uniqueId val="{00000000-116F-410A-8110-B98443661521}"/>
            </c:ext>
          </c:extLst>
        </c:ser>
        <c:ser>
          <c:idx val="1"/>
          <c:order val="1"/>
          <c:tx>
            <c:v>Renewables</c:v>
          </c:tx>
          <c:spPr>
            <a:solidFill>
              <a:srgbClr val="B9D261"/>
            </a:solidFill>
            <a:ln w="12700" cap="flat" cmpd="sng" algn="ctr">
              <a:solidFill>
                <a:srgbClr val="FFFFFF"/>
              </a:solidFill>
              <a:prstDash val="solid"/>
              <a:round/>
              <a:headEnd type="none" w="med" len="med"/>
              <a:tailEnd type="none" w="med" len="med"/>
            </a:ln>
            <a:effectLst/>
          </c:spPr>
          <c:invertIfNegative val="0"/>
          <c:dPt>
            <c:idx val="0"/>
            <c:invertIfNegative val="0"/>
            <c:bubble3D val="0"/>
            <c:extLst>
              <c:ext xmlns:c16="http://schemas.microsoft.com/office/drawing/2014/chart" uri="{C3380CC4-5D6E-409C-BE32-E72D297353CC}">
                <c16:uniqueId val="{00000001-116F-410A-8110-B98443661521}"/>
              </c:ext>
            </c:extLst>
          </c:dPt>
          <c:dPt>
            <c:idx val="1"/>
            <c:invertIfNegative val="0"/>
            <c:bubble3D val="0"/>
            <c:extLst>
              <c:ext xmlns:c16="http://schemas.microsoft.com/office/drawing/2014/chart" uri="{C3380CC4-5D6E-409C-BE32-E72D297353CC}">
                <c16:uniqueId val="{00000002-116F-410A-8110-B98443661521}"/>
              </c:ext>
            </c:extLst>
          </c:dPt>
          <c:dPt>
            <c:idx val="2"/>
            <c:invertIfNegative val="0"/>
            <c:bubble3D val="0"/>
            <c:extLst>
              <c:ext xmlns:c16="http://schemas.microsoft.com/office/drawing/2014/chart" uri="{C3380CC4-5D6E-409C-BE32-E72D297353CC}">
                <c16:uniqueId val="{00000003-116F-410A-8110-B98443661521}"/>
              </c:ext>
            </c:extLst>
          </c:dPt>
          <c:dPt>
            <c:idx val="3"/>
            <c:invertIfNegative val="0"/>
            <c:bubble3D val="0"/>
            <c:extLst>
              <c:ext xmlns:c16="http://schemas.microsoft.com/office/drawing/2014/chart" uri="{C3380CC4-5D6E-409C-BE32-E72D297353CC}">
                <c16:uniqueId val="{00000004-116F-410A-8110-B98443661521}"/>
              </c:ext>
            </c:extLst>
          </c:dPt>
          <c:dPt>
            <c:idx val="4"/>
            <c:invertIfNegative val="0"/>
            <c:bubble3D val="0"/>
            <c:extLst>
              <c:ext xmlns:c16="http://schemas.microsoft.com/office/drawing/2014/chart" uri="{C3380CC4-5D6E-409C-BE32-E72D297353CC}">
                <c16:uniqueId val="{00000005-116F-410A-8110-B98443661521}"/>
              </c:ext>
            </c:extLst>
          </c:dPt>
          <c:dPt>
            <c:idx val="5"/>
            <c:invertIfNegative val="0"/>
            <c:bubble3D val="0"/>
            <c:extLst>
              <c:ext xmlns:c16="http://schemas.microsoft.com/office/drawing/2014/chart" uri="{C3380CC4-5D6E-409C-BE32-E72D297353CC}">
                <c16:uniqueId val="{00000006-116F-410A-8110-B98443661521}"/>
              </c:ext>
            </c:extLst>
          </c:dPt>
          <c:dPt>
            <c:idx val="6"/>
            <c:invertIfNegative val="0"/>
            <c:bubble3D val="0"/>
            <c:extLst>
              <c:ext xmlns:c16="http://schemas.microsoft.com/office/drawing/2014/chart" uri="{C3380CC4-5D6E-409C-BE32-E72D297353CC}">
                <c16:uniqueId val="{00000007-116F-410A-8110-B98443661521}"/>
              </c:ext>
            </c:extLst>
          </c:dPt>
          <c:dPt>
            <c:idx val="7"/>
            <c:invertIfNegative val="0"/>
            <c:bubble3D val="0"/>
            <c:extLst>
              <c:ext xmlns:c16="http://schemas.microsoft.com/office/drawing/2014/chart" uri="{C3380CC4-5D6E-409C-BE32-E72D297353CC}">
                <c16:uniqueId val="{00000008-116F-410A-8110-B98443661521}"/>
              </c:ext>
            </c:extLst>
          </c:dPt>
          <c:dPt>
            <c:idx val="8"/>
            <c:invertIfNegative val="0"/>
            <c:bubble3D val="0"/>
            <c:extLst>
              <c:ext xmlns:c16="http://schemas.microsoft.com/office/drawing/2014/chart" uri="{C3380CC4-5D6E-409C-BE32-E72D297353CC}">
                <c16:uniqueId val="{00000009-116F-410A-8110-B98443661521}"/>
              </c:ext>
            </c:extLst>
          </c:dPt>
          <c:dPt>
            <c:idx val="9"/>
            <c:invertIfNegative val="0"/>
            <c:bubble3D val="0"/>
            <c:extLst>
              <c:ext xmlns:c16="http://schemas.microsoft.com/office/drawing/2014/chart" uri="{C3380CC4-5D6E-409C-BE32-E72D297353CC}">
                <c16:uniqueId val="{0000000A-116F-410A-8110-B98443661521}"/>
              </c:ext>
            </c:extLst>
          </c:dPt>
          <c:dPt>
            <c:idx val="10"/>
            <c:invertIfNegative val="0"/>
            <c:bubble3D val="0"/>
            <c:extLst>
              <c:ext xmlns:c16="http://schemas.microsoft.com/office/drawing/2014/chart" uri="{C3380CC4-5D6E-409C-BE32-E72D297353CC}">
                <c16:uniqueId val="{0000000B-116F-410A-8110-B98443661521}"/>
              </c:ext>
            </c:extLst>
          </c:dPt>
          <c:dPt>
            <c:idx val="11"/>
            <c:invertIfNegative val="0"/>
            <c:bubble3D val="0"/>
            <c:extLst>
              <c:ext xmlns:c16="http://schemas.microsoft.com/office/drawing/2014/chart" uri="{C3380CC4-5D6E-409C-BE32-E72D297353CC}">
                <c16:uniqueId val="{0000000C-116F-410A-8110-B98443661521}"/>
              </c:ext>
            </c:extLst>
          </c:dPt>
          <c:dPt>
            <c:idx val="12"/>
            <c:invertIfNegative val="0"/>
            <c:bubble3D val="0"/>
            <c:extLst>
              <c:ext xmlns:c16="http://schemas.microsoft.com/office/drawing/2014/chart" uri="{C3380CC4-5D6E-409C-BE32-E72D297353CC}">
                <c16:uniqueId val="{0000000D-116F-410A-8110-B98443661521}"/>
              </c:ext>
            </c:extLst>
          </c:dPt>
          <c:dPt>
            <c:idx val="13"/>
            <c:invertIfNegative val="0"/>
            <c:bubble3D val="0"/>
            <c:extLst>
              <c:ext xmlns:c16="http://schemas.microsoft.com/office/drawing/2014/chart" uri="{C3380CC4-5D6E-409C-BE32-E72D297353CC}">
                <c16:uniqueId val="{0000000E-116F-410A-8110-B98443661521}"/>
              </c:ext>
            </c:extLst>
          </c:dPt>
          <c:dPt>
            <c:idx val="14"/>
            <c:invertIfNegative val="0"/>
            <c:bubble3D val="0"/>
            <c:extLst>
              <c:ext xmlns:c16="http://schemas.microsoft.com/office/drawing/2014/chart" uri="{C3380CC4-5D6E-409C-BE32-E72D297353CC}">
                <c16:uniqueId val="{0000000F-116F-410A-8110-B98443661521}"/>
              </c:ext>
            </c:extLst>
          </c:dPt>
          <c:dPt>
            <c:idx val="15"/>
            <c:invertIfNegative val="0"/>
            <c:bubble3D val="0"/>
            <c:extLst>
              <c:ext xmlns:c16="http://schemas.microsoft.com/office/drawing/2014/chart" uri="{C3380CC4-5D6E-409C-BE32-E72D297353CC}">
                <c16:uniqueId val="{00000010-116F-410A-8110-B98443661521}"/>
              </c:ext>
            </c:extLst>
          </c:dPt>
          <c:dPt>
            <c:idx val="16"/>
            <c:invertIfNegative val="0"/>
            <c:bubble3D val="0"/>
            <c:extLst>
              <c:ext xmlns:c16="http://schemas.microsoft.com/office/drawing/2014/chart" uri="{C3380CC4-5D6E-409C-BE32-E72D297353CC}">
                <c16:uniqueId val="{00000011-116F-410A-8110-B98443661521}"/>
              </c:ext>
            </c:extLst>
          </c:dPt>
          <c:cat>
            <c:strLit>
              <c:ptCount val="2"/>
              <c:pt idx="0">
                <c:v>FY26</c:v>
              </c:pt>
              <c:pt idx="1">
                <c:v>FY31</c:v>
              </c:pt>
            </c:strLit>
          </c:cat>
          <c:val>
            <c:numLit>
              <c:formatCode>General</c:formatCode>
              <c:ptCount val="2"/>
              <c:pt idx="0">
                <c:v>0.13</c:v>
              </c:pt>
              <c:pt idx="1">
                <c:v>0.09</c:v>
              </c:pt>
            </c:numLit>
          </c:val>
          <c:extLst>
            <c:ext xmlns:c16="http://schemas.microsoft.com/office/drawing/2014/chart" uri="{C3380CC4-5D6E-409C-BE32-E72D297353CC}">
              <c16:uniqueId val="{00000012-116F-410A-8110-B98443661521}"/>
            </c:ext>
          </c:extLst>
        </c:ser>
        <c:ser>
          <c:idx val="2"/>
          <c:order val="2"/>
          <c:tx>
            <c:v>Lighting</c:v>
          </c:tx>
          <c:spPr>
            <a:solidFill>
              <a:srgbClr val="575352"/>
            </a:solidFill>
            <a:ln w="12700" cap="flat" cmpd="sng" algn="ctr">
              <a:solidFill>
                <a:srgbClr val="FFFFFF"/>
              </a:solidFill>
              <a:prstDash val="solid"/>
              <a:round/>
              <a:headEnd type="none" w="med" len="med"/>
              <a:tailEnd type="none" w="med" len="med"/>
            </a:ln>
            <a:effectLst/>
          </c:spPr>
          <c:invertIfNegative val="0"/>
          <c:cat>
            <c:strLit>
              <c:ptCount val="2"/>
              <c:pt idx="0">
                <c:v>FY26</c:v>
              </c:pt>
              <c:pt idx="1">
                <c:v>FY31</c:v>
              </c:pt>
            </c:strLit>
          </c:cat>
          <c:val>
            <c:numLit>
              <c:formatCode>General</c:formatCode>
              <c:ptCount val="2"/>
              <c:pt idx="0">
                <c:v>0.12</c:v>
              </c:pt>
              <c:pt idx="1">
                <c:v>7.0000000000000007E-2</c:v>
              </c:pt>
            </c:numLit>
          </c:val>
          <c:extLst>
            <c:ext xmlns:c16="http://schemas.microsoft.com/office/drawing/2014/chart" uri="{C3380CC4-5D6E-409C-BE32-E72D297353CC}">
              <c16:uniqueId val="{00000013-116F-410A-8110-B98443661521}"/>
            </c:ext>
          </c:extLst>
        </c:ser>
        <c:ser>
          <c:idx val="3"/>
          <c:order val="3"/>
          <c:tx>
            <c:v>Home Appliances</c:v>
          </c:tx>
          <c:spPr>
            <a:solidFill>
              <a:srgbClr val="8D8786"/>
            </a:solidFill>
            <a:ln w="12700" cap="flat" cmpd="sng" algn="ctr">
              <a:solidFill>
                <a:srgbClr val="FFFFFF"/>
              </a:solidFill>
              <a:prstDash val="solid"/>
              <a:round/>
              <a:headEnd type="none" w="med" len="med"/>
              <a:tailEnd type="none" w="med" len="med"/>
            </a:ln>
            <a:effectLst/>
          </c:spPr>
          <c:invertIfNegative val="0"/>
          <c:cat>
            <c:strLit>
              <c:ptCount val="2"/>
              <c:pt idx="0">
                <c:v>FY26</c:v>
              </c:pt>
              <c:pt idx="1">
                <c:v>FY31</c:v>
              </c:pt>
            </c:strLit>
          </c:cat>
          <c:val>
            <c:numLit>
              <c:formatCode>General</c:formatCode>
              <c:ptCount val="2"/>
              <c:pt idx="0">
                <c:v>7.0000000000000007E-2</c:v>
              </c:pt>
              <c:pt idx="1">
                <c:v>0.06</c:v>
              </c:pt>
            </c:numLit>
          </c:val>
          <c:extLst>
            <c:ext xmlns:c16="http://schemas.microsoft.com/office/drawing/2014/chart" uri="{C3380CC4-5D6E-409C-BE32-E72D297353CC}">
              <c16:uniqueId val="{00000014-116F-410A-8110-B98443661521}"/>
            </c:ext>
          </c:extLst>
        </c:ser>
        <c:ser>
          <c:idx val="4"/>
          <c:order val="4"/>
          <c:tx>
            <c:v>Other</c:v>
          </c:tx>
          <c:spPr>
            <a:solidFill>
              <a:srgbClr val="D1CFCF"/>
            </a:solidFill>
            <a:ln w="12700" cap="flat" cmpd="sng" algn="ctr">
              <a:solidFill>
                <a:srgbClr val="FFFFFF"/>
              </a:solidFill>
              <a:prstDash val="solid"/>
              <a:round/>
              <a:headEnd type="none" w="med" len="med"/>
              <a:tailEnd type="none" w="med" len="med"/>
            </a:ln>
            <a:effectLst/>
          </c:spPr>
          <c:invertIfNegative val="0"/>
          <c:cat>
            <c:strLit>
              <c:ptCount val="2"/>
              <c:pt idx="0">
                <c:v>FY31</c:v>
              </c:pt>
              <c:pt idx="1">
                <c:v>FY26</c:v>
              </c:pt>
            </c:strLit>
          </c:cat>
          <c:val>
            <c:numLit>
              <c:formatCode>General</c:formatCode>
              <c:ptCount val="2"/>
              <c:pt idx="0">
                <c:v>0.23</c:v>
              </c:pt>
              <c:pt idx="1">
                <c:v>0.18</c:v>
              </c:pt>
            </c:numLit>
          </c:val>
          <c:extLst>
            <c:ext xmlns:c16="http://schemas.microsoft.com/office/drawing/2014/chart" uri="{C3380CC4-5D6E-409C-BE32-E72D297353CC}">
              <c16:uniqueId val="{00000015-116F-410A-8110-B98443661521}"/>
            </c:ext>
          </c:extLst>
        </c:ser>
        <c:dLbls>
          <c:showLegendKey val="0"/>
          <c:showVal val="0"/>
          <c:showCatName val="0"/>
          <c:showSerName val="0"/>
          <c:showPercent val="0"/>
          <c:showBubbleSize val="0"/>
        </c:dLbls>
        <c:gapWidth val="75"/>
        <c:overlap val="100"/>
        <c:serLines>
          <c:spPr>
            <a:ln w="3175" cap="flat" cmpd="sng" algn="ctr">
              <a:solidFill>
                <a:srgbClr val="8D8786"/>
              </a:solidFill>
              <a:prstDash val="dash"/>
              <a:round/>
            </a:ln>
            <a:effectLst/>
          </c:spPr>
        </c:serLines>
        <c:axId val="859026648"/>
        <c:axId val="859037232"/>
      </c:barChart>
      <c:catAx>
        <c:axId val="859026648"/>
        <c:scaling>
          <c:orientation val="minMax"/>
        </c:scaling>
        <c:delete val="0"/>
        <c:axPos val="l"/>
        <c:numFmt formatCode="General" sourceLinked="1"/>
        <c:majorTickMark val="none"/>
        <c:minorTickMark val="none"/>
        <c:tickLblPos val="none"/>
        <c:spPr>
          <a:noFill/>
          <a:ln w="6350" cap="flat" cmpd="sng" algn="ctr">
            <a:solidFill>
              <a:srgbClr val="1D1D1D"/>
            </a:solidFill>
            <a:prstDash val="solid"/>
            <a:round/>
          </a:ln>
          <a:effectLst/>
        </c:spPr>
        <c:txPr>
          <a:bodyPr rot="-60000000" spcFirstLastPara="1" vertOverflow="ellipsis" vert="horz" wrap="square" anchor="ctr" anchorCtr="1"/>
          <a:lstStyle/>
          <a:p>
            <a:pPr>
              <a:defRPr lang="de-DE" sz="1100" b="0" i="0" u="none" strike="noStrike" kern="1200" baseline="0">
                <a:solidFill>
                  <a:schemeClr val="tx1"/>
                </a:solidFill>
                <a:latin typeface="Arial"/>
                <a:ea typeface="Arial"/>
                <a:cs typeface="Arial"/>
              </a:defRPr>
            </a:pPr>
            <a:endParaRPr lang="de-DE"/>
          </a:p>
        </c:txPr>
        <c:crossAx val="859037232"/>
        <c:crosses val="autoZero"/>
        <c:auto val="1"/>
        <c:lblAlgn val="ctr"/>
        <c:lblOffset val="100"/>
        <c:noMultiLvlLbl val="0"/>
      </c:catAx>
      <c:valAx>
        <c:axId val="859037232"/>
        <c:scaling>
          <c:orientation val="minMax"/>
          <c:max val="1"/>
          <c:min val="0"/>
        </c:scaling>
        <c:delete val="0"/>
        <c:axPos val="b"/>
        <c:numFmt formatCode=";;;" sourceLinked="0"/>
        <c:majorTickMark val="out"/>
        <c:minorTickMark val="none"/>
        <c:tickLblPos val="none"/>
        <c:spPr>
          <a:noFill/>
          <a:ln w="6350" cap="flat" cmpd="sng" algn="ctr">
            <a:noFill/>
            <a:prstDash val="solid"/>
            <a:round/>
          </a:ln>
          <a:effectLst/>
          <a:extLst>
            <a:ext uri="{91240B29-F687-4F45-9708-019B960494DF}">
              <a14:hiddenLine xmlns:a14="http://schemas.microsoft.com/office/drawing/2010/main" w="9525" cap="flat" cmpd="sng" algn="ctr">
                <a:solidFill>
                  <a:prstClr val="black"/>
                </a:solidFill>
                <a:prstDash val="solid"/>
                <a:round/>
              </a14:hiddenLine>
            </a:ext>
          </a:extLst>
        </c:spPr>
        <c:txPr>
          <a:bodyPr rot="-60000000" spcFirstLastPara="1" vertOverflow="ellipsis" vert="horz" wrap="square" anchor="ctr" anchorCtr="1"/>
          <a:lstStyle/>
          <a:p>
            <a:pPr>
              <a:defRPr lang="de-DE" sz="1100" b="0" i="0" u="none" strike="noStrike" kern="1200" baseline="0">
                <a:solidFill>
                  <a:schemeClr val="tx1"/>
                </a:solidFill>
                <a:latin typeface="Arial"/>
                <a:ea typeface="Arial"/>
                <a:cs typeface="Arial"/>
              </a:defRPr>
            </a:pPr>
            <a:endParaRPr lang="de-DE"/>
          </a:p>
        </c:txPr>
        <c:crossAx val="859026648"/>
        <c:crosses val="autoZero"/>
        <c:crossBetween val="between"/>
        <c:majorUnit val="0.2"/>
        <c:dispUnits>
          <c:custUnit val="1"/>
        </c:dispUnits>
      </c:valAx>
      <c:spPr>
        <a:noFill/>
        <a:ln>
          <a:noFill/>
        </a:ln>
        <a:effectLst/>
      </c:spPr>
    </c:plotArea>
    <c:plotVisOnly val="1"/>
    <c:dispBlanksAs val="gap"/>
    <c:showDLblsOverMax val="0"/>
    <c:extLst xmlns:mc="http://schemas.openxmlformats.org/markup-compatibility/2006" xmlns:c14="http://schemas.microsoft.com/office/drawing/2007/8/2/chart" xmlns:a14="http://schemas.microsoft.com/office/drawing/2010/main" xmlns:c16="http://schemas.microsoft.com/office/drawing/2014/chart">
      <c:ext xmlns:c16r3="http://schemas.microsoft.com/office/drawing/2017/03/chart" uri="{56B9EC1D-385E-4148-901F-78D8002777C0}">
        <c16r3:dataDisplayOptions16>
          <c16r3:dispNaAsBlank val="1"/>
        </c16r3:dataDisplayOptions16>
      </c:ext>
    </c:extLst>
  </c:chart>
  <c:spPr>
    <a:noFill/>
    <a:ln w="9525" cap="flat" cmpd="sng" algn="ctr">
      <a:noFill/>
      <a:prstDash val="solid"/>
    </a:ln>
    <a:effectLst/>
  </c:spPr>
  <c:txPr>
    <a:bodyPr/>
    <a:lstStyle/>
    <a:p>
      <a:pPr algn="ctr">
        <a:defRPr lang="de-DE" sz="1200" b="0" i="0" u="none" strike="noStrike" kern="1200" baseline="0">
          <a:solidFill>
            <a:schemeClr val="tx1"/>
          </a:solidFill>
          <a:latin typeface="Segoe UI Light" panose="020B0502040204020203" pitchFamily="34" charset="0"/>
          <a:ea typeface="Arial"/>
          <a:cs typeface="Segoe UI Light" panose="020B0502040204020203" pitchFamily="34" charset="0"/>
        </a:defRPr>
      </a:pPr>
      <a:endParaRPr lang="de-DE"/>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038207805840148"/>
          <c:y val="0.14995095124206212"/>
          <c:w val="0.48706032427445417"/>
          <c:h val="0.50425942886410879"/>
        </c:manualLayout>
      </c:layout>
      <c:radarChart>
        <c:radarStyle val="marker"/>
        <c:varyColors val="0"/>
        <c:ser>
          <c:idx val="0"/>
          <c:order val="0"/>
          <c:tx>
            <c:strRef>
              <c:f>Sheet2!$B$1</c:f>
              <c:strCache>
                <c:ptCount val="1"/>
                <c:pt idx="0">
                  <c:v>XMC1000</c:v>
                </c:pt>
              </c:strCache>
            </c:strRef>
          </c:tx>
          <c:spPr>
            <a:ln w="28575" cap="rnd">
              <a:solidFill>
                <a:schemeClr val="tx1">
                  <a:lumMod val="50000"/>
                  <a:lumOff val="50000"/>
                </a:schemeClr>
              </a:solidFill>
              <a:round/>
            </a:ln>
            <a:effectLst/>
          </c:spPr>
          <c:marker>
            <c:symbol val="circle"/>
            <c:size val="5"/>
            <c:spPr>
              <a:noFill/>
              <a:ln w="9525">
                <a:noFill/>
              </a:ln>
              <a:effectLst/>
            </c:spPr>
          </c:marker>
          <c:cat>
            <c:strRef>
              <c:f>Sheet2!$A$2:$A$7</c:f>
              <c:strCache>
                <c:ptCount val="6"/>
                <c:pt idx="0">
                  <c:v>PROCESSORs (CPU &amp; Accelerators)</c:v>
                </c:pt>
                <c:pt idx="1">
                  <c:v>ANALOG</c:v>
                </c:pt>
                <c:pt idx="2">
                  <c:v>TIMERs</c:v>
                </c:pt>
                <c:pt idx="3">
                  <c:v>MEMORY</c:v>
                </c:pt>
                <c:pt idx="4">
                  <c:v>PRICE/PERFORMANCE</c:v>
                </c:pt>
                <c:pt idx="5">
                  <c:v>POWER CONSUMPTION</c:v>
                </c:pt>
              </c:strCache>
            </c:strRef>
          </c:cat>
          <c:val>
            <c:numRef>
              <c:f>Sheet2!$B$2:$B$7</c:f>
              <c:numCache>
                <c:formatCode>General</c:formatCode>
                <c:ptCount val="6"/>
                <c:pt idx="0">
                  <c:v>2</c:v>
                </c:pt>
                <c:pt idx="1">
                  <c:v>2</c:v>
                </c:pt>
                <c:pt idx="2">
                  <c:v>3</c:v>
                </c:pt>
                <c:pt idx="3">
                  <c:v>3</c:v>
                </c:pt>
                <c:pt idx="4">
                  <c:v>5</c:v>
                </c:pt>
                <c:pt idx="5">
                  <c:v>2</c:v>
                </c:pt>
              </c:numCache>
            </c:numRef>
          </c:val>
          <c:extLst>
            <c:ext xmlns:c16="http://schemas.microsoft.com/office/drawing/2014/chart" uri="{C3380CC4-5D6E-409C-BE32-E72D297353CC}">
              <c16:uniqueId val="{00000000-A7AD-4591-8A9A-C38F9CD4DAD5}"/>
            </c:ext>
          </c:extLst>
        </c:ser>
        <c:ser>
          <c:idx val="1"/>
          <c:order val="1"/>
          <c:tx>
            <c:strRef>
              <c:f>Sheet2!$C$1</c:f>
              <c:strCache>
                <c:ptCount val="1"/>
                <c:pt idx="0">
                  <c:v>PSoC C3</c:v>
                </c:pt>
              </c:strCache>
            </c:strRef>
          </c:tx>
          <c:spPr>
            <a:ln w="28575" cap="rnd">
              <a:solidFill>
                <a:srgbClr val="F97414"/>
              </a:solidFill>
              <a:round/>
            </a:ln>
            <a:effectLst/>
          </c:spPr>
          <c:marker>
            <c:symbol val="circle"/>
            <c:size val="5"/>
            <c:spPr>
              <a:noFill/>
              <a:ln w="9525">
                <a:solidFill>
                  <a:srgbClr val="F97414"/>
                </a:solidFill>
              </a:ln>
              <a:effectLst/>
            </c:spPr>
          </c:marker>
          <c:cat>
            <c:strRef>
              <c:f>Sheet2!$A$2:$A$7</c:f>
              <c:strCache>
                <c:ptCount val="6"/>
                <c:pt idx="0">
                  <c:v>PROCESSORs (CPU &amp; Accelerators)</c:v>
                </c:pt>
                <c:pt idx="1">
                  <c:v>ANALOG</c:v>
                </c:pt>
                <c:pt idx="2">
                  <c:v>TIMERs</c:v>
                </c:pt>
                <c:pt idx="3">
                  <c:v>MEMORY</c:v>
                </c:pt>
                <c:pt idx="4">
                  <c:v>PRICE/PERFORMANCE</c:v>
                </c:pt>
                <c:pt idx="5">
                  <c:v>POWER CONSUMPTION</c:v>
                </c:pt>
              </c:strCache>
            </c:strRef>
          </c:cat>
          <c:val>
            <c:numRef>
              <c:f>Sheet2!$C$2:$C$7</c:f>
              <c:numCache>
                <c:formatCode>General</c:formatCode>
                <c:ptCount val="6"/>
                <c:pt idx="0">
                  <c:v>4</c:v>
                </c:pt>
                <c:pt idx="1">
                  <c:v>5</c:v>
                </c:pt>
                <c:pt idx="2">
                  <c:v>5</c:v>
                </c:pt>
                <c:pt idx="3">
                  <c:v>5</c:v>
                </c:pt>
                <c:pt idx="4">
                  <c:v>5</c:v>
                </c:pt>
                <c:pt idx="5">
                  <c:v>5</c:v>
                </c:pt>
              </c:numCache>
            </c:numRef>
          </c:val>
          <c:extLst>
            <c:ext xmlns:c16="http://schemas.microsoft.com/office/drawing/2014/chart" uri="{C3380CC4-5D6E-409C-BE32-E72D297353CC}">
              <c16:uniqueId val="{00000001-A7AD-4591-8A9A-C38F9CD4DAD5}"/>
            </c:ext>
          </c:extLst>
        </c:ser>
        <c:ser>
          <c:idx val="2"/>
          <c:order val="2"/>
          <c:tx>
            <c:strRef>
              <c:f>Sheet2!$D$1</c:f>
              <c:strCache>
                <c:ptCount val="1"/>
                <c:pt idx="0">
                  <c:v>Best Competitor</c:v>
                </c:pt>
              </c:strCache>
            </c:strRef>
          </c:tx>
          <c:spPr>
            <a:ln w="28575" cap="rnd">
              <a:solidFill>
                <a:schemeClr val="accent1"/>
              </a:solidFill>
              <a:prstDash val="sysDash"/>
              <a:round/>
            </a:ln>
            <a:effectLst/>
          </c:spPr>
          <c:marker>
            <c:symbol val="circle"/>
            <c:size val="5"/>
            <c:spPr>
              <a:noFill/>
              <a:ln w="9525">
                <a:noFill/>
              </a:ln>
              <a:effectLst/>
            </c:spPr>
          </c:marker>
          <c:cat>
            <c:strRef>
              <c:f>Sheet2!$A$2:$A$7</c:f>
              <c:strCache>
                <c:ptCount val="6"/>
                <c:pt idx="0">
                  <c:v>PROCESSORs (CPU &amp; Accelerators)</c:v>
                </c:pt>
                <c:pt idx="1">
                  <c:v>ANALOG</c:v>
                </c:pt>
                <c:pt idx="2">
                  <c:v>TIMERs</c:v>
                </c:pt>
                <c:pt idx="3">
                  <c:v>MEMORY</c:v>
                </c:pt>
                <c:pt idx="4">
                  <c:v>PRICE/PERFORMANCE</c:v>
                </c:pt>
                <c:pt idx="5">
                  <c:v>POWER CONSUMPTION</c:v>
                </c:pt>
              </c:strCache>
            </c:strRef>
          </c:cat>
          <c:val>
            <c:numRef>
              <c:f>Sheet2!$D$2:$D$7</c:f>
              <c:numCache>
                <c:formatCode>General</c:formatCode>
                <c:ptCount val="6"/>
                <c:pt idx="0">
                  <c:v>5</c:v>
                </c:pt>
                <c:pt idx="1">
                  <c:v>4</c:v>
                </c:pt>
                <c:pt idx="2">
                  <c:v>4</c:v>
                </c:pt>
                <c:pt idx="3">
                  <c:v>5</c:v>
                </c:pt>
                <c:pt idx="4">
                  <c:v>4</c:v>
                </c:pt>
                <c:pt idx="5">
                  <c:v>5</c:v>
                </c:pt>
              </c:numCache>
            </c:numRef>
          </c:val>
          <c:extLst>
            <c:ext xmlns:c16="http://schemas.microsoft.com/office/drawing/2014/chart" uri="{C3380CC4-5D6E-409C-BE32-E72D297353CC}">
              <c16:uniqueId val="{00000002-A7AD-4591-8A9A-C38F9CD4DAD5}"/>
            </c:ext>
          </c:extLst>
        </c:ser>
        <c:ser>
          <c:idx val="3"/>
          <c:order val="3"/>
          <c:tx>
            <c:strRef>
              <c:f>Sheet2!$E$1</c:f>
              <c:strCache>
                <c:ptCount val="1"/>
                <c:pt idx="0">
                  <c:v>XMC4000</c:v>
                </c:pt>
              </c:strCache>
            </c:strRef>
          </c:tx>
          <c:spPr>
            <a:ln w="28575" cap="rnd">
              <a:solidFill>
                <a:schemeClr val="bg1">
                  <a:lumMod val="75000"/>
                </a:schemeClr>
              </a:solidFill>
              <a:round/>
            </a:ln>
            <a:effectLst/>
          </c:spPr>
          <c:marker>
            <c:symbol val="circle"/>
            <c:size val="5"/>
            <c:spPr>
              <a:noFill/>
              <a:ln w="9525">
                <a:noFill/>
              </a:ln>
              <a:effectLst/>
            </c:spPr>
          </c:marker>
          <c:cat>
            <c:strRef>
              <c:f>Sheet2!$A$2:$A$7</c:f>
              <c:strCache>
                <c:ptCount val="6"/>
                <c:pt idx="0">
                  <c:v>PROCESSORs (CPU &amp; Accelerators)</c:v>
                </c:pt>
                <c:pt idx="1">
                  <c:v>ANALOG</c:v>
                </c:pt>
                <c:pt idx="2">
                  <c:v>TIMERs</c:v>
                </c:pt>
                <c:pt idx="3">
                  <c:v>MEMORY</c:v>
                </c:pt>
                <c:pt idx="4">
                  <c:v>PRICE/PERFORMANCE</c:v>
                </c:pt>
                <c:pt idx="5">
                  <c:v>POWER CONSUMPTION</c:v>
                </c:pt>
              </c:strCache>
            </c:strRef>
          </c:cat>
          <c:val>
            <c:numRef>
              <c:f>Sheet2!$E$2:$E$7</c:f>
              <c:numCache>
                <c:formatCode>General</c:formatCode>
                <c:ptCount val="6"/>
                <c:pt idx="0">
                  <c:v>3</c:v>
                </c:pt>
                <c:pt idx="1">
                  <c:v>3</c:v>
                </c:pt>
                <c:pt idx="2">
                  <c:v>4</c:v>
                </c:pt>
                <c:pt idx="3">
                  <c:v>3</c:v>
                </c:pt>
                <c:pt idx="4">
                  <c:v>3</c:v>
                </c:pt>
                <c:pt idx="5">
                  <c:v>2</c:v>
                </c:pt>
              </c:numCache>
            </c:numRef>
          </c:val>
          <c:extLst>
            <c:ext xmlns:c16="http://schemas.microsoft.com/office/drawing/2014/chart" uri="{C3380CC4-5D6E-409C-BE32-E72D297353CC}">
              <c16:uniqueId val="{00000003-A7AD-4591-8A9A-C38F9CD4DAD5}"/>
            </c:ext>
          </c:extLst>
        </c:ser>
        <c:dLbls>
          <c:showLegendKey val="0"/>
          <c:showVal val="0"/>
          <c:showCatName val="0"/>
          <c:showSerName val="0"/>
          <c:showPercent val="0"/>
          <c:showBubbleSize val="0"/>
        </c:dLbls>
        <c:axId val="661416016"/>
        <c:axId val="662430336"/>
      </c:radarChart>
      <c:catAx>
        <c:axId val="66141601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de-DE"/>
          </a:p>
        </c:txPr>
        <c:crossAx val="662430336"/>
        <c:crosses val="autoZero"/>
        <c:auto val="1"/>
        <c:lblAlgn val="ctr"/>
        <c:lblOffset val="100"/>
        <c:noMultiLvlLbl val="0"/>
      </c:catAx>
      <c:valAx>
        <c:axId val="66243033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61416016"/>
        <c:crosses val="autoZero"/>
        <c:crossBetween val="between"/>
      </c:valAx>
      <c:spPr>
        <a:noFill/>
        <a:ln>
          <a:noFill/>
        </a:ln>
        <a:effectLst/>
      </c:spPr>
    </c:plotArea>
    <c:legend>
      <c:legendPos val="b"/>
      <c:layout>
        <c:manualLayout>
          <c:xMode val="edge"/>
          <c:yMode val="edge"/>
          <c:x val="5.0338985403156705E-2"/>
          <c:y val="0.6992643965757428"/>
          <c:w val="0.78073830349141193"/>
          <c:h val="0.1134723964490049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sz="900"/>
            </a:pPr>
            <a:r>
              <a:rPr lang="de-AT" sz="900"/>
              <a:t>Motor efficiency vs inverter Fsw</a:t>
            </a:r>
          </a:p>
        </c:rich>
      </c:tx>
      <c:layout>
        <c:manualLayout>
          <c:xMode val="edge"/>
          <c:yMode val="edge"/>
          <c:x val="0.24962109361566856"/>
          <c:y val="4.8789651676462376E-2"/>
        </c:manualLayout>
      </c:layout>
      <c:overlay val="0"/>
      <c:spPr>
        <a:noFill/>
        <a:ln>
          <a:noFill/>
        </a:ln>
        <a:effectLst/>
      </c:spPr>
    </c:title>
    <c:autoTitleDeleted val="0"/>
    <c:plotArea>
      <c:layout/>
      <c:scatterChart>
        <c:scatterStyle val="smoothMarker"/>
        <c:varyColors val="0"/>
        <c:ser>
          <c:idx val="1"/>
          <c:order val="0"/>
          <c:tx>
            <c:strRef>
              <c:f>'BGA300 efficiency'!$B$1</c:f>
              <c:strCache>
                <c:ptCount val="1"/>
                <c:pt idx="0">
                  <c:v>16kHz, 7-seg</c:v>
                </c:pt>
              </c:strCache>
            </c:strRef>
          </c:tx>
          <c:spPr>
            <a:ln w="19050">
              <a:solidFill>
                <a:srgbClr val="0A8276"/>
              </a:solidFill>
            </a:ln>
          </c:spPr>
          <c:marker>
            <c:symbol val="square"/>
            <c:size val="3"/>
            <c:spPr>
              <a:ln>
                <a:noFill/>
              </a:ln>
            </c:spPr>
          </c:marker>
          <c:xVal>
            <c:numRef>
              <c:f>'BGA300 efficiency'!$A$2:$A$10</c:f>
              <c:numCache>
                <c:formatCode>General</c:formatCode>
                <c:ptCount val="9"/>
                <c:pt idx="0">
                  <c:v>8.2677165354330603E-2</c:v>
                </c:pt>
                <c:pt idx="1">
                  <c:v>0.128608979953555</c:v>
                </c:pt>
                <c:pt idx="2">
                  <c:v>0.22506567286694101</c:v>
                </c:pt>
                <c:pt idx="3">
                  <c:v>0.30590551181102299</c:v>
                </c:pt>
                <c:pt idx="4">
                  <c:v>0.37296590729961199</c:v>
                </c:pt>
                <c:pt idx="5">
                  <c:v>0.45288716714213201</c:v>
                </c:pt>
                <c:pt idx="6">
                  <c:v>0.50249346635473002</c:v>
                </c:pt>
                <c:pt idx="7">
                  <c:v>0.545669291338582</c:v>
                </c:pt>
                <c:pt idx="8">
                  <c:v>0.69632551538662601</c:v>
                </c:pt>
              </c:numCache>
            </c:numRef>
          </c:xVal>
          <c:yVal>
            <c:numRef>
              <c:f>'BGA300 efficiency'!$B$2:$B$10</c:f>
              <c:numCache>
                <c:formatCode>General</c:formatCode>
                <c:ptCount val="9"/>
                <c:pt idx="0">
                  <c:v>70.321428571428498</c:v>
                </c:pt>
                <c:pt idx="1">
                  <c:v>74.8928560529436</c:v>
                </c:pt>
                <c:pt idx="2">
                  <c:v>81.749998910086404</c:v>
                </c:pt>
                <c:pt idx="3">
                  <c:v>86.214285169328903</c:v>
                </c:pt>
                <c:pt idx="4">
                  <c:v>86.928571428571402</c:v>
                </c:pt>
                <c:pt idx="5">
                  <c:v>86.964285169328903</c:v>
                </c:pt>
                <c:pt idx="6">
                  <c:v>86.892856870378694</c:v>
                </c:pt>
                <c:pt idx="7">
                  <c:v>85.892856597900305</c:v>
                </c:pt>
                <c:pt idx="8">
                  <c:v>83.249998910086404</c:v>
                </c:pt>
              </c:numCache>
            </c:numRef>
          </c:yVal>
          <c:smooth val="1"/>
          <c:extLst>
            <c:ext xmlns:c16="http://schemas.microsoft.com/office/drawing/2014/chart" uri="{C3380CC4-5D6E-409C-BE32-E72D297353CC}">
              <c16:uniqueId val="{00000000-AF08-4FF0-A600-5D2A66180987}"/>
            </c:ext>
          </c:extLst>
        </c:ser>
        <c:ser>
          <c:idx val="2"/>
          <c:order val="1"/>
          <c:tx>
            <c:strRef>
              <c:f>'BGA300 efficiency'!$E$1</c:f>
              <c:strCache>
                <c:ptCount val="1"/>
                <c:pt idx="0">
                  <c:v>50kHz, 7-seg</c:v>
                </c:pt>
              </c:strCache>
            </c:strRef>
          </c:tx>
          <c:spPr>
            <a:ln w="19050" cap="rnd">
              <a:solidFill>
                <a:srgbClr val="3B9B91"/>
              </a:solidFill>
              <a:round/>
            </a:ln>
            <a:effectLst/>
          </c:spPr>
          <c:marker>
            <c:symbol val="triangle"/>
            <c:size val="3"/>
            <c:spPr>
              <a:solidFill>
                <a:schemeClr val="tx1"/>
              </a:solidFill>
              <a:ln>
                <a:noFill/>
              </a:ln>
            </c:spPr>
          </c:marker>
          <c:xVal>
            <c:numRef>
              <c:f>'BGA300 efficiency'!$D$2:$D$10</c:f>
              <c:numCache>
                <c:formatCode>General</c:formatCode>
                <c:ptCount val="9"/>
                <c:pt idx="0">
                  <c:v>0.12677165354330699</c:v>
                </c:pt>
                <c:pt idx="1">
                  <c:v>0.173622047244094</c:v>
                </c:pt>
                <c:pt idx="2">
                  <c:v>0.269160161055917</c:v>
                </c:pt>
                <c:pt idx="3">
                  <c:v>0.31876646026851602</c:v>
                </c:pt>
                <c:pt idx="4">
                  <c:v>0.40419953113465801</c:v>
                </c:pt>
                <c:pt idx="5">
                  <c:v>0.48871393879567498</c:v>
                </c:pt>
                <c:pt idx="6">
                  <c:v>0.56771653543306999</c:v>
                </c:pt>
                <c:pt idx="7">
                  <c:v>0.63385826771653497</c:v>
                </c:pt>
                <c:pt idx="8">
                  <c:v>0.7</c:v>
                </c:pt>
              </c:numCache>
            </c:numRef>
          </c:xVal>
          <c:yVal>
            <c:numRef>
              <c:f>'BGA300 efficiency'!$E$2:$E$10</c:f>
              <c:numCache>
                <c:formatCode>General</c:formatCode>
                <c:ptCount val="9"/>
                <c:pt idx="0">
                  <c:v>77.928571428571402</c:v>
                </c:pt>
                <c:pt idx="1">
                  <c:v>81.25</c:v>
                </c:pt>
                <c:pt idx="2">
                  <c:v>87.535714013235904</c:v>
                </c:pt>
                <c:pt idx="3">
                  <c:v>87.964285441807306</c:v>
                </c:pt>
                <c:pt idx="4">
                  <c:v>88.464285169328903</c:v>
                </c:pt>
                <c:pt idx="5">
                  <c:v>88.571428026471807</c:v>
                </c:pt>
                <c:pt idx="6">
                  <c:v>87.964285441807306</c:v>
                </c:pt>
                <c:pt idx="7">
                  <c:v>87.928570883614597</c:v>
                </c:pt>
                <c:pt idx="8">
                  <c:v>87.142857142857096</c:v>
                </c:pt>
              </c:numCache>
            </c:numRef>
          </c:yVal>
          <c:smooth val="1"/>
          <c:extLst>
            <c:ext xmlns:c16="http://schemas.microsoft.com/office/drawing/2014/chart" uri="{C3380CC4-5D6E-409C-BE32-E72D297353CC}">
              <c16:uniqueId val="{00000001-AF08-4FF0-A600-5D2A66180987}"/>
            </c:ext>
          </c:extLst>
        </c:ser>
        <c:ser>
          <c:idx val="3"/>
          <c:order val="2"/>
          <c:tx>
            <c:strRef>
              <c:f>'BGA300 efficiency'!$H$1</c:f>
              <c:strCache>
                <c:ptCount val="1"/>
                <c:pt idx="0">
                  <c:v>100kHz, 7-seg</c:v>
                </c:pt>
              </c:strCache>
            </c:strRef>
          </c:tx>
          <c:spPr>
            <a:ln w="19050" cap="rnd">
              <a:solidFill>
                <a:srgbClr val="6CB4AD"/>
              </a:solidFill>
              <a:round/>
            </a:ln>
            <a:effectLst/>
          </c:spPr>
          <c:marker>
            <c:symbol val="diamond"/>
            <c:size val="3"/>
            <c:spPr>
              <a:solidFill>
                <a:schemeClr val="tx1"/>
              </a:solidFill>
              <a:ln>
                <a:noFill/>
              </a:ln>
            </c:spPr>
          </c:marker>
          <c:xVal>
            <c:numRef>
              <c:f>'BGA300 efficiency'!$G$2:$G$8</c:f>
              <c:numCache>
                <c:formatCode>General</c:formatCode>
                <c:ptCount val="7"/>
                <c:pt idx="0">
                  <c:v>6.7979016641932094E-2</c:v>
                </c:pt>
                <c:pt idx="1">
                  <c:v>0.101049882783664</c:v>
                </c:pt>
                <c:pt idx="2">
                  <c:v>0.171784804937407</c:v>
                </c:pt>
                <c:pt idx="3">
                  <c:v>0.272834645669291</c:v>
                </c:pt>
                <c:pt idx="4">
                  <c:v>0.44002630278820098</c:v>
                </c:pt>
                <c:pt idx="5">
                  <c:v>0.54199480672520906</c:v>
                </c:pt>
                <c:pt idx="6">
                  <c:v>0.66417322834645598</c:v>
                </c:pt>
              </c:numCache>
            </c:numRef>
          </c:xVal>
          <c:yVal>
            <c:numRef>
              <c:f>'BGA300 efficiency'!$H$2:$H$8</c:f>
              <c:numCache>
                <c:formatCode>General</c:formatCode>
                <c:ptCount val="7"/>
                <c:pt idx="0">
                  <c:v>83.964285169328903</c:v>
                </c:pt>
                <c:pt idx="1">
                  <c:v>88.999999455043195</c:v>
                </c:pt>
                <c:pt idx="2">
                  <c:v>90.428571156093</c:v>
                </c:pt>
                <c:pt idx="3">
                  <c:v>91.214285714285694</c:v>
                </c:pt>
                <c:pt idx="4">
                  <c:v>90.642856870378694</c:v>
                </c:pt>
                <c:pt idx="5">
                  <c:v>90.142857142857096</c:v>
                </c:pt>
                <c:pt idx="6">
                  <c:v>89.642856597900305</c:v>
                </c:pt>
              </c:numCache>
            </c:numRef>
          </c:yVal>
          <c:smooth val="1"/>
          <c:extLst>
            <c:ext xmlns:c16="http://schemas.microsoft.com/office/drawing/2014/chart" uri="{C3380CC4-5D6E-409C-BE32-E72D297353CC}">
              <c16:uniqueId val="{00000002-AF08-4FF0-A600-5D2A66180987}"/>
            </c:ext>
          </c:extLst>
        </c:ser>
        <c:ser>
          <c:idx val="4"/>
          <c:order val="3"/>
          <c:tx>
            <c:strRef>
              <c:f>'BGA300 efficiency'!$K$1</c:f>
              <c:strCache>
                <c:ptCount val="1"/>
                <c:pt idx="0">
                  <c:v>150kHz, 7-seg</c:v>
                </c:pt>
              </c:strCache>
            </c:strRef>
          </c:tx>
          <c:spPr>
            <a:ln w="19050" cap="rnd">
              <a:solidFill>
                <a:srgbClr val="B8DEDA"/>
              </a:solidFill>
              <a:round/>
            </a:ln>
            <a:effectLst/>
          </c:spPr>
          <c:marker>
            <c:symbol val="circle"/>
            <c:size val="3"/>
            <c:spPr>
              <a:solidFill>
                <a:schemeClr val="tx1"/>
              </a:solidFill>
              <a:ln>
                <a:noFill/>
              </a:ln>
            </c:spPr>
          </c:marker>
          <c:xVal>
            <c:numRef>
              <c:f>'BGA300 efficiency'!$J$2:$J$10</c:f>
              <c:numCache>
                <c:formatCode>General</c:formatCode>
                <c:ptCount val="9"/>
                <c:pt idx="0">
                  <c:v>6.5223111130121206E-2</c:v>
                </c:pt>
                <c:pt idx="1">
                  <c:v>0.130446222260242</c:v>
                </c:pt>
                <c:pt idx="2">
                  <c:v>0.16351708840197399</c:v>
                </c:pt>
                <c:pt idx="3">
                  <c:v>0.25538063349686202</c:v>
                </c:pt>
                <c:pt idx="4">
                  <c:v>0.36286094845749201</c:v>
                </c:pt>
                <c:pt idx="5">
                  <c:v>0.43267716535432998</c:v>
                </c:pt>
                <c:pt idx="6">
                  <c:v>0.50249346635473002</c:v>
                </c:pt>
                <c:pt idx="7">
                  <c:v>0.54107614352008404</c:v>
                </c:pt>
                <c:pt idx="8">
                  <c:v>0.60262472798505096</c:v>
                </c:pt>
              </c:numCache>
            </c:numRef>
          </c:xVal>
          <c:yVal>
            <c:numRef>
              <c:f>'BGA300 efficiency'!$K$2:$K$10</c:f>
              <c:numCache>
                <c:formatCode>General</c:formatCode>
                <c:ptCount val="9"/>
                <c:pt idx="0">
                  <c:v>86.892856870378694</c:v>
                </c:pt>
                <c:pt idx="1">
                  <c:v>89.714285714285694</c:v>
                </c:pt>
                <c:pt idx="2">
                  <c:v>91.321428571428498</c:v>
                </c:pt>
                <c:pt idx="3">
                  <c:v>91.4642855780465</c:v>
                </c:pt>
                <c:pt idx="4">
                  <c:v>91.499999727521597</c:v>
                </c:pt>
                <c:pt idx="5">
                  <c:v>91</c:v>
                </c:pt>
                <c:pt idx="6">
                  <c:v>91.142857006617902</c:v>
                </c:pt>
                <c:pt idx="7">
                  <c:v>90.464285714285694</c:v>
                </c:pt>
                <c:pt idx="8">
                  <c:v>89.249999727521597</c:v>
                </c:pt>
              </c:numCache>
            </c:numRef>
          </c:yVal>
          <c:smooth val="1"/>
          <c:extLst>
            <c:ext xmlns:c16="http://schemas.microsoft.com/office/drawing/2014/chart" uri="{C3380CC4-5D6E-409C-BE32-E72D297353CC}">
              <c16:uniqueId val="{00000003-AF08-4FF0-A600-5D2A66180987}"/>
            </c:ext>
          </c:extLst>
        </c:ser>
        <c:ser>
          <c:idx val="0"/>
          <c:order val="4"/>
          <c:tx>
            <c:strRef>
              <c:f>'BGA300 efficiency'!$N$1</c:f>
              <c:strCache>
                <c:ptCount val="1"/>
                <c:pt idx="0">
                  <c:v>16kHz, 5-seg</c:v>
                </c:pt>
              </c:strCache>
            </c:strRef>
          </c:tx>
          <c:spPr>
            <a:ln w="19050" cap="rnd">
              <a:noFill/>
              <a:round/>
            </a:ln>
            <a:effectLst/>
          </c:spPr>
          <c:marker>
            <c:symbol val="circle"/>
            <c:size val="5"/>
            <c:spPr>
              <a:solidFill>
                <a:srgbClr val="F97414"/>
              </a:solidFill>
              <a:ln w="9525">
                <a:noFill/>
              </a:ln>
              <a:effectLst/>
            </c:spPr>
          </c:marker>
          <c:xVal>
            <c:numRef>
              <c:f>'BGA300 efficiency'!$M$2:$M$12</c:f>
              <c:numCache>
                <c:formatCode>General</c:formatCode>
                <c:ptCount val="11"/>
                <c:pt idx="0">
                  <c:v>0.51535433070866099</c:v>
                </c:pt>
              </c:numCache>
            </c:numRef>
          </c:xVal>
          <c:yVal>
            <c:numRef>
              <c:f>'BGA300 efficiency'!$N$2:$N$12</c:f>
              <c:numCache>
                <c:formatCode>General</c:formatCode>
                <c:ptCount val="11"/>
                <c:pt idx="0">
                  <c:v>84.964285441807306</c:v>
                </c:pt>
              </c:numCache>
            </c:numRef>
          </c:yVal>
          <c:smooth val="1"/>
          <c:extLst>
            <c:ext xmlns:c16="http://schemas.microsoft.com/office/drawing/2014/chart" uri="{C3380CC4-5D6E-409C-BE32-E72D297353CC}">
              <c16:uniqueId val="{00000004-AF08-4FF0-A600-5D2A66180987}"/>
            </c:ext>
          </c:extLst>
        </c:ser>
        <c:dLbls>
          <c:showLegendKey val="0"/>
          <c:showVal val="0"/>
          <c:showCatName val="0"/>
          <c:showSerName val="0"/>
          <c:showPercent val="0"/>
          <c:showBubbleSize val="0"/>
        </c:dLbls>
        <c:axId val="2020844463"/>
        <c:axId val="1965879631"/>
      </c:scatterChart>
      <c:valAx>
        <c:axId val="2020844463"/>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de-AT"/>
                  <a:t>Torque [Nm]</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a:pPr>
            <a:endParaRPr lang="de-DE"/>
          </a:p>
        </c:txPr>
        <c:crossAx val="1965879631"/>
        <c:crosses val="autoZero"/>
        <c:crossBetween val="midCat"/>
      </c:valAx>
      <c:valAx>
        <c:axId val="1965879631"/>
        <c:scaling>
          <c:orientation val="minMax"/>
          <c:min val="70"/>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de-AT"/>
                  <a:t>Motor efficiency [%]</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a:pPr>
            <a:endParaRPr lang="de-DE"/>
          </a:p>
        </c:txPr>
        <c:crossAx val="2020844463"/>
        <c:crosses val="autoZero"/>
        <c:crossBetween val="midCat"/>
      </c:valAx>
    </c:plotArea>
    <c:plotVisOnly val="1"/>
    <c:dispBlanksAs val="gap"/>
    <c:showDLblsOverMax val="0"/>
  </c:chart>
  <c:txPr>
    <a:bodyPr/>
    <a:lstStyle/>
    <a:p>
      <a:pPr>
        <a:defRPr sz="800"/>
      </a:pPr>
      <a:endParaRPr lang="de-DE"/>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Motor temperature vs inverter Fsw</a:t>
            </a:r>
          </a:p>
        </c:rich>
      </c:tx>
      <c:layout>
        <c:manualLayout>
          <c:xMode val="edge"/>
          <c:yMode val="edge"/>
          <c:x val="0.24984787223972635"/>
          <c:y val="4.4751501860774139E-2"/>
        </c:manualLayout>
      </c:layout>
      <c:overlay val="1"/>
    </c:title>
    <c:autoTitleDeleted val="0"/>
    <c:plotArea>
      <c:layout>
        <c:manualLayout>
          <c:layoutTarget val="inner"/>
          <c:xMode val="edge"/>
          <c:yMode val="edge"/>
          <c:x val="0.13630954140063553"/>
          <c:y val="0.1499339190110443"/>
          <c:w val="0.76467894446721585"/>
          <c:h val="0.66388324900611584"/>
        </c:manualLayout>
      </c:layout>
      <c:scatterChart>
        <c:scatterStyle val="smoothMarker"/>
        <c:varyColors val="0"/>
        <c:ser>
          <c:idx val="0"/>
          <c:order val="0"/>
          <c:tx>
            <c:strRef>
              <c:f>Efficiency_1!$B$1</c:f>
              <c:strCache>
                <c:ptCount val="1"/>
                <c:pt idx="0">
                  <c:v>Sum of Temp_motor_NTC: 16k - 22250 - 42 - 8kW_GaN_Infineon</c:v>
                </c:pt>
              </c:strCache>
            </c:strRef>
          </c:tx>
          <c:spPr>
            <a:ln w="15875">
              <a:solidFill>
                <a:srgbClr val="0A8276"/>
              </a:solidFill>
            </a:ln>
          </c:spPr>
          <c:marker>
            <c:symbol val="none"/>
          </c:marker>
          <c:xVal>
            <c:numRef>
              <c:f>Efficiency_1!$A$2:$A$3022</c:f>
              <c:numCache>
                <c:formatCode>General</c:formatCode>
                <c:ptCount val="3021"/>
                <c:pt idx="0">
                  <c:v>5.9000000000000003E-6</c:v>
                </c:pt>
                <c:pt idx="1">
                  <c:v>6.1E-6</c:v>
                </c:pt>
                <c:pt idx="2">
                  <c:v>6.4999999999999996E-6</c:v>
                </c:pt>
                <c:pt idx="3">
                  <c:v>7.6000000000000001E-6</c:v>
                </c:pt>
                <c:pt idx="4">
                  <c:v>1.03E-5</c:v>
                </c:pt>
                <c:pt idx="5">
                  <c:v>0.63546879999999994</c:v>
                </c:pt>
                <c:pt idx="6">
                  <c:v>0.78398659999999998</c:v>
                </c:pt>
                <c:pt idx="7">
                  <c:v>0.78767399999999999</c:v>
                </c:pt>
                <c:pt idx="8">
                  <c:v>0.90497519999999998</c:v>
                </c:pt>
                <c:pt idx="9">
                  <c:v>0.96669959999999999</c:v>
                </c:pt>
                <c:pt idx="10">
                  <c:v>1.6330251</c:v>
                </c:pt>
                <c:pt idx="11">
                  <c:v>1.7819898999999999</c:v>
                </c:pt>
                <c:pt idx="12">
                  <c:v>1.7852725</c:v>
                </c:pt>
                <c:pt idx="13">
                  <c:v>1.9047624999999999</c:v>
                </c:pt>
                <c:pt idx="14">
                  <c:v>1.9716654</c:v>
                </c:pt>
                <c:pt idx="15">
                  <c:v>2.6350839000000001</c:v>
                </c:pt>
                <c:pt idx="16">
                  <c:v>2.7802224</c:v>
                </c:pt>
                <c:pt idx="17">
                  <c:v>2.7847227999999999</c:v>
                </c:pt>
                <c:pt idx="18">
                  <c:v>2.9031156</c:v>
                </c:pt>
                <c:pt idx="19">
                  <c:v>2.9710086000000002</c:v>
                </c:pt>
                <c:pt idx="20">
                  <c:v>3.6330309999999999</c:v>
                </c:pt>
                <c:pt idx="21">
                  <c:v>3.7732391999999999</c:v>
                </c:pt>
                <c:pt idx="22">
                  <c:v>3.7839162000000002</c:v>
                </c:pt>
                <c:pt idx="23">
                  <c:v>3.9071905</c:v>
                </c:pt>
                <c:pt idx="24">
                  <c:v>3.9771078000000002</c:v>
                </c:pt>
                <c:pt idx="25">
                  <c:v>4.6346715999999999</c:v>
                </c:pt>
                <c:pt idx="26">
                  <c:v>4.7849431999999998</c:v>
                </c:pt>
                <c:pt idx="27">
                  <c:v>4.7876273999999999</c:v>
                </c:pt>
                <c:pt idx="28">
                  <c:v>4.9020923999999999</c:v>
                </c:pt>
                <c:pt idx="29">
                  <c:v>4.9757597000000002</c:v>
                </c:pt>
                <c:pt idx="30">
                  <c:v>5.6303421</c:v>
                </c:pt>
                <c:pt idx="31">
                  <c:v>5.7724224</c:v>
                </c:pt>
                <c:pt idx="32">
                  <c:v>5.7819681000000003</c:v>
                </c:pt>
                <c:pt idx="33">
                  <c:v>5.9049573000000004</c:v>
                </c:pt>
                <c:pt idx="34">
                  <c:v>5.976947</c:v>
                </c:pt>
                <c:pt idx="35">
                  <c:v>6.6306618999999998</c:v>
                </c:pt>
                <c:pt idx="36">
                  <c:v>6.7720383999999996</c:v>
                </c:pt>
                <c:pt idx="37">
                  <c:v>6.7837024000000001</c:v>
                </c:pt>
                <c:pt idx="38">
                  <c:v>6.9050025000000002</c:v>
                </c:pt>
                <c:pt idx="39">
                  <c:v>6.9818303000000004</c:v>
                </c:pt>
                <c:pt idx="40">
                  <c:v>7.6309595999999997</c:v>
                </c:pt>
                <c:pt idx="41">
                  <c:v>7.7746477000000001</c:v>
                </c:pt>
                <c:pt idx="42">
                  <c:v>7.8614657000000001</c:v>
                </c:pt>
                <c:pt idx="43">
                  <c:v>7.9086923999999996</c:v>
                </c:pt>
                <c:pt idx="44">
                  <c:v>7.9807043000000002</c:v>
                </c:pt>
                <c:pt idx="45">
                  <c:v>8.6306735000000003</c:v>
                </c:pt>
                <c:pt idx="46">
                  <c:v>8.7758146000000004</c:v>
                </c:pt>
                <c:pt idx="47">
                  <c:v>8.7965891999999997</c:v>
                </c:pt>
                <c:pt idx="48">
                  <c:v>8.9021624999999993</c:v>
                </c:pt>
                <c:pt idx="49">
                  <c:v>8.9769334999999995</c:v>
                </c:pt>
                <c:pt idx="50">
                  <c:v>9.6367113</c:v>
                </c:pt>
                <c:pt idx="51">
                  <c:v>9.7825454000000001</c:v>
                </c:pt>
                <c:pt idx="52">
                  <c:v>9.7847709999999992</c:v>
                </c:pt>
                <c:pt idx="53">
                  <c:v>9.9077547999999993</c:v>
                </c:pt>
                <c:pt idx="54">
                  <c:v>9.9787578999999997</c:v>
                </c:pt>
                <c:pt idx="55">
                  <c:v>10.6329014</c:v>
                </c:pt>
                <c:pt idx="56">
                  <c:v>10.7821716</c:v>
                </c:pt>
                <c:pt idx="57">
                  <c:v>10.7886352</c:v>
                </c:pt>
                <c:pt idx="58">
                  <c:v>10.9077362</c:v>
                </c:pt>
                <c:pt idx="59">
                  <c:v>10.97419</c:v>
                </c:pt>
                <c:pt idx="60">
                  <c:v>11.712342</c:v>
                </c:pt>
                <c:pt idx="61">
                  <c:v>11.7876633</c:v>
                </c:pt>
                <c:pt idx="62">
                  <c:v>11.7880944</c:v>
                </c:pt>
                <c:pt idx="63">
                  <c:v>11.958770100000001</c:v>
                </c:pt>
                <c:pt idx="64">
                  <c:v>11.9749959</c:v>
                </c:pt>
                <c:pt idx="65">
                  <c:v>12.63904</c:v>
                </c:pt>
                <c:pt idx="66">
                  <c:v>12.784992900000001</c:v>
                </c:pt>
                <c:pt idx="67">
                  <c:v>12.7880845</c:v>
                </c:pt>
                <c:pt idx="68">
                  <c:v>12.904777299999999</c:v>
                </c:pt>
                <c:pt idx="69">
                  <c:v>12.9720873</c:v>
                </c:pt>
                <c:pt idx="70">
                  <c:v>13.633203</c:v>
                </c:pt>
                <c:pt idx="71">
                  <c:v>13.782462199999999</c:v>
                </c:pt>
                <c:pt idx="72">
                  <c:v>13.7838476</c:v>
                </c:pt>
                <c:pt idx="73">
                  <c:v>13.9078368</c:v>
                </c:pt>
                <c:pt idx="74">
                  <c:v>13.9710085</c:v>
                </c:pt>
                <c:pt idx="75">
                  <c:v>14.633148500000001</c:v>
                </c:pt>
                <c:pt idx="76">
                  <c:v>14.781979400000001</c:v>
                </c:pt>
                <c:pt idx="77">
                  <c:v>14.784251899999999</c:v>
                </c:pt>
                <c:pt idx="78">
                  <c:v>14.9066242</c:v>
                </c:pt>
                <c:pt idx="79">
                  <c:v>14.9766113</c:v>
                </c:pt>
                <c:pt idx="80">
                  <c:v>15.632595200000001</c:v>
                </c:pt>
                <c:pt idx="81">
                  <c:v>15.776293799999999</c:v>
                </c:pt>
                <c:pt idx="82">
                  <c:v>15.784526700000001</c:v>
                </c:pt>
                <c:pt idx="83">
                  <c:v>15.902340499999999</c:v>
                </c:pt>
                <c:pt idx="84">
                  <c:v>15.977296600000001</c:v>
                </c:pt>
                <c:pt idx="85">
                  <c:v>16.632365700000001</c:v>
                </c:pt>
                <c:pt idx="86">
                  <c:v>16.773171999999999</c:v>
                </c:pt>
                <c:pt idx="87">
                  <c:v>16.781811900000001</c:v>
                </c:pt>
                <c:pt idx="88">
                  <c:v>16.903195400000001</c:v>
                </c:pt>
                <c:pt idx="89">
                  <c:v>16.979424699999999</c:v>
                </c:pt>
                <c:pt idx="90">
                  <c:v>17.6354802</c:v>
                </c:pt>
                <c:pt idx="91">
                  <c:v>17.772196300000001</c:v>
                </c:pt>
                <c:pt idx="92">
                  <c:v>17.782537699999999</c:v>
                </c:pt>
                <c:pt idx="93">
                  <c:v>17.902290099999998</c:v>
                </c:pt>
                <c:pt idx="94">
                  <c:v>17.9793214</c:v>
                </c:pt>
                <c:pt idx="95">
                  <c:v>18.630382999999998</c:v>
                </c:pt>
                <c:pt idx="96">
                  <c:v>18.772501099999999</c:v>
                </c:pt>
                <c:pt idx="97">
                  <c:v>18.7829616</c:v>
                </c:pt>
                <c:pt idx="98">
                  <c:v>18.904988100000001</c:v>
                </c:pt>
                <c:pt idx="99">
                  <c:v>18.9754896</c:v>
                </c:pt>
                <c:pt idx="100">
                  <c:v>19.630838700000002</c:v>
                </c:pt>
                <c:pt idx="101">
                  <c:v>19.782087400000002</c:v>
                </c:pt>
                <c:pt idx="102">
                  <c:v>19.832144799999998</c:v>
                </c:pt>
                <c:pt idx="103">
                  <c:v>19.910388300000001</c:v>
                </c:pt>
                <c:pt idx="104">
                  <c:v>19.977401400000002</c:v>
                </c:pt>
                <c:pt idx="105">
                  <c:v>20.635198599999999</c:v>
                </c:pt>
                <c:pt idx="106">
                  <c:v>20.7849447</c:v>
                </c:pt>
                <c:pt idx="107">
                  <c:v>20.7938461</c:v>
                </c:pt>
                <c:pt idx="108">
                  <c:v>20.904992100000001</c:v>
                </c:pt>
                <c:pt idx="109">
                  <c:v>20.975293600000001</c:v>
                </c:pt>
                <c:pt idx="110">
                  <c:v>21.633094499999999</c:v>
                </c:pt>
                <c:pt idx="111">
                  <c:v>21.7823505</c:v>
                </c:pt>
                <c:pt idx="112">
                  <c:v>21.785269100000001</c:v>
                </c:pt>
                <c:pt idx="113">
                  <c:v>21.907084300000001</c:v>
                </c:pt>
                <c:pt idx="114">
                  <c:v>21.9770875</c:v>
                </c:pt>
                <c:pt idx="115">
                  <c:v>22.634347300000002</c:v>
                </c:pt>
                <c:pt idx="116">
                  <c:v>22.782317800000001</c:v>
                </c:pt>
                <c:pt idx="117">
                  <c:v>22.789704199999999</c:v>
                </c:pt>
                <c:pt idx="118">
                  <c:v>22.907928200000001</c:v>
                </c:pt>
                <c:pt idx="119">
                  <c:v>22.970094899999999</c:v>
                </c:pt>
                <c:pt idx="120">
                  <c:v>23.6359545</c:v>
                </c:pt>
                <c:pt idx="121">
                  <c:v>23.784947899999999</c:v>
                </c:pt>
                <c:pt idx="122">
                  <c:v>23.787303000000001</c:v>
                </c:pt>
                <c:pt idx="123">
                  <c:v>23.907736</c:v>
                </c:pt>
                <c:pt idx="124">
                  <c:v>23.972574600000002</c:v>
                </c:pt>
                <c:pt idx="125">
                  <c:v>24.645935699999999</c:v>
                </c:pt>
                <c:pt idx="126">
                  <c:v>24.7804152</c:v>
                </c:pt>
                <c:pt idx="127">
                  <c:v>24.785666200000001</c:v>
                </c:pt>
                <c:pt idx="128">
                  <c:v>24.904377400000001</c:v>
                </c:pt>
                <c:pt idx="129">
                  <c:v>24.9704418</c:v>
                </c:pt>
                <c:pt idx="130">
                  <c:v>25.6417058</c:v>
                </c:pt>
                <c:pt idx="131">
                  <c:v>25.782343900000001</c:v>
                </c:pt>
                <c:pt idx="132">
                  <c:v>25.783840900000001</c:v>
                </c:pt>
                <c:pt idx="133">
                  <c:v>25.907823199999999</c:v>
                </c:pt>
                <c:pt idx="134">
                  <c:v>25.9657248</c:v>
                </c:pt>
                <c:pt idx="135">
                  <c:v>26.632118500000001</c:v>
                </c:pt>
                <c:pt idx="136">
                  <c:v>26.783618000000001</c:v>
                </c:pt>
                <c:pt idx="137">
                  <c:v>26.786082700000001</c:v>
                </c:pt>
                <c:pt idx="138">
                  <c:v>26.904754700000002</c:v>
                </c:pt>
                <c:pt idx="139">
                  <c:v>26.975430100000001</c:v>
                </c:pt>
                <c:pt idx="140">
                  <c:v>27.637987200000001</c:v>
                </c:pt>
                <c:pt idx="141">
                  <c:v>27.776699499999999</c:v>
                </c:pt>
                <c:pt idx="142">
                  <c:v>27.784087299999999</c:v>
                </c:pt>
                <c:pt idx="143">
                  <c:v>27.9109415</c:v>
                </c:pt>
                <c:pt idx="144">
                  <c:v>27.975230400000001</c:v>
                </c:pt>
                <c:pt idx="145">
                  <c:v>28.633239199999998</c:v>
                </c:pt>
                <c:pt idx="146">
                  <c:v>28.778328999999999</c:v>
                </c:pt>
                <c:pt idx="147">
                  <c:v>28.781628600000001</c:v>
                </c:pt>
                <c:pt idx="148">
                  <c:v>28.902671399999999</c:v>
                </c:pt>
                <c:pt idx="149">
                  <c:v>28.979853500000001</c:v>
                </c:pt>
                <c:pt idx="150">
                  <c:v>29.631422000000001</c:v>
                </c:pt>
                <c:pt idx="151">
                  <c:v>29.771742799999998</c:v>
                </c:pt>
                <c:pt idx="152">
                  <c:v>29.7844497</c:v>
                </c:pt>
                <c:pt idx="153">
                  <c:v>29.903470899999999</c:v>
                </c:pt>
                <c:pt idx="154">
                  <c:v>29.9687786</c:v>
                </c:pt>
                <c:pt idx="155">
                  <c:v>30.630544</c:v>
                </c:pt>
                <c:pt idx="156">
                  <c:v>30.772815600000001</c:v>
                </c:pt>
                <c:pt idx="157">
                  <c:v>30.781728699999999</c:v>
                </c:pt>
                <c:pt idx="158">
                  <c:v>30.9075104</c:v>
                </c:pt>
                <c:pt idx="159">
                  <c:v>30.976284</c:v>
                </c:pt>
                <c:pt idx="160">
                  <c:v>31.6305178</c:v>
                </c:pt>
                <c:pt idx="161">
                  <c:v>31.774503899999999</c:v>
                </c:pt>
                <c:pt idx="162">
                  <c:v>31.781466900000002</c:v>
                </c:pt>
                <c:pt idx="163">
                  <c:v>31.9127346</c:v>
                </c:pt>
                <c:pt idx="164">
                  <c:v>31.971685999999998</c:v>
                </c:pt>
                <c:pt idx="165">
                  <c:v>32.630714099999999</c:v>
                </c:pt>
                <c:pt idx="166">
                  <c:v>32.779694499999998</c:v>
                </c:pt>
                <c:pt idx="167">
                  <c:v>32.7861774</c:v>
                </c:pt>
                <c:pt idx="168">
                  <c:v>32.909302599999997</c:v>
                </c:pt>
                <c:pt idx="169">
                  <c:v>32.9710933</c:v>
                </c:pt>
                <c:pt idx="170">
                  <c:v>33.633202099999998</c:v>
                </c:pt>
                <c:pt idx="171">
                  <c:v>33.783495899999998</c:v>
                </c:pt>
                <c:pt idx="172">
                  <c:v>33.784158699999999</c:v>
                </c:pt>
                <c:pt idx="173">
                  <c:v>33.914555399999998</c:v>
                </c:pt>
                <c:pt idx="174">
                  <c:v>33.974394799999999</c:v>
                </c:pt>
                <c:pt idx="175">
                  <c:v>34.631954100000002</c:v>
                </c:pt>
                <c:pt idx="176">
                  <c:v>34.781838100000002</c:v>
                </c:pt>
                <c:pt idx="177">
                  <c:v>34.784712200000001</c:v>
                </c:pt>
                <c:pt idx="178">
                  <c:v>34.909807299999997</c:v>
                </c:pt>
                <c:pt idx="179">
                  <c:v>34.970405399999997</c:v>
                </c:pt>
                <c:pt idx="180">
                  <c:v>35.6384063</c:v>
                </c:pt>
                <c:pt idx="181">
                  <c:v>35.7833708</c:v>
                </c:pt>
                <c:pt idx="182">
                  <c:v>35.787649199999997</c:v>
                </c:pt>
                <c:pt idx="183">
                  <c:v>35.906088699999998</c:v>
                </c:pt>
                <c:pt idx="184">
                  <c:v>35.968492699999999</c:v>
                </c:pt>
                <c:pt idx="185">
                  <c:v>36.630593599999997</c:v>
                </c:pt>
                <c:pt idx="186">
                  <c:v>36.781725999999999</c:v>
                </c:pt>
                <c:pt idx="187">
                  <c:v>36.786749499999999</c:v>
                </c:pt>
                <c:pt idx="188">
                  <c:v>36.906017800000001</c:v>
                </c:pt>
                <c:pt idx="189">
                  <c:v>36.968652800000001</c:v>
                </c:pt>
                <c:pt idx="190">
                  <c:v>37.633699100000001</c:v>
                </c:pt>
                <c:pt idx="191">
                  <c:v>37.777798400000002</c:v>
                </c:pt>
                <c:pt idx="192">
                  <c:v>37.784642699999999</c:v>
                </c:pt>
                <c:pt idx="193">
                  <c:v>37.904587200000002</c:v>
                </c:pt>
                <c:pt idx="194">
                  <c:v>37.971705200000002</c:v>
                </c:pt>
                <c:pt idx="195">
                  <c:v>38.632902899999998</c:v>
                </c:pt>
                <c:pt idx="196">
                  <c:v>38.775412500000002</c:v>
                </c:pt>
                <c:pt idx="197">
                  <c:v>38.784445099999999</c:v>
                </c:pt>
                <c:pt idx="198">
                  <c:v>38.903568100000001</c:v>
                </c:pt>
                <c:pt idx="199">
                  <c:v>38.966530599999999</c:v>
                </c:pt>
                <c:pt idx="200">
                  <c:v>39.629933000000001</c:v>
                </c:pt>
                <c:pt idx="201">
                  <c:v>39.775364699999997</c:v>
                </c:pt>
                <c:pt idx="202">
                  <c:v>39.782423600000001</c:v>
                </c:pt>
                <c:pt idx="203">
                  <c:v>39.902110999999998</c:v>
                </c:pt>
                <c:pt idx="204">
                  <c:v>39.966433000000002</c:v>
                </c:pt>
                <c:pt idx="205">
                  <c:v>40.631801699999997</c:v>
                </c:pt>
                <c:pt idx="206">
                  <c:v>40.775817400000001</c:v>
                </c:pt>
                <c:pt idx="207">
                  <c:v>40.782314399999997</c:v>
                </c:pt>
                <c:pt idx="208">
                  <c:v>40.901949199999997</c:v>
                </c:pt>
                <c:pt idx="209">
                  <c:v>40.969887300000003</c:v>
                </c:pt>
                <c:pt idx="210">
                  <c:v>41.6309586</c:v>
                </c:pt>
                <c:pt idx="211">
                  <c:v>41.781306600000001</c:v>
                </c:pt>
                <c:pt idx="212">
                  <c:v>41.782452599999999</c:v>
                </c:pt>
                <c:pt idx="213">
                  <c:v>41.9023155</c:v>
                </c:pt>
                <c:pt idx="214">
                  <c:v>41.986767100000002</c:v>
                </c:pt>
                <c:pt idx="215">
                  <c:v>42.630603200000003</c:v>
                </c:pt>
                <c:pt idx="216">
                  <c:v>42.7807703</c:v>
                </c:pt>
                <c:pt idx="217">
                  <c:v>42.784042399999997</c:v>
                </c:pt>
                <c:pt idx="218">
                  <c:v>42.908798300000001</c:v>
                </c:pt>
                <c:pt idx="219">
                  <c:v>42.973052099999997</c:v>
                </c:pt>
                <c:pt idx="220">
                  <c:v>43.630193599999998</c:v>
                </c:pt>
                <c:pt idx="221">
                  <c:v>43.782798300000003</c:v>
                </c:pt>
                <c:pt idx="222">
                  <c:v>43.787401600000003</c:v>
                </c:pt>
                <c:pt idx="223">
                  <c:v>43.905057200000002</c:v>
                </c:pt>
                <c:pt idx="224">
                  <c:v>43.9766178</c:v>
                </c:pt>
                <c:pt idx="225">
                  <c:v>44.635324500000003</c:v>
                </c:pt>
                <c:pt idx="226">
                  <c:v>44.781982599999999</c:v>
                </c:pt>
                <c:pt idx="227">
                  <c:v>44.784849100000002</c:v>
                </c:pt>
                <c:pt idx="228">
                  <c:v>44.909776899999997</c:v>
                </c:pt>
                <c:pt idx="229">
                  <c:v>44.975935300000003</c:v>
                </c:pt>
                <c:pt idx="230">
                  <c:v>45.633886699999998</c:v>
                </c:pt>
                <c:pt idx="231">
                  <c:v>45.778197599999999</c:v>
                </c:pt>
                <c:pt idx="232">
                  <c:v>45.787320299999998</c:v>
                </c:pt>
                <c:pt idx="233">
                  <c:v>45.907852800000001</c:v>
                </c:pt>
                <c:pt idx="234">
                  <c:v>45.979111199999998</c:v>
                </c:pt>
                <c:pt idx="235">
                  <c:v>46.633334599999998</c:v>
                </c:pt>
                <c:pt idx="236">
                  <c:v>46.779784100000001</c:v>
                </c:pt>
                <c:pt idx="237">
                  <c:v>46.785346400000002</c:v>
                </c:pt>
                <c:pt idx="238">
                  <c:v>46.908276200000003</c:v>
                </c:pt>
                <c:pt idx="239">
                  <c:v>46.978825200000003</c:v>
                </c:pt>
                <c:pt idx="240">
                  <c:v>47.6330685</c:v>
                </c:pt>
                <c:pt idx="241">
                  <c:v>47.7780895</c:v>
                </c:pt>
                <c:pt idx="242">
                  <c:v>47.7818179</c:v>
                </c:pt>
                <c:pt idx="243">
                  <c:v>47.909584099999996</c:v>
                </c:pt>
                <c:pt idx="244">
                  <c:v>47.975193599999997</c:v>
                </c:pt>
                <c:pt idx="245">
                  <c:v>48.635821499999999</c:v>
                </c:pt>
                <c:pt idx="246">
                  <c:v>48.779593400000003</c:v>
                </c:pt>
                <c:pt idx="247">
                  <c:v>48.784483199999997</c:v>
                </c:pt>
                <c:pt idx="248">
                  <c:v>48.903511000000002</c:v>
                </c:pt>
                <c:pt idx="249">
                  <c:v>48.976900200000003</c:v>
                </c:pt>
                <c:pt idx="250">
                  <c:v>49.631557899999997</c:v>
                </c:pt>
                <c:pt idx="251">
                  <c:v>49.775899099999997</c:v>
                </c:pt>
                <c:pt idx="252">
                  <c:v>49.784526399999997</c:v>
                </c:pt>
                <c:pt idx="253">
                  <c:v>49.905927800000001</c:v>
                </c:pt>
                <c:pt idx="254">
                  <c:v>49.9716424</c:v>
                </c:pt>
                <c:pt idx="255">
                  <c:v>50.632466000000001</c:v>
                </c:pt>
                <c:pt idx="256">
                  <c:v>50.776507199999998</c:v>
                </c:pt>
                <c:pt idx="257">
                  <c:v>50.783323699999997</c:v>
                </c:pt>
                <c:pt idx="258">
                  <c:v>50.9047208</c:v>
                </c:pt>
                <c:pt idx="259">
                  <c:v>50.967140800000003</c:v>
                </c:pt>
                <c:pt idx="260">
                  <c:v>51.633226399999998</c:v>
                </c:pt>
                <c:pt idx="261">
                  <c:v>51.775290900000002</c:v>
                </c:pt>
                <c:pt idx="262">
                  <c:v>51.782232999999998</c:v>
                </c:pt>
                <c:pt idx="263">
                  <c:v>51.901909500000002</c:v>
                </c:pt>
                <c:pt idx="264">
                  <c:v>51.965913399999998</c:v>
                </c:pt>
                <c:pt idx="265">
                  <c:v>52.633743099999997</c:v>
                </c:pt>
                <c:pt idx="266">
                  <c:v>52.775223699999998</c:v>
                </c:pt>
                <c:pt idx="267">
                  <c:v>52.782592000000001</c:v>
                </c:pt>
                <c:pt idx="268">
                  <c:v>52.907403700000003</c:v>
                </c:pt>
                <c:pt idx="269">
                  <c:v>52.970346300000003</c:v>
                </c:pt>
                <c:pt idx="270">
                  <c:v>53.630195399999998</c:v>
                </c:pt>
                <c:pt idx="271">
                  <c:v>53.773238999999997</c:v>
                </c:pt>
                <c:pt idx="272">
                  <c:v>53.782686300000002</c:v>
                </c:pt>
                <c:pt idx="273">
                  <c:v>53.902501000000001</c:v>
                </c:pt>
                <c:pt idx="274">
                  <c:v>53.967168600000001</c:v>
                </c:pt>
                <c:pt idx="275">
                  <c:v>54.6308419</c:v>
                </c:pt>
                <c:pt idx="276">
                  <c:v>54.774864200000003</c:v>
                </c:pt>
                <c:pt idx="277">
                  <c:v>54.792518299999998</c:v>
                </c:pt>
                <c:pt idx="278">
                  <c:v>54.903579700000002</c:v>
                </c:pt>
                <c:pt idx="279">
                  <c:v>54.971449</c:v>
                </c:pt>
                <c:pt idx="280">
                  <c:v>55.629768800000001</c:v>
                </c:pt>
                <c:pt idx="281">
                  <c:v>55.778730199999998</c:v>
                </c:pt>
                <c:pt idx="282">
                  <c:v>55.784888799999997</c:v>
                </c:pt>
                <c:pt idx="283">
                  <c:v>55.904947999999997</c:v>
                </c:pt>
                <c:pt idx="284">
                  <c:v>55.973500100000003</c:v>
                </c:pt>
                <c:pt idx="285">
                  <c:v>56.630720099999998</c:v>
                </c:pt>
                <c:pt idx="286">
                  <c:v>56.774521</c:v>
                </c:pt>
                <c:pt idx="287">
                  <c:v>56.796593199999997</c:v>
                </c:pt>
                <c:pt idx="288">
                  <c:v>56.902945699999997</c:v>
                </c:pt>
                <c:pt idx="289">
                  <c:v>56.971214199999999</c:v>
                </c:pt>
                <c:pt idx="290">
                  <c:v>57.633248000000002</c:v>
                </c:pt>
                <c:pt idx="291">
                  <c:v>57.777365799999998</c:v>
                </c:pt>
                <c:pt idx="292">
                  <c:v>57.792043399999997</c:v>
                </c:pt>
                <c:pt idx="293">
                  <c:v>57.907932899999999</c:v>
                </c:pt>
                <c:pt idx="294">
                  <c:v>57.969507800000002</c:v>
                </c:pt>
                <c:pt idx="295">
                  <c:v>58.631162400000001</c:v>
                </c:pt>
                <c:pt idx="296">
                  <c:v>58.777438400000001</c:v>
                </c:pt>
                <c:pt idx="297">
                  <c:v>58.795558</c:v>
                </c:pt>
                <c:pt idx="298">
                  <c:v>58.907954500000002</c:v>
                </c:pt>
                <c:pt idx="299">
                  <c:v>58.972270399999999</c:v>
                </c:pt>
                <c:pt idx="300">
                  <c:v>59.635877700000002</c:v>
                </c:pt>
                <c:pt idx="301">
                  <c:v>59.780066900000001</c:v>
                </c:pt>
                <c:pt idx="302">
                  <c:v>59.7924194</c:v>
                </c:pt>
                <c:pt idx="303">
                  <c:v>59.904757500000002</c:v>
                </c:pt>
                <c:pt idx="304">
                  <c:v>59.9685068</c:v>
                </c:pt>
                <c:pt idx="305">
                  <c:v>60.633463499999998</c:v>
                </c:pt>
                <c:pt idx="306">
                  <c:v>60.778317199999996</c:v>
                </c:pt>
                <c:pt idx="307">
                  <c:v>60.789687399999998</c:v>
                </c:pt>
                <c:pt idx="308">
                  <c:v>60.907803399999999</c:v>
                </c:pt>
                <c:pt idx="309">
                  <c:v>60.968408699999998</c:v>
                </c:pt>
                <c:pt idx="310">
                  <c:v>61.633717599999997</c:v>
                </c:pt>
                <c:pt idx="311">
                  <c:v>61.779224499999998</c:v>
                </c:pt>
                <c:pt idx="312">
                  <c:v>61.7876908</c:v>
                </c:pt>
                <c:pt idx="313">
                  <c:v>61.906812700000003</c:v>
                </c:pt>
                <c:pt idx="314">
                  <c:v>61.967438700000002</c:v>
                </c:pt>
                <c:pt idx="315">
                  <c:v>62.633308999999997</c:v>
                </c:pt>
                <c:pt idx="316">
                  <c:v>62.777666400000001</c:v>
                </c:pt>
                <c:pt idx="317">
                  <c:v>62.783418500000003</c:v>
                </c:pt>
                <c:pt idx="318">
                  <c:v>62.901647400000002</c:v>
                </c:pt>
                <c:pt idx="319">
                  <c:v>62.965514400000004</c:v>
                </c:pt>
                <c:pt idx="320">
                  <c:v>63.632995899999997</c:v>
                </c:pt>
                <c:pt idx="321">
                  <c:v>63.774841100000003</c:v>
                </c:pt>
                <c:pt idx="322">
                  <c:v>63.784497100000003</c:v>
                </c:pt>
                <c:pt idx="323">
                  <c:v>63.902695700000002</c:v>
                </c:pt>
                <c:pt idx="324">
                  <c:v>63.965938100000002</c:v>
                </c:pt>
                <c:pt idx="325">
                  <c:v>64.630201600000007</c:v>
                </c:pt>
                <c:pt idx="326">
                  <c:v>64.778536599999995</c:v>
                </c:pt>
                <c:pt idx="327">
                  <c:v>64.785559899999996</c:v>
                </c:pt>
                <c:pt idx="328">
                  <c:v>64.902271200000001</c:v>
                </c:pt>
                <c:pt idx="329">
                  <c:v>64.966308299999994</c:v>
                </c:pt>
                <c:pt idx="330">
                  <c:v>65.630359100000007</c:v>
                </c:pt>
                <c:pt idx="331">
                  <c:v>65.774413100000004</c:v>
                </c:pt>
                <c:pt idx="332">
                  <c:v>65.782587500000005</c:v>
                </c:pt>
                <c:pt idx="333">
                  <c:v>65.9048023</c:v>
                </c:pt>
                <c:pt idx="334">
                  <c:v>65.9659324</c:v>
                </c:pt>
                <c:pt idx="335">
                  <c:v>66.635109</c:v>
                </c:pt>
                <c:pt idx="336">
                  <c:v>66.774360000000001</c:v>
                </c:pt>
                <c:pt idx="337">
                  <c:v>66.784573100000003</c:v>
                </c:pt>
                <c:pt idx="338">
                  <c:v>66.903891200000004</c:v>
                </c:pt>
                <c:pt idx="339">
                  <c:v>66.970676499999996</c:v>
                </c:pt>
                <c:pt idx="340">
                  <c:v>67.634035699999998</c:v>
                </c:pt>
                <c:pt idx="341">
                  <c:v>67.776686999999995</c:v>
                </c:pt>
                <c:pt idx="342">
                  <c:v>67.782495999999995</c:v>
                </c:pt>
                <c:pt idx="343">
                  <c:v>67.907783300000006</c:v>
                </c:pt>
                <c:pt idx="344">
                  <c:v>67.966543200000004</c:v>
                </c:pt>
                <c:pt idx="345">
                  <c:v>68.633231600000002</c:v>
                </c:pt>
                <c:pt idx="346">
                  <c:v>68.7724671</c:v>
                </c:pt>
                <c:pt idx="347">
                  <c:v>68.787750000000003</c:v>
                </c:pt>
                <c:pt idx="348">
                  <c:v>68.910207999999997</c:v>
                </c:pt>
                <c:pt idx="349">
                  <c:v>68.972312200000005</c:v>
                </c:pt>
                <c:pt idx="350">
                  <c:v>69.631635099999997</c:v>
                </c:pt>
                <c:pt idx="351">
                  <c:v>69.771873200000002</c:v>
                </c:pt>
                <c:pt idx="352">
                  <c:v>69.788992500000006</c:v>
                </c:pt>
                <c:pt idx="353">
                  <c:v>69.9081884</c:v>
                </c:pt>
                <c:pt idx="354">
                  <c:v>69.971446099999994</c:v>
                </c:pt>
                <c:pt idx="355">
                  <c:v>70.6396187</c:v>
                </c:pt>
                <c:pt idx="356">
                  <c:v>70.771865099999999</c:v>
                </c:pt>
                <c:pt idx="357">
                  <c:v>70.788502600000001</c:v>
                </c:pt>
                <c:pt idx="358">
                  <c:v>70.906557699999993</c:v>
                </c:pt>
                <c:pt idx="359">
                  <c:v>70.970271199999999</c:v>
                </c:pt>
                <c:pt idx="360">
                  <c:v>71.633055100000007</c:v>
                </c:pt>
                <c:pt idx="361">
                  <c:v>71.774419399999999</c:v>
                </c:pt>
                <c:pt idx="362">
                  <c:v>71.781762200000003</c:v>
                </c:pt>
                <c:pt idx="363">
                  <c:v>71.905010099999998</c:v>
                </c:pt>
                <c:pt idx="364">
                  <c:v>71.965601500000005</c:v>
                </c:pt>
                <c:pt idx="365">
                  <c:v>72.6367391</c:v>
                </c:pt>
                <c:pt idx="366">
                  <c:v>72.773577599999996</c:v>
                </c:pt>
                <c:pt idx="367">
                  <c:v>72.784797400000002</c:v>
                </c:pt>
                <c:pt idx="368">
                  <c:v>72.904796300000001</c:v>
                </c:pt>
                <c:pt idx="369">
                  <c:v>72.981602300000006</c:v>
                </c:pt>
                <c:pt idx="370">
                  <c:v>73.635790900000003</c:v>
                </c:pt>
                <c:pt idx="371">
                  <c:v>73.780724899999996</c:v>
                </c:pt>
                <c:pt idx="372">
                  <c:v>73.784327599999997</c:v>
                </c:pt>
                <c:pt idx="373">
                  <c:v>73.902667699999995</c:v>
                </c:pt>
                <c:pt idx="374">
                  <c:v>73.968267800000007</c:v>
                </c:pt>
                <c:pt idx="375">
                  <c:v>74.636164500000007</c:v>
                </c:pt>
                <c:pt idx="376">
                  <c:v>74.777428999999998</c:v>
                </c:pt>
                <c:pt idx="377">
                  <c:v>74.782132300000001</c:v>
                </c:pt>
                <c:pt idx="378">
                  <c:v>74.902483200000006</c:v>
                </c:pt>
                <c:pt idx="379">
                  <c:v>74.966091800000001</c:v>
                </c:pt>
                <c:pt idx="380">
                  <c:v>75.6384221</c:v>
                </c:pt>
                <c:pt idx="381">
                  <c:v>75.776711199999994</c:v>
                </c:pt>
                <c:pt idx="382">
                  <c:v>75.7819954</c:v>
                </c:pt>
                <c:pt idx="383">
                  <c:v>75.906512399999997</c:v>
                </c:pt>
                <c:pt idx="384">
                  <c:v>75.9685159</c:v>
                </c:pt>
                <c:pt idx="385">
                  <c:v>76.634130200000001</c:v>
                </c:pt>
                <c:pt idx="386">
                  <c:v>76.772637200000005</c:v>
                </c:pt>
                <c:pt idx="387">
                  <c:v>76.7820021</c:v>
                </c:pt>
                <c:pt idx="388">
                  <c:v>76.9128343</c:v>
                </c:pt>
                <c:pt idx="389">
                  <c:v>76.966000100000002</c:v>
                </c:pt>
                <c:pt idx="390">
                  <c:v>77.6341872</c:v>
                </c:pt>
                <c:pt idx="391">
                  <c:v>77.774944399999995</c:v>
                </c:pt>
                <c:pt idx="392">
                  <c:v>77.784301900000003</c:v>
                </c:pt>
                <c:pt idx="393">
                  <c:v>77.910587899999996</c:v>
                </c:pt>
                <c:pt idx="394">
                  <c:v>77.971211299999993</c:v>
                </c:pt>
                <c:pt idx="395">
                  <c:v>78.632441499999999</c:v>
                </c:pt>
                <c:pt idx="396">
                  <c:v>78.773026299999998</c:v>
                </c:pt>
                <c:pt idx="397">
                  <c:v>78.788302599999994</c:v>
                </c:pt>
                <c:pt idx="398">
                  <c:v>78.915393499999993</c:v>
                </c:pt>
                <c:pt idx="399">
                  <c:v>78.968460300000004</c:v>
                </c:pt>
                <c:pt idx="400">
                  <c:v>79.633334700000006</c:v>
                </c:pt>
                <c:pt idx="401">
                  <c:v>79.7724896</c:v>
                </c:pt>
                <c:pt idx="402">
                  <c:v>79.783108499999997</c:v>
                </c:pt>
                <c:pt idx="403">
                  <c:v>79.919190599999993</c:v>
                </c:pt>
                <c:pt idx="404">
                  <c:v>79.971323100000006</c:v>
                </c:pt>
                <c:pt idx="405">
                  <c:v>80.632142999999999</c:v>
                </c:pt>
                <c:pt idx="406">
                  <c:v>80.772428300000001</c:v>
                </c:pt>
                <c:pt idx="407">
                  <c:v>80.790206800000007</c:v>
                </c:pt>
                <c:pt idx="408">
                  <c:v>80.913590200000002</c:v>
                </c:pt>
                <c:pt idx="409">
                  <c:v>80.9726347</c:v>
                </c:pt>
                <c:pt idx="410">
                  <c:v>81.630685</c:v>
                </c:pt>
                <c:pt idx="411">
                  <c:v>81.779291999999998</c:v>
                </c:pt>
                <c:pt idx="412">
                  <c:v>81.7876069</c:v>
                </c:pt>
                <c:pt idx="413">
                  <c:v>81.915135000000006</c:v>
                </c:pt>
                <c:pt idx="414">
                  <c:v>81.968746199999998</c:v>
                </c:pt>
                <c:pt idx="415">
                  <c:v>82.631948800000004</c:v>
                </c:pt>
                <c:pt idx="416">
                  <c:v>82.772375699999998</c:v>
                </c:pt>
                <c:pt idx="417">
                  <c:v>82.787216000000001</c:v>
                </c:pt>
                <c:pt idx="418">
                  <c:v>82.912691899999999</c:v>
                </c:pt>
                <c:pt idx="419">
                  <c:v>82.972933999999995</c:v>
                </c:pt>
                <c:pt idx="420">
                  <c:v>83.630333100000001</c:v>
                </c:pt>
                <c:pt idx="421">
                  <c:v>83.776348200000001</c:v>
                </c:pt>
                <c:pt idx="422">
                  <c:v>83.784717400000005</c:v>
                </c:pt>
                <c:pt idx="423">
                  <c:v>83.911067599999996</c:v>
                </c:pt>
                <c:pt idx="424">
                  <c:v>83.968856200000005</c:v>
                </c:pt>
                <c:pt idx="425">
                  <c:v>84.633028300000007</c:v>
                </c:pt>
                <c:pt idx="426">
                  <c:v>84.777772999999996</c:v>
                </c:pt>
                <c:pt idx="427">
                  <c:v>84.784427100000002</c:v>
                </c:pt>
                <c:pt idx="428">
                  <c:v>84.911942100000005</c:v>
                </c:pt>
                <c:pt idx="429">
                  <c:v>84.9705704</c:v>
                </c:pt>
                <c:pt idx="430">
                  <c:v>85.633136199999996</c:v>
                </c:pt>
                <c:pt idx="431">
                  <c:v>85.775558399999994</c:v>
                </c:pt>
                <c:pt idx="432">
                  <c:v>85.784213100000002</c:v>
                </c:pt>
                <c:pt idx="433">
                  <c:v>85.909004999999993</c:v>
                </c:pt>
                <c:pt idx="434">
                  <c:v>85.969905499999996</c:v>
                </c:pt>
                <c:pt idx="435">
                  <c:v>86.635106300000004</c:v>
                </c:pt>
                <c:pt idx="436">
                  <c:v>86.774493399999997</c:v>
                </c:pt>
                <c:pt idx="437">
                  <c:v>86.7820459</c:v>
                </c:pt>
                <c:pt idx="438">
                  <c:v>86.905764500000004</c:v>
                </c:pt>
                <c:pt idx="439">
                  <c:v>86.965981400000004</c:v>
                </c:pt>
                <c:pt idx="440">
                  <c:v>87.637112099999996</c:v>
                </c:pt>
                <c:pt idx="441">
                  <c:v>87.774621400000001</c:v>
                </c:pt>
                <c:pt idx="442">
                  <c:v>87.782630499999996</c:v>
                </c:pt>
                <c:pt idx="443">
                  <c:v>87.902603799999994</c:v>
                </c:pt>
                <c:pt idx="444">
                  <c:v>87.966612600000005</c:v>
                </c:pt>
                <c:pt idx="445">
                  <c:v>88.633121200000005</c:v>
                </c:pt>
                <c:pt idx="446">
                  <c:v>88.775217299999994</c:v>
                </c:pt>
                <c:pt idx="447">
                  <c:v>88.783575999999996</c:v>
                </c:pt>
                <c:pt idx="448">
                  <c:v>88.909419799999995</c:v>
                </c:pt>
                <c:pt idx="449">
                  <c:v>88.966095100000004</c:v>
                </c:pt>
                <c:pt idx="450">
                  <c:v>89.633126599999997</c:v>
                </c:pt>
                <c:pt idx="451">
                  <c:v>89.772330400000001</c:v>
                </c:pt>
                <c:pt idx="452">
                  <c:v>89.785022699999999</c:v>
                </c:pt>
                <c:pt idx="453">
                  <c:v>89.905221299999994</c:v>
                </c:pt>
                <c:pt idx="454">
                  <c:v>89.972051300000004</c:v>
                </c:pt>
                <c:pt idx="455">
                  <c:v>90.633120599999998</c:v>
                </c:pt>
                <c:pt idx="456">
                  <c:v>90.772297300000005</c:v>
                </c:pt>
                <c:pt idx="457">
                  <c:v>90.782399900000001</c:v>
                </c:pt>
                <c:pt idx="458">
                  <c:v>90.911636299999998</c:v>
                </c:pt>
                <c:pt idx="459">
                  <c:v>90.966892700000002</c:v>
                </c:pt>
                <c:pt idx="460">
                  <c:v>91.630478800000006</c:v>
                </c:pt>
                <c:pt idx="461">
                  <c:v>91.771982399999999</c:v>
                </c:pt>
                <c:pt idx="462">
                  <c:v>91.787334700000002</c:v>
                </c:pt>
                <c:pt idx="463">
                  <c:v>91.915139600000003</c:v>
                </c:pt>
                <c:pt idx="464">
                  <c:v>91.971412900000004</c:v>
                </c:pt>
                <c:pt idx="465">
                  <c:v>92.629867399999995</c:v>
                </c:pt>
                <c:pt idx="466">
                  <c:v>92.775775699999997</c:v>
                </c:pt>
                <c:pt idx="467">
                  <c:v>92.787415100000004</c:v>
                </c:pt>
                <c:pt idx="468">
                  <c:v>92.915419099999994</c:v>
                </c:pt>
                <c:pt idx="469">
                  <c:v>92.971317999999997</c:v>
                </c:pt>
                <c:pt idx="470">
                  <c:v>93.630632599999998</c:v>
                </c:pt>
                <c:pt idx="471">
                  <c:v>93.773743400000001</c:v>
                </c:pt>
                <c:pt idx="472">
                  <c:v>93.785516000000001</c:v>
                </c:pt>
                <c:pt idx="473">
                  <c:v>93.913494299999996</c:v>
                </c:pt>
                <c:pt idx="474">
                  <c:v>93.969465999999997</c:v>
                </c:pt>
                <c:pt idx="475">
                  <c:v>94.631043599999998</c:v>
                </c:pt>
                <c:pt idx="476">
                  <c:v>94.783576299999993</c:v>
                </c:pt>
                <c:pt idx="477">
                  <c:v>94.784369400000003</c:v>
                </c:pt>
                <c:pt idx="478">
                  <c:v>94.912416699999994</c:v>
                </c:pt>
                <c:pt idx="479">
                  <c:v>94.968430400000003</c:v>
                </c:pt>
                <c:pt idx="480">
                  <c:v>95.630771199999998</c:v>
                </c:pt>
                <c:pt idx="481">
                  <c:v>95.777454000000006</c:v>
                </c:pt>
                <c:pt idx="482">
                  <c:v>95.784133299999993</c:v>
                </c:pt>
                <c:pt idx="483">
                  <c:v>95.915024700000004</c:v>
                </c:pt>
                <c:pt idx="484">
                  <c:v>95.970126500000006</c:v>
                </c:pt>
                <c:pt idx="485">
                  <c:v>96.635269899999997</c:v>
                </c:pt>
                <c:pt idx="486">
                  <c:v>96.777647000000002</c:v>
                </c:pt>
                <c:pt idx="487">
                  <c:v>96.7871959</c:v>
                </c:pt>
                <c:pt idx="488">
                  <c:v>96.908765200000005</c:v>
                </c:pt>
                <c:pt idx="489">
                  <c:v>96.965837300000004</c:v>
                </c:pt>
                <c:pt idx="490">
                  <c:v>97.633174400000001</c:v>
                </c:pt>
                <c:pt idx="491">
                  <c:v>97.777891699999998</c:v>
                </c:pt>
                <c:pt idx="492">
                  <c:v>97.782562200000001</c:v>
                </c:pt>
                <c:pt idx="493">
                  <c:v>97.908719300000001</c:v>
                </c:pt>
                <c:pt idx="494">
                  <c:v>97.966147500000005</c:v>
                </c:pt>
                <c:pt idx="495">
                  <c:v>98.633367500000006</c:v>
                </c:pt>
                <c:pt idx="496">
                  <c:v>98.776343999999995</c:v>
                </c:pt>
                <c:pt idx="497">
                  <c:v>98.782243600000001</c:v>
                </c:pt>
                <c:pt idx="498">
                  <c:v>98.908487899999997</c:v>
                </c:pt>
                <c:pt idx="499">
                  <c:v>98.965877000000006</c:v>
                </c:pt>
                <c:pt idx="500">
                  <c:v>99.630781999999996</c:v>
                </c:pt>
                <c:pt idx="501">
                  <c:v>99.779916700000001</c:v>
                </c:pt>
                <c:pt idx="502">
                  <c:v>99.784455300000005</c:v>
                </c:pt>
                <c:pt idx="503">
                  <c:v>99.902458100000004</c:v>
                </c:pt>
                <c:pt idx="504">
                  <c:v>99.965591399999994</c:v>
                </c:pt>
                <c:pt idx="505">
                  <c:v>100.63719140000001</c:v>
                </c:pt>
                <c:pt idx="506">
                  <c:v>100.7810453</c:v>
                </c:pt>
                <c:pt idx="507">
                  <c:v>100.7818932</c:v>
                </c:pt>
                <c:pt idx="508">
                  <c:v>100.9045352</c:v>
                </c:pt>
                <c:pt idx="509">
                  <c:v>100.9698866</c:v>
                </c:pt>
                <c:pt idx="510">
                  <c:v>101.6353517</c:v>
                </c:pt>
                <c:pt idx="511">
                  <c:v>101.7822881</c:v>
                </c:pt>
                <c:pt idx="512">
                  <c:v>101.7847165</c:v>
                </c:pt>
                <c:pt idx="513">
                  <c:v>101.9058972</c:v>
                </c:pt>
                <c:pt idx="514">
                  <c:v>101.9661365</c:v>
                </c:pt>
                <c:pt idx="515">
                  <c:v>102.63010389999999</c:v>
                </c:pt>
                <c:pt idx="516">
                  <c:v>102.7784018</c:v>
                </c:pt>
                <c:pt idx="517">
                  <c:v>102.78372419999999</c:v>
                </c:pt>
                <c:pt idx="518">
                  <c:v>102.90467150000001</c:v>
                </c:pt>
                <c:pt idx="519">
                  <c:v>102.9723276</c:v>
                </c:pt>
                <c:pt idx="520">
                  <c:v>103.6383984</c:v>
                </c:pt>
                <c:pt idx="521">
                  <c:v>103.7791921</c:v>
                </c:pt>
                <c:pt idx="522">
                  <c:v>103.7882651</c:v>
                </c:pt>
                <c:pt idx="523">
                  <c:v>103.9152016</c:v>
                </c:pt>
                <c:pt idx="524">
                  <c:v>103.9688654</c:v>
                </c:pt>
                <c:pt idx="525">
                  <c:v>104.63326600000001</c:v>
                </c:pt>
                <c:pt idx="526">
                  <c:v>104.78577679999999</c:v>
                </c:pt>
                <c:pt idx="527">
                  <c:v>104.7867979</c:v>
                </c:pt>
                <c:pt idx="528">
                  <c:v>104.9116463</c:v>
                </c:pt>
                <c:pt idx="529">
                  <c:v>104.96863089999999</c:v>
                </c:pt>
                <c:pt idx="530">
                  <c:v>105.63335619999999</c:v>
                </c:pt>
                <c:pt idx="531">
                  <c:v>105.7830273</c:v>
                </c:pt>
                <c:pt idx="532">
                  <c:v>105.78779609999999</c:v>
                </c:pt>
                <c:pt idx="533">
                  <c:v>105.9108823</c:v>
                </c:pt>
                <c:pt idx="534">
                  <c:v>105.9656818</c:v>
                </c:pt>
                <c:pt idx="535">
                  <c:v>106.6306141</c:v>
                </c:pt>
                <c:pt idx="536">
                  <c:v>106.77893450000001</c:v>
                </c:pt>
                <c:pt idx="537">
                  <c:v>106.781386</c:v>
                </c:pt>
                <c:pt idx="538">
                  <c:v>106.9140127</c:v>
                </c:pt>
                <c:pt idx="539">
                  <c:v>106.96589760000001</c:v>
                </c:pt>
                <c:pt idx="540">
                  <c:v>107.63050079999999</c:v>
                </c:pt>
                <c:pt idx="541">
                  <c:v>107.7838947</c:v>
                </c:pt>
                <c:pt idx="542">
                  <c:v>107.7872979</c:v>
                </c:pt>
                <c:pt idx="543">
                  <c:v>107.9081213</c:v>
                </c:pt>
                <c:pt idx="544">
                  <c:v>107.96615319999999</c:v>
                </c:pt>
                <c:pt idx="545">
                  <c:v>108.6307432</c:v>
                </c:pt>
                <c:pt idx="546">
                  <c:v>108.78393459999999</c:v>
                </c:pt>
                <c:pt idx="547">
                  <c:v>108.7885781</c:v>
                </c:pt>
                <c:pt idx="548">
                  <c:v>108.9033022</c:v>
                </c:pt>
                <c:pt idx="549">
                  <c:v>108.9660628</c:v>
                </c:pt>
                <c:pt idx="550">
                  <c:v>109.63360299999999</c:v>
                </c:pt>
                <c:pt idx="551">
                  <c:v>109.7824854</c:v>
                </c:pt>
                <c:pt idx="552">
                  <c:v>109.7833725</c:v>
                </c:pt>
                <c:pt idx="553">
                  <c:v>109.9050392</c:v>
                </c:pt>
                <c:pt idx="554">
                  <c:v>109.966097</c:v>
                </c:pt>
                <c:pt idx="555">
                  <c:v>110.6362864</c:v>
                </c:pt>
                <c:pt idx="556">
                  <c:v>110.7822582</c:v>
                </c:pt>
                <c:pt idx="557">
                  <c:v>110.7863199</c:v>
                </c:pt>
                <c:pt idx="558">
                  <c:v>110.904794</c:v>
                </c:pt>
                <c:pt idx="559">
                  <c:v>110.96894210000001</c:v>
                </c:pt>
                <c:pt idx="560">
                  <c:v>111.63218120000001</c:v>
                </c:pt>
                <c:pt idx="561">
                  <c:v>111.7818091</c:v>
                </c:pt>
                <c:pt idx="562">
                  <c:v>111.78205149999999</c:v>
                </c:pt>
                <c:pt idx="563">
                  <c:v>111.90412999999999</c:v>
                </c:pt>
                <c:pt idx="564">
                  <c:v>111.9715195</c:v>
                </c:pt>
                <c:pt idx="565">
                  <c:v>112.63304460000001</c:v>
                </c:pt>
                <c:pt idx="566">
                  <c:v>112.77920020000001</c:v>
                </c:pt>
                <c:pt idx="567">
                  <c:v>112.7818377</c:v>
                </c:pt>
                <c:pt idx="568">
                  <c:v>112.9038686</c:v>
                </c:pt>
                <c:pt idx="569">
                  <c:v>112.9704917</c:v>
                </c:pt>
                <c:pt idx="570">
                  <c:v>113.63298330000001</c:v>
                </c:pt>
                <c:pt idx="571">
                  <c:v>113.7800665</c:v>
                </c:pt>
                <c:pt idx="572">
                  <c:v>113.7848425</c:v>
                </c:pt>
                <c:pt idx="573">
                  <c:v>113.9054687</c:v>
                </c:pt>
                <c:pt idx="574">
                  <c:v>113.969025</c:v>
                </c:pt>
                <c:pt idx="575">
                  <c:v>114.6316193</c:v>
                </c:pt>
                <c:pt idx="576">
                  <c:v>114.77915059999999</c:v>
                </c:pt>
                <c:pt idx="577">
                  <c:v>114.78731329999999</c:v>
                </c:pt>
                <c:pt idx="578">
                  <c:v>114.9084572</c:v>
                </c:pt>
                <c:pt idx="579">
                  <c:v>114.96854810000001</c:v>
                </c:pt>
                <c:pt idx="580">
                  <c:v>115.63017550000001</c:v>
                </c:pt>
                <c:pt idx="581">
                  <c:v>115.7817525</c:v>
                </c:pt>
                <c:pt idx="582">
                  <c:v>115.78864950000001</c:v>
                </c:pt>
                <c:pt idx="583">
                  <c:v>115.9067027</c:v>
                </c:pt>
                <c:pt idx="584">
                  <c:v>115.9666773</c:v>
                </c:pt>
                <c:pt idx="585">
                  <c:v>116.63800639999999</c:v>
                </c:pt>
                <c:pt idx="586">
                  <c:v>116.7840815</c:v>
                </c:pt>
                <c:pt idx="587">
                  <c:v>116.7866404</c:v>
                </c:pt>
                <c:pt idx="588">
                  <c:v>116.9066995</c:v>
                </c:pt>
                <c:pt idx="589">
                  <c:v>116.9670883</c:v>
                </c:pt>
                <c:pt idx="590">
                  <c:v>117.63243610000001</c:v>
                </c:pt>
                <c:pt idx="591">
                  <c:v>117.7804129</c:v>
                </c:pt>
                <c:pt idx="592">
                  <c:v>117.78474439999999</c:v>
                </c:pt>
                <c:pt idx="593">
                  <c:v>117.9066255</c:v>
                </c:pt>
                <c:pt idx="594">
                  <c:v>117.9657667</c:v>
                </c:pt>
                <c:pt idx="595">
                  <c:v>118.6308191</c:v>
                </c:pt>
                <c:pt idx="596">
                  <c:v>118.7845614</c:v>
                </c:pt>
                <c:pt idx="597">
                  <c:v>118.7875169</c:v>
                </c:pt>
                <c:pt idx="598">
                  <c:v>118.9048081</c:v>
                </c:pt>
                <c:pt idx="599">
                  <c:v>118.96597079999999</c:v>
                </c:pt>
                <c:pt idx="600">
                  <c:v>119.63379999999999</c:v>
                </c:pt>
                <c:pt idx="601">
                  <c:v>119.7818347</c:v>
                </c:pt>
                <c:pt idx="602">
                  <c:v>119.78435380000001</c:v>
                </c:pt>
                <c:pt idx="603">
                  <c:v>119.9047849</c:v>
                </c:pt>
                <c:pt idx="604">
                  <c:v>119.97224300000001</c:v>
                </c:pt>
                <c:pt idx="605">
                  <c:v>120.6308549</c:v>
                </c:pt>
                <c:pt idx="606">
                  <c:v>120.7826281</c:v>
                </c:pt>
                <c:pt idx="607">
                  <c:v>120.7863004</c:v>
                </c:pt>
                <c:pt idx="608">
                  <c:v>120.9050392</c:v>
                </c:pt>
                <c:pt idx="609">
                  <c:v>120.9712864</c:v>
                </c:pt>
                <c:pt idx="610">
                  <c:v>121.63512609999999</c:v>
                </c:pt>
                <c:pt idx="611">
                  <c:v>121.78178440000001</c:v>
                </c:pt>
                <c:pt idx="612">
                  <c:v>121.784318</c:v>
                </c:pt>
                <c:pt idx="613">
                  <c:v>121.90750319999999</c:v>
                </c:pt>
                <c:pt idx="614">
                  <c:v>121.96635689999999</c:v>
                </c:pt>
                <c:pt idx="615">
                  <c:v>122.63633470000001</c:v>
                </c:pt>
                <c:pt idx="616">
                  <c:v>122.7781004</c:v>
                </c:pt>
                <c:pt idx="617">
                  <c:v>122.7825014</c:v>
                </c:pt>
                <c:pt idx="618">
                  <c:v>122.94462729999999</c:v>
                </c:pt>
                <c:pt idx="619">
                  <c:v>122.9784623</c:v>
                </c:pt>
                <c:pt idx="620">
                  <c:v>123.6362541</c:v>
                </c:pt>
                <c:pt idx="621">
                  <c:v>123.77701740000001</c:v>
                </c:pt>
                <c:pt idx="622">
                  <c:v>123.78212910000001</c:v>
                </c:pt>
                <c:pt idx="623">
                  <c:v>123.9063001</c:v>
                </c:pt>
                <c:pt idx="624">
                  <c:v>123.97903820000001</c:v>
                </c:pt>
                <c:pt idx="625">
                  <c:v>124.6343799</c:v>
                </c:pt>
                <c:pt idx="626">
                  <c:v>124.7722794</c:v>
                </c:pt>
                <c:pt idx="627">
                  <c:v>124.78914880000001</c:v>
                </c:pt>
                <c:pt idx="628">
                  <c:v>124.90271920000001</c:v>
                </c:pt>
                <c:pt idx="629">
                  <c:v>124.97482770000001</c:v>
                </c:pt>
                <c:pt idx="630">
                  <c:v>125.6612744</c:v>
                </c:pt>
                <c:pt idx="631">
                  <c:v>125.7729241</c:v>
                </c:pt>
                <c:pt idx="632">
                  <c:v>125.7847026</c:v>
                </c:pt>
                <c:pt idx="633">
                  <c:v>125.9020044</c:v>
                </c:pt>
                <c:pt idx="634">
                  <c:v>125.9764302</c:v>
                </c:pt>
                <c:pt idx="635">
                  <c:v>126.6406357</c:v>
                </c:pt>
                <c:pt idx="636">
                  <c:v>126.7738032</c:v>
                </c:pt>
                <c:pt idx="637">
                  <c:v>126.7830405</c:v>
                </c:pt>
                <c:pt idx="638">
                  <c:v>126.9055682</c:v>
                </c:pt>
                <c:pt idx="639">
                  <c:v>126.9827149</c:v>
                </c:pt>
                <c:pt idx="640">
                  <c:v>127.6361028</c:v>
                </c:pt>
                <c:pt idx="641">
                  <c:v>127.77240310000001</c:v>
                </c:pt>
                <c:pt idx="642">
                  <c:v>127.7909908</c:v>
                </c:pt>
                <c:pt idx="643">
                  <c:v>127.9048212</c:v>
                </c:pt>
                <c:pt idx="644">
                  <c:v>127.9733335</c:v>
                </c:pt>
                <c:pt idx="645">
                  <c:v>128.63488989999999</c:v>
                </c:pt>
                <c:pt idx="646">
                  <c:v>128.77511860000001</c:v>
                </c:pt>
                <c:pt idx="647">
                  <c:v>128.78740329999999</c:v>
                </c:pt>
                <c:pt idx="648">
                  <c:v>128.90274299999999</c:v>
                </c:pt>
                <c:pt idx="649">
                  <c:v>128.9752786</c:v>
                </c:pt>
                <c:pt idx="650">
                  <c:v>129.63754410000001</c:v>
                </c:pt>
                <c:pt idx="651">
                  <c:v>129.77736479999999</c:v>
                </c:pt>
                <c:pt idx="652">
                  <c:v>129.78729440000001</c:v>
                </c:pt>
                <c:pt idx="653">
                  <c:v>129.90783830000001</c:v>
                </c:pt>
                <c:pt idx="654">
                  <c:v>129.96603669999999</c:v>
                </c:pt>
                <c:pt idx="655">
                  <c:v>130.6407724</c:v>
                </c:pt>
                <c:pt idx="656">
                  <c:v>130.77753809999999</c:v>
                </c:pt>
                <c:pt idx="657">
                  <c:v>130.7882372</c:v>
                </c:pt>
                <c:pt idx="658">
                  <c:v>130.907107</c:v>
                </c:pt>
                <c:pt idx="659">
                  <c:v>130.97562070000001</c:v>
                </c:pt>
                <c:pt idx="660">
                  <c:v>131.64084769999999</c:v>
                </c:pt>
                <c:pt idx="661">
                  <c:v>131.77804330000001</c:v>
                </c:pt>
                <c:pt idx="662">
                  <c:v>131.7855754</c:v>
                </c:pt>
                <c:pt idx="663">
                  <c:v>131.90690330000001</c:v>
                </c:pt>
                <c:pt idx="664">
                  <c:v>131.97345390000001</c:v>
                </c:pt>
                <c:pt idx="665">
                  <c:v>132.643416</c:v>
                </c:pt>
                <c:pt idx="666">
                  <c:v>132.77788580000001</c:v>
                </c:pt>
                <c:pt idx="667">
                  <c:v>132.78469369999999</c:v>
                </c:pt>
                <c:pt idx="668">
                  <c:v>132.9035307</c:v>
                </c:pt>
                <c:pt idx="669">
                  <c:v>132.9740869</c:v>
                </c:pt>
                <c:pt idx="670">
                  <c:v>133.6407485</c:v>
                </c:pt>
                <c:pt idx="671">
                  <c:v>133.77775320000001</c:v>
                </c:pt>
                <c:pt idx="672">
                  <c:v>133.78649229999999</c:v>
                </c:pt>
                <c:pt idx="673">
                  <c:v>133.905272</c:v>
                </c:pt>
                <c:pt idx="674">
                  <c:v>133.97928350000001</c:v>
                </c:pt>
                <c:pt idx="675">
                  <c:v>134.63811630000001</c:v>
                </c:pt>
                <c:pt idx="676">
                  <c:v>134.77577439999999</c:v>
                </c:pt>
                <c:pt idx="677">
                  <c:v>134.78205740000001</c:v>
                </c:pt>
                <c:pt idx="678">
                  <c:v>134.90784160000001</c:v>
                </c:pt>
                <c:pt idx="679">
                  <c:v>134.97609109999999</c:v>
                </c:pt>
                <c:pt idx="680">
                  <c:v>135.63584940000001</c:v>
                </c:pt>
                <c:pt idx="681">
                  <c:v>135.77739529999999</c:v>
                </c:pt>
                <c:pt idx="682">
                  <c:v>135.7822252</c:v>
                </c:pt>
                <c:pt idx="683">
                  <c:v>135.9034375</c:v>
                </c:pt>
                <c:pt idx="684">
                  <c:v>135.97911529999999</c:v>
                </c:pt>
                <c:pt idx="685">
                  <c:v>136.6339088</c:v>
                </c:pt>
                <c:pt idx="686">
                  <c:v>136.77471249999999</c:v>
                </c:pt>
                <c:pt idx="687">
                  <c:v>136.7846686</c:v>
                </c:pt>
                <c:pt idx="688">
                  <c:v>136.90488199999999</c:v>
                </c:pt>
                <c:pt idx="689">
                  <c:v>136.97622419999999</c:v>
                </c:pt>
                <c:pt idx="690">
                  <c:v>137.6402458</c:v>
                </c:pt>
                <c:pt idx="691">
                  <c:v>137.77463599999999</c:v>
                </c:pt>
                <c:pt idx="692">
                  <c:v>137.7845121</c:v>
                </c:pt>
                <c:pt idx="693">
                  <c:v>137.9017217</c:v>
                </c:pt>
                <c:pt idx="694">
                  <c:v>137.97358460000001</c:v>
                </c:pt>
                <c:pt idx="695">
                  <c:v>138.6368908</c:v>
                </c:pt>
                <c:pt idx="696">
                  <c:v>138.77241380000001</c:v>
                </c:pt>
                <c:pt idx="697">
                  <c:v>138.78491969999999</c:v>
                </c:pt>
                <c:pt idx="698">
                  <c:v>138.90312420000001</c:v>
                </c:pt>
                <c:pt idx="699">
                  <c:v>138.97666799999999</c:v>
                </c:pt>
                <c:pt idx="700">
                  <c:v>139.63695200000001</c:v>
                </c:pt>
                <c:pt idx="701">
                  <c:v>139.77237629999999</c:v>
                </c:pt>
                <c:pt idx="702">
                  <c:v>139.78778589999999</c:v>
                </c:pt>
                <c:pt idx="703">
                  <c:v>139.90952519999999</c:v>
                </c:pt>
                <c:pt idx="704">
                  <c:v>139.97348049999999</c:v>
                </c:pt>
                <c:pt idx="705">
                  <c:v>140.64003210000001</c:v>
                </c:pt>
                <c:pt idx="706">
                  <c:v>140.7721536</c:v>
                </c:pt>
                <c:pt idx="707">
                  <c:v>140.7886068</c:v>
                </c:pt>
                <c:pt idx="708">
                  <c:v>140.90267259999999</c:v>
                </c:pt>
                <c:pt idx="709">
                  <c:v>140.96674609999999</c:v>
                </c:pt>
                <c:pt idx="710">
                  <c:v>141.63837849999999</c:v>
                </c:pt>
                <c:pt idx="711">
                  <c:v>141.77285209999999</c:v>
                </c:pt>
                <c:pt idx="712">
                  <c:v>141.785574</c:v>
                </c:pt>
                <c:pt idx="713">
                  <c:v>141.90548620000001</c:v>
                </c:pt>
                <c:pt idx="714">
                  <c:v>141.9664764</c:v>
                </c:pt>
                <c:pt idx="715">
                  <c:v>142.66239279999999</c:v>
                </c:pt>
                <c:pt idx="716">
                  <c:v>142.77225100000001</c:v>
                </c:pt>
                <c:pt idx="717">
                  <c:v>142.78818659999999</c:v>
                </c:pt>
                <c:pt idx="718">
                  <c:v>142.90485559999999</c:v>
                </c:pt>
                <c:pt idx="719">
                  <c:v>142.966679</c:v>
                </c:pt>
                <c:pt idx="720">
                  <c:v>143.65342440000001</c:v>
                </c:pt>
                <c:pt idx="721">
                  <c:v>143.7746539</c:v>
                </c:pt>
                <c:pt idx="722">
                  <c:v>143.78497390000001</c:v>
                </c:pt>
                <c:pt idx="723">
                  <c:v>143.9112275</c:v>
                </c:pt>
                <c:pt idx="724">
                  <c:v>143.9661146</c:v>
                </c:pt>
                <c:pt idx="725">
                  <c:v>144.64047239999999</c:v>
                </c:pt>
                <c:pt idx="726">
                  <c:v>144.7752308</c:v>
                </c:pt>
                <c:pt idx="727">
                  <c:v>144.78453529999999</c:v>
                </c:pt>
                <c:pt idx="728">
                  <c:v>144.9077245</c:v>
                </c:pt>
                <c:pt idx="729">
                  <c:v>144.9688677</c:v>
                </c:pt>
                <c:pt idx="730">
                  <c:v>145.6377248</c:v>
                </c:pt>
                <c:pt idx="731">
                  <c:v>145.77267219999999</c:v>
                </c:pt>
                <c:pt idx="732">
                  <c:v>145.78547800000001</c:v>
                </c:pt>
                <c:pt idx="733">
                  <c:v>145.90616940000001</c:v>
                </c:pt>
                <c:pt idx="734">
                  <c:v>145.97688880000001</c:v>
                </c:pt>
                <c:pt idx="735">
                  <c:v>146.6470065</c:v>
                </c:pt>
                <c:pt idx="736">
                  <c:v>146.77814620000001</c:v>
                </c:pt>
                <c:pt idx="737">
                  <c:v>146.78152729999999</c:v>
                </c:pt>
                <c:pt idx="738">
                  <c:v>146.905046</c:v>
                </c:pt>
                <c:pt idx="739">
                  <c:v>146.97540319999999</c:v>
                </c:pt>
                <c:pt idx="740">
                  <c:v>147.6416893</c:v>
                </c:pt>
                <c:pt idx="741">
                  <c:v>147.7764693</c:v>
                </c:pt>
                <c:pt idx="742">
                  <c:v>147.78187489999999</c:v>
                </c:pt>
                <c:pt idx="743">
                  <c:v>147.90335260000001</c:v>
                </c:pt>
                <c:pt idx="744">
                  <c:v>147.97994220000001</c:v>
                </c:pt>
                <c:pt idx="745">
                  <c:v>148.64391860000001</c:v>
                </c:pt>
                <c:pt idx="746">
                  <c:v>148.7729587</c:v>
                </c:pt>
                <c:pt idx="747">
                  <c:v>148.7846672</c:v>
                </c:pt>
                <c:pt idx="748">
                  <c:v>148.90254010000001</c:v>
                </c:pt>
                <c:pt idx="749">
                  <c:v>148.9753633</c:v>
                </c:pt>
                <c:pt idx="750">
                  <c:v>149.6405063</c:v>
                </c:pt>
                <c:pt idx="751">
                  <c:v>149.77495500000001</c:v>
                </c:pt>
                <c:pt idx="752">
                  <c:v>149.78426870000001</c:v>
                </c:pt>
                <c:pt idx="753">
                  <c:v>149.90291769999999</c:v>
                </c:pt>
                <c:pt idx="754">
                  <c:v>149.9777938</c:v>
                </c:pt>
                <c:pt idx="755">
                  <c:v>150.63976199999999</c:v>
                </c:pt>
                <c:pt idx="756">
                  <c:v>150.77451360000001</c:v>
                </c:pt>
                <c:pt idx="757">
                  <c:v>150.7818384</c:v>
                </c:pt>
                <c:pt idx="758">
                  <c:v>150.902241</c:v>
                </c:pt>
                <c:pt idx="759">
                  <c:v>150.97159490000001</c:v>
                </c:pt>
                <c:pt idx="760">
                  <c:v>151.64237840000001</c:v>
                </c:pt>
                <c:pt idx="761">
                  <c:v>151.77222829999999</c:v>
                </c:pt>
                <c:pt idx="762">
                  <c:v>151.78218810000001</c:v>
                </c:pt>
                <c:pt idx="763">
                  <c:v>151.902457</c:v>
                </c:pt>
                <c:pt idx="764">
                  <c:v>151.97008199999999</c:v>
                </c:pt>
                <c:pt idx="765">
                  <c:v>152.6369675</c:v>
                </c:pt>
                <c:pt idx="766">
                  <c:v>152.7725179</c:v>
                </c:pt>
                <c:pt idx="767">
                  <c:v>152.7845374</c:v>
                </c:pt>
                <c:pt idx="768">
                  <c:v>152.90796119999999</c:v>
                </c:pt>
                <c:pt idx="769">
                  <c:v>152.97315259999999</c:v>
                </c:pt>
                <c:pt idx="770">
                  <c:v>153.63872359999999</c:v>
                </c:pt>
                <c:pt idx="771">
                  <c:v>153.77602780000001</c:v>
                </c:pt>
                <c:pt idx="772">
                  <c:v>153.78410700000001</c:v>
                </c:pt>
                <c:pt idx="773">
                  <c:v>153.90210859999999</c:v>
                </c:pt>
                <c:pt idx="774">
                  <c:v>153.97615189999999</c:v>
                </c:pt>
                <c:pt idx="775">
                  <c:v>154.64118070000001</c:v>
                </c:pt>
                <c:pt idx="776">
                  <c:v>154.77222839999999</c:v>
                </c:pt>
                <c:pt idx="777">
                  <c:v>154.7871907</c:v>
                </c:pt>
                <c:pt idx="778">
                  <c:v>154.90743380000001</c:v>
                </c:pt>
                <c:pt idx="779">
                  <c:v>154.97663180000001</c:v>
                </c:pt>
                <c:pt idx="780">
                  <c:v>155.6395875</c:v>
                </c:pt>
                <c:pt idx="781">
                  <c:v>155.77515030000001</c:v>
                </c:pt>
                <c:pt idx="782">
                  <c:v>155.78631100000001</c:v>
                </c:pt>
                <c:pt idx="783">
                  <c:v>155.90800770000001</c:v>
                </c:pt>
                <c:pt idx="784">
                  <c:v>155.97938619999999</c:v>
                </c:pt>
                <c:pt idx="785">
                  <c:v>156.63984060000001</c:v>
                </c:pt>
                <c:pt idx="786">
                  <c:v>156.77362009999999</c:v>
                </c:pt>
                <c:pt idx="787">
                  <c:v>156.78757959999999</c:v>
                </c:pt>
                <c:pt idx="788">
                  <c:v>156.90734320000001</c:v>
                </c:pt>
                <c:pt idx="789">
                  <c:v>156.97623010000001</c:v>
                </c:pt>
                <c:pt idx="790">
                  <c:v>157.64103069999999</c:v>
                </c:pt>
                <c:pt idx="791">
                  <c:v>157.78072220000001</c:v>
                </c:pt>
                <c:pt idx="792">
                  <c:v>157.78475879999999</c:v>
                </c:pt>
                <c:pt idx="793">
                  <c:v>157.90666659999999</c:v>
                </c:pt>
                <c:pt idx="794">
                  <c:v>157.9768019</c:v>
                </c:pt>
                <c:pt idx="795">
                  <c:v>158.6434769</c:v>
                </c:pt>
                <c:pt idx="796">
                  <c:v>158.77681670000001</c:v>
                </c:pt>
                <c:pt idx="797">
                  <c:v>158.78612050000001</c:v>
                </c:pt>
                <c:pt idx="798">
                  <c:v>158.90491309999999</c:v>
                </c:pt>
                <c:pt idx="799">
                  <c:v>158.96938560000001</c:v>
                </c:pt>
                <c:pt idx="800">
                  <c:v>159.64030790000001</c:v>
                </c:pt>
                <c:pt idx="801">
                  <c:v>159.77483799999999</c:v>
                </c:pt>
                <c:pt idx="802">
                  <c:v>159.7823234</c:v>
                </c:pt>
                <c:pt idx="803">
                  <c:v>159.90468580000001</c:v>
                </c:pt>
                <c:pt idx="804">
                  <c:v>159.97148989999999</c:v>
                </c:pt>
                <c:pt idx="805">
                  <c:v>160.64326929999999</c:v>
                </c:pt>
                <c:pt idx="806">
                  <c:v>160.7780382</c:v>
                </c:pt>
                <c:pt idx="807">
                  <c:v>160.78445529999999</c:v>
                </c:pt>
                <c:pt idx="808">
                  <c:v>160.9022262</c:v>
                </c:pt>
                <c:pt idx="809">
                  <c:v>160.968942</c:v>
                </c:pt>
                <c:pt idx="810">
                  <c:v>161.6422718</c:v>
                </c:pt>
                <c:pt idx="811">
                  <c:v>161.7748388</c:v>
                </c:pt>
                <c:pt idx="812">
                  <c:v>161.78188019999999</c:v>
                </c:pt>
                <c:pt idx="813">
                  <c:v>161.90261169999999</c:v>
                </c:pt>
                <c:pt idx="814">
                  <c:v>161.96899830000001</c:v>
                </c:pt>
                <c:pt idx="815">
                  <c:v>162.64023710000001</c:v>
                </c:pt>
                <c:pt idx="816">
                  <c:v>162.77496819999999</c:v>
                </c:pt>
                <c:pt idx="817">
                  <c:v>162.78192960000001</c:v>
                </c:pt>
                <c:pt idx="818">
                  <c:v>162.9023794</c:v>
                </c:pt>
                <c:pt idx="819">
                  <c:v>162.9660907</c:v>
                </c:pt>
                <c:pt idx="820">
                  <c:v>163.6359247</c:v>
                </c:pt>
                <c:pt idx="821">
                  <c:v>163.77698179999999</c:v>
                </c:pt>
                <c:pt idx="822">
                  <c:v>163.78519990000001</c:v>
                </c:pt>
                <c:pt idx="823">
                  <c:v>163.9059872</c:v>
                </c:pt>
                <c:pt idx="824">
                  <c:v>163.96875660000001</c:v>
                </c:pt>
                <c:pt idx="825">
                  <c:v>164.6381939</c:v>
                </c:pt>
                <c:pt idx="826">
                  <c:v>164.77290410000001</c:v>
                </c:pt>
                <c:pt idx="827">
                  <c:v>164.78749239999999</c:v>
                </c:pt>
                <c:pt idx="828">
                  <c:v>164.9155256</c:v>
                </c:pt>
                <c:pt idx="829">
                  <c:v>164.97163029999999</c:v>
                </c:pt>
                <c:pt idx="830">
                  <c:v>165.6357634</c:v>
                </c:pt>
                <c:pt idx="831">
                  <c:v>165.77381500000001</c:v>
                </c:pt>
                <c:pt idx="832">
                  <c:v>165.7901531</c:v>
                </c:pt>
                <c:pt idx="833">
                  <c:v>165.9111638</c:v>
                </c:pt>
                <c:pt idx="834">
                  <c:v>165.97608349999999</c:v>
                </c:pt>
                <c:pt idx="835">
                  <c:v>166.64132119999999</c:v>
                </c:pt>
                <c:pt idx="836">
                  <c:v>166.7721995</c:v>
                </c:pt>
                <c:pt idx="837">
                  <c:v>166.7878293</c:v>
                </c:pt>
                <c:pt idx="838">
                  <c:v>166.913051</c:v>
                </c:pt>
                <c:pt idx="839">
                  <c:v>166.98555780000001</c:v>
                </c:pt>
                <c:pt idx="840">
                  <c:v>167.63364319999999</c:v>
                </c:pt>
                <c:pt idx="841">
                  <c:v>167.77546050000001</c:v>
                </c:pt>
                <c:pt idx="842">
                  <c:v>167.78498329999999</c:v>
                </c:pt>
                <c:pt idx="843">
                  <c:v>167.9143158</c:v>
                </c:pt>
                <c:pt idx="844">
                  <c:v>167.977236</c:v>
                </c:pt>
                <c:pt idx="845">
                  <c:v>168.6380992</c:v>
                </c:pt>
                <c:pt idx="846">
                  <c:v>168.77844820000001</c:v>
                </c:pt>
                <c:pt idx="847">
                  <c:v>168.7844686</c:v>
                </c:pt>
                <c:pt idx="848">
                  <c:v>168.90993330000001</c:v>
                </c:pt>
                <c:pt idx="849">
                  <c:v>168.976686</c:v>
                </c:pt>
                <c:pt idx="850">
                  <c:v>169.64240369999999</c:v>
                </c:pt>
                <c:pt idx="851">
                  <c:v>169.7781598</c:v>
                </c:pt>
                <c:pt idx="852">
                  <c:v>169.78465499999999</c:v>
                </c:pt>
                <c:pt idx="853">
                  <c:v>169.91266229999999</c:v>
                </c:pt>
                <c:pt idx="854">
                  <c:v>169.97265899999999</c:v>
                </c:pt>
                <c:pt idx="855">
                  <c:v>170.6340299</c:v>
                </c:pt>
                <c:pt idx="856">
                  <c:v>170.77823670000001</c:v>
                </c:pt>
                <c:pt idx="857">
                  <c:v>170.7850995</c:v>
                </c:pt>
                <c:pt idx="858">
                  <c:v>170.9122606</c:v>
                </c:pt>
                <c:pt idx="859">
                  <c:v>170.97540720000001</c:v>
                </c:pt>
                <c:pt idx="860">
                  <c:v>171.6328594</c:v>
                </c:pt>
                <c:pt idx="861">
                  <c:v>171.7794452</c:v>
                </c:pt>
                <c:pt idx="862">
                  <c:v>171.78182100000001</c:v>
                </c:pt>
                <c:pt idx="863">
                  <c:v>171.9070992</c:v>
                </c:pt>
                <c:pt idx="864">
                  <c:v>171.97582159999999</c:v>
                </c:pt>
                <c:pt idx="865">
                  <c:v>172.63576280000001</c:v>
                </c:pt>
                <c:pt idx="866">
                  <c:v>172.77560690000001</c:v>
                </c:pt>
                <c:pt idx="867">
                  <c:v>172.78246429999999</c:v>
                </c:pt>
                <c:pt idx="868">
                  <c:v>172.91417970000001</c:v>
                </c:pt>
                <c:pt idx="869">
                  <c:v>172.9770355</c:v>
                </c:pt>
                <c:pt idx="870">
                  <c:v>173.63712520000001</c:v>
                </c:pt>
                <c:pt idx="871">
                  <c:v>173.77488199999999</c:v>
                </c:pt>
                <c:pt idx="872">
                  <c:v>173.78206610000001</c:v>
                </c:pt>
                <c:pt idx="873">
                  <c:v>173.9019749</c:v>
                </c:pt>
                <c:pt idx="874">
                  <c:v>173.97320930000001</c:v>
                </c:pt>
                <c:pt idx="875">
                  <c:v>174.63493260000001</c:v>
                </c:pt>
                <c:pt idx="876">
                  <c:v>174.77401929999999</c:v>
                </c:pt>
                <c:pt idx="877">
                  <c:v>174.7851766</c:v>
                </c:pt>
                <c:pt idx="878">
                  <c:v>174.913534</c:v>
                </c:pt>
                <c:pt idx="879">
                  <c:v>174.97159210000001</c:v>
                </c:pt>
                <c:pt idx="880">
                  <c:v>175.6329504</c:v>
                </c:pt>
                <c:pt idx="881">
                  <c:v>175.7719098</c:v>
                </c:pt>
                <c:pt idx="882">
                  <c:v>175.78479179999999</c:v>
                </c:pt>
                <c:pt idx="883">
                  <c:v>175.91348289999999</c:v>
                </c:pt>
                <c:pt idx="884">
                  <c:v>175.9733713</c:v>
                </c:pt>
                <c:pt idx="885">
                  <c:v>176.63472379999999</c:v>
                </c:pt>
                <c:pt idx="886">
                  <c:v>176.772255</c:v>
                </c:pt>
                <c:pt idx="887">
                  <c:v>176.78249400000001</c:v>
                </c:pt>
                <c:pt idx="888">
                  <c:v>176.91445820000001</c:v>
                </c:pt>
                <c:pt idx="889">
                  <c:v>176.97619330000001</c:v>
                </c:pt>
                <c:pt idx="890">
                  <c:v>177.63292319999999</c:v>
                </c:pt>
                <c:pt idx="891">
                  <c:v>177.77462800000001</c:v>
                </c:pt>
                <c:pt idx="892">
                  <c:v>177.7875976</c:v>
                </c:pt>
                <c:pt idx="893">
                  <c:v>177.91365579999999</c:v>
                </c:pt>
                <c:pt idx="894">
                  <c:v>177.97367170000001</c:v>
                </c:pt>
                <c:pt idx="895">
                  <c:v>178.63272029999999</c:v>
                </c:pt>
                <c:pt idx="896">
                  <c:v>178.772391</c:v>
                </c:pt>
                <c:pt idx="897">
                  <c:v>178.78750170000001</c:v>
                </c:pt>
                <c:pt idx="898">
                  <c:v>178.91746000000001</c:v>
                </c:pt>
                <c:pt idx="899">
                  <c:v>178.97347339999999</c:v>
                </c:pt>
                <c:pt idx="900">
                  <c:v>179.6308899</c:v>
                </c:pt>
                <c:pt idx="901">
                  <c:v>179.7775571</c:v>
                </c:pt>
                <c:pt idx="902">
                  <c:v>179.78762660000001</c:v>
                </c:pt>
                <c:pt idx="903">
                  <c:v>179.9125258</c:v>
                </c:pt>
                <c:pt idx="904">
                  <c:v>179.97924739999999</c:v>
                </c:pt>
                <c:pt idx="905">
                  <c:v>180.63128900000001</c:v>
                </c:pt>
                <c:pt idx="906">
                  <c:v>180.77495819999999</c:v>
                </c:pt>
                <c:pt idx="907">
                  <c:v>180.78556570000001</c:v>
                </c:pt>
                <c:pt idx="908">
                  <c:v>180.9131616</c:v>
                </c:pt>
                <c:pt idx="909">
                  <c:v>180.9781242</c:v>
                </c:pt>
                <c:pt idx="910">
                  <c:v>181.62963730000001</c:v>
                </c:pt>
                <c:pt idx="911">
                  <c:v>181.7747368</c:v>
                </c:pt>
                <c:pt idx="912">
                  <c:v>181.78443519999999</c:v>
                </c:pt>
                <c:pt idx="913">
                  <c:v>181.91320469999999</c:v>
                </c:pt>
                <c:pt idx="914">
                  <c:v>181.97091309999999</c:v>
                </c:pt>
                <c:pt idx="915">
                  <c:v>182.6379652</c:v>
                </c:pt>
                <c:pt idx="916">
                  <c:v>182.77994570000001</c:v>
                </c:pt>
                <c:pt idx="917">
                  <c:v>182.78460179999999</c:v>
                </c:pt>
                <c:pt idx="918">
                  <c:v>182.9090009</c:v>
                </c:pt>
                <c:pt idx="919">
                  <c:v>182.9703543</c:v>
                </c:pt>
                <c:pt idx="920">
                  <c:v>183.6329188</c:v>
                </c:pt>
                <c:pt idx="921">
                  <c:v>183.77774339999999</c:v>
                </c:pt>
                <c:pt idx="922">
                  <c:v>183.78162320000001</c:v>
                </c:pt>
                <c:pt idx="923">
                  <c:v>183.90621250000001</c:v>
                </c:pt>
                <c:pt idx="924">
                  <c:v>183.96798570000001</c:v>
                </c:pt>
                <c:pt idx="925">
                  <c:v>184.6308099</c:v>
                </c:pt>
                <c:pt idx="926">
                  <c:v>184.77426439999999</c:v>
                </c:pt>
                <c:pt idx="927">
                  <c:v>184.78226889999999</c:v>
                </c:pt>
                <c:pt idx="928">
                  <c:v>184.9089281</c:v>
                </c:pt>
                <c:pt idx="929">
                  <c:v>184.97018059999999</c:v>
                </c:pt>
                <c:pt idx="930">
                  <c:v>185.6354632</c:v>
                </c:pt>
                <c:pt idx="931">
                  <c:v>185.7746582</c:v>
                </c:pt>
                <c:pt idx="932">
                  <c:v>185.79754199999999</c:v>
                </c:pt>
                <c:pt idx="933">
                  <c:v>185.90953020000001</c:v>
                </c:pt>
                <c:pt idx="934">
                  <c:v>185.96614389999999</c:v>
                </c:pt>
                <c:pt idx="935">
                  <c:v>186.6341123</c:v>
                </c:pt>
                <c:pt idx="936">
                  <c:v>186.77385140000001</c:v>
                </c:pt>
                <c:pt idx="937">
                  <c:v>186.79294730000001</c:v>
                </c:pt>
                <c:pt idx="938">
                  <c:v>186.913984</c:v>
                </c:pt>
                <c:pt idx="939">
                  <c:v>186.96869599999999</c:v>
                </c:pt>
                <c:pt idx="940">
                  <c:v>187.63310749999999</c:v>
                </c:pt>
                <c:pt idx="941">
                  <c:v>187.77195029999999</c:v>
                </c:pt>
                <c:pt idx="942">
                  <c:v>187.79509569999999</c:v>
                </c:pt>
                <c:pt idx="943">
                  <c:v>187.91078210000001</c:v>
                </c:pt>
                <c:pt idx="944">
                  <c:v>187.96623869999999</c:v>
                </c:pt>
                <c:pt idx="945">
                  <c:v>188.63163280000001</c:v>
                </c:pt>
                <c:pt idx="946">
                  <c:v>188.77329109999999</c:v>
                </c:pt>
                <c:pt idx="947">
                  <c:v>188.799035</c:v>
                </c:pt>
                <c:pt idx="948">
                  <c:v>188.9134608</c:v>
                </c:pt>
                <c:pt idx="949">
                  <c:v>188.9688927</c:v>
                </c:pt>
                <c:pt idx="950">
                  <c:v>189.63043070000001</c:v>
                </c:pt>
                <c:pt idx="951">
                  <c:v>189.7726921</c:v>
                </c:pt>
                <c:pt idx="952">
                  <c:v>189.7951248</c:v>
                </c:pt>
                <c:pt idx="953">
                  <c:v>189.91390089999999</c:v>
                </c:pt>
                <c:pt idx="954">
                  <c:v>189.97012129999999</c:v>
                </c:pt>
                <c:pt idx="955">
                  <c:v>190.63111140000001</c:v>
                </c:pt>
                <c:pt idx="956">
                  <c:v>190.77222900000001</c:v>
                </c:pt>
                <c:pt idx="957">
                  <c:v>190.79390649999999</c:v>
                </c:pt>
                <c:pt idx="958">
                  <c:v>190.91358959999999</c:v>
                </c:pt>
                <c:pt idx="959">
                  <c:v>190.9765146</c:v>
                </c:pt>
                <c:pt idx="960">
                  <c:v>191.63280589999999</c:v>
                </c:pt>
                <c:pt idx="961">
                  <c:v>191.77434629999999</c:v>
                </c:pt>
                <c:pt idx="962">
                  <c:v>191.79191449999999</c:v>
                </c:pt>
                <c:pt idx="963">
                  <c:v>191.90924430000001</c:v>
                </c:pt>
                <c:pt idx="964">
                  <c:v>191.97828730000001</c:v>
                </c:pt>
                <c:pt idx="965">
                  <c:v>192.63056839999999</c:v>
                </c:pt>
                <c:pt idx="966">
                  <c:v>192.7802489</c:v>
                </c:pt>
                <c:pt idx="967">
                  <c:v>192.7926497</c:v>
                </c:pt>
                <c:pt idx="968">
                  <c:v>192.91255469999999</c:v>
                </c:pt>
                <c:pt idx="969">
                  <c:v>192.97794690000001</c:v>
                </c:pt>
                <c:pt idx="970">
                  <c:v>193.6330466</c:v>
                </c:pt>
                <c:pt idx="971">
                  <c:v>193.77740299999999</c:v>
                </c:pt>
                <c:pt idx="972">
                  <c:v>193.79270310000001</c:v>
                </c:pt>
                <c:pt idx="973">
                  <c:v>193.9101824</c:v>
                </c:pt>
                <c:pt idx="974">
                  <c:v>193.9761977</c:v>
                </c:pt>
                <c:pt idx="975">
                  <c:v>194.63151439999999</c:v>
                </c:pt>
                <c:pt idx="976">
                  <c:v>194.77210260000001</c:v>
                </c:pt>
                <c:pt idx="977">
                  <c:v>194.7898126</c:v>
                </c:pt>
                <c:pt idx="978">
                  <c:v>194.90658909999999</c:v>
                </c:pt>
                <c:pt idx="979">
                  <c:v>194.97582689999999</c:v>
                </c:pt>
                <c:pt idx="980">
                  <c:v>195.63579279999999</c:v>
                </c:pt>
                <c:pt idx="981">
                  <c:v>195.7776945</c:v>
                </c:pt>
                <c:pt idx="982">
                  <c:v>195.7874386</c:v>
                </c:pt>
                <c:pt idx="983">
                  <c:v>195.90681319999999</c:v>
                </c:pt>
                <c:pt idx="984">
                  <c:v>195.97595269999999</c:v>
                </c:pt>
                <c:pt idx="985">
                  <c:v>196.6358946</c:v>
                </c:pt>
                <c:pt idx="986">
                  <c:v>196.77492179999999</c:v>
                </c:pt>
                <c:pt idx="987">
                  <c:v>196.7923619</c:v>
                </c:pt>
                <c:pt idx="988">
                  <c:v>196.90208999999999</c:v>
                </c:pt>
                <c:pt idx="989">
                  <c:v>196.97233439999999</c:v>
                </c:pt>
                <c:pt idx="990">
                  <c:v>197.63612839999999</c:v>
                </c:pt>
                <c:pt idx="991">
                  <c:v>197.77439200000001</c:v>
                </c:pt>
                <c:pt idx="992">
                  <c:v>197.78993249999999</c:v>
                </c:pt>
                <c:pt idx="993">
                  <c:v>197.90195510000001</c:v>
                </c:pt>
                <c:pt idx="994">
                  <c:v>197.97322819999999</c:v>
                </c:pt>
                <c:pt idx="995">
                  <c:v>198.6320776</c:v>
                </c:pt>
                <c:pt idx="996">
                  <c:v>198.7727888</c:v>
                </c:pt>
                <c:pt idx="997">
                  <c:v>198.79181790000001</c:v>
                </c:pt>
                <c:pt idx="998">
                  <c:v>198.90478949999999</c:v>
                </c:pt>
                <c:pt idx="999">
                  <c:v>198.97056910000001</c:v>
                </c:pt>
                <c:pt idx="1000">
                  <c:v>199.63456819999999</c:v>
                </c:pt>
                <c:pt idx="1001">
                  <c:v>199.7729276</c:v>
                </c:pt>
                <c:pt idx="1002">
                  <c:v>199.78349320000001</c:v>
                </c:pt>
                <c:pt idx="1003">
                  <c:v>199.91522399999999</c:v>
                </c:pt>
                <c:pt idx="1004">
                  <c:v>199.9778566</c:v>
                </c:pt>
                <c:pt idx="1005">
                  <c:v>200.63430539999999</c:v>
                </c:pt>
                <c:pt idx="1006">
                  <c:v>200.77216039999999</c:v>
                </c:pt>
                <c:pt idx="1007">
                  <c:v>200.79053089999999</c:v>
                </c:pt>
                <c:pt idx="1008">
                  <c:v>200.90446410000001</c:v>
                </c:pt>
                <c:pt idx="1009">
                  <c:v>200.97895370000001</c:v>
                </c:pt>
                <c:pt idx="1010">
                  <c:v>201.6305543</c:v>
                </c:pt>
                <c:pt idx="1011">
                  <c:v>201.7750145</c:v>
                </c:pt>
                <c:pt idx="1012">
                  <c:v>201.7900425</c:v>
                </c:pt>
                <c:pt idx="1013">
                  <c:v>201.91418239999999</c:v>
                </c:pt>
                <c:pt idx="1014">
                  <c:v>201.9771806</c:v>
                </c:pt>
                <c:pt idx="1015">
                  <c:v>202.6335047</c:v>
                </c:pt>
                <c:pt idx="1016">
                  <c:v>202.7748565</c:v>
                </c:pt>
                <c:pt idx="1017">
                  <c:v>202.7947546</c:v>
                </c:pt>
                <c:pt idx="1018">
                  <c:v>202.9144388</c:v>
                </c:pt>
                <c:pt idx="1019">
                  <c:v>202.9787699</c:v>
                </c:pt>
                <c:pt idx="1020">
                  <c:v>203.63056080000001</c:v>
                </c:pt>
                <c:pt idx="1021">
                  <c:v>203.77531930000001</c:v>
                </c:pt>
                <c:pt idx="1022">
                  <c:v>203.7927579</c:v>
                </c:pt>
                <c:pt idx="1023">
                  <c:v>203.91591769999999</c:v>
                </c:pt>
                <c:pt idx="1024">
                  <c:v>203.97751539999999</c:v>
                </c:pt>
                <c:pt idx="1025">
                  <c:v>204.62956149999999</c:v>
                </c:pt>
                <c:pt idx="1026">
                  <c:v>204.77265779999999</c:v>
                </c:pt>
                <c:pt idx="1027">
                  <c:v>204.79095150000001</c:v>
                </c:pt>
                <c:pt idx="1028">
                  <c:v>204.91257289999999</c:v>
                </c:pt>
                <c:pt idx="1029">
                  <c:v>204.9727944</c:v>
                </c:pt>
                <c:pt idx="1030">
                  <c:v>205.6326832</c:v>
                </c:pt>
                <c:pt idx="1031">
                  <c:v>205.7770549</c:v>
                </c:pt>
                <c:pt idx="1032">
                  <c:v>205.79279869999999</c:v>
                </c:pt>
                <c:pt idx="1033">
                  <c:v>205.91297739999999</c:v>
                </c:pt>
                <c:pt idx="1034">
                  <c:v>205.976372</c:v>
                </c:pt>
                <c:pt idx="1035">
                  <c:v>206.6311312</c:v>
                </c:pt>
                <c:pt idx="1036">
                  <c:v>206.77228880000001</c:v>
                </c:pt>
                <c:pt idx="1037">
                  <c:v>206.7886743</c:v>
                </c:pt>
                <c:pt idx="1038">
                  <c:v>206.91324940000001</c:v>
                </c:pt>
                <c:pt idx="1039">
                  <c:v>206.97648530000001</c:v>
                </c:pt>
                <c:pt idx="1040">
                  <c:v>207.63597540000001</c:v>
                </c:pt>
                <c:pt idx="1041">
                  <c:v>207.7783446</c:v>
                </c:pt>
                <c:pt idx="1042">
                  <c:v>207.79025859999999</c:v>
                </c:pt>
                <c:pt idx="1043">
                  <c:v>207.90761989999999</c:v>
                </c:pt>
                <c:pt idx="1044">
                  <c:v>207.97288119999999</c:v>
                </c:pt>
                <c:pt idx="1045">
                  <c:v>208.6358405</c:v>
                </c:pt>
                <c:pt idx="1046">
                  <c:v>208.77331290000001</c:v>
                </c:pt>
                <c:pt idx="1047">
                  <c:v>208.7873697</c:v>
                </c:pt>
                <c:pt idx="1048">
                  <c:v>208.90741109999999</c:v>
                </c:pt>
                <c:pt idx="1049">
                  <c:v>208.96956489999999</c:v>
                </c:pt>
                <c:pt idx="1050">
                  <c:v>209.6345762</c:v>
                </c:pt>
                <c:pt idx="1051">
                  <c:v>209.7723465</c:v>
                </c:pt>
                <c:pt idx="1052">
                  <c:v>209.78604369999999</c:v>
                </c:pt>
                <c:pt idx="1053">
                  <c:v>209.90750320000001</c:v>
                </c:pt>
                <c:pt idx="1054">
                  <c:v>209.97391529999999</c:v>
                </c:pt>
                <c:pt idx="1055">
                  <c:v>210.6329896</c:v>
                </c:pt>
                <c:pt idx="1056">
                  <c:v>210.7754702</c:v>
                </c:pt>
                <c:pt idx="1057">
                  <c:v>210.7847797</c:v>
                </c:pt>
                <c:pt idx="1058">
                  <c:v>210.9105678</c:v>
                </c:pt>
                <c:pt idx="1059">
                  <c:v>210.97588010000001</c:v>
                </c:pt>
                <c:pt idx="1060">
                  <c:v>211.63524620000001</c:v>
                </c:pt>
                <c:pt idx="1061">
                  <c:v>211.77194069999999</c:v>
                </c:pt>
                <c:pt idx="1062">
                  <c:v>211.78543730000001</c:v>
                </c:pt>
                <c:pt idx="1063">
                  <c:v>211.9151268</c:v>
                </c:pt>
                <c:pt idx="1064">
                  <c:v>211.9762345</c:v>
                </c:pt>
                <c:pt idx="1065">
                  <c:v>212.6329523</c:v>
                </c:pt>
                <c:pt idx="1066">
                  <c:v>212.77904950000001</c:v>
                </c:pt>
                <c:pt idx="1067">
                  <c:v>212.78239060000001</c:v>
                </c:pt>
                <c:pt idx="1068">
                  <c:v>212.91404120000001</c:v>
                </c:pt>
                <c:pt idx="1069">
                  <c:v>212.9736757</c:v>
                </c:pt>
                <c:pt idx="1070">
                  <c:v>213.63277690000001</c:v>
                </c:pt>
                <c:pt idx="1071">
                  <c:v>213.77510509999999</c:v>
                </c:pt>
                <c:pt idx="1072">
                  <c:v>213.78754050000001</c:v>
                </c:pt>
                <c:pt idx="1073">
                  <c:v>213.9154035</c:v>
                </c:pt>
                <c:pt idx="1074">
                  <c:v>213.97918569999999</c:v>
                </c:pt>
                <c:pt idx="1075">
                  <c:v>214.63024100000001</c:v>
                </c:pt>
                <c:pt idx="1076">
                  <c:v>214.77485870000001</c:v>
                </c:pt>
                <c:pt idx="1077">
                  <c:v>214.788049</c:v>
                </c:pt>
                <c:pt idx="1078">
                  <c:v>214.91513269999999</c:v>
                </c:pt>
                <c:pt idx="1079">
                  <c:v>214.97629230000001</c:v>
                </c:pt>
                <c:pt idx="1080">
                  <c:v>215.6302891</c:v>
                </c:pt>
                <c:pt idx="1081">
                  <c:v>215.77765170000001</c:v>
                </c:pt>
                <c:pt idx="1082">
                  <c:v>215.78957750000001</c:v>
                </c:pt>
                <c:pt idx="1083">
                  <c:v>215.91168949999999</c:v>
                </c:pt>
                <c:pt idx="1084">
                  <c:v>215.97173090000001</c:v>
                </c:pt>
                <c:pt idx="1085">
                  <c:v>216.63075520000001</c:v>
                </c:pt>
                <c:pt idx="1086">
                  <c:v>216.7779103</c:v>
                </c:pt>
                <c:pt idx="1087">
                  <c:v>216.7874195</c:v>
                </c:pt>
                <c:pt idx="1088">
                  <c:v>216.91234209999999</c:v>
                </c:pt>
                <c:pt idx="1089">
                  <c:v>216.97052919999999</c:v>
                </c:pt>
                <c:pt idx="1090">
                  <c:v>217.6303174</c:v>
                </c:pt>
                <c:pt idx="1091">
                  <c:v>217.77715699999999</c:v>
                </c:pt>
                <c:pt idx="1092">
                  <c:v>217.78527940000001</c:v>
                </c:pt>
                <c:pt idx="1093">
                  <c:v>217.9694734</c:v>
                </c:pt>
                <c:pt idx="1094">
                  <c:v>218.2091824</c:v>
                </c:pt>
                <c:pt idx="1095">
                  <c:v>218.64479499999999</c:v>
                </c:pt>
                <c:pt idx="1096">
                  <c:v>218.7747693</c:v>
                </c:pt>
                <c:pt idx="1097">
                  <c:v>218.78634489999999</c:v>
                </c:pt>
                <c:pt idx="1098">
                  <c:v>218.91400770000001</c:v>
                </c:pt>
                <c:pt idx="1099">
                  <c:v>218.97094290000001</c:v>
                </c:pt>
                <c:pt idx="1100">
                  <c:v>219.63925510000001</c:v>
                </c:pt>
                <c:pt idx="1101">
                  <c:v>219.77556580000001</c:v>
                </c:pt>
                <c:pt idx="1102">
                  <c:v>219.7878594</c:v>
                </c:pt>
                <c:pt idx="1103">
                  <c:v>219.91221830000001</c:v>
                </c:pt>
                <c:pt idx="1104">
                  <c:v>219.9678486</c:v>
                </c:pt>
                <c:pt idx="1105">
                  <c:v>220.64315339999999</c:v>
                </c:pt>
                <c:pt idx="1106">
                  <c:v>220.7721454</c:v>
                </c:pt>
                <c:pt idx="1107">
                  <c:v>220.78928759999999</c:v>
                </c:pt>
                <c:pt idx="1108">
                  <c:v>220.9102346</c:v>
                </c:pt>
                <c:pt idx="1109">
                  <c:v>220.96899999999999</c:v>
                </c:pt>
                <c:pt idx="1110">
                  <c:v>221.64336159999999</c:v>
                </c:pt>
                <c:pt idx="1111">
                  <c:v>221.7721501</c:v>
                </c:pt>
                <c:pt idx="1112">
                  <c:v>221.78426089999999</c:v>
                </c:pt>
                <c:pt idx="1113">
                  <c:v>221.90469490000001</c:v>
                </c:pt>
                <c:pt idx="1114">
                  <c:v>221.96851430000001</c:v>
                </c:pt>
                <c:pt idx="1115">
                  <c:v>222.64323870000001</c:v>
                </c:pt>
                <c:pt idx="1116">
                  <c:v>222.77244150000001</c:v>
                </c:pt>
                <c:pt idx="1117">
                  <c:v>222.78446980000001</c:v>
                </c:pt>
                <c:pt idx="1118">
                  <c:v>222.91267869999999</c:v>
                </c:pt>
                <c:pt idx="1119">
                  <c:v>222.966128</c:v>
                </c:pt>
                <c:pt idx="1120">
                  <c:v>223.64075410000001</c:v>
                </c:pt>
                <c:pt idx="1121">
                  <c:v>223.77246880000001</c:v>
                </c:pt>
                <c:pt idx="1122">
                  <c:v>223.78638900000001</c:v>
                </c:pt>
                <c:pt idx="1123">
                  <c:v>223.9141539</c:v>
                </c:pt>
                <c:pt idx="1124">
                  <c:v>223.968459</c:v>
                </c:pt>
                <c:pt idx="1125">
                  <c:v>224.63658330000001</c:v>
                </c:pt>
                <c:pt idx="1126">
                  <c:v>224.77692640000001</c:v>
                </c:pt>
                <c:pt idx="1127">
                  <c:v>224.7848204</c:v>
                </c:pt>
                <c:pt idx="1128">
                  <c:v>224.91443630000001</c:v>
                </c:pt>
                <c:pt idx="1129">
                  <c:v>224.9692407</c:v>
                </c:pt>
                <c:pt idx="1130">
                  <c:v>225.63035070000001</c:v>
                </c:pt>
                <c:pt idx="1131">
                  <c:v>225.7758202</c:v>
                </c:pt>
                <c:pt idx="1132">
                  <c:v>225.78257249999999</c:v>
                </c:pt>
                <c:pt idx="1133">
                  <c:v>225.9134286</c:v>
                </c:pt>
                <c:pt idx="1134">
                  <c:v>225.97586269999999</c:v>
                </c:pt>
                <c:pt idx="1135">
                  <c:v>226.63484410000001</c:v>
                </c:pt>
                <c:pt idx="1136">
                  <c:v>226.77370060000001</c:v>
                </c:pt>
                <c:pt idx="1137">
                  <c:v>226.78751800000001</c:v>
                </c:pt>
                <c:pt idx="1138">
                  <c:v>226.91166050000001</c:v>
                </c:pt>
                <c:pt idx="1139">
                  <c:v>226.9762188</c:v>
                </c:pt>
                <c:pt idx="1140">
                  <c:v>227.63090790000001</c:v>
                </c:pt>
                <c:pt idx="1141">
                  <c:v>227.77266879999999</c:v>
                </c:pt>
                <c:pt idx="1142">
                  <c:v>227.78736480000001</c:v>
                </c:pt>
                <c:pt idx="1143">
                  <c:v>227.91514839999999</c:v>
                </c:pt>
                <c:pt idx="1144">
                  <c:v>227.97584219999999</c:v>
                </c:pt>
                <c:pt idx="1145">
                  <c:v>228.6317971</c:v>
                </c:pt>
                <c:pt idx="1146">
                  <c:v>228.77772680000001</c:v>
                </c:pt>
                <c:pt idx="1147">
                  <c:v>228.78589049999999</c:v>
                </c:pt>
                <c:pt idx="1148">
                  <c:v>228.91336079999999</c:v>
                </c:pt>
                <c:pt idx="1149">
                  <c:v>228.97640369999999</c:v>
                </c:pt>
                <c:pt idx="1150">
                  <c:v>229.6354303</c:v>
                </c:pt>
                <c:pt idx="1151">
                  <c:v>229.77629519999999</c:v>
                </c:pt>
                <c:pt idx="1152">
                  <c:v>229.7817403</c:v>
                </c:pt>
                <c:pt idx="1153">
                  <c:v>229.9100814</c:v>
                </c:pt>
                <c:pt idx="1154">
                  <c:v>229.9719715</c:v>
                </c:pt>
                <c:pt idx="1155">
                  <c:v>230.63119140000001</c:v>
                </c:pt>
                <c:pt idx="1156">
                  <c:v>230.77498069999999</c:v>
                </c:pt>
                <c:pt idx="1157">
                  <c:v>230.78784880000001</c:v>
                </c:pt>
                <c:pt idx="1158">
                  <c:v>230.9042522</c:v>
                </c:pt>
                <c:pt idx="1159">
                  <c:v>230.97168669999999</c:v>
                </c:pt>
                <c:pt idx="1160">
                  <c:v>231.6361321</c:v>
                </c:pt>
                <c:pt idx="1161">
                  <c:v>231.7745429</c:v>
                </c:pt>
                <c:pt idx="1162">
                  <c:v>231.7837705</c:v>
                </c:pt>
                <c:pt idx="1163">
                  <c:v>231.90245809999999</c:v>
                </c:pt>
                <c:pt idx="1164">
                  <c:v>231.97965479999999</c:v>
                </c:pt>
                <c:pt idx="1165">
                  <c:v>232.6356437</c:v>
                </c:pt>
                <c:pt idx="1166">
                  <c:v>232.77408990000001</c:v>
                </c:pt>
                <c:pt idx="1167">
                  <c:v>232.78265500000001</c:v>
                </c:pt>
                <c:pt idx="1168">
                  <c:v>232.90681789999999</c:v>
                </c:pt>
                <c:pt idx="1169">
                  <c:v>232.97308960000001</c:v>
                </c:pt>
                <c:pt idx="1170">
                  <c:v>233.6355575</c:v>
                </c:pt>
                <c:pt idx="1171">
                  <c:v>233.7723866</c:v>
                </c:pt>
                <c:pt idx="1172">
                  <c:v>233.7820509</c:v>
                </c:pt>
                <c:pt idx="1173">
                  <c:v>233.9065664</c:v>
                </c:pt>
                <c:pt idx="1174">
                  <c:v>233.97688600000001</c:v>
                </c:pt>
                <c:pt idx="1175">
                  <c:v>234.6355652</c:v>
                </c:pt>
                <c:pt idx="1176">
                  <c:v>234.7722861</c:v>
                </c:pt>
                <c:pt idx="1177">
                  <c:v>234.78170539999999</c:v>
                </c:pt>
                <c:pt idx="1178">
                  <c:v>234.90614439999999</c:v>
                </c:pt>
                <c:pt idx="1179">
                  <c:v>234.97406849999999</c:v>
                </c:pt>
                <c:pt idx="1180">
                  <c:v>235.63556399999999</c:v>
                </c:pt>
                <c:pt idx="1181">
                  <c:v>235.77228880000001</c:v>
                </c:pt>
                <c:pt idx="1182">
                  <c:v>235.78917079999999</c:v>
                </c:pt>
                <c:pt idx="1183">
                  <c:v>235.90439689999999</c:v>
                </c:pt>
                <c:pt idx="1184">
                  <c:v>235.9794732</c:v>
                </c:pt>
                <c:pt idx="1185">
                  <c:v>236.63408229999999</c:v>
                </c:pt>
                <c:pt idx="1186">
                  <c:v>236.78062420000001</c:v>
                </c:pt>
                <c:pt idx="1187">
                  <c:v>236.78394850000001</c:v>
                </c:pt>
                <c:pt idx="1188">
                  <c:v>236.91247920000001</c:v>
                </c:pt>
                <c:pt idx="1189">
                  <c:v>236.9772299</c:v>
                </c:pt>
                <c:pt idx="1190">
                  <c:v>237.63363699999999</c:v>
                </c:pt>
                <c:pt idx="1191">
                  <c:v>237.7829782</c:v>
                </c:pt>
                <c:pt idx="1192">
                  <c:v>237.78484040000001</c:v>
                </c:pt>
                <c:pt idx="1193">
                  <c:v>237.9081075</c:v>
                </c:pt>
                <c:pt idx="1194">
                  <c:v>237.97537679999999</c:v>
                </c:pt>
                <c:pt idx="1195">
                  <c:v>238.63520930000001</c:v>
                </c:pt>
                <c:pt idx="1196">
                  <c:v>238.77457229999999</c:v>
                </c:pt>
                <c:pt idx="1197">
                  <c:v>238.7881428</c:v>
                </c:pt>
                <c:pt idx="1198">
                  <c:v>238.90645749999999</c:v>
                </c:pt>
                <c:pt idx="1199">
                  <c:v>238.97835259999999</c:v>
                </c:pt>
                <c:pt idx="1200">
                  <c:v>239.6301234</c:v>
                </c:pt>
                <c:pt idx="1201">
                  <c:v>239.78453949999999</c:v>
                </c:pt>
                <c:pt idx="1202">
                  <c:v>239.84113189999999</c:v>
                </c:pt>
                <c:pt idx="1203">
                  <c:v>239.9084618</c:v>
                </c:pt>
                <c:pt idx="1204">
                  <c:v>239.97637280000001</c:v>
                </c:pt>
                <c:pt idx="1205">
                  <c:v>240.63099059999999</c:v>
                </c:pt>
                <c:pt idx="1206">
                  <c:v>240.78420059999999</c:v>
                </c:pt>
                <c:pt idx="1207">
                  <c:v>240.78443830000001</c:v>
                </c:pt>
                <c:pt idx="1208">
                  <c:v>240.90717369999999</c:v>
                </c:pt>
                <c:pt idx="1209">
                  <c:v>240.97664399999999</c:v>
                </c:pt>
                <c:pt idx="1210">
                  <c:v>241.63028929999999</c:v>
                </c:pt>
                <c:pt idx="1211">
                  <c:v>241.78178260000001</c:v>
                </c:pt>
                <c:pt idx="1212">
                  <c:v>241.79770429999999</c:v>
                </c:pt>
                <c:pt idx="1213">
                  <c:v>241.9103743</c:v>
                </c:pt>
                <c:pt idx="1214">
                  <c:v>241.97606640000001</c:v>
                </c:pt>
                <c:pt idx="1215">
                  <c:v>242.6353379</c:v>
                </c:pt>
                <c:pt idx="1216">
                  <c:v>242.78237250000001</c:v>
                </c:pt>
                <c:pt idx="1217">
                  <c:v>242.7841426</c:v>
                </c:pt>
                <c:pt idx="1218">
                  <c:v>242.9098539</c:v>
                </c:pt>
                <c:pt idx="1219">
                  <c:v>242.97216539999999</c:v>
                </c:pt>
                <c:pt idx="1220">
                  <c:v>243.6317986</c:v>
                </c:pt>
                <c:pt idx="1221">
                  <c:v>243.78091029999999</c:v>
                </c:pt>
                <c:pt idx="1222">
                  <c:v>243.78185859999999</c:v>
                </c:pt>
                <c:pt idx="1223">
                  <c:v>243.9094686</c:v>
                </c:pt>
                <c:pt idx="1224">
                  <c:v>243.97361699999999</c:v>
                </c:pt>
                <c:pt idx="1225">
                  <c:v>244.63742360000001</c:v>
                </c:pt>
                <c:pt idx="1226">
                  <c:v>244.7720846</c:v>
                </c:pt>
                <c:pt idx="1227">
                  <c:v>244.7869805</c:v>
                </c:pt>
                <c:pt idx="1228">
                  <c:v>244.90603949999999</c:v>
                </c:pt>
                <c:pt idx="1229">
                  <c:v>244.97227179999999</c:v>
                </c:pt>
                <c:pt idx="1230">
                  <c:v>245.6380715</c:v>
                </c:pt>
                <c:pt idx="1231">
                  <c:v>245.7725198</c:v>
                </c:pt>
                <c:pt idx="1232">
                  <c:v>245.78225269999999</c:v>
                </c:pt>
                <c:pt idx="1233">
                  <c:v>245.9050091</c:v>
                </c:pt>
                <c:pt idx="1234">
                  <c:v>245.9786</c:v>
                </c:pt>
                <c:pt idx="1235">
                  <c:v>246.63593729999999</c:v>
                </c:pt>
                <c:pt idx="1236">
                  <c:v>246.77395609999999</c:v>
                </c:pt>
                <c:pt idx="1237">
                  <c:v>246.78223399999999</c:v>
                </c:pt>
                <c:pt idx="1238">
                  <c:v>246.9031511</c:v>
                </c:pt>
                <c:pt idx="1239">
                  <c:v>246.97540839999999</c:v>
                </c:pt>
                <c:pt idx="1240">
                  <c:v>247.63421120000001</c:v>
                </c:pt>
                <c:pt idx="1241">
                  <c:v>247.77223520000001</c:v>
                </c:pt>
                <c:pt idx="1242">
                  <c:v>247.7847495</c:v>
                </c:pt>
                <c:pt idx="1243">
                  <c:v>247.90770280000001</c:v>
                </c:pt>
                <c:pt idx="1244">
                  <c:v>247.97619109999999</c:v>
                </c:pt>
                <c:pt idx="1245">
                  <c:v>248.6364002</c:v>
                </c:pt>
                <c:pt idx="1246">
                  <c:v>248.78245390000001</c:v>
                </c:pt>
                <c:pt idx="1247">
                  <c:v>248.78681800000001</c:v>
                </c:pt>
                <c:pt idx="1248">
                  <c:v>248.9075565</c:v>
                </c:pt>
                <c:pt idx="1249">
                  <c:v>248.9740639</c:v>
                </c:pt>
                <c:pt idx="1250">
                  <c:v>249.63263259999999</c:v>
                </c:pt>
                <c:pt idx="1251">
                  <c:v>249.7834445</c:v>
                </c:pt>
                <c:pt idx="1252">
                  <c:v>249.78699829999999</c:v>
                </c:pt>
                <c:pt idx="1253">
                  <c:v>249.90751180000001</c:v>
                </c:pt>
                <c:pt idx="1254">
                  <c:v>249.97849249999999</c:v>
                </c:pt>
                <c:pt idx="1255">
                  <c:v>250.6340227</c:v>
                </c:pt>
                <c:pt idx="1256">
                  <c:v>250.7866262</c:v>
                </c:pt>
                <c:pt idx="1257">
                  <c:v>250.78687500000001</c:v>
                </c:pt>
                <c:pt idx="1258">
                  <c:v>250.90528760000001</c:v>
                </c:pt>
                <c:pt idx="1259">
                  <c:v>250.97613430000001</c:v>
                </c:pt>
                <c:pt idx="1260">
                  <c:v>251.6304581</c:v>
                </c:pt>
                <c:pt idx="1261">
                  <c:v>251.78296850000001</c:v>
                </c:pt>
                <c:pt idx="1262">
                  <c:v>251.78639820000001</c:v>
                </c:pt>
                <c:pt idx="1263">
                  <c:v>251.90282619999999</c:v>
                </c:pt>
                <c:pt idx="1264">
                  <c:v>251.98342310000001</c:v>
                </c:pt>
                <c:pt idx="1265">
                  <c:v>252.63348310000001</c:v>
                </c:pt>
                <c:pt idx="1266">
                  <c:v>252.78474940000001</c:v>
                </c:pt>
                <c:pt idx="1267">
                  <c:v>252.80100519999999</c:v>
                </c:pt>
                <c:pt idx="1268">
                  <c:v>252.908107</c:v>
                </c:pt>
                <c:pt idx="1269">
                  <c:v>252.9788112</c:v>
                </c:pt>
                <c:pt idx="1270">
                  <c:v>253.63328060000001</c:v>
                </c:pt>
                <c:pt idx="1271">
                  <c:v>253.78306090000001</c:v>
                </c:pt>
                <c:pt idx="1272">
                  <c:v>253.7909157</c:v>
                </c:pt>
                <c:pt idx="1273">
                  <c:v>253.90475029999999</c:v>
                </c:pt>
                <c:pt idx="1274">
                  <c:v>253.9751708</c:v>
                </c:pt>
                <c:pt idx="1275">
                  <c:v>254.630628</c:v>
                </c:pt>
                <c:pt idx="1276">
                  <c:v>254.77195280000001</c:v>
                </c:pt>
                <c:pt idx="1277">
                  <c:v>254.78192179999999</c:v>
                </c:pt>
                <c:pt idx="1278">
                  <c:v>254.9043054</c:v>
                </c:pt>
                <c:pt idx="1279">
                  <c:v>254.97728960000001</c:v>
                </c:pt>
                <c:pt idx="1280">
                  <c:v>255.63327799999999</c:v>
                </c:pt>
                <c:pt idx="1281">
                  <c:v>255.7798239</c:v>
                </c:pt>
                <c:pt idx="1282">
                  <c:v>255.78299250000001</c:v>
                </c:pt>
                <c:pt idx="1283">
                  <c:v>255.90311729999999</c:v>
                </c:pt>
                <c:pt idx="1284">
                  <c:v>255.97187750000001</c:v>
                </c:pt>
                <c:pt idx="1285">
                  <c:v>256.6324687</c:v>
                </c:pt>
                <c:pt idx="1286">
                  <c:v>256.78139800000002</c:v>
                </c:pt>
                <c:pt idx="1287">
                  <c:v>256.78201009999998</c:v>
                </c:pt>
                <c:pt idx="1288">
                  <c:v>256.90248259999998</c:v>
                </c:pt>
                <c:pt idx="1289">
                  <c:v>256.96764030000003</c:v>
                </c:pt>
                <c:pt idx="1290">
                  <c:v>257.63913609999997</c:v>
                </c:pt>
                <c:pt idx="1291">
                  <c:v>257.78108759999998</c:v>
                </c:pt>
                <c:pt idx="1292">
                  <c:v>257.78226169999999</c:v>
                </c:pt>
                <c:pt idx="1293">
                  <c:v>257.90202470000003</c:v>
                </c:pt>
                <c:pt idx="1294">
                  <c:v>257.97477450000002</c:v>
                </c:pt>
                <c:pt idx="1295">
                  <c:v>258.63869140000003</c:v>
                </c:pt>
                <c:pt idx="1296">
                  <c:v>258.78062560000001</c:v>
                </c:pt>
                <c:pt idx="1297">
                  <c:v>258.78509400000002</c:v>
                </c:pt>
                <c:pt idx="1298">
                  <c:v>258.91242060000002</c:v>
                </c:pt>
                <c:pt idx="1299">
                  <c:v>258.9751746</c:v>
                </c:pt>
                <c:pt idx="1300">
                  <c:v>259.63571289999999</c:v>
                </c:pt>
                <c:pt idx="1301">
                  <c:v>259.78452199999998</c:v>
                </c:pt>
                <c:pt idx="1302">
                  <c:v>259.78512089999998</c:v>
                </c:pt>
                <c:pt idx="1303">
                  <c:v>259.9051422</c:v>
                </c:pt>
                <c:pt idx="1304">
                  <c:v>259.98097990000002</c:v>
                </c:pt>
                <c:pt idx="1305">
                  <c:v>260.63583240000003</c:v>
                </c:pt>
                <c:pt idx="1306">
                  <c:v>260.78411649999998</c:v>
                </c:pt>
                <c:pt idx="1307">
                  <c:v>260.78737769999998</c:v>
                </c:pt>
                <c:pt idx="1308">
                  <c:v>260.90350030000002</c:v>
                </c:pt>
                <c:pt idx="1309">
                  <c:v>260.97929019999998</c:v>
                </c:pt>
                <c:pt idx="1310">
                  <c:v>261.6359195</c:v>
                </c:pt>
                <c:pt idx="1311">
                  <c:v>261.78052050000002</c:v>
                </c:pt>
                <c:pt idx="1312">
                  <c:v>261.785754</c:v>
                </c:pt>
                <c:pt idx="1313">
                  <c:v>261.90948939999998</c:v>
                </c:pt>
                <c:pt idx="1314">
                  <c:v>261.97589909999999</c:v>
                </c:pt>
                <c:pt idx="1315">
                  <c:v>262.63716090000003</c:v>
                </c:pt>
                <c:pt idx="1316">
                  <c:v>262.77634849999998</c:v>
                </c:pt>
                <c:pt idx="1317">
                  <c:v>262.78636219999999</c:v>
                </c:pt>
                <c:pt idx="1318">
                  <c:v>262.9079997</c:v>
                </c:pt>
                <c:pt idx="1319">
                  <c:v>262.97689880000001</c:v>
                </c:pt>
                <c:pt idx="1320">
                  <c:v>263.63324239999997</c:v>
                </c:pt>
                <c:pt idx="1321">
                  <c:v>263.77466440000001</c:v>
                </c:pt>
                <c:pt idx="1322">
                  <c:v>263.78456249999999</c:v>
                </c:pt>
                <c:pt idx="1323">
                  <c:v>263.90937869999999</c:v>
                </c:pt>
                <c:pt idx="1324">
                  <c:v>263.97625720000002</c:v>
                </c:pt>
                <c:pt idx="1325">
                  <c:v>264.63925449999999</c:v>
                </c:pt>
                <c:pt idx="1326">
                  <c:v>264.7728601</c:v>
                </c:pt>
                <c:pt idx="1327">
                  <c:v>264.78460189999998</c:v>
                </c:pt>
                <c:pt idx="1328">
                  <c:v>264.90788859999998</c:v>
                </c:pt>
                <c:pt idx="1329">
                  <c:v>264.97365810000002</c:v>
                </c:pt>
                <c:pt idx="1330">
                  <c:v>265.63980550000002</c:v>
                </c:pt>
                <c:pt idx="1331">
                  <c:v>265.77258660000001</c:v>
                </c:pt>
                <c:pt idx="1332">
                  <c:v>265.7822529</c:v>
                </c:pt>
                <c:pt idx="1333">
                  <c:v>265.90797170000002</c:v>
                </c:pt>
                <c:pt idx="1334">
                  <c:v>265.96787920000003</c:v>
                </c:pt>
                <c:pt idx="1335">
                  <c:v>266.64011449999998</c:v>
                </c:pt>
                <c:pt idx="1336">
                  <c:v>266.78248839999998</c:v>
                </c:pt>
                <c:pt idx="1337">
                  <c:v>266.90480839999998</c:v>
                </c:pt>
                <c:pt idx="1338">
                  <c:v>266.96706</c:v>
                </c:pt>
                <c:pt idx="1339">
                  <c:v>267.00482579999999</c:v>
                </c:pt>
                <c:pt idx="1340">
                  <c:v>267.63754410000001</c:v>
                </c:pt>
                <c:pt idx="1341">
                  <c:v>267.77476280000002</c:v>
                </c:pt>
                <c:pt idx="1342">
                  <c:v>267.78196079999998</c:v>
                </c:pt>
                <c:pt idx="1343">
                  <c:v>267.9050575</c:v>
                </c:pt>
                <c:pt idx="1344">
                  <c:v>267.96648390000001</c:v>
                </c:pt>
                <c:pt idx="1345">
                  <c:v>268.63056310000002</c:v>
                </c:pt>
                <c:pt idx="1346">
                  <c:v>268.77990030000001</c:v>
                </c:pt>
                <c:pt idx="1347">
                  <c:v>268.7820418</c:v>
                </c:pt>
                <c:pt idx="1348">
                  <c:v>268.90364319999998</c:v>
                </c:pt>
                <c:pt idx="1349">
                  <c:v>268.96612679999998</c:v>
                </c:pt>
                <c:pt idx="1350">
                  <c:v>269.63197400000001</c:v>
                </c:pt>
                <c:pt idx="1351">
                  <c:v>269.77756249999999</c:v>
                </c:pt>
                <c:pt idx="1352">
                  <c:v>269.79000869999999</c:v>
                </c:pt>
                <c:pt idx="1353">
                  <c:v>269.90245490000001</c:v>
                </c:pt>
                <c:pt idx="1354">
                  <c:v>269.96805860000001</c:v>
                </c:pt>
                <c:pt idx="1355">
                  <c:v>270.63047599999999</c:v>
                </c:pt>
                <c:pt idx="1356">
                  <c:v>270.78240060000002</c:v>
                </c:pt>
                <c:pt idx="1357">
                  <c:v>270.7845102</c:v>
                </c:pt>
                <c:pt idx="1358">
                  <c:v>270.90314769999998</c:v>
                </c:pt>
                <c:pt idx="1359">
                  <c:v>270.9735814</c:v>
                </c:pt>
                <c:pt idx="1360">
                  <c:v>271.63073209999999</c:v>
                </c:pt>
                <c:pt idx="1361">
                  <c:v>271.78030439999998</c:v>
                </c:pt>
                <c:pt idx="1362">
                  <c:v>271.78994410000001</c:v>
                </c:pt>
                <c:pt idx="1363">
                  <c:v>271.90242549999999</c:v>
                </c:pt>
                <c:pt idx="1364">
                  <c:v>271.96990360000001</c:v>
                </c:pt>
                <c:pt idx="1365">
                  <c:v>272.63362649999999</c:v>
                </c:pt>
                <c:pt idx="1366">
                  <c:v>272.7754554</c:v>
                </c:pt>
                <c:pt idx="1367">
                  <c:v>272.78615189999999</c:v>
                </c:pt>
                <c:pt idx="1368">
                  <c:v>272.9025585</c:v>
                </c:pt>
                <c:pt idx="1369">
                  <c:v>272.97552230000002</c:v>
                </c:pt>
                <c:pt idx="1370">
                  <c:v>273.63110870000003</c:v>
                </c:pt>
                <c:pt idx="1371">
                  <c:v>273.78470670000002</c:v>
                </c:pt>
                <c:pt idx="1372">
                  <c:v>273.79017870000001</c:v>
                </c:pt>
                <c:pt idx="1373">
                  <c:v>273.90517449999999</c:v>
                </c:pt>
                <c:pt idx="1374">
                  <c:v>273.96869809999998</c:v>
                </c:pt>
                <c:pt idx="1375">
                  <c:v>274.64088120000002</c:v>
                </c:pt>
                <c:pt idx="1376">
                  <c:v>274.78462189999999</c:v>
                </c:pt>
                <c:pt idx="1377">
                  <c:v>274.79293310000003</c:v>
                </c:pt>
                <c:pt idx="1378">
                  <c:v>274.90391649999998</c:v>
                </c:pt>
                <c:pt idx="1379">
                  <c:v>274.97329339999999</c:v>
                </c:pt>
                <c:pt idx="1380">
                  <c:v>275.64310089999998</c:v>
                </c:pt>
                <c:pt idx="1381">
                  <c:v>275.77309869999999</c:v>
                </c:pt>
                <c:pt idx="1382">
                  <c:v>275.78535890000001</c:v>
                </c:pt>
                <c:pt idx="1383">
                  <c:v>275.9051695</c:v>
                </c:pt>
                <c:pt idx="1384">
                  <c:v>275.9714563</c:v>
                </c:pt>
                <c:pt idx="1385">
                  <c:v>276.64101260000001</c:v>
                </c:pt>
                <c:pt idx="1386">
                  <c:v>276.77621160000001</c:v>
                </c:pt>
                <c:pt idx="1387">
                  <c:v>276.7819409</c:v>
                </c:pt>
                <c:pt idx="1388">
                  <c:v>276.90797780000003</c:v>
                </c:pt>
                <c:pt idx="1389">
                  <c:v>276.97251030000001</c:v>
                </c:pt>
                <c:pt idx="1390">
                  <c:v>277.64814569999999</c:v>
                </c:pt>
                <c:pt idx="1391">
                  <c:v>277.77967100000001</c:v>
                </c:pt>
                <c:pt idx="1392">
                  <c:v>277.78218340000001</c:v>
                </c:pt>
                <c:pt idx="1393">
                  <c:v>277.908072</c:v>
                </c:pt>
                <c:pt idx="1394">
                  <c:v>277.96809719999999</c:v>
                </c:pt>
                <c:pt idx="1395">
                  <c:v>278.6383439</c:v>
                </c:pt>
                <c:pt idx="1396">
                  <c:v>278.78189470000001</c:v>
                </c:pt>
                <c:pt idx="1397">
                  <c:v>278.7820916</c:v>
                </c:pt>
                <c:pt idx="1398">
                  <c:v>278.90650479999999</c:v>
                </c:pt>
                <c:pt idx="1399">
                  <c:v>278.96959049999998</c:v>
                </c:pt>
                <c:pt idx="1400">
                  <c:v>279.6388245</c:v>
                </c:pt>
                <c:pt idx="1401">
                  <c:v>279.78159360000001</c:v>
                </c:pt>
                <c:pt idx="1402">
                  <c:v>279.78935580000001</c:v>
                </c:pt>
                <c:pt idx="1403">
                  <c:v>279.90742490000002</c:v>
                </c:pt>
                <c:pt idx="1404">
                  <c:v>279.96606750000001</c:v>
                </c:pt>
                <c:pt idx="1405">
                  <c:v>280.63636609999998</c:v>
                </c:pt>
                <c:pt idx="1406">
                  <c:v>280.78921559999998</c:v>
                </c:pt>
                <c:pt idx="1407">
                  <c:v>280.8094079</c:v>
                </c:pt>
                <c:pt idx="1408">
                  <c:v>280.90479879999998</c:v>
                </c:pt>
                <c:pt idx="1409">
                  <c:v>280.96642309999999</c:v>
                </c:pt>
                <c:pt idx="1410">
                  <c:v>281.63066370000001</c:v>
                </c:pt>
                <c:pt idx="1411">
                  <c:v>281.78416779999998</c:v>
                </c:pt>
                <c:pt idx="1412">
                  <c:v>281.78555610000001</c:v>
                </c:pt>
                <c:pt idx="1413">
                  <c:v>281.90496419999999</c:v>
                </c:pt>
                <c:pt idx="1414">
                  <c:v>281.96623549999998</c:v>
                </c:pt>
                <c:pt idx="1415">
                  <c:v>282.63075600000002</c:v>
                </c:pt>
                <c:pt idx="1416">
                  <c:v>282.78253480000001</c:v>
                </c:pt>
                <c:pt idx="1417">
                  <c:v>282.78540120000002</c:v>
                </c:pt>
                <c:pt idx="1418">
                  <c:v>282.90782919999998</c:v>
                </c:pt>
                <c:pt idx="1419">
                  <c:v>282.96891529999999</c:v>
                </c:pt>
                <c:pt idx="1420">
                  <c:v>283.63060610000002</c:v>
                </c:pt>
                <c:pt idx="1421">
                  <c:v>283.77709069999997</c:v>
                </c:pt>
                <c:pt idx="1422">
                  <c:v>283.79491250000001</c:v>
                </c:pt>
                <c:pt idx="1423">
                  <c:v>283.90232450000002</c:v>
                </c:pt>
                <c:pt idx="1424">
                  <c:v>283.9743115</c:v>
                </c:pt>
                <c:pt idx="1425">
                  <c:v>284.63284640000001</c:v>
                </c:pt>
                <c:pt idx="1426">
                  <c:v>284.77652319999999</c:v>
                </c:pt>
                <c:pt idx="1427">
                  <c:v>284.79190799999998</c:v>
                </c:pt>
                <c:pt idx="1428">
                  <c:v>284.90203009999999</c:v>
                </c:pt>
                <c:pt idx="1429">
                  <c:v>284.97183139999999</c:v>
                </c:pt>
                <c:pt idx="1430">
                  <c:v>285.64178199999998</c:v>
                </c:pt>
                <c:pt idx="1431">
                  <c:v>285.7771851</c:v>
                </c:pt>
                <c:pt idx="1432">
                  <c:v>285.79014890000002</c:v>
                </c:pt>
                <c:pt idx="1433">
                  <c:v>285.9034345</c:v>
                </c:pt>
                <c:pt idx="1434">
                  <c:v>285.97319010000001</c:v>
                </c:pt>
                <c:pt idx="1435">
                  <c:v>286.6461453</c:v>
                </c:pt>
                <c:pt idx="1436">
                  <c:v>286.77275789999999</c:v>
                </c:pt>
                <c:pt idx="1437">
                  <c:v>286.79145720000002</c:v>
                </c:pt>
                <c:pt idx="1438">
                  <c:v>286.90352189999999</c:v>
                </c:pt>
                <c:pt idx="1439">
                  <c:v>286.97430789999999</c:v>
                </c:pt>
                <c:pt idx="1440">
                  <c:v>287.63589209999998</c:v>
                </c:pt>
                <c:pt idx="1441">
                  <c:v>287.77203909999997</c:v>
                </c:pt>
                <c:pt idx="1442">
                  <c:v>287.7920388</c:v>
                </c:pt>
                <c:pt idx="1443">
                  <c:v>287.90250379999998</c:v>
                </c:pt>
                <c:pt idx="1444">
                  <c:v>287.97402770000002</c:v>
                </c:pt>
                <c:pt idx="1445">
                  <c:v>288.64033280000001</c:v>
                </c:pt>
                <c:pt idx="1446">
                  <c:v>288.7740842</c:v>
                </c:pt>
                <c:pt idx="1447">
                  <c:v>288.78877519999998</c:v>
                </c:pt>
                <c:pt idx="1448">
                  <c:v>288.90868690000002</c:v>
                </c:pt>
                <c:pt idx="1449">
                  <c:v>288.97174180000002</c:v>
                </c:pt>
                <c:pt idx="1450">
                  <c:v>289.63923640000002</c:v>
                </c:pt>
                <c:pt idx="1451">
                  <c:v>289.77204590000002</c:v>
                </c:pt>
                <c:pt idx="1452">
                  <c:v>289.78792920000001</c:v>
                </c:pt>
                <c:pt idx="1453">
                  <c:v>289.90467460000002</c:v>
                </c:pt>
                <c:pt idx="1454">
                  <c:v>289.9684949</c:v>
                </c:pt>
                <c:pt idx="1455">
                  <c:v>290.63706630000001</c:v>
                </c:pt>
                <c:pt idx="1456">
                  <c:v>290.77691440000001</c:v>
                </c:pt>
                <c:pt idx="1457">
                  <c:v>290.78947290000002</c:v>
                </c:pt>
                <c:pt idx="1458">
                  <c:v>290.9047491</c:v>
                </c:pt>
                <c:pt idx="1459">
                  <c:v>290.96859599999999</c:v>
                </c:pt>
                <c:pt idx="1460">
                  <c:v>291.63732449999998</c:v>
                </c:pt>
                <c:pt idx="1461">
                  <c:v>291.77260009999998</c:v>
                </c:pt>
                <c:pt idx="1462">
                  <c:v>291.79645249999999</c:v>
                </c:pt>
                <c:pt idx="1463">
                  <c:v>291.90439370000001</c:v>
                </c:pt>
                <c:pt idx="1464">
                  <c:v>291.96922560000002</c:v>
                </c:pt>
                <c:pt idx="1465">
                  <c:v>292.63533569999998</c:v>
                </c:pt>
                <c:pt idx="1466">
                  <c:v>292.7805942</c:v>
                </c:pt>
                <c:pt idx="1467">
                  <c:v>292.80241280000001</c:v>
                </c:pt>
                <c:pt idx="1468">
                  <c:v>292.9028596</c:v>
                </c:pt>
                <c:pt idx="1469">
                  <c:v>292.96581850000001</c:v>
                </c:pt>
                <c:pt idx="1470">
                  <c:v>293.63657019999999</c:v>
                </c:pt>
                <c:pt idx="1471">
                  <c:v>293.77787560000002</c:v>
                </c:pt>
                <c:pt idx="1472">
                  <c:v>293.7930432</c:v>
                </c:pt>
                <c:pt idx="1473">
                  <c:v>293.90520989999999</c:v>
                </c:pt>
                <c:pt idx="1474">
                  <c:v>293.96578030000001</c:v>
                </c:pt>
                <c:pt idx="1475">
                  <c:v>294.64071389999998</c:v>
                </c:pt>
                <c:pt idx="1476">
                  <c:v>294.77737020000001</c:v>
                </c:pt>
                <c:pt idx="1477">
                  <c:v>294.79388849999998</c:v>
                </c:pt>
                <c:pt idx="1478">
                  <c:v>294.90257059999999</c:v>
                </c:pt>
                <c:pt idx="1479">
                  <c:v>294.96605090000003</c:v>
                </c:pt>
                <c:pt idx="1480">
                  <c:v>295.66416930000003</c:v>
                </c:pt>
                <c:pt idx="1481">
                  <c:v>295.77254799999997</c:v>
                </c:pt>
                <c:pt idx="1482">
                  <c:v>295.7924936</c:v>
                </c:pt>
                <c:pt idx="1483">
                  <c:v>295.90224280000001</c:v>
                </c:pt>
                <c:pt idx="1484">
                  <c:v>295.96921220000002</c:v>
                </c:pt>
                <c:pt idx="1485">
                  <c:v>296.64335249999999</c:v>
                </c:pt>
                <c:pt idx="1486">
                  <c:v>296.77728289999999</c:v>
                </c:pt>
                <c:pt idx="1487">
                  <c:v>296.7917607</c:v>
                </c:pt>
                <c:pt idx="1488">
                  <c:v>296.90603429999999</c:v>
                </c:pt>
                <c:pt idx="1489">
                  <c:v>296.96997099999999</c:v>
                </c:pt>
                <c:pt idx="1490">
                  <c:v>297.64143250000001</c:v>
                </c:pt>
                <c:pt idx="1491">
                  <c:v>297.7768355</c:v>
                </c:pt>
                <c:pt idx="1492">
                  <c:v>297.7936416</c:v>
                </c:pt>
                <c:pt idx="1493">
                  <c:v>297.90478280000002</c:v>
                </c:pt>
                <c:pt idx="1494">
                  <c:v>297.9660293</c:v>
                </c:pt>
                <c:pt idx="1495">
                  <c:v>298.64475090000002</c:v>
                </c:pt>
                <c:pt idx="1496">
                  <c:v>298.77320570000001</c:v>
                </c:pt>
                <c:pt idx="1497">
                  <c:v>298.7914083</c:v>
                </c:pt>
                <c:pt idx="1498">
                  <c:v>298.9031038</c:v>
                </c:pt>
                <c:pt idx="1499">
                  <c:v>298.97138660000002</c:v>
                </c:pt>
                <c:pt idx="1500">
                  <c:v>299.64052909999998</c:v>
                </c:pt>
                <c:pt idx="1501">
                  <c:v>299.7726285</c:v>
                </c:pt>
                <c:pt idx="1502">
                  <c:v>299.79088910000002</c:v>
                </c:pt>
                <c:pt idx="1503">
                  <c:v>299.90873319999997</c:v>
                </c:pt>
                <c:pt idx="1504">
                  <c:v>299.9707295</c:v>
                </c:pt>
                <c:pt idx="1505">
                  <c:v>300.63929309999997</c:v>
                </c:pt>
                <c:pt idx="1506">
                  <c:v>300.77364010000002</c:v>
                </c:pt>
                <c:pt idx="1507">
                  <c:v>300.78637129999998</c:v>
                </c:pt>
                <c:pt idx="1508">
                  <c:v>300.91130859999998</c:v>
                </c:pt>
                <c:pt idx="1509">
                  <c:v>300.97109540000002</c:v>
                </c:pt>
                <c:pt idx="1510">
                  <c:v>301.6405843</c:v>
                </c:pt>
                <c:pt idx="1511">
                  <c:v>301.77427230000001</c:v>
                </c:pt>
                <c:pt idx="1512">
                  <c:v>301.79169039999999</c:v>
                </c:pt>
                <c:pt idx="1513">
                  <c:v>301.90758699999998</c:v>
                </c:pt>
                <c:pt idx="1514">
                  <c:v>301.96924360000003</c:v>
                </c:pt>
                <c:pt idx="1515">
                  <c:v>302.63669349999998</c:v>
                </c:pt>
                <c:pt idx="1516">
                  <c:v>302.77911060000002</c:v>
                </c:pt>
                <c:pt idx="1517">
                  <c:v>302.78760269999998</c:v>
                </c:pt>
                <c:pt idx="1518">
                  <c:v>302.90550309999998</c:v>
                </c:pt>
                <c:pt idx="1519">
                  <c:v>302.96835320000002</c:v>
                </c:pt>
                <c:pt idx="1520">
                  <c:v>303.63231530000002</c:v>
                </c:pt>
                <c:pt idx="1521">
                  <c:v>303.77989000000002</c:v>
                </c:pt>
                <c:pt idx="1522">
                  <c:v>303.7820858</c:v>
                </c:pt>
                <c:pt idx="1523">
                  <c:v>303.90535729999999</c:v>
                </c:pt>
                <c:pt idx="1524">
                  <c:v>303.96832360000002</c:v>
                </c:pt>
                <c:pt idx="1525">
                  <c:v>304.6359764</c:v>
                </c:pt>
                <c:pt idx="1526">
                  <c:v>304.77848189999997</c:v>
                </c:pt>
                <c:pt idx="1527">
                  <c:v>304.79241439999998</c:v>
                </c:pt>
                <c:pt idx="1528">
                  <c:v>304.90529190000001</c:v>
                </c:pt>
                <c:pt idx="1529">
                  <c:v>304.96725609999999</c:v>
                </c:pt>
                <c:pt idx="1530">
                  <c:v>305.6385909</c:v>
                </c:pt>
                <c:pt idx="1531">
                  <c:v>305.77925260000001</c:v>
                </c:pt>
                <c:pt idx="1532">
                  <c:v>305.7897241</c:v>
                </c:pt>
                <c:pt idx="1533">
                  <c:v>305.90363580000002</c:v>
                </c:pt>
                <c:pt idx="1534">
                  <c:v>305.97075799999999</c:v>
                </c:pt>
                <c:pt idx="1535">
                  <c:v>306.64329040000001</c:v>
                </c:pt>
                <c:pt idx="1536">
                  <c:v>306.77775209999999</c:v>
                </c:pt>
                <c:pt idx="1537">
                  <c:v>306.79319349999997</c:v>
                </c:pt>
                <c:pt idx="1538">
                  <c:v>306.90799179999999</c:v>
                </c:pt>
                <c:pt idx="1539">
                  <c:v>306.96584890000003</c:v>
                </c:pt>
                <c:pt idx="1540">
                  <c:v>307.64365629999998</c:v>
                </c:pt>
                <c:pt idx="1541">
                  <c:v>307.79147660000001</c:v>
                </c:pt>
                <c:pt idx="1542">
                  <c:v>307.81796309999999</c:v>
                </c:pt>
                <c:pt idx="1543">
                  <c:v>307.90314460000002</c:v>
                </c:pt>
                <c:pt idx="1544">
                  <c:v>307.97434650000002</c:v>
                </c:pt>
                <c:pt idx="1545">
                  <c:v>308.64013740000001</c:v>
                </c:pt>
                <c:pt idx="1546">
                  <c:v>308.78209290000001</c:v>
                </c:pt>
                <c:pt idx="1547">
                  <c:v>308.7946599</c:v>
                </c:pt>
                <c:pt idx="1548">
                  <c:v>308.91158410000003</c:v>
                </c:pt>
                <c:pt idx="1549">
                  <c:v>308.9681405</c:v>
                </c:pt>
                <c:pt idx="1550">
                  <c:v>309.6439221</c:v>
                </c:pt>
                <c:pt idx="1551">
                  <c:v>309.77907870000001</c:v>
                </c:pt>
                <c:pt idx="1552">
                  <c:v>309.79139520000001</c:v>
                </c:pt>
                <c:pt idx="1553">
                  <c:v>309.91725750000001</c:v>
                </c:pt>
                <c:pt idx="1554">
                  <c:v>309.97226549999999</c:v>
                </c:pt>
                <c:pt idx="1555">
                  <c:v>310.64317160000002</c:v>
                </c:pt>
                <c:pt idx="1556">
                  <c:v>310.78011140000001</c:v>
                </c:pt>
                <c:pt idx="1557">
                  <c:v>310.79187630000001</c:v>
                </c:pt>
                <c:pt idx="1558">
                  <c:v>310.91313889999998</c:v>
                </c:pt>
                <c:pt idx="1559">
                  <c:v>310.97144079999998</c:v>
                </c:pt>
                <c:pt idx="1560">
                  <c:v>311.63922079999998</c:v>
                </c:pt>
                <c:pt idx="1561">
                  <c:v>311.78162509999999</c:v>
                </c:pt>
                <c:pt idx="1562">
                  <c:v>311.78781650000002</c:v>
                </c:pt>
                <c:pt idx="1563">
                  <c:v>311.91526270000003</c:v>
                </c:pt>
                <c:pt idx="1564">
                  <c:v>311.96966850000001</c:v>
                </c:pt>
                <c:pt idx="1565">
                  <c:v>312.6422149</c:v>
                </c:pt>
                <c:pt idx="1566">
                  <c:v>312.77925379999999</c:v>
                </c:pt>
                <c:pt idx="1567">
                  <c:v>312.79150870000001</c:v>
                </c:pt>
                <c:pt idx="1568">
                  <c:v>312.91555959999999</c:v>
                </c:pt>
                <c:pt idx="1569">
                  <c:v>312.96632210000001</c:v>
                </c:pt>
                <c:pt idx="1570">
                  <c:v>313.63275590000001</c:v>
                </c:pt>
                <c:pt idx="1571">
                  <c:v>313.78238049999999</c:v>
                </c:pt>
                <c:pt idx="1572">
                  <c:v>313.78817290000001</c:v>
                </c:pt>
                <c:pt idx="1573">
                  <c:v>313.91182120000002</c:v>
                </c:pt>
                <c:pt idx="1574">
                  <c:v>313.96860909999998</c:v>
                </c:pt>
                <c:pt idx="1575">
                  <c:v>314.62978759999999</c:v>
                </c:pt>
                <c:pt idx="1576">
                  <c:v>314.78329400000001</c:v>
                </c:pt>
                <c:pt idx="1577">
                  <c:v>314.79966089999999</c:v>
                </c:pt>
                <c:pt idx="1578">
                  <c:v>314.90881469999999</c:v>
                </c:pt>
                <c:pt idx="1579">
                  <c:v>314.96845050000002</c:v>
                </c:pt>
                <c:pt idx="1580">
                  <c:v>315.63749619999999</c:v>
                </c:pt>
                <c:pt idx="1581">
                  <c:v>315.78399480000002</c:v>
                </c:pt>
                <c:pt idx="1582">
                  <c:v>315.79160610000002</c:v>
                </c:pt>
                <c:pt idx="1583">
                  <c:v>315.9127264</c:v>
                </c:pt>
                <c:pt idx="1584">
                  <c:v>315.96736079999999</c:v>
                </c:pt>
                <c:pt idx="1585">
                  <c:v>316.63041720000001</c:v>
                </c:pt>
                <c:pt idx="1586">
                  <c:v>316.78292299999998</c:v>
                </c:pt>
                <c:pt idx="1587">
                  <c:v>316.79362900000001</c:v>
                </c:pt>
                <c:pt idx="1588">
                  <c:v>316.91254830000003</c:v>
                </c:pt>
                <c:pt idx="1589">
                  <c:v>316.96687179999998</c:v>
                </c:pt>
                <c:pt idx="1590">
                  <c:v>317.64154980000001</c:v>
                </c:pt>
                <c:pt idx="1591">
                  <c:v>317.7861613</c:v>
                </c:pt>
                <c:pt idx="1592">
                  <c:v>317.79267149999998</c:v>
                </c:pt>
                <c:pt idx="1593">
                  <c:v>317.90248509999998</c:v>
                </c:pt>
                <c:pt idx="1594">
                  <c:v>317.96600310000002</c:v>
                </c:pt>
                <c:pt idx="1595">
                  <c:v>318.64354040000001</c:v>
                </c:pt>
                <c:pt idx="1596">
                  <c:v>318.78228530000001</c:v>
                </c:pt>
                <c:pt idx="1597">
                  <c:v>318.79537870000001</c:v>
                </c:pt>
                <c:pt idx="1598">
                  <c:v>318.90276410000001</c:v>
                </c:pt>
                <c:pt idx="1599">
                  <c:v>318.96691879999997</c:v>
                </c:pt>
                <c:pt idx="1600">
                  <c:v>319.64211490000002</c:v>
                </c:pt>
                <c:pt idx="1601">
                  <c:v>319.77977490000001</c:v>
                </c:pt>
                <c:pt idx="1602">
                  <c:v>319.79655150000002</c:v>
                </c:pt>
                <c:pt idx="1603">
                  <c:v>319.90245270000003</c:v>
                </c:pt>
                <c:pt idx="1604">
                  <c:v>319.96862399999998</c:v>
                </c:pt>
                <c:pt idx="1605">
                  <c:v>320.64207390000001</c:v>
                </c:pt>
                <c:pt idx="1606">
                  <c:v>320.7822951</c:v>
                </c:pt>
                <c:pt idx="1607">
                  <c:v>320.79177240000001</c:v>
                </c:pt>
                <c:pt idx="1608">
                  <c:v>320.90536409999999</c:v>
                </c:pt>
                <c:pt idx="1609">
                  <c:v>320.96849959999997</c:v>
                </c:pt>
                <c:pt idx="1610">
                  <c:v>321.64137979999998</c:v>
                </c:pt>
                <c:pt idx="1611">
                  <c:v>321.77875599999999</c:v>
                </c:pt>
                <c:pt idx="1612">
                  <c:v>321.78901730000001</c:v>
                </c:pt>
                <c:pt idx="1613">
                  <c:v>321.90435609999997</c:v>
                </c:pt>
                <c:pt idx="1614">
                  <c:v>321.9712073</c:v>
                </c:pt>
                <c:pt idx="1615">
                  <c:v>322.6457039</c:v>
                </c:pt>
                <c:pt idx="1616">
                  <c:v>322.7753088</c:v>
                </c:pt>
                <c:pt idx="1617">
                  <c:v>322.78311079999997</c:v>
                </c:pt>
                <c:pt idx="1618">
                  <c:v>322.91101400000002</c:v>
                </c:pt>
                <c:pt idx="1619">
                  <c:v>322.97410619999999</c:v>
                </c:pt>
                <c:pt idx="1620">
                  <c:v>323.63985830000001</c:v>
                </c:pt>
                <c:pt idx="1621">
                  <c:v>323.7730138</c:v>
                </c:pt>
                <c:pt idx="1622">
                  <c:v>323.78226749999999</c:v>
                </c:pt>
                <c:pt idx="1623">
                  <c:v>323.90788259999999</c:v>
                </c:pt>
                <c:pt idx="1624">
                  <c:v>323.9778695</c:v>
                </c:pt>
                <c:pt idx="1625">
                  <c:v>324.64095350000002</c:v>
                </c:pt>
                <c:pt idx="1626">
                  <c:v>324.7730866</c:v>
                </c:pt>
                <c:pt idx="1627">
                  <c:v>324.78157970000001</c:v>
                </c:pt>
                <c:pt idx="1628">
                  <c:v>324.90797579999997</c:v>
                </c:pt>
                <c:pt idx="1629">
                  <c:v>324.97003480000001</c:v>
                </c:pt>
                <c:pt idx="1630">
                  <c:v>325.64036329999999</c:v>
                </c:pt>
                <c:pt idx="1631">
                  <c:v>325.7787654</c:v>
                </c:pt>
                <c:pt idx="1632">
                  <c:v>325.78158459999997</c:v>
                </c:pt>
                <c:pt idx="1633">
                  <c:v>325.90914670000001</c:v>
                </c:pt>
                <c:pt idx="1634">
                  <c:v>325.96987530000001</c:v>
                </c:pt>
                <c:pt idx="1635">
                  <c:v>326.63640240000001</c:v>
                </c:pt>
                <c:pt idx="1636">
                  <c:v>326.77839849999998</c:v>
                </c:pt>
                <c:pt idx="1637">
                  <c:v>326.78489459999997</c:v>
                </c:pt>
                <c:pt idx="1638">
                  <c:v>326.90465410000002</c:v>
                </c:pt>
                <c:pt idx="1639">
                  <c:v>326.9689204</c:v>
                </c:pt>
                <c:pt idx="1640">
                  <c:v>327.63634459999997</c:v>
                </c:pt>
                <c:pt idx="1641">
                  <c:v>327.78310190000002</c:v>
                </c:pt>
                <c:pt idx="1642">
                  <c:v>327.78480080000003</c:v>
                </c:pt>
                <c:pt idx="1643">
                  <c:v>327.91540659999998</c:v>
                </c:pt>
                <c:pt idx="1644">
                  <c:v>327.9680682</c:v>
                </c:pt>
                <c:pt idx="1645">
                  <c:v>328.63843029999998</c:v>
                </c:pt>
                <c:pt idx="1646">
                  <c:v>328.78223379999997</c:v>
                </c:pt>
                <c:pt idx="1647">
                  <c:v>328.78240090000003</c:v>
                </c:pt>
                <c:pt idx="1648">
                  <c:v>328.90963620000002</c:v>
                </c:pt>
                <c:pt idx="1649">
                  <c:v>328.96604810000002</c:v>
                </c:pt>
                <c:pt idx="1650">
                  <c:v>329.64555109999998</c:v>
                </c:pt>
                <c:pt idx="1651">
                  <c:v>329.785799</c:v>
                </c:pt>
                <c:pt idx="1652">
                  <c:v>329.7886373</c:v>
                </c:pt>
                <c:pt idx="1653">
                  <c:v>329.90891219999997</c:v>
                </c:pt>
                <c:pt idx="1654">
                  <c:v>329.96884310000002</c:v>
                </c:pt>
                <c:pt idx="1655">
                  <c:v>330.64067019999999</c:v>
                </c:pt>
                <c:pt idx="1656">
                  <c:v>330.7853283</c:v>
                </c:pt>
                <c:pt idx="1657">
                  <c:v>330.7859148</c:v>
                </c:pt>
                <c:pt idx="1658">
                  <c:v>330.90828720000002</c:v>
                </c:pt>
                <c:pt idx="1659">
                  <c:v>330.9683789</c:v>
                </c:pt>
                <c:pt idx="1660">
                  <c:v>331.65770470000001</c:v>
                </c:pt>
                <c:pt idx="1661">
                  <c:v>331.78266359999998</c:v>
                </c:pt>
                <c:pt idx="1662">
                  <c:v>331.78703230000002</c:v>
                </c:pt>
                <c:pt idx="1663">
                  <c:v>331.909963</c:v>
                </c:pt>
                <c:pt idx="1664">
                  <c:v>331.96802600000001</c:v>
                </c:pt>
                <c:pt idx="1665">
                  <c:v>332.64275520000001</c:v>
                </c:pt>
                <c:pt idx="1666">
                  <c:v>332.7795132</c:v>
                </c:pt>
                <c:pt idx="1667">
                  <c:v>332.78376020000002</c:v>
                </c:pt>
                <c:pt idx="1668">
                  <c:v>332.91311489999998</c:v>
                </c:pt>
                <c:pt idx="1669">
                  <c:v>332.9659527</c:v>
                </c:pt>
                <c:pt idx="1670">
                  <c:v>333.63980930000002</c:v>
                </c:pt>
                <c:pt idx="1671">
                  <c:v>333.77393799999999</c:v>
                </c:pt>
                <c:pt idx="1672">
                  <c:v>333.7836744</c:v>
                </c:pt>
                <c:pt idx="1673">
                  <c:v>333.90984730000002</c:v>
                </c:pt>
                <c:pt idx="1674">
                  <c:v>333.97154280000001</c:v>
                </c:pt>
                <c:pt idx="1675">
                  <c:v>334.63672789999998</c:v>
                </c:pt>
                <c:pt idx="1676">
                  <c:v>334.77610559999999</c:v>
                </c:pt>
                <c:pt idx="1677">
                  <c:v>334.78186149999999</c:v>
                </c:pt>
                <c:pt idx="1678">
                  <c:v>334.91874899999999</c:v>
                </c:pt>
                <c:pt idx="1679">
                  <c:v>334.97070919999999</c:v>
                </c:pt>
                <c:pt idx="1680">
                  <c:v>335.63836370000001</c:v>
                </c:pt>
                <c:pt idx="1681">
                  <c:v>335.78037189999998</c:v>
                </c:pt>
                <c:pt idx="1682">
                  <c:v>335.78278490000002</c:v>
                </c:pt>
                <c:pt idx="1683">
                  <c:v>335.9129681</c:v>
                </c:pt>
                <c:pt idx="1684">
                  <c:v>335.97084369999999</c:v>
                </c:pt>
                <c:pt idx="1685">
                  <c:v>336.63958869999999</c:v>
                </c:pt>
                <c:pt idx="1686">
                  <c:v>336.77688080000001</c:v>
                </c:pt>
                <c:pt idx="1687">
                  <c:v>336.78211379999999</c:v>
                </c:pt>
                <c:pt idx="1688">
                  <c:v>336.91329880000001</c:v>
                </c:pt>
                <c:pt idx="1689">
                  <c:v>336.96616820000003</c:v>
                </c:pt>
                <c:pt idx="1690">
                  <c:v>337.63934990000001</c:v>
                </c:pt>
                <c:pt idx="1691">
                  <c:v>337.77957559999999</c:v>
                </c:pt>
                <c:pt idx="1692">
                  <c:v>337.78653830000002</c:v>
                </c:pt>
                <c:pt idx="1693">
                  <c:v>337.91696489999998</c:v>
                </c:pt>
                <c:pt idx="1694">
                  <c:v>337.9685025</c:v>
                </c:pt>
                <c:pt idx="1695">
                  <c:v>338.63062939999998</c:v>
                </c:pt>
                <c:pt idx="1696">
                  <c:v>338.78091260000002</c:v>
                </c:pt>
                <c:pt idx="1697">
                  <c:v>338.78462880000001</c:v>
                </c:pt>
                <c:pt idx="1698">
                  <c:v>338.9126933</c:v>
                </c:pt>
                <c:pt idx="1699">
                  <c:v>338.96841230000001</c:v>
                </c:pt>
                <c:pt idx="1700">
                  <c:v>339.63044810000002</c:v>
                </c:pt>
                <c:pt idx="1701">
                  <c:v>339.7825752</c:v>
                </c:pt>
                <c:pt idx="1702">
                  <c:v>339.78512999999998</c:v>
                </c:pt>
                <c:pt idx="1703">
                  <c:v>339.91523569999998</c:v>
                </c:pt>
                <c:pt idx="1704">
                  <c:v>339.96577559999997</c:v>
                </c:pt>
                <c:pt idx="1705">
                  <c:v>340.64281410000001</c:v>
                </c:pt>
                <c:pt idx="1706">
                  <c:v>340.78351809999998</c:v>
                </c:pt>
                <c:pt idx="1707">
                  <c:v>340.78934939999999</c:v>
                </c:pt>
                <c:pt idx="1708">
                  <c:v>340.90964209999999</c:v>
                </c:pt>
                <c:pt idx="1709">
                  <c:v>340.96642270000001</c:v>
                </c:pt>
                <c:pt idx="1710">
                  <c:v>341.64408980000002</c:v>
                </c:pt>
                <c:pt idx="1711">
                  <c:v>341.78135109999999</c:v>
                </c:pt>
                <c:pt idx="1712">
                  <c:v>341.78336839999997</c:v>
                </c:pt>
                <c:pt idx="1713">
                  <c:v>341.90966700000001</c:v>
                </c:pt>
                <c:pt idx="1714">
                  <c:v>341.96568550000001</c:v>
                </c:pt>
                <c:pt idx="1715">
                  <c:v>342.64158040000001</c:v>
                </c:pt>
                <c:pt idx="1716">
                  <c:v>342.77885429999998</c:v>
                </c:pt>
                <c:pt idx="1717">
                  <c:v>342.78777280000003</c:v>
                </c:pt>
                <c:pt idx="1718">
                  <c:v>342.90208699999999</c:v>
                </c:pt>
                <c:pt idx="1719">
                  <c:v>342.9661782</c:v>
                </c:pt>
                <c:pt idx="1720">
                  <c:v>343.64032159999999</c:v>
                </c:pt>
                <c:pt idx="1721">
                  <c:v>343.77622170000001</c:v>
                </c:pt>
                <c:pt idx="1722">
                  <c:v>343.78471839999997</c:v>
                </c:pt>
                <c:pt idx="1723">
                  <c:v>343.9027542</c:v>
                </c:pt>
                <c:pt idx="1724">
                  <c:v>343.97283240000002</c:v>
                </c:pt>
                <c:pt idx="1725">
                  <c:v>344.64292979999999</c:v>
                </c:pt>
                <c:pt idx="1726">
                  <c:v>344.77528260000003</c:v>
                </c:pt>
                <c:pt idx="1727">
                  <c:v>344.78218500000003</c:v>
                </c:pt>
                <c:pt idx="1728">
                  <c:v>344.91215390000002</c:v>
                </c:pt>
                <c:pt idx="1729">
                  <c:v>344.96701380000002</c:v>
                </c:pt>
                <c:pt idx="1730">
                  <c:v>345.64057989999998</c:v>
                </c:pt>
                <c:pt idx="1731">
                  <c:v>345.77463030000001</c:v>
                </c:pt>
                <c:pt idx="1732">
                  <c:v>345.7823515</c:v>
                </c:pt>
                <c:pt idx="1733">
                  <c:v>345.91234439999999</c:v>
                </c:pt>
                <c:pt idx="1734">
                  <c:v>345.97143310000001</c:v>
                </c:pt>
                <c:pt idx="1735">
                  <c:v>346.63942359999999</c:v>
                </c:pt>
                <c:pt idx="1736">
                  <c:v>346.77240560000001</c:v>
                </c:pt>
                <c:pt idx="1737">
                  <c:v>346.78259580000002</c:v>
                </c:pt>
                <c:pt idx="1738">
                  <c:v>346.91969769999997</c:v>
                </c:pt>
                <c:pt idx="1739">
                  <c:v>346.97370439999997</c:v>
                </c:pt>
                <c:pt idx="1740">
                  <c:v>347.63740130000002</c:v>
                </c:pt>
                <c:pt idx="1741">
                  <c:v>347.77252579999998</c:v>
                </c:pt>
                <c:pt idx="1742">
                  <c:v>347.783322</c:v>
                </c:pt>
                <c:pt idx="1743">
                  <c:v>347.91603170000002</c:v>
                </c:pt>
                <c:pt idx="1744">
                  <c:v>347.97141360000001</c:v>
                </c:pt>
                <c:pt idx="1745">
                  <c:v>348.63812259999997</c:v>
                </c:pt>
                <c:pt idx="1746">
                  <c:v>348.77207870000001</c:v>
                </c:pt>
                <c:pt idx="1747">
                  <c:v>348.78203539999998</c:v>
                </c:pt>
                <c:pt idx="1748">
                  <c:v>348.92046570000002</c:v>
                </c:pt>
                <c:pt idx="1749">
                  <c:v>348.97152010000002</c:v>
                </c:pt>
                <c:pt idx="1750">
                  <c:v>349.63895689999998</c:v>
                </c:pt>
                <c:pt idx="1751">
                  <c:v>349.77266350000002</c:v>
                </c:pt>
                <c:pt idx="1752">
                  <c:v>349.78535369999997</c:v>
                </c:pt>
                <c:pt idx="1753">
                  <c:v>349.91371550000002</c:v>
                </c:pt>
                <c:pt idx="1754">
                  <c:v>349.97134729999999</c:v>
                </c:pt>
                <c:pt idx="1755">
                  <c:v>350.63028919999999</c:v>
                </c:pt>
                <c:pt idx="1756">
                  <c:v>350.7780889</c:v>
                </c:pt>
                <c:pt idx="1757">
                  <c:v>350.78787499999999</c:v>
                </c:pt>
                <c:pt idx="1758">
                  <c:v>350.91535979999998</c:v>
                </c:pt>
                <c:pt idx="1759">
                  <c:v>350.97295129999998</c:v>
                </c:pt>
                <c:pt idx="1760">
                  <c:v>351.63086550000003</c:v>
                </c:pt>
                <c:pt idx="1761">
                  <c:v>351.7736051</c:v>
                </c:pt>
                <c:pt idx="1762">
                  <c:v>351.84032120000001</c:v>
                </c:pt>
                <c:pt idx="1763">
                  <c:v>351.91282660000002</c:v>
                </c:pt>
                <c:pt idx="1764">
                  <c:v>351.96833229999999</c:v>
                </c:pt>
                <c:pt idx="1765">
                  <c:v>352.63571810000002</c:v>
                </c:pt>
                <c:pt idx="1766">
                  <c:v>352.78076520000002</c:v>
                </c:pt>
                <c:pt idx="1767">
                  <c:v>352.78394420000001</c:v>
                </c:pt>
                <c:pt idx="1768">
                  <c:v>352.91325840000002</c:v>
                </c:pt>
                <c:pt idx="1769">
                  <c:v>352.96958000000001</c:v>
                </c:pt>
                <c:pt idx="1770">
                  <c:v>353.64102179999998</c:v>
                </c:pt>
                <c:pt idx="1771">
                  <c:v>353.77770070000003</c:v>
                </c:pt>
                <c:pt idx="1772">
                  <c:v>353.78231820000002</c:v>
                </c:pt>
                <c:pt idx="1773">
                  <c:v>353.9112063</c:v>
                </c:pt>
                <c:pt idx="1774">
                  <c:v>353.96606389999999</c:v>
                </c:pt>
                <c:pt idx="1775">
                  <c:v>354.64278180000002</c:v>
                </c:pt>
                <c:pt idx="1776">
                  <c:v>354.77756840000001</c:v>
                </c:pt>
                <c:pt idx="1777">
                  <c:v>354.78440319999999</c:v>
                </c:pt>
                <c:pt idx="1778">
                  <c:v>354.90832949999998</c:v>
                </c:pt>
                <c:pt idx="1779">
                  <c:v>354.96623</c:v>
                </c:pt>
                <c:pt idx="1780">
                  <c:v>355.6441762</c:v>
                </c:pt>
                <c:pt idx="1781">
                  <c:v>355.77766650000001</c:v>
                </c:pt>
                <c:pt idx="1782">
                  <c:v>355.78407129999999</c:v>
                </c:pt>
                <c:pt idx="1783">
                  <c:v>355.90852460000002</c:v>
                </c:pt>
                <c:pt idx="1784">
                  <c:v>355.96614460000001</c:v>
                </c:pt>
                <c:pt idx="1785">
                  <c:v>356.6412995</c:v>
                </c:pt>
                <c:pt idx="1786">
                  <c:v>356.77633470000001</c:v>
                </c:pt>
                <c:pt idx="1787">
                  <c:v>356.78313989999998</c:v>
                </c:pt>
                <c:pt idx="1788">
                  <c:v>356.91137939999999</c:v>
                </c:pt>
                <c:pt idx="1789">
                  <c:v>356.96879510000002</c:v>
                </c:pt>
                <c:pt idx="1790">
                  <c:v>357.64548719999999</c:v>
                </c:pt>
                <c:pt idx="1791">
                  <c:v>357.77440489999998</c:v>
                </c:pt>
                <c:pt idx="1792">
                  <c:v>357.78800949999999</c:v>
                </c:pt>
                <c:pt idx="1793">
                  <c:v>357.9113183</c:v>
                </c:pt>
                <c:pt idx="1794">
                  <c:v>357.96834100000001</c:v>
                </c:pt>
                <c:pt idx="1795">
                  <c:v>358.6381844</c:v>
                </c:pt>
                <c:pt idx="1796">
                  <c:v>358.77167839999998</c:v>
                </c:pt>
                <c:pt idx="1797">
                  <c:v>358.78190970000003</c:v>
                </c:pt>
                <c:pt idx="1798">
                  <c:v>358.9091176</c:v>
                </c:pt>
                <c:pt idx="1799">
                  <c:v>358.96631380000002</c:v>
                </c:pt>
                <c:pt idx="1800">
                  <c:v>359.63986199999999</c:v>
                </c:pt>
                <c:pt idx="1801">
                  <c:v>359.77439850000002</c:v>
                </c:pt>
                <c:pt idx="1802">
                  <c:v>359.78428250000002</c:v>
                </c:pt>
                <c:pt idx="1803">
                  <c:v>359.91401780000001</c:v>
                </c:pt>
                <c:pt idx="1804">
                  <c:v>359.97380550000003</c:v>
                </c:pt>
                <c:pt idx="1805">
                  <c:v>360.64134999999999</c:v>
                </c:pt>
                <c:pt idx="1806">
                  <c:v>360.7741236</c:v>
                </c:pt>
                <c:pt idx="1807">
                  <c:v>360.78788100000003</c:v>
                </c:pt>
                <c:pt idx="1808">
                  <c:v>360.91657140000001</c:v>
                </c:pt>
                <c:pt idx="1809">
                  <c:v>360.96996769999998</c:v>
                </c:pt>
                <c:pt idx="1810">
                  <c:v>361.63838579999998</c:v>
                </c:pt>
                <c:pt idx="1811">
                  <c:v>361.77204619999998</c:v>
                </c:pt>
                <c:pt idx="1812">
                  <c:v>361.78253660000001</c:v>
                </c:pt>
                <c:pt idx="1813">
                  <c:v>361.9151713</c:v>
                </c:pt>
                <c:pt idx="1814">
                  <c:v>361.96791990000003</c:v>
                </c:pt>
                <c:pt idx="1815">
                  <c:v>362.6364562</c:v>
                </c:pt>
                <c:pt idx="1816">
                  <c:v>362.77563429999998</c:v>
                </c:pt>
                <c:pt idx="1817">
                  <c:v>362.78653530000003</c:v>
                </c:pt>
                <c:pt idx="1818">
                  <c:v>362.91433869999997</c:v>
                </c:pt>
                <c:pt idx="1819">
                  <c:v>362.97781190000001</c:v>
                </c:pt>
                <c:pt idx="1820">
                  <c:v>363.63836579999997</c:v>
                </c:pt>
                <c:pt idx="1821">
                  <c:v>363.77204999999998</c:v>
                </c:pt>
                <c:pt idx="1822">
                  <c:v>363.7872911</c:v>
                </c:pt>
                <c:pt idx="1823">
                  <c:v>363.91228719999998</c:v>
                </c:pt>
                <c:pt idx="1824">
                  <c:v>363.97476870000003</c:v>
                </c:pt>
                <c:pt idx="1825">
                  <c:v>364.638845</c:v>
                </c:pt>
                <c:pt idx="1826">
                  <c:v>364.77426860000003</c:v>
                </c:pt>
                <c:pt idx="1827">
                  <c:v>364.78735640000002</c:v>
                </c:pt>
                <c:pt idx="1828">
                  <c:v>364.9152929</c:v>
                </c:pt>
                <c:pt idx="1829">
                  <c:v>364.97217289999998</c:v>
                </c:pt>
                <c:pt idx="1830">
                  <c:v>365.64188799999999</c:v>
                </c:pt>
                <c:pt idx="1831">
                  <c:v>365.77495870000001</c:v>
                </c:pt>
                <c:pt idx="1832">
                  <c:v>365.78650770000002</c:v>
                </c:pt>
                <c:pt idx="1833">
                  <c:v>365.91013880000003</c:v>
                </c:pt>
                <c:pt idx="1834">
                  <c:v>365.9723568</c:v>
                </c:pt>
                <c:pt idx="1835">
                  <c:v>366.64198649999997</c:v>
                </c:pt>
                <c:pt idx="1836">
                  <c:v>366.77749290000003</c:v>
                </c:pt>
                <c:pt idx="1837">
                  <c:v>366.78456979999999</c:v>
                </c:pt>
                <c:pt idx="1838">
                  <c:v>366.91093480000001</c:v>
                </c:pt>
                <c:pt idx="1839">
                  <c:v>366.97319659999999</c:v>
                </c:pt>
                <c:pt idx="1840">
                  <c:v>367.64359930000001</c:v>
                </c:pt>
                <c:pt idx="1841">
                  <c:v>367.7806205</c:v>
                </c:pt>
                <c:pt idx="1842">
                  <c:v>367.78643870000002</c:v>
                </c:pt>
                <c:pt idx="1843">
                  <c:v>367.91666149999998</c:v>
                </c:pt>
                <c:pt idx="1844">
                  <c:v>367.9705007</c:v>
                </c:pt>
                <c:pt idx="1845">
                  <c:v>368.64445089999998</c:v>
                </c:pt>
                <c:pt idx="1846">
                  <c:v>368.77680600000002</c:v>
                </c:pt>
                <c:pt idx="1847">
                  <c:v>368.78463879999998</c:v>
                </c:pt>
                <c:pt idx="1848">
                  <c:v>368.9142885</c:v>
                </c:pt>
                <c:pt idx="1849">
                  <c:v>368.97621880000003</c:v>
                </c:pt>
                <c:pt idx="1850">
                  <c:v>369.6378886</c:v>
                </c:pt>
                <c:pt idx="1851">
                  <c:v>369.77307510000003</c:v>
                </c:pt>
                <c:pt idx="1852">
                  <c:v>369.78475889999999</c:v>
                </c:pt>
                <c:pt idx="1853">
                  <c:v>369.91140949999999</c:v>
                </c:pt>
                <c:pt idx="1854">
                  <c:v>370.00249700000001</c:v>
                </c:pt>
                <c:pt idx="1855">
                  <c:v>370.63433730000003</c:v>
                </c:pt>
                <c:pt idx="1856">
                  <c:v>370.77431139999999</c:v>
                </c:pt>
                <c:pt idx="1857">
                  <c:v>370.78178989999998</c:v>
                </c:pt>
                <c:pt idx="1858">
                  <c:v>370.91408860000001</c:v>
                </c:pt>
                <c:pt idx="1859">
                  <c:v>370.9796407</c:v>
                </c:pt>
                <c:pt idx="1860">
                  <c:v>371.6339825</c:v>
                </c:pt>
                <c:pt idx="1861">
                  <c:v>371.77553189999998</c:v>
                </c:pt>
                <c:pt idx="1862">
                  <c:v>371.7825148</c:v>
                </c:pt>
                <c:pt idx="1863">
                  <c:v>371.91087320000003</c:v>
                </c:pt>
                <c:pt idx="1864">
                  <c:v>371.98786819999998</c:v>
                </c:pt>
                <c:pt idx="1865">
                  <c:v>372.63495210000002</c:v>
                </c:pt>
                <c:pt idx="1866">
                  <c:v>372.77232550000002</c:v>
                </c:pt>
                <c:pt idx="1867">
                  <c:v>372.78206269999998</c:v>
                </c:pt>
                <c:pt idx="1868">
                  <c:v>372.9146533</c:v>
                </c:pt>
                <c:pt idx="1869">
                  <c:v>372.9731061</c:v>
                </c:pt>
                <c:pt idx="1870">
                  <c:v>373.77229599999998</c:v>
                </c:pt>
                <c:pt idx="1871">
                  <c:v>373.78461850000002</c:v>
                </c:pt>
                <c:pt idx="1872">
                  <c:v>373.91719699999999</c:v>
                </c:pt>
                <c:pt idx="1873">
                  <c:v>373.92565949999999</c:v>
                </c:pt>
                <c:pt idx="1874">
                  <c:v>373.96968040000002</c:v>
                </c:pt>
                <c:pt idx="1875">
                  <c:v>374.64756990000001</c:v>
                </c:pt>
                <c:pt idx="1876">
                  <c:v>374.78516660000003</c:v>
                </c:pt>
                <c:pt idx="1877">
                  <c:v>374.91623970000001</c:v>
                </c:pt>
                <c:pt idx="1878">
                  <c:v>374.97132570000002</c:v>
                </c:pt>
                <c:pt idx="1879">
                  <c:v>375.07453829999997</c:v>
                </c:pt>
                <c:pt idx="1880">
                  <c:v>375.6301459</c:v>
                </c:pt>
                <c:pt idx="1881">
                  <c:v>375.77235430000002</c:v>
                </c:pt>
                <c:pt idx="1882">
                  <c:v>375.79167230000002</c:v>
                </c:pt>
                <c:pt idx="1883">
                  <c:v>375.91090059999999</c:v>
                </c:pt>
                <c:pt idx="1884">
                  <c:v>375.97066580000001</c:v>
                </c:pt>
                <c:pt idx="1885">
                  <c:v>376.63635060000001</c:v>
                </c:pt>
                <c:pt idx="1886">
                  <c:v>376.77495750000003</c:v>
                </c:pt>
                <c:pt idx="1887">
                  <c:v>376.78765659999999</c:v>
                </c:pt>
                <c:pt idx="1888">
                  <c:v>376.91789940000001</c:v>
                </c:pt>
                <c:pt idx="1889">
                  <c:v>376.96751460000002</c:v>
                </c:pt>
                <c:pt idx="1890">
                  <c:v>377.633286</c:v>
                </c:pt>
                <c:pt idx="1891">
                  <c:v>377.77276339999997</c:v>
                </c:pt>
                <c:pt idx="1892">
                  <c:v>377.78710560000002</c:v>
                </c:pt>
                <c:pt idx="1893">
                  <c:v>377.91214830000001</c:v>
                </c:pt>
                <c:pt idx="1894">
                  <c:v>377.96573280000001</c:v>
                </c:pt>
                <c:pt idx="1895">
                  <c:v>378.63304890000001</c:v>
                </c:pt>
                <c:pt idx="1896">
                  <c:v>378.7773176</c:v>
                </c:pt>
                <c:pt idx="1897">
                  <c:v>378.78695720000002</c:v>
                </c:pt>
                <c:pt idx="1898">
                  <c:v>378.90866999999997</c:v>
                </c:pt>
                <c:pt idx="1899">
                  <c:v>378.96589299999999</c:v>
                </c:pt>
                <c:pt idx="1900">
                  <c:v>379.63550670000001</c:v>
                </c:pt>
                <c:pt idx="1901">
                  <c:v>379.77793839999998</c:v>
                </c:pt>
                <c:pt idx="1902">
                  <c:v>379.78520020000002</c:v>
                </c:pt>
                <c:pt idx="1903">
                  <c:v>379.90958890000002</c:v>
                </c:pt>
                <c:pt idx="1904">
                  <c:v>379.9660164</c:v>
                </c:pt>
                <c:pt idx="1905">
                  <c:v>380.63372909999998</c:v>
                </c:pt>
                <c:pt idx="1906">
                  <c:v>380.77805560000002</c:v>
                </c:pt>
                <c:pt idx="1907">
                  <c:v>380.78455969999999</c:v>
                </c:pt>
                <c:pt idx="1908">
                  <c:v>380.9114811</c:v>
                </c:pt>
                <c:pt idx="1909">
                  <c:v>380.97098729999999</c:v>
                </c:pt>
                <c:pt idx="1910">
                  <c:v>381.63043320000003</c:v>
                </c:pt>
                <c:pt idx="1911">
                  <c:v>381.77961970000001</c:v>
                </c:pt>
                <c:pt idx="1912">
                  <c:v>381.784807</c:v>
                </c:pt>
                <c:pt idx="1913">
                  <c:v>381.90684160000001</c:v>
                </c:pt>
                <c:pt idx="1914">
                  <c:v>381.96685059999999</c:v>
                </c:pt>
                <c:pt idx="1915">
                  <c:v>382.63262470000001</c:v>
                </c:pt>
                <c:pt idx="1916">
                  <c:v>382.77566419999999</c:v>
                </c:pt>
                <c:pt idx="1917">
                  <c:v>382.78239200000002</c:v>
                </c:pt>
                <c:pt idx="1918">
                  <c:v>382.91231240000002</c:v>
                </c:pt>
                <c:pt idx="1919">
                  <c:v>382.97160539999999</c:v>
                </c:pt>
                <c:pt idx="1920">
                  <c:v>383.63251439999999</c:v>
                </c:pt>
                <c:pt idx="1921">
                  <c:v>383.7748818</c:v>
                </c:pt>
                <c:pt idx="1922">
                  <c:v>383.78210300000001</c:v>
                </c:pt>
                <c:pt idx="1923">
                  <c:v>383.91129590000003</c:v>
                </c:pt>
                <c:pt idx="1924">
                  <c:v>383.97110509999999</c:v>
                </c:pt>
                <c:pt idx="1925">
                  <c:v>384.63301410000003</c:v>
                </c:pt>
                <c:pt idx="1926">
                  <c:v>384.77534370000001</c:v>
                </c:pt>
                <c:pt idx="1927">
                  <c:v>384.78224460000001</c:v>
                </c:pt>
                <c:pt idx="1928">
                  <c:v>384.92236500000001</c:v>
                </c:pt>
                <c:pt idx="1929">
                  <c:v>384.97104300000001</c:v>
                </c:pt>
                <c:pt idx="1930">
                  <c:v>385.63058580000001</c:v>
                </c:pt>
                <c:pt idx="1931">
                  <c:v>385.77222319999998</c:v>
                </c:pt>
                <c:pt idx="1932">
                  <c:v>385.78203689999998</c:v>
                </c:pt>
                <c:pt idx="1933">
                  <c:v>385.92456140000002</c:v>
                </c:pt>
                <c:pt idx="1934">
                  <c:v>385.96886219999999</c:v>
                </c:pt>
                <c:pt idx="1935">
                  <c:v>386.63113609999999</c:v>
                </c:pt>
                <c:pt idx="1936">
                  <c:v>386.77222560000001</c:v>
                </c:pt>
                <c:pt idx="1937">
                  <c:v>386.78239070000001</c:v>
                </c:pt>
                <c:pt idx="1938">
                  <c:v>386.9132353</c:v>
                </c:pt>
                <c:pt idx="1939">
                  <c:v>386.96599579999997</c:v>
                </c:pt>
                <c:pt idx="1940">
                  <c:v>387.62999769999999</c:v>
                </c:pt>
                <c:pt idx="1941">
                  <c:v>387.77232040000001</c:v>
                </c:pt>
                <c:pt idx="1942">
                  <c:v>387.78576070000003</c:v>
                </c:pt>
                <c:pt idx="1943">
                  <c:v>387.91179940000001</c:v>
                </c:pt>
                <c:pt idx="1944">
                  <c:v>387.96819449999998</c:v>
                </c:pt>
                <c:pt idx="1945">
                  <c:v>388.63260919999999</c:v>
                </c:pt>
                <c:pt idx="1946">
                  <c:v>388.77135120000003</c:v>
                </c:pt>
                <c:pt idx="1947">
                  <c:v>388.78274379999999</c:v>
                </c:pt>
                <c:pt idx="1948">
                  <c:v>388.90939379999998</c:v>
                </c:pt>
                <c:pt idx="1949">
                  <c:v>388.96822739999999</c:v>
                </c:pt>
                <c:pt idx="1950">
                  <c:v>389.63581699999997</c:v>
                </c:pt>
                <c:pt idx="1951">
                  <c:v>389.77471659999998</c:v>
                </c:pt>
                <c:pt idx="1952">
                  <c:v>389.78755100000001</c:v>
                </c:pt>
                <c:pt idx="1953">
                  <c:v>389.90909909999999</c:v>
                </c:pt>
                <c:pt idx="1954">
                  <c:v>389.96723609999998</c:v>
                </c:pt>
                <c:pt idx="1955">
                  <c:v>390.64042660000001</c:v>
                </c:pt>
                <c:pt idx="1956">
                  <c:v>390.77809639999998</c:v>
                </c:pt>
                <c:pt idx="1957">
                  <c:v>390.78218409999999</c:v>
                </c:pt>
                <c:pt idx="1958">
                  <c:v>390.90844199999998</c:v>
                </c:pt>
                <c:pt idx="1959">
                  <c:v>390.9661299</c:v>
                </c:pt>
                <c:pt idx="1960">
                  <c:v>391.64340549999997</c:v>
                </c:pt>
                <c:pt idx="1961">
                  <c:v>391.77491229999998</c:v>
                </c:pt>
                <c:pt idx="1962">
                  <c:v>391.78542520000002</c:v>
                </c:pt>
                <c:pt idx="1963">
                  <c:v>391.90721760000002</c:v>
                </c:pt>
                <c:pt idx="1964">
                  <c:v>391.96605970000002</c:v>
                </c:pt>
                <c:pt idx="1965">
                  <c:v>392.6404867</c:v>
                </c:pt>
                <c:pt idx="1966">
                  <c:v>392.7777547</c:v>
                </c:pt>
                <c:pt idx="1967">
                  <c:v>392.78280990000002</c:v>
                </c:pt>
                <c:pt idx="1968">
                  <c:v>392.90689830000002</c:v>
                </c:pt>
                <c:pt idx="1969">
                  <c:v>392.98300710000001</c:v>
                </c:pt>
                <c:pt idx="1970">
                  <c:v>393.64246029999998</c:v>
                </c:pt>
                <c:pt idx="1971">
                  <c:v>393.77663410000002</c:v>
                </c:pt>
                <c:pt idx="1972">
                  <c:v>393.78251710000001</c:v>
                </c:pt>
                <c:pt idx="1973">
                  <c:v>393.96797170000002</c:v>
                </c:pt>
                <c:pt idx="1974">
                  <c:v>394.20543939999999</c:v>
                </c:pt>
                <c:pt idx="1975">
                  <c:v>394.63988699999999</c:v>
                </c:pt>
                <c:pt idx="1976">
                  <c:v>394.77809150000002</c:v>
                </c:pt>
                <c:pt idx="1977">
                  <c:v>394.78246760000002</c:v>
                </c:pt>
                <c:pt idx="1978">
                  <c:v>394.90364629999999</c:v>
                </c:pt>
                <c:pt idx="1979">
                  <c:v>394.97339940000001</c:v>
                </c:pt>
                <c:pt idx="1980">
                  <c:v>395.64057860000003</c:v>
                </c:pt>
                <c:pt idx="1981">
                  <c:v>395.77443040000003</c:v>
                </c:pt>
                <c:pt idx="1982">
                  <c:v>395.78263939999999</c:v>
                </c:pt>
                <c:pt idx="1983">
                  <c:v>395.90465440000003</c:v>
                </c:pt>
                <c:pt idx="1984">
                  <c:v>395.97789560000001</c:v>
                </c:pt>
                <c:pt idx="1985">
                  <c:v>396.6389959</c:v>
                </c:pt>
                <c:pt idx="1986">
                  <c:v>396.7787366</c:v>
                </c:pt>
                <c:pt idx="1987">
                  <c:v>396.788116</c:v>
                </c:pt>
                <c:pt idx="1988">
                  <c:v>396.90773189999999</c:v>
                </c:pt>
                <c:pt idx="1989">
                  <c:v>396.97165799999999</c:v>
                </c:pt>
                <c:pt idx="1990">
                  <c:v>397.63074599999999</c:v>
                </c:pt>
                <c:pt idx="1991">
                  <c:v>397.77714839999999</c:v>
                </c:pt>
                <c:pt idx="1992">
                  <c:v>397.78783559999999</c:v>
                </c:pt>
                <c:pt idx="1993">
                  <c:v>397.9079668</c:v>
                </c:pt>
                <c:pt idx="1994">
                  <c:v>397.96771819999998</c:v>
                </c:pt>
                <c:pt idx="1995">
                  <c:v>398.63938259999998</c:v>
                </c:pt>
                <c:pt idx="1996">
                  <c:v>398.77168219999999</c:v>
                </c:pt>
                <c:pt idx="1997">
                  <c:v>398.78381760000002</c:v>
                </c:pt>
                <c:pt idx="1998">
                  <c:v>398.90824309999999</c:v>
                </c:pt>
                <c:pt idx="1999">
                  <c:v>398.96887090000001</c:v>
                </c:pt>
                <c:pt idx="2000">
                  <c:v>399.63060940000003</c:v>
                </c:pt>
                <c:pt idx="2001">
                  <c:v>399.7751288</c:v>
                </c:pt>
                <c:pt idx="2002">
                  <c:v>399.7846945</c:v>
                </c:pt>
                <c:pt idx="2003">
                  <c:v>399.90773990000002</c:v>
                </c:pt>
                <c:pt idx="2004">
                  <c:v>399.97012560000002</c:v>
                </c:pt>
                <c:pt idx="2005">
                  <c:v>400.63978900000001</c:v>
                </c:pt>
                <c:pt idx="2006">
                  <c:v>400.77435630000002</c:v>
                </c:pt>
                <c:pt idx="2007">
                  <c:v>400.79004329999998</c:v>
                </c:pt>
                <c:pt idx="2008">
                  <c:v>400.90816219999999</c:v>
                </c:pt>
                <c:pt idx="2009">
                  <c:v>400.96580970000002</c:v>
                </c:pt>
                <c:pt idx="2010">
                  <c:v>401.63836500000002</c:v>
                </c:pt>
                <c:pt idx="2011">
                  <c:v>401.77403889999999</c:v>
                </c:pt>
                <c:pt idx="2012">
                  <c:v>401.78630190000001</c:v>
                </c:pt>
                <c:pt idx="2013">
                  <c:v>401.90371320000003</c:v>
                </c:pt>
                <c:pt idx="2014">
                  <c:v>401.96585140000002</c:v>
                </c:pt>
                <c:pt idx="2015">
                  <c:v>402.64584610000003</c:v>
                </c:pt>
                <c:pt idx="2016">
                  <c:v>402.7778174</c:v>
                </c:pt>
                <c:pt idx="2017">
                  <c:v>402.78815040000001</c:v>
                </c:pt>
                <c:pt idx="2018">
                  <c:v>402.90378279999999</c:v>
                </c:pt>
                <c:pt idx="2019">
                  <c:v>402.96610509999999</c:v>
                </c:pt>
                <c:pt idx="2020">
                  <c:v>403.64257850000001</c:v>
                </c:pt>
                <c:pt idx="2021">
                  <c:v>403.77332089999999</c:v>
                </c:pt>
                <c:pt idx="2022">
                  <c:v>403.78479340000001</c:v>
                </c:pt>
                <c:pt idx="2023">
                  <c:v>403.90249940000001</c:v>
                </c:pt>
                <c:pt idx="2024">
                  <c:v>403.96565629999998</c:v>
                </c:pt>
                <c:pt idx="2025">
                  <c:v>404.64507129999998</c:v>
                </c:pt>
                <c:pt idx="2026">
                  <c:v>404.77435980000001</c:v>
                </c:pt>
                <c:pt idx="2027">
                  <c:v>404.78320789999998</c:v>
                </c:pt>
                <c:pt idx="2028">
                  <c:v>404.90278840000002</c:v>
                </c:pt>
                <c:pt idx="2029">
                  <c:v>404.96826299999998</c:v>
                </c:pt>
                <c:pt idx="2030">
                  <c:v>405.64157110000002</c:v>
                </c:pt>
                <c:pt idx="2031">
                  <c:v>405.77440230000002</c:v>
                </c:pt>
                <c:pt idx="2032">
                  <c:v>405.78193959999999</c:v>
                </c:pt>
                <c:pt idx="2033">
                  <c:v>405.90539180000002</c:v>
                </c:pt>
                <c:pt idx="2034">
                  <c:v>405.9678409</c:v>
                </c:pt>
                <c:pt idx="2035">
                  <c:v>406.64167579999997</c:v>
                </c:pt>
                <c:pt idx="2036">
                  <c:v>406.77216320000002</c:v>
                </c:pt>
                <c:pt idx="2037">
                  <c:v>406.78233160000002</c:v>
                </c:pt>
                <c:pt idx="2038">
                  <c:v>406.90248270000001</c:v>
                </c:pt>
                <c:pt idx="2039">
                  <c:v>406.97165810000001</c:v>
                </c:pt>
                <c:pt idx="2040">
                  <c:v>407.64032559999998</c:v>
                </c:pt>
                <c:pt idx="2041">
                  <c:v>407.77708180000002</c:v>
                </c:pt>
                <c:pt idx="2042">
                  <c:v>407.78380709999999</c:v>
                </c:pt>
                <c:pt idx="2043">
                  <c:v>407.90415380000002</c:v>
                </c:pt>
                <c:pt idx="2044">
                  <c:v>407.97202490000001</c:v>
                </c:pt>
                <c:pt idx="2045">
                  <c:v>408.63614369999999</c:v>
                </c:pt>
                <c:pt idx="2046">
                  <c:v>408.77197380000001</c:v>
                </c:pt>
                <c:pt idx="2047">
                  <c:v>408.78256479999999</c:v>
                </c:pt>
                <c:pt idx="2048">
                  <c:v>408.9042518</c:v>
                </c:pt>
                <c:pt idx="2049">
                  <c:v>408.97179729999999</c:v>
                </c:pt>
                <c:pt idx="2050">
                  <c:v>409.63933969999999</c:v>
                </c:pt>
                <c:pt idx="2051">
                  <c:v>409.77239400000002</c:v>
                </c:pt>
                <c:pt idx="2052">
                  <c:v>409.7854203</c:v>
                </c:pt>
                <c:pt idx="2053">
                  <c:v>409.90417079999997</c:v>
                </c:pt>
                <c:pt idx="2054">
                  <c:v>409.97264530000001</c:v>
                </c:pt>
                <c:pt idx="2055">
                  <c:v>410.63694400000003</c:v>
                </c:pt>
                <c:pt idx="2056">
                  <c:v>410.77754979999997</c:v>
                </c:pt>
                <c:pt idx="2057">
                  <c:v>410.79035420000002</c:v>
                </c:pt>
                <c:pt idx="2058">
                  <c:v>410.91071520000003</c:v>
                </c:pt>
                <c:pt idx="2059">
                  <c:v>410.9656286</c:v>
                </c:pt>
                <c:pt idx="2060">
                  <c:v>411.64154029999997</c:v>
                </c:pt>
                <c:pt idx="2061">
                  <c:v>411.77349950000001</c:v>
                </c:pt>
                <c:pt idx="2062">
                  <c:v>411.78716980000002</c:v>
                </c:pt>
                <c:pt idx="2063">
                  <c:v>411.90672360000002</c:v>
                </c:pt>
                <c:pt idx="2064">
                  <c:v>411.97744089999998</c:v>
                </c:pt>
                <c:pt idx="2065">
                  <c:v>412.63919279999999</c:v>
                </c:pt>
                <c:pt idx="2066">
                  <c:v>412.77966930000002</c:v>
                </c:pt>
                <c:pt idx="2067">
                  <c:v>412.78851229999998</c:v>
                </c:pt>
                <c:pt idx="2068">
                  <c:v>412.90247310000001</c:v>
                </c:pt>
                <c:pt idx="2069">
                  <c:v>413.01833900000003</c:v>
                </c:pt>
                <c:pt idx="2070">
                  <c:v>413.63994869999999</c:v>
                </c:pt>
                <c:pt idx="2071">
                  <c:v>413.77468090000002</c:v>
                </c:pt>
                <c:pt idx="2072">
                  <c:v>413.78572709999997</c:v>
                </c:pt>
                <c:pt idx="2073">
                  <c:v>413.90565989999999</c:v>
                </c:pt>
                <c:pt idx="2074">
                  <c:v>413.96615960000003</c:v>
                </c:pt>
                <c:pt idx="2075">
                  <c:v>414.6355724</c:v>
                </c:pt>
                <c:pt idx="2076">
                  <c:v>414.77806279999999</c:v>
                </c:pt>
                <c:pt idx="2077">
                  <c:v>414.78268600000001</c:v>
                </c:pt>
                <c:pt idx="2078">
                  <c:v>414.90437279999998</c:v>
                </c:pt>
                <c:pt idx="2079">
                  <c:v>414.96561430000003</c:v>
                </c:pt>
                <c:pt idx="2080">
                  <c:v>415.64415760000003</c:v>
                </c:pt>
                <c:pt idx="2081">
                  <c:v>415.77464709999998</c:v>
                </c:pt>
                <c:pt idx="2082">
                  <c:v>415.78750300000002</c:v>
                </c:pt>
                <c:pt idx="2083">
                  <c:v>415.9048138</c:v>
                </c:pt>
                <c:pt idx="2084">
                  <c:v>415.96742890000002</c:v>
                </c:pt>
                <c:pt idx="2085">
                  <c:v>416.640647</c:v>
                </c:pt>
                <c:pt idx="2086">
                  <c:v>416.77462939999998</c:v>
                </c:pt>
                <c:pt idx="2087">
                  <c:v>416.78624430000002</c:v>
                </c:pt>
                <c:pt idx="2088">
                  <c:v>416.90253139999999</c:v>
                </c:pt>
                <c:pt idx="2089">
                  <c:v>416.9722031</c:v>
                </c:pt>
                <c:pt idx="2090">
                  <c:v>417.63811850000002</c:v>
                </c:pt>
                <c:pt idx="2091">
                  <c:v>417.77238899999998</c:v>
                </c:pt>
                <c:pt idx="2092">
                  <c:v>417.78229649999997</c:v>
                </c:pt>
                <c:pt idx="2093">
                  <c:v>417.90210930000001</c:v>
                </c:pt>
                <c:pt idx="2094">
                  <c:v>417.96956419999998</c:v>
                </c:pt>
                <c:pt idx="2095">
                  <c:v>418.64340040000002</c:v>
                </c:pt>
                <c:pt idx="2096">
                  <c:v>418.77253189999999</c:v>
                </c:pt>
                <c:pt idx="2097">
                  <c:v>418.78218709999999</c:v>
                </c:pt>
                <c:pt idx="2098">
                  <c:v>418.90217769999998</c:v>
                </c:pt>
                <c:pt idx="2099">
                  <c:v>418.97176630000001</c:v>
                </c:pt>
                <c:pt idx="2100">
                  <c:v>419.64091259999998</c:v>
                </c:pt>
                <c:pt idx="2101">
                  <c:v>419.77231599999999</c:v>
                </c:pt>
                <c:pt idx="2102">
                  <c:v>419.78753160000002</c:v>
                </c:pt>
                <c:pt idx="2103">
                  <c:v>419.90509830000002</c:v>
                </c:pt>
                <c:pt idx="2104">
                  <c:v>419.96739459999998</c:v>
                </c:pt>
                <c:pt idx="2105">
                  <c:v>420.64185409999999</c:v>
                </c:pt>
                <c:pt idx="2106">
                  <c:v>420.77238929999999</c:v>
                </c:pt>
                <c:pt idx="2107">
                  <c:v>420.78272900000002</c:v>
                </c:pt>
                <c:pt idx="2108">
                  <c:v>420.90972399999998</c:v>
                </c:pt>
                <c:pt idx="2109">
                  <c:v>420.97100449999999</c:v>
                </c:pt>
                <c:pt idx="2110">
                  <c:v>421.63863149999997</c:v>
                </c:pt>
                <c:pt idx="2111">
                  <c:v>421.77481699999998</c:v>
                </c:pt>
                <c:pt idx="2112">
                  <c:v>421.78768869999999</c:v>
                </c:pt>
                <c:pt idx="2113">
                  <c:v>421.9104772</c:v>
                </c:pt>
                <c:pt idx="2114">
                  <c:v>421.96846929999998</c:v>
                </c:pt>
                <c:pt idx="2115">
                  <c:v>422.63331799999997</c:v>
                </c:pt>
                <c:pt idx="2116">
                  <c:v>422.77518370000001</c:v>
                </c:pt>
                <c:pt idx="2117">
                  <c:v>422.78731069999998</c:v>
                </c:pt>
                <c:pt idx="2118">
                  <c:v>422.90827880000001</c:v>
                </c:pt>
                <c:pt idx="2119">
                  <c:v>422.96609979999999</c:v>
                </c:pt>
                <c:pt idx="2120">
                  <c:v>423.63551430000001</c:v>
                </c:pt>
                <c:pt idx="2121">
                  <c:v>423.77317749999997</c:v>
                </c:pt>
                <c:pt idx="2122">
                  <c:v>423.7875899</c:v>
                </c:pt>
                <c:pt idx="2123">
                  <c:v>423.90776890000001</c:v>
                </c:pt>
                <c:pt idx="2124">
                  <c:v>423.96806550000002</c:v>
                </c:pt>
                <c:pt idx="2125">
                  <c:v>424.63904480000002</c:v>
                </c:pt>
                <c:pt idx="2126">
                  <c:v>424.77781190000002</c:v>
                </c:pt>
                <c:pt idx="2127">
                  <c:v>424.78438790000001</c:v>
                </c:pt>
                <c:pt idx="2128">
                  <c:v>424.90709459999999</c:v>
                </c:pt>
                <c:pt idx="2129">
                  <c:v>424.9655611</c:v>
                </c:pt>
                <c:pt idx="2130">
                  <c:v>425.63741809999999</c:v>
                </c:pt>
                <c:pt idx="2131">
                  <c:v>425.77747929999998</c:v>
                </c:pt>
                <c:pt idx="2132">
                  <c:v>425.78451919999998</c:v>
                </c:pt>
                <c:pt idx="2133">
                  <c:v>425.9075861</c:v>
                </c:pt>
                <c:pt idx="2134">
                  <c:v>425.96606759999997</c:v>
                </c:pt>
                <c:pt idx="2135">
                  <c:v>426.6446449</c:v>
                </c:pt>
                <c:pt idx="2136">
                  <c:v>426.78071920000002</c:v>
                </c:pt>
                <c:pt idx="2137">
                  <c:v>426.78528599999999</c:v>
                </c:pt>
                <c:pt idx="2138">
                  <c:v>426.90786229999998</c:v>
                </c:pt>
                <c:pt idx="2139">
                  <c:v>426.96873429999999</c:v>
                </c:pt>
                <c:pt idx="2140">
                  <c:v>427.64097529999998</c:v>
                </c:pt>
                <c:pt idx="2141">
                  <c:v>427.77190580000001</c:v>
                </c:pt>
                <c:pt idx="2142">
                  <c:v>427.78253419999999</c:v>
                </c:pt>
                <c:pt idx="2143">
                  <c:v>427.90539860000001</c:v>
                </c:pt>
                <c:pt idx="2144">
                  <c:v>427.96613760000002</c:v>
                </c:pt>
                <c:pt idx="2145">
                  <c:v>428.64357910000001</c:v>
                </c:pt>
                <c:pt idx="2146">
                  <c:v>428.7745693</c:v>
                </c:pt>
                <c:pt idx="2147">
                  <c:v>428.78212830000001</c:v>
                </c:pt>
                <c:pt idx="2148">
                  <c:v>428.91544759999999</c:v>
                </c:pt>
                <c:pt idx="2149">
                  <c:v>428.97326850000002</c:v>
                </c:pt>
                <c:pt idx="2150">
                  <c:v>429.64028539999998</c:v>
                </c:pt>
                <c:pt idx="2151">
                  <c:v>429.77524399999999</c:v>
                </c:pt>
                <c:pt idx="2152">
                  <c:v>429.90470829999998</c:v>
                </c:pt>
                <c:pt idx="2153">
                  <c:v>429.9693456</c:v>
                </c:pt>
                <c:pt idx="2154">
                  <c:v>430.0976076</c:v>
                </c:pt>
                <c:pt idx="2155">
                  <c:v>430.63910729999998</c:v>
                </c:pt>
                <c:pt idx="2156">
                  <c:v>430.77213690000002</c:v>
                </c:pt>
                <c:pt idx="2157">
                  <c:v>430.7827691</c:v>
                </c:pt>
                <c:pt idx="2158">
                  <c:v>430.90204110000002</c:v>
                </c:pt>
                <c:pt idx="2159">
                  <c:v>430.9684555</c:v>
                </c:pt>
                <c:pt idx="2160">
                  <c:v>431.64100400000001</c:v>
                </c:pt>
                <c:pt idx="2161">
                  <c:v>431.77486340000002</c:v>
                </c:pt>
                <c:pt idx="2162">
                  <c:v>431.7872648</c:v>
                </c:pt>
                <c:pt idx="2163">
                  <c:v>431.90523910000002</c:v>
                </c:pt>
                <c:pt idx="2164">
                  <c:v>431.96821540000002</c:v>
                </c:pt>
                <c:pt idx="2165">
                  <c:v>432.63494739999999</c:v>
                </c:pt>
                <c:pt idx="2166">
                  <c:v>432.77212989999998</c:v>
                </c:pt>
                <c:pt idx="2167">
                  <c:v>432.78239380000002</c:v>
                </c:pt>
                <c:pt idx="2168">
                  <c:v>432.90262250000001</c:v>
                </c:pt>
                <c:pt idx="2169">
                  <c:v>432.96617529999997</c:v>
                </c:pt>
                <c:pt idx="2170">
                  <c:v>433.63801810000001</c:v>
                </c:pt>
                <c:pt idx="2171">
                  <c:v>433.77223279999998</c:v>
                </c:pt>
                <c:pt idx="2172">
                  <c:v>433.78752359999999</c:v>
                </c:pt>
                <c:pt idx="2173">
                  <c:v>433.9024445</c:v>
                </c:pt>
                <c:pt idx="2174">
                  <c:v>433.9866159</c:v>
                </c:pt>
                <c:pt idx="2175">
                  <c:v>434.64063390000001</c:v>
                </c:pt>
                <c:pt idx="2176">
                  <c:v>434.7792571</c:v>
                </c:pt>
                <c:pt idx="2177">
                  <c:v>434.78442969999998</c:v>
                </c:pt>
                <c:pt idx="2178">
                  <c:v>434.90463310000001</c:v>
                </c:pt>
                <c:pt idx="2179">
                  <c:v>434.97499429999999</c:v>
                </c:pt>
                <c:pt idx="2180">
                  <c:v>435.63872450000002</c:v>
                </c:pt>
                <c:pt idx="2181">
                  <c:v>435.77371909999999</c:v>
                </c:pt>
                <c:pt idx="2182">
                  <c:v>435.78488370000002</c:v>
                </c:pt>
                <c:pt idx="2183">
                  <c:v>435.90479329999999</c:v>
                </c:pt>
                <c:pt idx="2184">
                  <c:v>435.9660111</c:v>
                </c:pt>
                <c:pt idx="2185">
                  <c:v>436.64256970000002</c:v>
                </c:pt>
                <c:pt idx="2186">
                  <c:v>436.77300050000002</c:v>
                </c:pt>
                <c:pt idx="2187">
                  <c:v>436.78472799999997</c:v>
                </c:pt>
                <c:pt idx="2188">
                  <c:v>436.90653730000002</c:v>
                </c:pt>
                <c:pt idx="2189">
                  <c:v>436.96665719999999</c:v>
                </c:pt>
                <c:pt idx="2190">
                  <c:v>437.64117659999999</c:v>
                </c:pt>
                <c:pt idx="2191">
                  <c:v>437.77790210000001</c:v>
                </c:pt>
                <c:pt idx="2192">
                  <c:v>437.78608969999999</c:v>
                </c:pt>
                <c:pt idx="2193">
                  <c:v>437.91103820000001</c:v>
                </c:pt>
                <c:pt idx="2194">
                  <c:v>437.96942739999997</c:v>
                </c:pt>
                <c:pt idx="2195">
                  <c:v>438.64266689999999</c:v>
                </c:pt>
                <c:pt idx="2196">
                  <c:v>438.77609630000001</c:v>
                </c:pt>
                <c:pt idx="2197">
                  <c:v>438.7821414</c:v>
                </c:pt>
                <c:pt idx="2198">
                  <c:v>438.907938</c:v>
                </c:pt>
                <c:pt idx="2199">
                  <c:v>438.96850949999998</c:v>
                </c:pt>
                <c:pt idx="2200">
                  <c:v>439.64578369999998</c:v>
                </c:pt>
                <c:pt idx="2201">
                  <c:v>439.77255980000001</c:v>
                </c:pt>
                <c:pt idx="2202">
                  <c:v>439.78202900000002</c:v>
                </c:pt>
                <c:pt idx="2203">
                  <c:v>439.90290659999999</c:v>
                </c:pt>
                <c:pt idx="2204">
                  <c:v>439.97116729999999</c:v>
                </c:pt>
                <c:pt idx="2205">
                  <c:v>440.67569420000001</c:v>
                </c:pt>
                <c:pt idx="2206">
                  <c:v>440.78647039999998</c:v>
                </c:pt>
                <c:pt idx="2207">
                  <c:v>440.79202120000002</c:v>
                </c:pt>
                <c:pt idx="2208">
                  <c:v>440.90492030000001</c:v>
                </c:pt>
                <c:pt idx="2209">
                  <c:v>440.96984209999999</c:v>
                </c:pt>
                <c:pt idx="2210">
                  <c:v>441.63732240000002</c:v>
                </c:pt>
                <c:pt idx="2211">
                  <c:v>441.79186129999999</c:v>
                </c:pt>
                <c:pt idx="2212">
                  <c:v>441.80838720000003</c:v>
                </c:pt>
                <c:pt idx="2213">
                  <c:v>441.90481190000003</c:v>
                </c:pt>
                <c:pt idx="2214">
                  <c:v>441.96848089999997</c:v>
                </c:pt>
                <c:pt idx="2215">
                  <c:v>442.63694600000002</c:v>
                </c:pt>
                <c:pt idx="2216">
                  <c:v>442.77389040000003</c:v>
                </c:pt>
                <c:pt idx="2217">
                  <c:v>442.78929599999998</c:v>
                </c:pt>
                <c:pt idx="2218">
                  <c:v>442.9023535</c:v>
                </c:pt>
                <c:pt idx="2219">
                  <c:v>442.96878370000002</c:v>
                </c:pt>
                <c:pt idx="2220">
                  <c:v>443.63692079999998</c:v>
                </c:pt>
                <c:pt idx="2221">
                  <c:v>443.77658700000001</c:v>
                </c:pt>
                <c:pt idx="2222">
                  <c:v>443.79648470000001</c:v>
                </c:pt>
                <c:pt idx="2223">
                  <c:v>443.90235080000002</c:v>
                </c:pt>
                <c:pt idx="2224">
                  <c:v>443.96809009999998</c:v>
                </c:pt>
                <c:pt idx="2225">
                  <c:v>444.63082689999999</c:v>
                </c:pt>
                <c:pt idx="2226">
                  <c:v>444.7726098</c:v>
                </c:pt>
                <c:pt idx="2227">
                  <c:v>444.79449160000001</c:v>
                </c:pt>
                <c:pt idx="2228">
                  <c:v>444.90232159999999</c:v>
                </c:pt>
                <c:pt idx="2229">
                  <c:v>444.96600610000002</c:v>
                </c:pt>
                <c:pt idx="2230">
                  <c:v>445.63089889999998</c:v>
                </c:pt>
                <c:pt idx="2231">
                  <c:v>445.77213669999998</c:v>
                </c:pt>
                <c:pt idx="2232">
                  <c:v>445.78723919999999</c:v>
                </c:pt>
                <c:pt idx="2233">
                  <c:v>445.90259320000001</c:v>
                </c:pt>
                <c:pt idx="2234">
                  <c:v>445.96613480000002</c:v>
                </c:pt>
                <c:pt idx="2235">
                  <c:v>446.64111279999997</c:v>
                </c:pt>
                <c:pt idx="2236">
                  <c:v>446.77614979999998</c:v>
                </c:pt>
                <c:pt idx="2237">
                  <c:v>446.7921</c:v>
                </c:pt>
                <c:pt idx="2238">
                  <c:v>446.9071849</c:v>
                </c:pt>
                <c:pt idx="2239">
                  <c:v>446.96617029999999</c:v>
                </c:pt>
                <c:pt idx="2240">
                  <c:v>447.63823819999999</c:v>
                </c:pt>
                <c:pt idx="2241">
                  <c:v>447.77459670000002</c:v>
                </c:pt>
                <c:pt idx="2242">
                  <c:v>447.79230760000002</c:v>
                </c:pt>
                <c:pt idx="2243">
                  <c:v>447.90305540000003</c:v>
                </c:pt>
                <c:pt idx="2244">
                  <c:v>447.9735809</c:v>
                </c:pt>
                <c:pt idx="2245">
                  <c:v>448.64448529999999</c:v>
                </c:pt>
                <c:pt idx="2246">
                  <c:v>448.77420710000001</c:v>
                </c:pt>
                <c:pt idx="2247">
                  <c:v>448.79023719999998</c:v>
                </c:pt>
                <c:pt idx="2248">
                  <c:v>448.90768329999997</c:v>
                </c:pt>
                <c:pt idx="2249">
                  <c:v>448.96850269999999</c:v>
                </c:pt>
                <c:pt idx="2250">
                  <c:v>449.63995299999999</c:v>
                </c:pt>
                <c:pt idx="2251">
                  <c:v>449.7802102</c:v>
                </c:pt>
                <c:pt idx="2252">
                  <c:v>449.79079309999997</c:v>
                </c:pt>
                <c:pt idx="2253">
                  <c:v>449.90658289999999</c:v>
                </c:pt>
                <c:pt idx="2254">
                  <c:v>449.97291560000002</c:v>
                </c:pt>
                <c:pt idx="2255">
                  <c:v>450.64208639999998</c:v>
                </c:pt>
                <c:pt idx="2256">
                  <c:v>450.77250600000002</c:v>
                </c:pt>
                <c:pt idx="2257">
                  <c:v>450.7870451</c:v>
                </c:pt>
                <c:pt idx="2258">
                  <c:v>450.90523539999998</c:v>
                </c:pt>
                <c:pt idx="2259">
                  <c:v>450.97118110000002</c:v>
                </c:pt>
                <c:pt idx="2260">
                  <c:v>451.63944379999998</c:v>
                </c:pt>
                <c:pt idx="2261">
                  <c:v>451.77790720000002</c:v>
                </c:pt>
                <c:pt idx="2262">
                  <c:v>451.79061990000002</c:v>
                </c:pt>
                <c:pt idx="2263">
                  <c:v>451.90268659999998</c:v>
                </c:pt>
                <c:pt idx="2264">
                  <c:v>451.96840780000002</c:v>
                </c:pt>
                <c:pt idx="2265">
                  <c:v>452.64102880000002</c:v>
                </c:pt>
                <c:pt idx="2266">
                  <c:v>452.77980780000001</c:v>
                </c:pt>
                <c:pt idx="2267">
                  <c:v>452.79069659999999</c:v>
                </c:pt>
                <c:pt idx="2268">
                  <c:v>452.90493079999999</c:v>
                </c:pt>
                <c:pt idx="2269">
                  <c:v>452.96878809999998</c:v>
                </c:pt>
                <c:pt idx="2270">
                  <c:v>453.63886450000001</c:v>
                </c:pt>
                <c:pt idx="2271">
                  <c:v>453.78087249999999</c:v>
                </c:pt>
                <c:pt idx="2272">
                  <c:v>453.79629790000001</c:v>
                </c:pt>
                <c:pt idx="2273">
                  <c:v>453.90536400000002</c:v>
                </c:pt>
                <c:pt idx="2274">
                  <c:v>453.96820530000002</c:v>
                </c:pt>
                <c:pt idx="2275">
                  <c:v>454.63945180000002</c:v>
                </c:pt>
                <c:pt idx="2276">
                  <c:v>454.77483239999998</c:v>
                </c:pt>
                <c:pt idx="2277">
                  <c:v>454.79237219999999</c:v>
                </c:pt>
                <c:pt idx="2278">
                  <c:v>454.90227110000001</c:v>
                </c:pt>
                <c:pt idx="2279">
                  <c:v>454.96606459999998</c:v>
                </c:pt>
                <c:pt idx="2280">
                  <c:v>455.6415313</c:v>
                </c:pt>
                <c:pt idx="2281">
                  <c:v>455.77528910000001</c:v>
                </c:pt>
                <c:pt idx="2282">
                  <c:v>455.79666429999997</c:v>
                </c:pt>
                <c:pt idx="2283">
                  <c:v>455.90265649999998</c:v>
                </c:pt>
                <c:pt idx="2284">
                  <c:v>455.96560310000001</c:v>
                </c:pt>
                <c:pt idx="2285">
                  <c:v>456.64073830000001</c:v>
                </c:pt>
                <c:pt idx="2286">
                  <c:v>456.77466900000002</c:v>
                </c:pt>
                <c:pt idx="2287">
                  <c:v>456.79243200000002</c:v>
                </c:pt>
                <c:pt idx="2288">
                  <c:v>456.90614140000002</c:v>
                </c:pt>
                <c:pt idx="2289">
                  <c:v>456.96620660000002</c:v>
                </c:pt>
                <c:pt idx="2290">
                  <c:v>457.63523249999997</c:v>
                </c:pt>
                <c:pt idx="2291">
                  <c:v>457.77328519999998</c:v>
                </c:pt>
                <c:pt idx="2292">
                  <c:v>457.79119550000001</c:v>
                </c:pt>
                <c:pt idx="2293">
                  <c:v>457.90195770000003</c:v>
                </c:pt>
                <c:pt idx="2294">
                  <c:v>457.96559889999997</c:v>
                </c:pt>
                <c:pt idx="2295">
                  <c:v>458.630697</c:v>
                </c:pt>
                <c:pt idx="2296">
                  <c:v>458.77218699999997</c:v>
                </c:pt>
                <c:pt idx="2297">
                  <c:v>458.78927190000002</c:v>
                </c:pt>
                <c:pt idx="2298">
                  <c:v>458.90658339999999</c:v>
                </c:pt>
                <c:pt idx="2299">
                  <c:v>458.96904799999999</c:v>
                </c:pt>
                <c:pt idx="2300">
                  <c:v>459.63126629999999</c:v>
                </c:pt>
                <c:pt idx="2301">
                  <c:v>459.772246</c:v>
                </c:pt>
                <c:pt idx="2302">
                  <c:v>459.79036209999998</c:v>
                </c:pt>
                <c:pt idx="2303">
                  <c:v>459.91173730000003</c:v>
                </c:pt>
                <c:pt idx="2304">
                  <c:v>459.96733999999998</c:v>
                </c:pt>
                <c:pt idx="2305">
                  <c:v>460.64428980000002</c:v>
                </c:pt>
                <c:pt idx="2306">
                  <c:v>460.78480350000001</c:v>
                </c:pt>
                <c:pt idx="2307">
                  <c:v>460.7896131</c:v>
                </c:pt>
                <c:pt idx="2308">
                  <c:v>460.9077633</c:v>
                </c:pt>
                <c:pt idx="2309">
                  <c:v>460.9735809</c:v>
                </c:pt>
                <c:pt idx="2310">
                  <c:v>461.6334564</c:v>
                </c:pt>
                <c:pt idx="2311">
                  <c:v>461.77933089999999</c:v>
                </c:pt>
                <c:pt idx="2312">
                  <c:v>461.7895292</c:v>
                </c:pt>
                <c:pt idx="2313">
                  <c:v>461.90772199999998</c:v>
                </c:pt>
                <c:pt idx="2314">
                  <c:v>461.97159629999999</c:v>
                </c:pt>
                <c:pt idx="2315">
                  <c:v>462.64415500000001</c:v>
                </c:pt>
                <c:pt idx="2316">
                  <c:v>462.7830012</c:v>
                </c:pt>
                <c:pt idx="2317">
                  <c:v>462.79274989999999</c:v>
                </c:pt>
                <c:pt idx="2318">
                  <c:v>462.90728799999999</c:v>
                </c:pt>
                <c:pt idx="2319">
                  <c:v>462.97109</c:v>
                </c:pt>
                <c:pt idx="2320">
                  <c:v>463.68562300000002</c:v>
                </c:pt>
                <c:pt idx="2321">
                  <c:v>463.78868820000002</c:v>
                </c:pt>
                <c:pt idx="2322">
                  <c:v>463.79048069999999</c:v>
                </c:pt>
                <c:pt idx="2323">
                  <c:v>463.90391160000001</c:v>
                </c:pt>
                <c:pt idx="2324">
                  <c:v>463.96703960000002</c:v>
                </c:pt>
                <c:pt idx="2325">
                  <c:v>464.63313119999998</c:v>
                </c:pt>
                <c:pt idx="2326">
                  <c:v>464.78289539999997</c:v>
                </c:pt>
                <c:pt idx="2327">
                  <c:v>464.79001290000002</c:v>
                </c:pt>
                <c:pt idx="2328">
                  <c:v>464.90419209999999</c:v>
                </c:pt>
                <c:pt idx="2329">
                  <c:v>464.96861489999998</c:v>
                </c:pt>
                <c:pt idx="2330">
                  <c:v>465.63467170000001</c:v>
                </c:pt>
                <c:pt idx="2331">
                  <c:v>465.7835288</c:v>
                </c:pt>
                <c:pt idx="2332">
                  <c:v>465.79499929999997</c:v>
                </c:pt>
                <c:pt idx="2333">
                  <c:v>465.90315579999998</c:v>
                </c:pt>
                <c:pt idx="2334">
                  <c:v>465.9678902</c:v>
                </c:pt>
                <c:pt idx="2335">
                  <c:v>466.6325066</c:v>
                </c:pt>
                <c:pt idx="2336">
                  <c:v>466.7793337</c:v>
                </c:pt>
                <c:pt idx="2337">
                  <c:v>466.7927962</c:v>
                </c:pt>
                <c:pt idx="2338">
                  <c:v>466.90192330000002</c:v>
                </c:pt>
                <c:pt idx="2339">
                  <c:v>466.96769260000002</c:v>
                </c:pt>
                <c:pt idx="2340">
                  <c:v>467.63089930000001</c:v>
                </c:pt>
                <c:pt idx="2341">
                  <c:v>467.78102469999999</c:v>
                </c:pt>
                <c:pt idx="2342">
                  <c:v>467.79206240000002</c:v>
                </c:pt>
                <c:pt idx="2343">
                  <c:v>467.9065392</c:v>
                </c:pt>
                <c:pt idx="2344">
                  <c:v>467.96621349999998</c:v>
                </c:pt>
                <c:pt idx="2345">
                  <c:v>468.6302713</c:v>
                </c:pt>
                <c:pt idx="2346">
                  <c:v>468.78290920000001</c:v>
                </c:pt>
                <c:pt idx="2347">
                  <c:v>468.79149310000003</c:v>
                </c:pt>
                <c:pt idx="2348">
                  <c:v>468.90149070000001</c:v>
                </c:pt>
                <c:pt idx="2349">
                  <c:v>468.96714639999999</c:v>
                </c:pt>
                <c:pt idx="2350">
                  <c:v>469.63593320000001</c:v>
                </c:pt>
                <c:pt idx="2351">
                  <c:v>469.77852109999998</c:v>
                </c:pt>
                <c:pt idx="2352">
                  <c:v>469.78791059999998</c:v>
                </c:pt>
                <c:pt idx="2353">
                  <c:v>469.9061729</c:v>
                </c:pt>
                <c:pt idx="2354">
                  <c:v>469.96601440000001</c:v>
                </c:pt>
                <c:pt idx="2355">
                  <c:v>470.63256699999999</c:v>
                </c:pt>
                <c:pt idx="2356">
                  <c:v>470.78235439999997</c:v>
                </c:pt>
                <c:pt idx="2357">
                  <c:v>470.79149100000001</c:v>
                </c:pt>
                <c:pt idx="2358">
                  <c:v>470.91117600000001</c:v>
                </c:pt>
                <c:pt idx="2359">
                  <c:v>470.97004249999998</c:v>
                </c:pt>
                <c:pt idx="2360">
                  <c:v>471.6304116</c:v>
                </c:pt>
                <c:pt idx="2361">
                  <c:v>471.77888919999998</c:v>
                </c:pt>
                <c:pt idx="2362">
                  <c:v>471.78750630000002</c:v>
                </c:pt>
                <c:pt idx="2363">
                  <c:v>471.90749740000001</c:v>
                </c:pt>
                <c:pt idx="2364">
                  <c:v>471.96636769999998</c:v>
                </c:pt>
                <c:pt idx="2365">
                  <c:v>472.63870850000001</c:v>
                </c:pt>
                <c:pt idx="2366">
                  <c:v>472.78138100000001</c:v>
                </c:pt>
                <c:pt idx="2367">
                  <c:v>472.78382470000003</c:v>
                </c:pt>
                <c:pt idx="2368">
                  <c:v>472.90761659999998</c:v>
                </c:pt>
                <c:pt idx="2369">
                  <c:v>472.97285060000002</c:v>
                </c:pt>
                <c:pt idx="2370">
                  <c:v>473.6365131</c:v>
                </c:pt>
                <c:pt idx="2371">
                  <c:v>473.78177110000001</c:v>
                </c:pt>
                <c:pt idx="2372">
                  <c:v>473.90566960000001</c:v>
                </c:pt>
                <c:pt idx="2373">
                  <c:v>473.96998550000001</c:v>
                </c:pt>
                <c:pt idx="2374">
                  <c:v>474.0180479</c:v>
                </c:pt>
                <c:pt idx="2375">
                  <c:v>474.63566359999999</c:v>
                </c:pt>
                <c:pt idx="2376">
                  <c:v>474.7781445</c:v>
                </c:pt>
                <c:pt idx="2377">
                  <c:v>474.78676789999997</c:v>
                </c:pt>
                <c:pt idx="2378">
                  <c:v>474.90975550000002</c:v>
                </c:pt>
                <c:pt idx="2379">
                  <c:v>474.97143690000001</c:v>
                </c:pt>
                <c:pt idx="2380">
                  <c:v>475.63516429999999</c:v>
                </c:pt>
                <c:pt idx="2381">
                  <c:v>475.78469899999999</c:v>
                </c:pt>
                <c:pt idx="2382">
                  <c:v>475.78569220000003</c:v>
                </c:pt>
                <c:pt idx="2383">
                  <c:v>475.90541639999998</c:v>
                </c:pt>
                <c:pt idx="2384">
                  <c:v>475.96958260000002</c:v>
                </c:pt>
                <c:pt idx="2385">
                  <c:v>476.6334966</c:v>
                </c:pt>
                <c:pt idx="2386">
                  <c:v>476.78239860000002</c:v>
                </c:pt>
                <c:pt idx="2387">
                  <c:v>476.7837126</c:v>
                </c:pt>
                <c:pt idx="2388">
                  <c:v>476.90482170000001</c:v>
                </c:pt>
                <c:pt idx="2389">
                  <c:v>476.97122009999998</c:v>
                </c:pt>
                <c:pt idx="2390">
                  <c:v>477.63868919999999</c:v>
                </c:pt>
                <c:pt idx="2391">
                  <c:v>477.78337629999999</c:v>
                </c:pt>
                <c:pt idx="2392">
                  <c:v>477.7879284</c:v>
                </c:pt>
                <c:pt idx="2393">
                  <c:v>477.90337399999999</c:v>
                </c:pt>
                <c:pt idx="2394">
                  <c:v>477.96856680000002</c:v>
                </c:pt>
                <c:pt idx="2395">
                  <c:v>478.64216110000001</c:v>
                </c:pt>
                <c:pt idx="2396">
                  <c:v>478.78357160000002</c:v>
                </c:pt>
                <c:pt idx="2397">
                  <c:v>478.78764460000002</c:v>
                </c:pt>
                <c:pt idx="2398">
                  <c:v>478.90229549999998</c:v>
                </c:pt>
                <c:pt idx="2399">
                  <c:v>478.9685073</c:v>
                </c:pt>
                <c:pt idx="2400">
                  <c:v>479.63974630000001</c:v>
                </c:pt>
                <c:pt idx="2401">
                  <c:v>479.78453789999998</c:v>
                </c:pt>
                <c:pt idx="2402">
                  <c:v>479.78772950000001</c:v>
                </c:pt>
                <c:pt idx="2403">
                  <c:v>479.90595439999998</c:v>
                </c:pt>
                <c:pt idx="2404">
                  <c:v>479.9656827</c:v>
                </c:pt>
                <c:pt idx="2405">
                  <c:v>480.63813190000002</c:v>
                </c:pt>
                <c:pt idx="2406">
                  <c:v>480.78223009999999</c:v>
                </c:pt>
                <c:pt idx="2407">
                  <c:v>480.7881314</c:v>
                </c:pt>
                <c:pt idx="2408">
                  <c:v>480.90253339999998</c:v>
                </c:pt>
                <c:pt idx="2409">
                  <c:v>480.9662553</c:v>
                </c:pt>
                <c:pt idx="2410">
                  <c:v>481.63938510000003</c:v>
                </c:pt>
                <c:pt idx="2411">
                  <c:v>481.78026620000003</c:v>
                </c:pt>
                <c:pt idx="2412">
                  <c:v>481.78748610000002</c:v>
                </c:pt>
                <c:pt idx="2413">
                  <c:v>481.90297040000002</c:v>
                </c:pt>
                <c:pt idx="2414">
                  <c:v>481.96584580000001</c:v>
                </c:pt>
                <c:pt idx="2415">
                  <c:v>482.63542200000001</c:v>
                </c:pt>
                <c:pt idx="2416">
                  <c:v>482.7824311</c:v>
                </c:pt>
                <c:pt idx="2417">
                  <c:v>482.78750059999999</c:v>
                </c:pt>
                <c:pt idx="2418">
                  <c:v>482.90563630000003</c:v>
                </c:pt>
                <c:pt idx="2419">
                  <c:v>482.97018589999999</c:v>
                </c:pt>
                <c:pt idx="2420">
                  <c:v>483.64038829999998</c:v>
                </c:pt>
                <c:pt idx="2421">
                  <c:v>483.78011500000002</c:v>
                </c:pt>
                <c:pt idx="2422">
                  <c:v>483.78643520000003</c:v>
                </c:pt>
                <c:pt idx="2423">
                  <c:v>483.9027471</c:v>
                </c:pt>
                <c:pt idx="2424">
                  <c:v>483.96848030000001</c:v>
                </c:pt>
                <c:pt idx="2425">
                  <c:v>484.63707449999998</c:v>
                </c:pt>
                <c:pt idx="2426">
                  <c:v>484.77433980000001</c:v>
                </c:pt>
                <c:pt idx="2427">
                  <c:v>484.7846715</c:v>
                </c:pt>
                <c:pt idx="2428">
                  <c:v>484.9049498</c:v>
                </c:pt>
                <c:pt idx="2429">
                  <c:v>484.96866560000001</c:v>
                </c:pt>
                <c:pt idx="2430">
                  <c:v>485.64368000000002</c:v>
                </c:pt>
                <c:pt idx="2431">
                  <c:v>485.77832219999999</c:v>
                </c:pt>
                <c:pt idx="2432">
                  <c:v>485.78444810000002</c:v>
                </c:pt>
                <c:pt idx="2433">
                  <c:v>485.90787019999999</c:v>
                </c:pt>
                <c:pt idx="2434">
                  <c:v>485.97843699999999</c:v>
                </c:pt>
                <c:pt idx="2435">
                  <c:v>486.64344130000001</c:v>
                </c:pt>
                <c:pt idx="2436">
                  <c:v>486.78446100000002</c:v>
                </c:pt>
                <c:pt idx="2437">
                  <c:v>486.7855601</c:v>
                </c:pt>
                <c:pt idx="2438">
                  <c:v>486.90830879999999</c:v>
                </c:pt>
                <c:pt idx="2439">
                  <c:v>486.97016589999998</c:v>
                </c:pt>
                <c:pt idx="2440">
                  <c:v>487.64155419999997</c:v>
                </c:pt>
                <c:pt idx="2441">
                  <c:v>487.7821156</c:v>
                </c:pt>
                <c:pt idx="2442">
                  <c:v>487.78360420000001</c:v>
                </c:pt>
                <c:pt idx="2443">
                  <c:v>487.90634260000002</c:v>
                </c:pt>
                <c:pt idx="2444">
                  <c:v>487.96589360000002</c:v>
                </c:pt>
                <c:pt idx="2445">
                  <c:v>488.64130340000003</c:v>
                </c:pt>
                <c:pt idx="2446">
                  <c:v>488.78310190000002</c:v>
                </c:pt>
                <c:pt idx="2447">
                  <c:v>488.78597869999999</c:v>
                </c:pt>
                <c:pt idx="2448">
                  <c:v>488.90502049999998</c:v>
                </c:pt>
                <c:pt idx="2449">
                  <c:v>488.96824420000002</c:v>
                </c:pt>
                <c:pt idx="2450">
                  <c:v>489.64168009999997</c:v>
                </c:pt>
                <c:pt idx="2451">
                  <c:v>489.78083989999999</c:v>
                </c:pt>
                <c:pt idx="2452">
                  <c:v>489.7823234</c:v>
                </c:pt>
                <c:pt idx="2453">
                  <c:v>489.90492410000002</c:v>
                </c:pt>
                <c:pt idx="2454">
                  <c:v>489.9655846</c:v>
                </c:pt>
                <c:pt idx="2455">
                  <c:v>490.63786800000003</c:v>
                </c:pt>
                <c:pt idx="2456">
                  <c:v>490.78395319999998</c:v>
                </c:pt>
                <c:pt idx="2457">
                  <c:v>490.78701819999998</c:v>
                </c:pt>
                <c:pt idx="2458">
                  <c:v>490.90743020000002</c:v>
                </c:pt>
                <c:pt idx="2459">
                  <c:v>490.96628779999998</c:v>
                </c:pt>
                <c:pt idx="2460">
                  <c:v>491.63787789999998</c:v>
                </c:pt>
                <c:pt idx="2461">
                  <c:v>491.78276440000002</c:v>
                </c:pt>
                <c:pt idx="2462">
                  <c:v>491.78410129999997</c:v>
                </c:pt>
                <c:pt idx="2463">
                  <c:v>491.90255459999997</c:v>
                </c:pt>
                <c:pt idx="2464">
                  <c:v>491.96603950000002</c:v>
                </c:pt>
                <c:pt idx="2465">
                  <c:v>492.63765760000001</c:v>
                </c:pt>
                <c:pt idx="2466">
                  <c:v>492.7786524</c:v>
                </c:pt>
                <c:pt idx="2467">
                  <c:v>492.78740169999998</c:v>
                </c:pt>
                <c:pt idx="2468">
                  <c:v>492.90255660000003</c:v>
                </c:pt>
                <c:pt idx="2469">
                  <c:v>492.96617600000002</c:v>
                </c:pt>
                <c:pt idx="2470">
                  <c:v>493.6347955</c:v>
                </c:pt>
                <c:pt idx="2471">
                  <c:v>493.7778027</c:v>
                </c:pt>
                <c:pt idx="2472">
                  <c:v>493.79048180000001</c:v>
                </c:pt>
                <c:pt idx="2473">
                  <c:v>493.90191850000002</c:v>
                </c:pt>
                <c:pt idx="2474">
                  <c:v>493.96842670000001</c:v>
                </c:pt>
                <c:pt idx="2475">
                  <c:v>494.64230559999999</c:v>
                </c:pt>
                <c:pt idx="2476">
                  <c:v>494.77781700000003</c:v>
                </c:pt>
                <c:pt idx="2477">
                  <c:v>494.78655400000002</c:v>
                </c:pt>
                <c:pt idx="2478">
                  <c:v>494.90511720000001</c:v>
                </c:pt>
                <c:pt idx="2479">
                  <c:v>494.97614909999999</c:v>
                </c:pt>
                <c:pt idx="2480">
                  <c:v>495.64012830000001</c:v>
                </c:pt>
                <c:pt idx="2481">
                  <c:v>495.78152060000002</c:v>
                </c:pt>
                <c:pt idx="2482">
                  <c:v>495.78263820000001</c:v>
                </c:pt>
                <c:pt idx="2483">
                  <c:v>495.9029635</c:v>
                </c:pt>
                <c:pt idx="2484">
                  <c:v>495.98224060000001</c:v>
                </c:pt>
                <c:pt idx="2485">
                  <c:v>496.64388630000002</c:v>
                </c:pt>
                <c:pt idx="2486">
                  <c:v>496.7811304</c:v>
                </c:pt>
                <c:pt idx="2487">
                  <c:v>496.78612559999999</c:v>
                </c:pt>
                <c:pt idx="2488">
                  <c:v>496.90674949999999</c:v>
                </c:pt>
                <c:pt idx="2489">
                  <c:v>496.97773410000002</c:v>
                </c:pt>
                <c:pt idx="2490">
                  <c:v>497.6400347</c:v>
                </c:pt>
                <c:pt idx="2491">
                  <c:v>497.78438160000002</c:v>
                </c:pt>
                <c:pt idx="2492">
                  <c:v>497.78516150000002</c:v>
                </c:pt>
                <c:pt idx="2493">
                  <c:v>497.90758240000002</c:v>
                </c:pt>
                <c:pt idx="2494">
                  <c:v>497.97805219999998</c:v>
                </c:pt>
                <c:pt idx="2495">
                  <c:v>498.64218240000002</c:v>
                </c:pt>
                <c:pt idx="2496">
                  <c:v>498.78233449999999</c:v>
                </c:pt>
                <c:pt idx="2497">
                  <c:v>498.7826895</c:v>
                </c:pt>
                <c:pt idx="2498">
                  <c:v>498.90795129999998</c:v>
                </c:pt>
                <c:pt idx="2499">
                  <c:v>498.97051970000001</c:v>
                </c:pt>
                <c:pt idx="2500">
                  <c:v>499.64229169999999</c:v>
                </c:pt>
                <c:pt idx="2501">
                  <c:v>499.78262080000002</c:v>
                </c:pt>
                <c:pt idx="2502">
                  <c:v>499.78459370000002</c:v>
                </c:pt>
                <c:pt idx="2503">
                  <c:v>499.90673579999998</c:v>
                </c:pt>
                <c:pt idx="2504">
                  <c:v>499.97663460000001</c:v>
                </c:pt>
                <c:pt idx="2505">
                  <c:v>500.64024910000001</c:v>
                </c:pt>
                <c:pt idx="2506">
                  <c:v>500.78594420000002</c:v>
                </c:pt>
                <c:pt idx="2507">
                  <c:v>500.78635659999998</c:v>
                </c:pt>
                <c:pt idx="2508">
                  <c:v>500.90492010000003</c:v>
                </c:pt>
                <c:pt idx="2509">
                  <c:v>500.9747911</c:v>
                </c:pt>
                <c:pt idx="2510">
                  <c:v>501.63596589999997</c:v>
                </c:pt>
                <c:pt idx="2511">
                  <c:v>501.78127940000002</c:v>
                </c:pt>
                <c:pt idx="2512">
                  <c:v>501.78203180000003</c:v>
                </c:pt>
                <c:pt idx="2513">
                  <c:v>501.90616660000001</c:v>
                </c:pt>
                <c:pt idx="2514">
                  <c:v>501.96616349999999</c:v>
                </c:pt>
                <c:pt idx="2515">
                  <c:v>502.6378163</c:v>
                </c:pt>
                <c:pt idx="2516">
                  <c:v>502.781339</c:v>
                </c:pt>
                <c:pt idx="2517">
                  <c:v>502.78232430000003</c:v>
                </c:pt>
                <c:pt idx="2518">
                  <c:v>502.90463089999997</c:v>
                </c:pt>
                <c:pt idx="2519">
                  <c:v>502.97120960000001</c:v>
                </c:pt>
                <c:pt idx="2520">
                  <c:v>503.63935129999999</c:v>
                </c:pt>
                <c:pt idx="2521">
                  <c:v>503.77605999999997</c:v>
                </c:pt>
                <c:pt idx="2522">
                  <c:v>503.786046</c:v>
                </c:pt>
                <c:pt idx="2523">
                  <c:v>503.90213240000003</c:v>
                </c:pt>
                <c:pt idx="2524">
                  <c:v>503.96594870000001</c:v>
                </c:pt>
                <c:pt idx="2525">
                  <c:v>504.6347232</c:v>
                </c:pt>
                <c:pt idx="2526">
                  <c:v>504.78236609999999</c:v>
                </c:pt>
                <c:pt idx="2527">
                  <c:v>504.78560720000002</c:v>
                </c:pt>
                <c:pt idx="2528">
                  <c:v>504.90386389999998</c:v>
                </c:pt>
                <c:pt idx="2529">
                  <c:v>504.96838120000001</c:v>
                </c:pt>
                <c:pt idx="2530">
                  <c:v>505.64200579999999</c:v>
                </c:pt>
                <c:pt idx="2531">
                  <c:v>505.78194250000001</c:v>
                </c:pt>
                <c:pt idx="2532">
                  <c:v>505.78758540000001</c:v>
                </c:pt>
                <c:pt idx="2533">
                  <c:v>505.90241420000001</c:v>
                </c:pt>
                <c:pt idx="2534">
                  <c:v>505.98324480000002</c:v>
                </c:pt>
                <c:pt idx="2535">
                  <c:v>506.63834830000002</c:v>
                </c:pt>
                <c:pt idx="2536">
                  <c:v>506.78773369999999</c:v>
                </c:pt>
                <c:pt idx="2537">
                  <c:v>506.79313839999998</c:v>
                </c:pt>
                <c:pt idx="2538">
                  <c:v>506.90224519999998</c:v>
                </c:pt>
                <c:pt idx="2539">
                  <c:v>506.96667930000001</c:v>
                </c:pt>
                <c:pt idx="2540">
                  <c:v>507.64600719999999</c:v>
                </c:pt>
                <c:pt idx="2541">
                  <c:v>507.77881969999999</c:v>
                </c:pt>
                <c:pt idx="2542">
                  <c:v>507.78330360000001</c:v>
                </c:pt>
                <c:pt idx="2543">
                  <c:v>507.90795580000002</c:v>
                </c:pt>
                <c:pt idx="2544">
                  <c:v>507.9791199</c:v>
                </c:pt>
                <c:pt idx="2545">
                  <c:v>508.64067899999998</c:v>
                </c:pt>
                <c:pt idx="2546">
                  <c:v>508.77657240000002</c:v>
                </c:pt>
                <c:pt idx="2547">
                  <c:v>508.78545550000001</c:v>
                </c:pt>
                <c:pt idx="2548">
                  <c:v>508.90502450000002</c:v>
                </c:pt>
                <c:pt idx="2549">
                  <c:v>508.97126759999998</c:v>
                </c:pt>
                <c:pt idx="2550">
                  <c:v>509.64369269999997</c:v>
                </c:pt>
                <c:pt idx="2551">
                  <c:v>509.78213340000002</c:v>
                </c:pt>
                <c:pt idx="2552">
                  <c:v>509.78437070000001</c:v>
                </c:pt>
                <c:pt idx="2553">
                  <c:v>509.91193729999998</c:v>
                </c:pt>
                <c:pt idx="2554">
                  <c:v>509.97312890000001</c:v>
                </c:pt>
                <c:pt idx="2555">
                  <c:v>510.65225989999999</c:v>
                </c:pt>
                <c:pt idx="2556">
                  <c:v>510.78194259999998</c:v>
                </c:pt>
                <c:pt idx="2557">
                  <c:v>510.78223919999999</c:v>
                </c:pt>
                <c:pt idx="2558">
                  <c:v>510.90756909999999</c:v>
                </c:pt>
                <c:pt idx="2559">
                  <c:v>510.97126429999997</c:v>
                </c:pt>
                <c:pt idx="2560">
                  <c:v>511.64028250000001</c:v>
                </c:pt>
                <c:pt idx="2561">
                  <c:v>511.78238470000002</c:v>
                </c:pt>
                <c:pt idx="2562">
                  <c:v>511.78356400000001</c:v>
                </c:pt>
                <c:pt idx="2563">
                  <c:v>511.90789050000001</c:v>
                </c:pt>
                <c:pt idx="2564">
                  <c:v>511.9692824</c:v>
                </c:pt>
                <c:pt idx="2565">
                  <c:v>512.63700500000004</c:v>
                </c:pt>
                <c:pt idx="2566">
                  <c:v>512.78124170000001</c:v>
                </c:pt>
                <c:pt idx="2567">
                  <c:v>512.78230350000001</c:v>
                </c:pt>
                <c:pt idx="2568">
                  <c:v>512.9040847</c:v>
                </c:pt>
                <c:pt idx="2569">
                  <c:v>512.9723103</c:v>
                </c:pt>
                <c:pt idx="2570">
                  <c:v>513.63457630000005</c:v>
                </c:pt>
                <c:pt idx="2571">
                  <c:v>513.77779169999997</c:v>
                </c:pt>
                <c:pt idx="2572">
                  <c:v>513.78203910000002</c:v>
                </c:pt>
                <c:pt idx="2573">
                  <c:v>513.90504959999998</c:v>
                </c:pt>
                <c:pt idx="2574">
                  <c:v>513.96755399999995</c:v>
                </c:pt>
                <c:pt idx="2575">
                  <c:v>514.63966230000005</c:v>
                </c:pt>
                <c:pt idx="2576">
                  <c:v>514.77576590000001</c:v>
                </c:pt>
                <c:pt idx="2577">
                  <c:v>514.78249340000002</c:v>
                </c:pt>
                <c:pt idx="2578">
                  <c:v>514.9050929</c:v>
                </c:pt>
                <c:pt idx="2579">
                  <c:v>514.96765089999997</c:v>
                </c:pt>
                <c:pt idx="2580">
                  <c:v>515.63314030000004</c:v>
                </c:pt>
                <c:pt idx="2581">
                  <c:v>515.77560700000004</c:v>
                </c:pt>
                <c:pt idx="2582">
                  <c:v>515.78468220000002</c:v>
                </c:pt>
                <c:pt idx="2583">
                  <c:v>515.90271740000003</c:v>
                </c:pt>
                <c:pt idx="2584">
                  <c:v>515.96629859999996</c:v>
                </c:pt>
                <c:pt idx="2585">
                  <c:v>516.63851239999997</c:v>
                </c:pt>
                <c:pt idx="2586">
                  <c:v>516.77851729999998</c:v>
                </c:pt>
                <c:pt idx="2587">
                  <c:v>516.78867479999997</c:v>
                </c:pt>
                <c:pt idx="2588">
                  <c:v>516.90669960000002</c:v>
                </c:pt>
                <c:pt idx="2589">
                  <c:v>516.96578720000002</c:v>
                </c:pt>
                <c:pt idx="2590">
                  <c:v>517.64311520000001</c:v>
                </c:pt>
                <c:pt idx="2591">
                  <c:v>517.78028370000004</c:v>
                </c:pt>
                <c:pt idx="2592">
                  <c:v>517.78575790000002</c:v>
                </c:pt>
                <c:pt idx="2593">
                  <c:v>517.90276679999999</c:v>
                </c:pt>
                <c:pt idx="2594">
                  <c:v>517.96625779999999</c:v>
                </c:pt>
                <c:pt idx="2595">
                  <c:v>518.64394270000003</c:v>
                </c:pt>
                <c:pt idx="2596">
                  <c:v>518.78168559999995</c:v>
                </c:pt>
                <c:pt idx="2597">
                  <c:v>518.78271089999998</c:v>
                </c:pt>
                <c:pt idx="2598">
                  <c:v>518.9074415</c:v>
                </c:pt>
                <c:pt idx="2599">
                  <c:v>518.96889669999996</c:v>
                </c:pt>
                <c:pt idx="2600">
                  <c:v>519.63593719999994</c:v>
                </c:pt>
                <c:pt idx="2601">
                  <c:v>519.77743399999997</c:v>
                </c:pt>
                <c:pt idx="2602">
                  <c:v>519.78473140000006</c:v>
                </c:pt>
                <c:pt idx="2603">
                  <c:v>519.9052054</c:v>
                </c:pt>
                <c:pt idx="2604">
                  <c:v>519.96730600000001</c:v>
                </c:pt>
                <c:pt idx="2605">
                  <c:v>520.63592359999996</c:v>
                </c:pt>
                <c:pt idx="2606">
                  <c:v>520.78389019999997</c:v>
                </c:pt>
                <c:pt idx="2607">
                  <c:v>520.79310050000004</c:v>
                </c:pt>
                <c:pt idx="2608">
                  <c:v>520.90477910000004</c:v>
                </c:pt>
                <c:pt idx="2609">
                  <c:v>520.97159780000004</c:v>
                </c:pt>
                <c:pt idx="2610">
                  <c:v>521.69691920000002</c:v>
                </c:pt>
                <c:pt idx="2611">
                  <c:v>521.7799536</c:v>
                </c:pt>
                <c:pt idx="2612">
                  <c:v>521.78476439999997</c:v>
                </c:pt>
                <c:pt idx="2613">
                  <c:v>521.91470760000004</c:v>
                </c:pt>
                <c:pt idx="2614">
                  <c:v>521.97178829999996</c:v>
                </c:pt>
                <c:pt idx="2615">
                  <c:v>522.63360690000002</c:v>
                </c:pt>
                <c:pt idx="2616">
                  <c:v>522.78192660000002</c:v>
                </c:pt>
                <c:pt idx="2617">
                  <c:v>522.79281760000003</c:v>
                </c:pt>
                <c:pt idx="2618">
                  <c:v>522.91356580000001</c:v>
                </c:pt>
                <c:pt idx="2619">
                  <c:v>522.97113220000006</c:v>
                </c:pt>
                <c:pt idx="2620">
                  <c:v>523.63034619999996</c:v>
                </c:pt>
                <c:pt idx="2621">
                  <c:v>523.77879110000003</c:v>
                </c:pt>
                <c:pt idx="2622">
                  <c:v>523.78220680000004</c:v>
                </c:pt>
                <c:pt idx="2623">
                  <c:v>523.90927690000001</c:v>
                </c:pt>
                <c:pt idx="2624">
                  <c:v>523.97375880000004</c:v>
                </c:pt>
                <c:pt idx="2625">
                  <c:v>524.63188950000006</c:v>
                </c:pt>
                <c:pt idx="2626">
                  <c:v>524.77738079999995</c:v>
                </c:pt>
                <c:pt idx="2627">
                  <c:v>524.78246960000001</c:v>
                </c:pt>
                <c:pt idx="2628">
                  <c:v>524.91408249999995</c:v>
                </c:pt>
                <c:pt idx="2629">
                  <c:v>524.97128729999997</c:v>
                </c:pt>
                <c:pt idx="2630">
                  <c:v>525.63474559999997</c:v>
                </c:pt>
                <c:pt idx="2631">
                  <c:v>525.77841590000003</c:v>
                </c:pt>
                <c:pt idx="2632">
                  <c:v>525.78516590000004</c:v>
                </c:pt>
                <c:pt idx="2633">
                  <c:v>525.91417130000002</c:v>
                </c:pt>
                <c:pt idx="2634">
                  <c:v>525.97057029999996</c:v>
                </c:pt>
                <c:pt idx="2635">
                  <c:v>526.63914750000004</c:v>
                </c:pt>
                <c:pt idx="2636">
                  <c:v>526.77917809999997</c:v>
                </c:pt>
                <c:pt idx="2637">
                  <c:v>526.79251650000003</c:v>
                </c:pt>
                <c:pt idx="2638">
                  <c:v>526.91246149999995</c:v>
                </c:pt>
                <c:pt idx="2639">
                  <c:v>526.96790380000004</c:v>
                </c:pt>
                <c:pt idx="2640">
                  <c:v>527.63725380000005</c:v>
                </c:pt>
                <c:pt idx="2641">
                  <c:v>527.78080560000001</c:v>
                </c:pt>
                <c:pt idx="2642">
                  <c:v>527.79524800000002</c:v>
                </c:pt>
                <c:pt idx="2643">
                  <c:v>527.90274009999996</c:v>
                </c:pt>
                <c:pt idx="2644">
                  <c:v>527.96860079999999</c:v>
                </c:pt>
                <c:pt idx="2645">
                  <c:v>528.64164000000005</c:v>
                </c:pt>
                <c:pt idx="2646">
                  <c:v>528.78170109999996</c:v>
                </c:pt>
                <c:pt idx="2647">
                  <c:v>528.79417860000001</c:v>
                </c:pt>
                <c:pt idx="2648">
                  <c:v>528.90331000000003</c:v>
                </c:pt>
                <c:pt idx="2649">
                  <c:v>528.96828010000002</c:v>
                </c:pt>
                <c:pt idx="2650">
                  <c:v>529.64330540000003</c:v>
                </c:pt>
                <c:pt idx="2651">
                  <c:v>529.77577289999999</c:v>
                </c:pt>
                <c:pt idx="2652">
                  <c:v>529.79180829999996</c:v>
                </c:pt>
                <c:pt idx="2653">
                  <c:v>529.90786869999999</c:v>
                </c:pt>
                <c:pt idx="2654">
                  <c:v>529.96829930000001</c:v>
                </c:pt>
                <c:pt idx="2655">
                  <c:v>530.64144529999999</c:v>
                </c:pt>
                <c:pt idx="2656">
                  <c:v>530.78436509999995</c:v>
                </c:pt>
                <c:pt idx="2657">
                  <c:v>530.79075399999999</c:v>
                </c:pt>
                <c:pt idx="2658">
                  <c:v>530.90499929999999</c:v>
                </c:pt>
                <c:pt idx="2659">
                  <c:v>530.99979340000004</c:v>
                </c:pt>
                <c:pt idx="2660">
                  <c:v>531.63909130000002</c:v>
                </c:pt>
                <c:pt idx="2661">
                  <c:v>531.78173809999998</c:v>
                </c:pt>
                <c:pt idx="2662">
                  <c:v>531.79227270000001</c:v>
                </c:pt>
                <c:pt idx="2663">
                  <c:v>531.91298640000002</c:v>
                </c:pt>
                <c:pt idx="2664">
                  <c:v>531.96929050000006</c:v>
                </c:pt>
                <c:pt idx="2665">
                  <c:v>532.63534119999997</c:v>
                </c:pt>
                <c:pt idx="2666">
                  <c:v>532.77723049999997</c:v>
                </c:pt>
                <c:pt idx="2667">
                  <c:v>532.788499</c:v>
                </c:pt>
                <c:pt idx="2668">
                  <c:v>532.91414239999995</c:v>
                </c:pt>
                <c:pt idx="2669">
                  <c:v>532.96584170000006</c:v>
                </c:pt>
                <c:pt idx="2670">
                  <c:v>533.63191589999997</c:v>
                </c:pt>
                <c:pt idx="2671">
                  <c:v>533.77478259999998</c:v>
                </c:pt>
                <c:pt idx="2672">
                  <c:v>533.78954160000001</c:v>
                </c:pt>
                <c:pt idx="2673">
                  <c:v>533.91421409999998</c:v>
                </c:pt>
                <c:pt idx="2674">
                  <c:v>533.97505390000003</c:v>
                </c:pt>
                <c:pt idx="2675">
                  <c:v>534.63036539999996</c:v>
                </c:pt>
                <c:pt idx="2676">
                  <c:v>534.77475909999998</c:v>
                </c:pt>
                <c:pt idx="2677">
                  <c:v>534.79213560000005</c:v>
                </c:pt>
                <c:pt idx="2678">
                  <c:v>534.90877030000001</c:v>
                </c:pt>
                <c:pt idx="2679">
                  <c:v>534.97383390000005</c:v>
                </c:pt>
                <c:pt idx="2680">
                  <c:v>535.63178549999998</c:v>
                </c:pt>
                <c:pt idx="2681">
                  <c:v>535.77264209999998</c:v>
                </c:pt>
                <c:pt idx="2682">
                  <c:v>535.78887950000001</c:v>
                </c:pt>
                <c:pt idx="2683">
                  <c:v>535.91133019999995</c:v>
                </c:pt>
                <c:pt idx="2684">
                  <c:v>535.98056350000002</c:v>
                </c:pt>
                <c:pt idx="2685">
                  <c:v>536.63465389999999</c:v>
                </c:pt>
                <c:pt idx="2686">
                  <c:v>536.77234299999998</c:v>
                </c:pt>
                <c:pt idx="2687">
                  <c:v>536.79834979999998</c:v>
                </c:pt>
                <c:pt idx="2688">
                  <c:v>536.91215590000002</c:v>
                </c:pt>
                <c:pt idx="2689">
                  <c:v>536.97691650000002</c:v>
                </c:pt>
                <c:pt idx="2690">
                  <c:v>537.63067799999999</c:v>
                </c:pt>
                <c:pt idx="2691">
                  <c:v>537.77185829999996</c:v>
                </c:pt>
                <c:pt idx="2692">
                  <c:v>537.79287139999997</c:v>
                </c:pt>
                <c:pt idx="2693">
                  <c:v>537.91012090000004</c:v>
                </c:pt>
                <c:pt idx="2694">
                  <c:v>537.97850240000002</c:v>
                </c:pt>
                <c:pt idx="2695">
                  <c:v>538.63574249999999</c:v>
                </c:pt>
                <c:pt idx="2696">
                  <c:v>538.77285280000001</c:v>
                </c:pt>
                <c:pt idx="2697">
                  <c:v>538.78806520000001</c:v>
                </c:pt>
                <c:pt idx="2698">
                  <c:v>538.90884670000003</c:v>
                </c:pt>
                <c:pt idx="2699">
                  <c:v>538.97913860000006</c:v>
                </c:pt>
                <c:pt idx="2700">
                  <c:v>539.63325310000005</c:v>
                </c:pt>
                <c:pt idx="2701">
                  <c:v>539.77465700000005</c:v>
                </c:pt>
                <c:pt idx="2702">
                  <c:v>539.7866755</c:v>
                </c:pt>
                <c:pt idx="2703">
                  <c:v>539.90634260000002</c:v>
                </c:pt>
                <c:pt idx="2704">
                  <c:v>539.9745097</c:v>
                </c:pt>
                <c:pt idx="2705">
                  <c:v>540.63648509999996</c:v>
                </c:pt>
                <c:pt idx="2706">
                  <c:v>540.77270999999996</c:v>
                </c:pt>
                <c:pt idx="2707">
                  <c:v>540.79016999999999</c:v>
                </c:pt>
                <c:pt idx="2708">
                  <c:v>540.90584000000001</c:v>
                </c:pt>
                <c:pt idx="2709">
                  <c:v>540.9760685</c:v>
                </c:pt>
                <c:pt idx="2710">
                  <c:v>541.63541429999998</c:v>
                </c:pt>
                <c:pt idx="2711">
                  <c:v>541.77927950000003</c:v>
                </c:pt>
                <c:pt idx="2712">
                  <c:v>541.78549069999997</c:v>
                </c:pt>
                <c:pt idx="2713">
                  <c:v>541.90877490000003</c:v>
                </c:pt>
                <c:pt idx="2714">
                  <c:v>541.97511829999996</c:v>
                </c:pt>
                <c:pt idx="2715">
                  <c:v>542.6439633</c:v>
                </c:pt>
                <c:pt idx="2716">
                  <c:v>542.77723730000002</c:v>
                </c:pt>
                <c:pt idx="2717">
                  <c:v>542.78197160000002</c:v>
                </c:pt>
                <c:pt idx="2718">
                  <c:v>542.90336779999996</c:v>
                </c:pt>
                <c:pt idx="2719">
                  <c:v>542.9691133</c:v>
                </c:pt>
                <c:pt idx="2720">
                  <c:v>543.63694880000003</c:v>
                </c:pt>
                <c:pt idx="2721">
                  <c:v>543.77322939999999</c:v>
                </c:pt>
                <c:pt idx="2722">
                  <c:v>543.78436199999999</c:v>
                </c:pt>
                <c:pt idx="2723">
                  <c:v>543.9098371</c:v>
                </c:pt>
                <c:pt idx="2724">
                  <c:v>543.97164359999999</c:v>
                </c:pt>
                <c:pt idx="2725">
                  <c:v>544.63359590000005</c:v>
                </c:pt>
                <c:pt idx="2726">
                  <c:v>544.7747468</c:v>
                </c:pt>
                <c:pt idx="2727">
                  <c:v>544.78797039999995</c:v>
                </c:pt>
                <c:pt idx="2728">
                  <c:v>544.90771619999998</c:v>
                </c:pt>
                <c:pt idx="2729">
                  <c:v>544.96866409999996</c:v>
                </c:pt>
                <c:pt idx="2730">
                  <c:v>545.63265130000002</c:v>
                </c:pt>
                <c:pt idx="2731">
                  <c:v>545.77443070000004</c:v>
                </c:pt>
                <c:pt idx="2732">
                  <c:v>545.79247989999999</c:v>
                </c:pt>
                <c:pt idx="2733">
                  <c:v>545.90908709999997</c:v>
                </c:pt>
                <c:pt idx="2734">
                  <c:v>545.96911420000004</c:v>
                </c:pt>
                <c:pt idx="2735">
                  <c:v>546.63040079999996</c:v>
                </c:pt>
                <c:pt idx="2736">
                  <c:v>546.77289949999999</c:v>
                </c:pt>
                <c:pt idx="2737">
                  <c:v>546.79365629999995</c:v>
                </c:pt>
                <c:pt idx="2738">
                  <c:v>546.90916319999997</c:v>
                </c:pt>
                <c:pt idx="2739">
                  <c:v>546.96846430000005</c:v>
                </c:pt>
                <c:pt idx="2740">
                  <c:v>547.63150050000002</c:v>
                </c:pt>
                <c:pt idx="2741">
                  <c:v>547.77483889999996</c:v>
                </c:pt>
                <c:pt idx="2742">
                  <c:v>547.80259650000005</c:v>
                </c:pt>
                <c:pt idx="2743">
                  <c:v>547.90512590000003</c:v>
                </c:pt>
                <c:pt idx="2744">
                  <c:v>547.97483620000003</c:v>
                </c:pt>
                <c:pt idx="2745">
                  <c:v>548.63070189999996</c:v>
                </c:pt>
                <c:pt idx="2746">
                  <c:v>548.7761352</c:v>
                </c:pt>
                <c:pt idx="2747">
                  <c:v>548.79308360000005</c:v>
                </c:pt>
                <c:pt idx="2748">
                  <c:v>548.90525609999997</c:v>
                </c:pt>
                <c:pt idx="2749">
                  <c:v>548.97121609999999</c:v>
                </c:pt>
                <c:pt idx="2750">
                  <c:v>549.63032980000003</c:v>
                </c:pt>
                <c:pt idx="2751">
                  <c:v>549.77534349999996</c:v>
                </c:pt>
                <c:pt idx="2752">
                  <c:v>549.79533879999997</c:v>
                </c:pt>
                <c:pt idx="2753">
                  <c:v>549.90638230000002</c:v>
                </c:pt>
                <c:pt idx="2754">
                  <c:v>549.9727719</c:v>
                </c:pt>
                <c:pt idx="2755">
                  <c:v>550.63515299999995</c:v>
                </c:pt>
                <c:pt idx="2756">
                  <c:v>550.77711539999996</c:v>
                </c:pt>
                <c:pt idx="2757">
                  <c:v>550.79319810000004</c:v>
                </c:pt>
                <c:pt idx="2758">
                  <c:v>550.9025633</c:v>
                </c:pt>
                <c:pt idx="2759">
                  <c:v>550.97301570000002</c:v>
                </c:pt>
                <c:pt idx="2760">
                  <c:v>551.64006879999999</c:v>
                </c:pt>
                <c:pt idx="2761">
                  <c:v>551.77310580000005</c:v>
                </c:pt>
                <c:pt idx="2762">
                  <c:v>551.79362830000002</c:v>
                </c:pt>
                <c:pt idx="2763">
                  <c:v>551.90590970000005</c:v>
                </c:pt>
                <c:pt idx="2764">
                  <c:v>551.97109869999997</c:v>
                </c:pt>
                <c:pt idx="2765">
                  <c:v>552.63573389999999</c:v>
                </c:pt>
                <c:pt idx="2766">
                  <c:v>552.77760760000001</c:v>
                </c:pt>
                <c:pt idx="2767">
                  <c:v>552.79228269999999</c:v>
                </c:pt>
                <c:pt idx="2768">
                  <c:v>552.90832409999996</c:v>
                </c:pt>
                <c:pt idx="2769">
                  <c:v>552.97654069999999</c:v>
                </c:pt>
                <c:pt idx="2770">
                  <c:v>553.63557300000002</c:v>
                </c:pt>
                <c:pt idx="2771">
                  <c:v>553.77754149999998</c:v>
                </c:pt>
                <c:pt idx="2772">
                  <c:v>553.79124409999997</c:v>
                </c:pt>
                <c:pt idx="2773">
                  <c:v>553.91100110000002</c:v>
                </c:pt>
                <c:pt idx="2774">
                  <c:v>553.97538250000002</c:v>
                </c:pt>
                <c:pt idx="2775">
                  <c:v>554.63323539999999</c:v>
                </c:pt>
                <c:pt idx="2776">
                  <c:v>554.77762800000005</c:v>
                </c:pt>
                <c:pt idx="2777">
                  <c:v>554.79076280000004</c:v>
                </c:pt>
                <c:pt idx="2778">
                  <c:v>554.91085539999995</c:v>
                </c:pt>
                <c:pt idx="2779">
                  <c:v>554.96905670000001</c:v>
                </c:pt>
                <c:pt idx="2780">
                  <c:v>555.63714119999997</c:v>
                </c:pt>
                <c:pt idx="2781">
                  <c:v>555.77767960000006</c:v>
                </c:pt>
                <c:pt idx="2782">
                  <c:v>555.79188399999998</c:v>
                </c:pt>
                <c:pt idx="2783">
                  <c:v>555.91534209999998</c:v>
                </c:pt>
                <c:pt idx="2784">
                  <c:v>555.96699739999997</c:v>
                </c:pt>
                <c:pt idx="2785">
                  <c:v>556.63282449999997</c:v>
                </c:pt>
                <c:pt idx="2786">
                  <c:v>556.77489479999997</c:v>
                </c:pt>
                <c:pt idx="2787">
                  <c:v>556.78745379999998</c:v>
                </c:pt>
                <c:pt idx="2788">
                  <c:v>556.91245979999997</c:v>
                </c:pt>
                <c:pt idx="2789">
                  <c:v>556.96600230000001</c:v>
                </c:pt>
                <c:pt idx="2790">
                  <c:v>557.63102070000002</c:v>
                </c:pt>
                <c:pt idx="2791">
                  <c:v>557.77455469999995</c:v>
                </c:pt>
                <c:pt idx="2792">
                  <c:v>557.79211569999995</c:v>
                </c:pt>
                <c:pt idx="2793">
                  <c:v>557.95521010000004</c:v>
                </c:pt>
                <c:pt idx="2794">
                  <c:v>557.9662045</c:v>
                </c:pt>
                <c:pt idx="2795">
                  <c:v>558.63039920000006</c:v>
                </c:pt>
                <c:pt idx="2796">
                  <c:v>558.77244299999995</c:v>
                </c:pt>
                <c:pt idx="2797">
                  <c:v>558.79127919999996</c:v>
                </c:pt>
                <c:pt idx="2798">
                  <c:v>558.91692720000003</c:v>
                </c:pt>
                <c:pt idx="2799">
                  <c:v>558.97910400000001</c:v>
                </c:pt>
                <c:pt idx="2800">
                  <c:v>559.63588219999997</c:v>
                </c:pt>
                <c:pt idx="2801">
                  <c:v>559.77491759999998</c:v>
                </c:pt>
                <c:pt idx="2802">
                  <c:v>559.79304639999998</c:v>
                </c:pt>
                <c:pt idx="2803">
                  <c:v>559.917282</c:v>
                </c:pt>
                <c:pt idx="2804">
                  <c:v>559.96800440000004</c:v>
                </c:pt>
                <c:pt idx="2805">
                  <c:v>560.63355000000001</c:v>
                </c:pt>
                <c:pt idx="2806">
                  <c:v>560.7724819</c:v>
                </c:pt>
                <c:pt idx="2807">
                  <c:v>560.79265710000004</c:v>
                </c:pt>
                <c:pt idx="2808">
                  <c:v>560.91096709999999</c:v>
                </c:pt>
                <c:pt idx="2809">
                  <c:v>560.96937219999995</c:v>
                </c:pt>
                <c:pt idx="2810">
                  <c:v>561.63294550000001</c:v>
                </c:pt>
                <c:pt idx="2811">
                  <c:v>561.77215690000003</c:v>
                </c:pt>
                <c:pt idx="2812">
                  <c:v>561.79463759999999</c:v>
                </c:pt>
                <c:pt idx="2813">
                  <c:v>561.91062520000003</c:v>
                </c:pt>
                <c:pt idx="2814">
                  <c:v>561.97604590000003</c:v>
                </c:pt>
                <c:pt idx="2815">
                  <c:v>562.63207669999997</c:v>
                </c:pt>
                <c:pt idx="2816">
                  <c:v>562.77462609999998</c:v>
                </c:pt>
                <c:pt idx="2817">
                  <c:v>562.79234039999994</c:v>
                </c:pt>
                <c:pt idx="2818">
                  <c:v>562.90987050000001</c:v>
                </c:pt>
                <c:pt idx="2819">
                  <c:v>562.9712025</c:v>
                </c:pt>
                <c:pt idx="2820">
                  <c:v>563.63910580000004</c:v>
                </c:pt>
                <c:pt idx="2821">
                  <c:v>563.78092570000001</c:v>
                </c:pt>
                <c:pt idx="2822">
                  <c:v>563.79087619999996</c:v>
                </c:pt>
                <c:pt idx="2823">
                  <c:v>563.90238739999995</c:v>
                </c:pt>
                <c:pt idx="2824">
                  <c:v>564.03636410000001</c:v>
                </c:pt>
                <c:pt idx="2825">
                  <c:v>564.63544479999996</c:v>
                </c:pt>
                <c:pt idx="2826">
                  <c:v>564.77464529999997</c:v>
                </c:pt>
                <c:pt idx="2827">
                  <c:v>564.79257559999996</c:v>
                </c:pt>
                <c:pt idx="2828">
                  <c:v>564.91222889999995</c:v>
                </c:pt>
                <c:pt idx="2829">
                  <c:v>565.00222780000001</c:v>
                </c:pt>
                <c:pt idx="2830">
                  <c:v>565.63468799999998</c:v>
                </c:pt>
                <c:pt idx="2831">
                  <c:v>565.77794960000006</c:v>
                </c:pt>
                <c:pt idx="2832">
                  <c:v>565.78799160000005</c:v>
                </c:pt>
                <c:pt idx="2833">
                  <c:v>565.91601709999998</c:v>
                </c:pt>
                <c:pt idx="2834">
                  <c:v>565.96773959999996</c:v>
                </c:pt>
                <c:pt idx="2835">
                  <c:v>566.64625160000003</c:v>
                </c:pt>
                <c:pt idx="2836">
                  <c:v>566.7838471</c:v>
                </c:pt>
                <c:pt idx="2837">
                  <c:v>566.82873600000005</c:v>
                </c:pt>
                <c:pt idx="2838">
                  <c:v>566.9130212</c:v>
                </c:pt>
                <c:pt idx="2839">
                  <c:v>566.97190680000006</c:v>
                </c:pt>
                <c:pt idx="2840">
                  <c:v>567.65977959999998</c:v>
                </c:pt>
                <c:pt idx="2841">
                  <c:v>567.77642900000001</c:v>
                </c:pt>
                <c:pt idx="2842">
                  <c:v>567.78383240000005</c:v>
                </c:pt>
                <c:pt idx="2843">
                  <c:v>567.91328720000001</c:v>
                </c:pt>
                <c:pt idx="2844">
                  <c:v>567.96846479999999</c:v>
                </c:pt>
                <c:pt idx="2845">
                  <c:v>568.63525460000005</c:v>
                </c:pt>
                <c:pt idx="2846">
                  <c:v>568.77908319999995</c:v>
                </c:pt>
                <c:pt idx="2847">
                  <c:v>568.78752429999997</c:v>
                </c:pt>
                <c:pt idx="2848">
                  <c:v>568.91516260000003</c:v>
                </c:pt>
                <c:pt idx="2849">
                  <c:v>568.96721760000003</c:v>
                </c:pt>
                <c:pt idx="2850">
                  <c:v>569.63068450000003</c:v>
                </c:pt>
                <c:pt idx="2851">
                  <c:v>569.77406800000006</c:v>
                </c:pt>
                <c:pt idx="2852">
                  <c:v>569.78482589999999</c:v>
                </c:pt>
                <c:pt idx="2853">
                  <c:v>569.91357870000002</c:v>
                </c:pt>
                <c:pt idx="2854">
                  <c:v>569.96578199999999</c:v>
                </c:pt>
                <c:pt idx="2855">
                  <c:v>570.63079649999997</c:v>
                </c:pt>
                <c:pt idx="2856">
                  <c:v>570.77311039999995</c:v>
                </c:pt>
                <c:pt idx="2857">
                  <c:v>570.78251009999997</c:v>
                </c:pt>
                <c:pt idx="2858">
                  <c:v>570.91702320000002</c:v>
                </c:pt>
                <c:pt idx="2859">
                  <c:v>570.96837259999995</c:v>
                </c:pt>
                <c:pt idx="2860">
                  <c:v>571.63028770000005</c:v>
                </c:pt>
                <c:pt idx="2861">
                  <c:v>571.77228779999996</c:v>
                </c:pt>
                <c:pt idx="2862">
                  <c:v>571.78972599999997</c:v>
                </c:pt>
                <c:pt idx="2863">
                  <c:v>571.91097070000001</c:v>
                </c:pt>
                <c:pt idx="2864">
                  <c:v>571.96594210000001</c:v>
                </c:pt>
                <c:pt idx="2865">
                  <c:v>572.63586169999996</c:v>
                </c:pt>
                <c:pt idx="2866">
                  <c:v>572.77647609999997</c:v>
                </c:pt>
                <c:pt idx="2867">
                  <c:v>572.79031069999996</c:v>
                </c:pt>
                <c:pt idx="2868">
                  <c:v>572.9077479</c:v>
                </c:pt>
                <c:pt idx="2869">
                  <c:v>572.96619369999996</c:v>
                </c:pt>
                <c:pt idx="2870">
                  <c:v>573.63351130000001</c:v>
                </c:pt>
                <c:pt idx="2871">
                  <c:v>573.77159340000003</c:v>
                </c:pt>
                <c:pt idx="2872">
                  <c:v>573.79197720000002</c:v>
                </c:pt>
                <c:pt idx="2873">
                  <c:v>573.90915689999997</c:v>
                </c:pt>
                <c:pt idx="2874">
                  <c:v>573.99017919999994</c:v>
                </c:pt>
                <c:pt idx="2875">
                  <c:v>574.63467449999996</c:v>
                </c:pt>
                <c:pt idx="2876">
                  <c:v>574.77681529999995</c:v>
                </c:pt>
                <c:pt idx="2877">
                  <c:v>574.7875497</c:v>
                </c:pt>
                <c:pt idx="2878">
                  <c:v>574.90784810000002</c:v>
                </c:pt>
                <c:pt idx="2879">
                  <c:v>574.96713999999997</c:v>
                </c:pt>
                <c:pt idx="2880">
                  <c:v>575.63632600000005</c:v>
                </c:pt>
                <c:pt idx="2881">
                  <c:v>575.77753619999999</c:v>
                </c:pt>
                <c:pt idx="2882">
                  <c:v>575.7871083</c:v>
                </c:pt>
                <c:pt idx="2883">
                  <c:v>575.91334570000004</c:v>
                </c:pt>
                <c:pt idx="2884">
                  <c:v>575.97224249999999</c:v>
                </c:pt>
                <c:pt idx="2885">
                  <c:v>576.63651849999997</c:v>
                </c:pt>
                <c:pt idx="2886">
                  <c:v>576.77790979999997</c:v>
                </c:pt>
                <c:pt idx="2887">
                  <c:v>576.78638350000006</c:v>
                </c:pt>
                <c:pt idx="2888">
                  <c:v>576.90230229999997</c:v>
                </c:pt>
                <c:pt idx="2889">
                  <c:v>576.97138529999995</c:v>
                </c:pt>
                <c:pt idx="2890">
                  <c:v>577.63029089999998</c:v>
                </c:pt>
                <c:pt idx="2891">
                  <c:v>577.77731530000005</c:v>
                </c:pt>
                <c:pt idx="2892">
                  <c:v>577.79109970000002</c:v>
                </c:pt>
                <c:pt idx="2893">
                  <c:v>577.9050929</c:v>
                </c:pt>
                <c:pt idx="2894">
                  <c:v>577.96825609999996</c:v>
                </c:pt>
                <c:pt idx="2895">
                  <c:v>578.6334852</c:v>
                </c:pt>
                <c:pt idx="2896">
                  <c:v>578.77497159999996</c:v>
                </c:pt>
                <c:pt idx="2897">
                  <c:v>578.78689129999998</c:v>
                </c:pt>
                <c:pt idx="2898">
                  <c:v>578.91944469999999</c:v>
                </c:pt>
                <c:pt idx="2899">
                  <c:v>578.96841229999995</c:v>
                </c:pt>
                <c:pt idx="2900">
                  <c:v>579.63305060000005</c:v>
                </c:pt>
                <c:pt idx="2901">
                  <c:v>579.77965070000005</c:v>
                </c:pt>
                <c:pt idx="2902">
                  <c:v>579.79256269999996</c:v>
                </c:pt>
                <c:pt idx="2903">
                  <c:v>579.91256520000002</c:v>
                </c:pt>
                <c:pt idx="2904">
                  <c:v>579.96630740000001</c:v>
                </c:pt>
                <c:pt idx="2905">
                  <c:v>580.63001459999998</c:v>
                </c:pt>
                <c:pt idx="2906">
                  <c:v>580.78300899999999</c:v>
                </c:pt>
                <c:pt idx="2907">
                  <c:v>580.80030959999999</c:v>
                </c:pt>
                <c:pt idx="2908">
                  <c:v>580.91368460000001</c:v>
                </c:pt>
                <c:pt idx="2909">
                  <c:v>580.96613579999996</c:v>
                </c:pt>
                <c:pt idx="2910">
                  <c:v>581.63089709999997</c:v>
                </c:pt>
                <c:pt idx="2911">
                  <c:v>581.77076160000001</c:v>
                </c:pt>
                <c:pt idx="2912">
                  <c:v>581.79499999999996</c:v>
                </c:pt>
                <c:pt idx="2913">
                  <c:v>581.91605010000001</c:v>
                </c:pt>
                <c:pt idx="2914">
                  <c:v>581.96617500000002</c:v>
                </c:pt>
                <c:pt idx="2915">
                  <c:v>582.6307223</c:v>
                </c:pt>
                <c:pt idx="2916">
                  <c:v>582.77270180000005</c:v>
                </c:pt>
                <c:pt idx="2917">
                  <c:v>582.79273620000004</c:v>
                </c:pt>
                <c:pt idx="2918">
                  <c:v>582.90683290000004</c:v>
                </c:pt>
                <c:pt idx="2919">
                  <c:v>582.96916069999997</c:v>
                </c:pt>
                <c:pt idx="2920">
                  <c:v>583.6315578</c:v>
                </c:pt>
                <c:pt idx="2921">
                  <c:v>583.7721477</c:v>
                </c:pt>
                <c:pt idx="2922">
                  <c:v>583.78966990000004</c:v>
                </c:pt>
                <c:pt idx="2923">
                  <c:v>583.90507449999996</c:v>
                </c:pt>
                <c:pt idx="2924">
                  <c:v>583.9683837</c:v>
                </c:pt>
                <c:pt idx="2925">
                  <c:v>584.63308070000005</c:v>
                </c:pt>
                <c:pt idx="2926">
                  <c:v>584.77478459999998</c:v>
                </c:pt>
                <c:pt idx="2927">
                  <c:v>584.79570880000006</c:v>
                </c:pt>
                <c:pt idx="2928">
                  <c:v>584.9166146</c:v>
                </c:pt>
                <c:pt idx="2929">
                  <c:v>584.97592010000005</c:v>
                </c:pt>
                <c:pt idx="2930">
                  <c:v>585.63835640000002</c:v>
                </c:pt>
                <c:pt idx="2931">
                  <c:v>585.77481139999998</c:v>
                </c:pt>
                <c:pt idx="2932">
                  <c:v>585.79214990000003</c:v>
                </c:pt>
                <c:pt idx="2933">
                  <c:v>585.91245479999998</c:v>
                </c:pt>
                <c:pt idx="2934">
                  <c:v>585.96618469999999</c:v>
                </c:pt>
                <c:pt idx="2935">
                  <c:v>586.64372289999994</c:v>
                </c:pt>
                <c:pt idx="2936">
                  <c:v>586.7725398</c:v>
                </c:pt>
                <c:pt idx="2937">
                  <c:v>586.79480290000004</c:v>
                </c:pt>
                <c:pt idx="2938">
                  <c:v>586.90255390000004</c:v>
                </c:pt>
                <c:pt idx="2939">
                  <c:v>586.9752896</c:v>
                </c:pt>
                <c:pt idx="2940">
                  <c:v>587.64061119999997</c:v>
                </c:pt>
                <c:pt idx="2941">
                  <c:v>587.77723130000004</c:v>
                </c:pt>
                <c:pt idx="2942">
                  <c:v>587.78899730000001</c:v>
                </c:pt>
                <c:pt idx="2943">
                  <c:v>587.90320770000005</c:v>
                </c:pt>
                <c:pt idx="2944">
                  <c:v>587.98351660000003</c:v>
                </c:pt>
                <c:pt idx="2945">
                  <c:v>588.64006749999999</c:v>
                </c:pt>
                <c:pt idx="2946">
                  <c:v>588.77763890000006</c:v>
                </c:pt>
                <c:pt idx="2947">
                  <c:v>588.78863320000005</c:v>
                </c:pt>
                <c:pt idx="2948">
                  <c:v>588.90726510000002</c:v>
                </c:pt>
                <c:pt idx="2949">
                  <c:v>588.96621240000002</c:v>
                </c:pt>
                <c:pt idx="2950">
                  <c:v>589.64348840000002</c:v>
                </c:pt>
                <c:pt idx="2951">
                  <c:v>589.77535969999997</c:v>
                </c:pt>
                <c:pt idx="2952">
                  <c:v>589.79175359999999</c:v>
                </c:pt>
                <c:pt idx="2953">
                  <c:v>589.90233669999998</c:v>
                </c:pt>
                <c:pt idx="2954">
                  <c:v>589.97172460000002</c:v>
                </c:pt>
                <c:pt idx="2955">
                  <c:v>590.64150840000002</c:v>
                </c:pt>
                <c:pt idx="2956">
                  <c:v>590.78143699999998</c:v>
                </c:pt>
                <c:pt idx="2957">
                  <c:v>590.78841669999997</c:v>
                </c:pt>
                <c:pt idx="2958">
                  <c:v>590.90467769999998</c:v>
                </c:pt>
                <c:pt idx="2959">
                  <c:v>590.96853450000003</c:v>
                </c:pt>
                <c:pt idx="2960">
                  <c:v>591.63742439999999</c:v>
                </c:pt>
                <c:pt idx="2961">
                  <c:v>591.78183590000003</c:v>
                </c:pt>
                <c:pt idx="2962">
                  <c:v>591.79212210000003</c:v>
                </c:pt>
                <c:pt idx="2963">
                  <c:v>591.90290900000002</c:v>
                </c:pt>
                <c:pt idx="2964">
                  <c:v>591.96988380000005</c:v>
                </c:pt>
                <c:pt idx="2965">
                  <c:v>592.65395890000002</c:v>
                </c:pt>
                <c:pt idx="2966">
                  <c:v>592.78271659999996</c:v>
                </c:pt>
                <c:pt idx="2967">
                  <c:v>592.79103840000005</c:v>
                </c:pt>
                <c:pt idx="2968">
                  <c:v>592.91341839999995</c:v>
                </c:pt>
                <c:pt idx="2969">
                  <c:v>592.96655639999994</c:v>
                </c:pt>
                <c:pt idx="2970">
                  <c:v>593.63257490000001</c:v>
                </c:pt>
                <c:pt idx="2971">
                  <c:v>593.7802719</c:v>
                </c:pt>
                <c:pt idx="2972">
                  <c:v>593.7890281</c:v>
                </c:pt>
                <c:pt idx="2973">
                  <c:v>593.91555189999997</c:v>
                </c:pt>
                <c:pt idx="2974">
                  <c:v>593.96606919999999</c:v>
                </c:pt>
                <c:pt idx="2975">
                  <c:v>594.63047280000001</c:v>
                </c:pt>
                <c:pt idx="2976">
                  <c:v>594.7730335</c:v>
                </c:pt>
                <c:pt idx="2977">
                  <c:v>594.78783659999999</c:v>
                </c:pt>
                <c:pt idx="2978">
                  <c:v>594.91480779999995</c:v>
                </c:pt>
                <c:pt idx="2979">
                  <c:v>594.96670289999997</c:v>
                </c:pt>
                <c:pt idx="2980">
                  <c:v>595.63659170000005</c:v>
                </c:pt>
                <c:pt idx="2981">
                  <c:v>595.77785410000001</c:v>
                </c:pt>
                <c:pt idx="2982">
                  <c:v>595.79738740000005</c:v>
                </c:pt>
                <c:pt idx="2983">
                  <c:v>595.91256569999996</c:v>
                </c:pt>
                <c:pt idx="2984">
                  <c:v>595.96611610000002</c:v>
                </c:pt>
                <c:pt idx="2985">
                  <c:v>596.64270099999999</c:v>
                </c:pt>
                <c:pt idx="2986">
                  <c:v>596.77999260000001</c:v>
                </c:pt>
                <c:pt idx="2987">
                  <c:v>596.79341220000003</c:v>
                </c:pt>
                <c:pt idx="2988">
                  <c:v>596.91091889999996</c:v>
                </c:pt>
                <c:pt idx="2989">
                  <c:v>596.968299</c:v>
                </c:pt>
                <c:pt idx="2990">
                  <c:v>597.63741300000004</c:v>
                </c:pt>
                <c:pt idx="2991">
                  <c:v>597.77185550000002</c:v>
                </c:pt>
                <c:pt idx="2992">
                  <c:v>597.78984609999998</c:v>
                </c:pt>
                <c:pt idx="2993">
                  <c:v>597.91328439999995</c:v>
                </c:pt>
                <c:pt idx="2994">
                  <c:v>597.96722209999996</c:v>
                </c:pt>
                <c:pt idx="2995">
                  <c:v>598.64220330000001</c:v>
                </c:pt>
                <c:pt idx="2996">
                  <c:v>598.78271459999996</c:v>
                </c:pt>
                <c:pt idx="2997">
                  <c:v>598.78550389999998</c:v>
                </c:pt>
                <c:pt idx="2998">
                  <c:v>598.90999260000001</c:v>
                </c:pt>
                <c:pt idx="2999">
                  <c:v>598.97376829999996</c:v>
                </c:pt>
                <c:pt idx="3000">
                  <c:v>599.64286930000003</c:v>
                </c:pt>
                <c:pt idx="3001">
                  <c:v>599.78129239999998</c:v>
                </c:pt>
                <c:pt idx="3002">
                  <c:v>599.78901570000005</c:v>
                </c:pt>
                <c:pt idx="3003">
                  <c:v>599.90795070000001</c:v>
                </c:pt>
                <c:pt idx="3004">
                  <c:v>599.97134570000003</c:v>
                </c:pt>
                <c:pt idx="3005">
                  <c:v>600.64433659999997</c:v>
                </c:pt>
                <c:pt idx="3006">
                  <c:v>600.78545450000001</c:v>
                </c:pt>
                <c:pt idx="3007">
                  <c:v>600.78974930000004</c:v>
                </c:pt>
                <c:pt idx="3008">
                  <c:v>600.97127669999998</c:v>
                </c:pt>
                <c:pt idx="3009">
                  <c:v>601.64293510000005</c:v>
                </c:pt>
                <c:pt idx="3010">
                  <c:v>601.78177219999998</c:v>
                </c:pt>
                <c:pt idx="3011">
                  <c:v>601.78907600000002</c:v>
                </c:pt>
                <c:pt idx="3012">
                  <c:v>601.96974320000004</c:v>
                </c:pt>
                <c:pt idx="3013">
                  <c:v>602.64091140000005</c:v>
                </c:pt>
                <c:pt idx="3014">
                  <c:v>602.78396610000004</c:v>
                </c:pt>
                <c:pt idx="3015">
                  <c:v>602.79112880000002</c:v>
                </c:pt>
                <c:pt idx="3016">
                  <c:v>603.63898389999997</c:v>
                </c:pt>
                <c:pt idx="3017">
                  <c:v>603.78197030000001</c:v>
                </c:pt>
                <c:pt idx="3018">
                  <c:v>604.63702149999995</c:v>
                </c:pt>
                <c:pt idx="3019">
                  <c:v>604.78278739999996</c:v>
                </c:pt>
                <c:pt idx="3020">
                  <c:v>605.63755790000005</c:v>
                </c:pt>
              </c:numCache>
            </c:numRef>
          </c:xVal>
          <c:yVal>
            <c:numRef>
              <c:f>Efficiency_1!$B$2:$B$3022</c:f>
              <c:numCache>
                <c:formatCode>General</c:formatCode>
                <c:ptCount val="3021"/>
                <c:pt idx="1">
                  <c:v>35.194182695260281</c:v>
                </c:pt>
                <c:pt idx="2">
                  <c:v>35.194182818189141</c:v>
                </c:pt>
                <c:pt idx="3">
                  <c:v>35.194183156243497</c:v>
                </c:pt>
                <c:pt idx="4">
                  <c:v>35.194183986013293</c:v>
                </c:pt>
                <c:pt idx="5">
                  <c:v>35.389474456150943</c:v>
                </c:pt>
                <c:pt idx="6">
                  <c:v>35.435117265218423</c:v>
                </c:pt>
                <c:pt idx="7">
                  <c:v>35.436250484900881</c:v>
                </c:pt>
                <c:pt idx="8">
                  <c:v>35.472299741454549</c:v>
                </c:pt>
                <c:pt idx="9">
                  <c:v>35.488931399694771</c:v>
                </c:pt>
                <c:pt idx="10">
                  <c:v>35.668473007110038</c:v>
                </c:pt>
                <c:pt idx="11">
                  <c:v>35.708611617504353</c:v>
                </c:pt>
                <c:pt idx="12">
                  <c:v>35.709496115066727</c:v>
                </c:pt>
                <c:pt idx="13">
                  <c:v>35.741692731690364</c:v>
                </c:pt>
                <c:pt idx="14">
                  <c:v>35.759498511807422</c:v>
                </c:pt>
                <c:pt idx="15">
                  <c:v>35.936063114187732</c:v>
                </c:pt>
                <c:pt idx="16">
                  <c:v>35.974690800244986</c:v>
                </c:pt>
                <c:pt idx="17">
                  <c:v>35.975888553000679</c:v>
                </c:pt>
                <c:pt idx="18">
                  <c:v>36.0073980415915</c:v>
                </c:pt>
                <c:pt idx="19">
                  <c:v>36.024982653948271</c:v>
                </c:pt>
                <c:pt idx="20">
                  <c:v>36.196449628091393</c:v>
                </c:pt>
                <c:pt idx="21">
                  <c:v>36.232764223796998</c:v>
                </c:pt>
                <c:pt idx="22">
                  <c:v>36.235529617963309</c:v>
                </c:pt>
                <c:pt idx="23">
                  <c:v>36.267458252418294</c:v>
                </c:pt>
                <c:pt idx="24">
                  <c:v>36.28496698183308</c:v>
                </c:pt>
                <c:pt idx="25">
                  <c:v>36.449634476818709</c:v>
                </c:pt>
                <c:pt idx="26">
                  <c:v>36.487265575032268</c:v>
                </c:pt>
                <c:pt idx="27">
                  <c:v>36.487937753899232</c:v>
                </c:pt>
                <c:pt idx="28">
                  <c:v>36.516602143291607</c:v>
                </c:pt>
                <c:pt idx="29">
                  <c:v>36.534908039348586</c:v>
                </c:pt>
                <c:pt idx="30">
                  <c:v>36.697567962749204</c:v>
                </c:pt>
                <c:pt idx="31">
                  <c:v>36.732874091839655</c:v>
                </c:pt>
                <c:pt idx="32">
                  <c:v>36.735246142830945</c:v>
                </c:pt>
                <c:pt idx="33">
                  <c:v>36.765808244487062</c:v>
                </c:pt>
                <c:pt idx="34">
                  <c:v>36.783610260278707</c:v>
                </c:pt>
                <c:pt idx="35">
                  <c:v>36.9452645382245</c:v>
                </c:pt>
                <c:pt idx="36">
                  <c:v>36.980224910132804</c:v>
                </c:pt>
                <c:pt idx="37">
                  <c:v>36.983109249311795</c:v>
                </c:pt>
                <c:pt idx="38">
                  <c:v>37.013105016702525</c:v>
                </c:pt>
                <c:pt idx="39">
                  <c:v>37.03047245315009</c:v>
                </c:pt>
                <c:pt idx="40">
                  <c:v>37.177212459554042</c:v>
                </c:pt>
                <c:pt idx="41">
                  <c:v>37.209694112614798</c:v>
                </c:pt>
                <c:pt idx="42">
                  <c:v>37.229319900383089</c:v>
                </c:pt>
                <c:pt idx="43">
                  <c:v>37.239995810807159</c:v>
                </c:pt>
                <c:pt idx="44">
                  <c:v>37.256548132713931</c:v>
                </c:pt>
                <c:pt idx="45">
                  <c:v>37.405947043559024</c:v>
                </c:pt>
                <c:pt idx="46">
                  <c:v>37.439308504777273</c:v>
                </c:pt>
                <c:pt idx="47">
                  <c:v>37.444083658143377</c:v>
                </c:pt>
                <c:pt idx="48">
                  <c:v>37.46835024805921</c:v>
                </c:pt>
                <c:pt idx="49">
                  <c:v>37.48492317570819</c:v>
                </c:pt>
                <c:pt idx="50">
                  <c:v>37.631162355922463</c:v>
                </c:pt>
                <c:pt idx="51">
                  <c:v>37.663486358384027</c:v>
                </c:pt>
                <c:pt idx="52">
                  <c:v>37.663979660704122</c:v>
                </c:pt>
                <c:pt idx="53">
                  <c:v>37.691238913882444</c:v>
                </c:pt>
                <c:pt idx="54">
                  <c:v>37.706444285772896</c:v>
                </c:pt>
                <c:pt idx="55">
                  <c:v>37.846529650879795</c:v>
                </c:pt>
                <c:pt idx="56">
                  <c:v>37.878495986197017</c:v>
                </c:pt>
                <c:pt idx="57">
                  <c:v>37.879880171419231</c:v>
                </c:pt>
                <c:pt idx="58">
                  <c:v>37.905385747901448</c:v>
                </c:pt>
                <c:pt idx="59">
                  <c:v>37.919604223158991</c:v>
                </c:pt>
                <c:pt idx="60">
                  <c:v>38.077539449561499</c:v>
                </c:pt>
                <c:pt idx="61">
                  <c:v>38.093655217815773</c:v>
                </c:pt>
                <c:pt idx="62">
                  <c:v>38.093747456102875</c:v>
                </c:pt>
                <c:pt idx="63">
                  <c:v>38.130265280779781</c:v>
                </c:pt>
                <c:pt idx="64">
                  <c:v>38.133537888500719</c:v>
                </c:pt>
                <c:pt idx="65">
                  <c:v>38.267470011952405</c:v>
                </c:pt>
                <c:pt idx="66">
                  <c:v>38.296907487296181</c:v>
                </c:pt>
                <c:pt idx="67">
                  <c:v>38.29753103707678</c:v>
                </c:pt>
                <c:pt idx="68">
                  <c:v>38.321066995751096</c:v>
                </c:pt>
                <c:pt idx="69">
                  <c:v>38.334128876466067</c:v>
                </c:pt>
                <c:pt idx="70">
                  <c:v>38.462422063395088</c:v>
                </c:pt>
                <c:pt idx="71">
                  <c:v>38.491386643190239</c:v>
                </c:pt>
                <c:pt idx="72">
                  <c:v>38.491655487783056</c:v>
                </c:pt>
                <c:pt idx="73">
                  <c:v>38.515716283212328</c:v>
                </c:pt>
                <c:pt idx="74">
                  <c:v>38.527542695108529</c:v>
                </c:pt>
                <c:pt idx="75">
                  <c:v>38.651502322171808</c:v>
                </c:pt>
                <c:pt idx="76">
                  <c:v>38.679365044344593</c:v>
                </c:pt>
                <c:pt idx="77">
                  <c:v>38.679790480434399</c:v>
                </c:pt>
                <c:pt idx="78">
                  <c:v>38.702699872210871</c:v>
                </c:pt>
                <c:pt idx="79">
                  <c:v>38.715489335214308</c:v>
                </c:pt>
                <c:pt idx="80">
                  <c:v>38.835364023834046</c:v>
                </c:pt>
                <c:pt idx="81">
                  <c:v>38.861623547779821</c:v>
                </c:pt>
                <c:pt idx="82">
                  <c:v>38.863128030319615</c:v>
                </c:pt>
                <c:pt idx="83">
                  <c:v>38.88465735838713</c:v>
                </c:pt>
                <c:pt idx="84">
                  <c:v>38.897392420851617</c:v>
                </c:pt>
                <c:pt idx="85">
                  <c:v>39.008688845119345</c:v>
                </c:pt>
                <c:pt idx="86">
                  <c:v>39.032611875078125</c:v>
                </c:pt>
                <c:pt idx="87">
                  <c:v>39.034079796517297</c:v>
                </c:pt>
                <c:pt idx="88">
                  <c:v>39.054702887295207</c:v>
                </c:pt>
                <c:pt idx="89">
                  <c:v>39.067622932717327</c:v>
                </c:pt>
                <c:pt idx="90">
                  <c:v>39.178817274780421</c:v>
                </c:pt>
                <c:pt idx="91">
                  <c:v>39.201989181408642</c:v>
                </c:pt>
                <c:pt idx="92">
                  <c:v>39.203741937340133</c:v>
                </c:pt>
                <c:pt idx="93">
                  <c:v>39.224038679503678</c:v>
                </c:pt>
                <c:pt idx="94">
                  <c:v>39.236764703717249</c:v>
                </c:pt>
                <c:pt idx="95">
                  <c:v>39.344323912585921</c:v>
                </c:pt>
                <c:pt idx="96">
                  <c:v>39.367802659300388</c:v>
                </c:pt>
                <c:pt idx="97">
                  <c:v>39.369530795477324</c:v>
                </c:pt>
                <c:pt idx="98">
                  <c:v>39.389690291600289</c:v>
                </c:pt>
                <c:pt idx="99">
                  <c:v>39.40084173932734</c:v>
                </c:pt>
                <c:pt idx="100">
                  <c:v>39.504500402357472</c:v>
                </c:pt>
                <c:pt idx="101">
                  <c:v>39.528423892947522</c:v>
                </c:pt>
                <c:pt idx="102">
                  <c:v>39.536341631994944</c:v>
                </c:pt>
                <c:pt idx="103">
                  <c:v>39.548717656621818</c:v>
                </c:pt>
                <c:pt idx="104">
                  <c:v>39.558367319924123</c:v>
                </c:pt>
                <c:pt idx="105">
                  <c:v>39.653087926808453</c:v>
                </c:pt>
                <c:pt idx="106">
                  <c:v>39.674650866678924</c:v>
                </c:pt>
                <c:pt idx="107">
                  <c:v>39.675932638644689</c:v>
                </c:pt>
                <c:pt idx="108">
                  <c:v>39.691937292621276</c:v>
                </c:pt>
                <c:pt idx="109">
                  <c:v>39.702535263588679</c:v>
                </c:pt>
                <c:pt idx="110">
                  <c:v>39.801698934926158</c:v>
                </c:pt>
                <c:pt idx="111">
                  <c:v>39.82419931905325</c:v>
                </c:pt>
                <c:pt idx="112">
                  <c:v>39.824639298827016</c:v>
                </c:pt>
                <c:pt idx="113">
                  <c:v>39.843002974609021</c:v>
                </c:pt>
                <c:pt idx="114">
                  <c:v>39.85317651978044</c:v>
                </c:pt>
                <c:pt idx="115">
                  <c:v>39.94869589981819</c:v>
                </c:pt>
                <c:pt idx="116">
                  <c:v>39.970200410551804</c:v>
                </c:pt>
                <c:pt idx="117">
                  <c:v>39.971273873965679</c:v>
                </c:pt>
                <c:pt idx="118">
                  <c:v>39.988455334303865</c:v>
                </c:pt>
                <c:pt idx="119">
                  <c:v>39.997599355367512</c:v>
                </c:pt>
                <c:pt idx="120">
                  <c:v>40.095539799493245</c:v>
                </c:pt>
                <c:pt idx="121">
                  <c:v>40.117455049746908</c:v>
                </c:pt>
                <c:pt idx="122">
                  <c:v>40.117801458419194</c:v>
                </c:pt>
                <c:pt idx="123">
                  <c:v>40.135515795656943</c:v>
                </c:pt>
                <c:pt idx="124">
                  <c:v>40.144505071894898</c:v>
                </c:pt>
                <c:pt idx="125">
                  <c:v>40.237860402450977</c:v>
                </c:pt>
                <c:pt idx="126">
                  <c:v>40.256504749704654</c:v>
                </c:pt>
                <c:pt idx="127">
                  <c:v>40.257232752615344</c:v>
                </c:pt>
                <c:pt idx="128">
                  <c:v>40.273690969932488</c:v>
                </c:pt>
                <c:pt idx="129">
                  <c:v>40.282397559915999</c:v>
                </c:pt>
                <c:pt idx="130">
                  <c:v>40.370863063556243</c:v>
                </c:pt>
                <c:pt idx="131">
                  <c:v>40.389397679366873</c:v>
                </c:pt>
                <c:pt idx="132">
                  <c:v>40.38959496815184</c:v>
                </c:pt>
                <c:pt idx="133">
                  <c:v>40.405934525482451</c:v>
                </c:pt>
                <c:pt idx="134">
                  <c:v>40.413557088964687</c:v>
                </c:pt>
                <c:pt idx="135">
                  <c:v>40.501285723102839</c:v>
                </c:pt>
                <c:pt idx="136">
                  <c:v>40.521230155662174</c:v>
                </c:pt>
                <c:pt idx="137">
                  <c:v>40.521554625663256</c:v>
                </c:pt>
                <c:pt idx="138">
                  <c:v>40.537177421122522</c:v>
                </c:pt>
                <c:pt idx="139">
                  <c:v>40.546095310647381</c:v>
                </c:pt>
                <c:pt idx="140">
                  <c:v>40.629697398809725</c:v>
                </c:pt>
                <c:pt idx="141">
                  <c:v>40.647200249407511</c:v>
                </c:pt>
                <c:pt idx="142">
                  <c:v>40.648132449072911</c:v>
                </c:pt>
                <c:pt idx="143">
                  <c:v>40.664139033278502</c:v>
                </c:pt>
                <c:pt idx="144">
                  <c:v>40.671900617532657</c:v>
                </c:pt>
                <c:pt idx="145">
                  <c:v>40.751341870084453</c:v>
                </c:pt>
                <c:pt idx="146">
                  <c:v>40.768858528591892</c:v>
                </c:pt>
                <c:pt idx="147">
                  <c:v>40.769256888548348</c:v>
                </c:pt>
                <c:pt idx="148">
                  <c:v>40.783870358222885</c:v>
                </c:pt>
                <c:pt idx="149">
                  <c:v>40.79310326701939</c:v>
                </c:pt>
                <c:pt idx="150">
                  <c:v>40.871047149541027</c:v>
                </c:pt>
                <c:pt idx="151">
                  <c:v>40.887833025393746</c:v>
                </c:pt>
                <c:pt idx="152">
                  <c:v>40.889353088320078</c:v>
                </c:pt>
                <c:pt idx="153">
                  <c:v>40.903590999499613</c:v>
                </c:pt>
                <c:pt idx="154">
                  <c:v>40.911015122131666</c:v>
                </c:pt>
                <c:pt idx="155">
                  <c:v>40.986244038220413</c:v>
                </c:pt>
                <c:pt idx="156">
                  <c:v>41.002417350179925</c:v>
                </c:pt>
                <c:pt idx="157">
                  <c:v>41.003430583649056</c:v>
                </c:pt>
                <c:pt idx="158">
                  <c:v>41.017729338094057</c:v>
                </c:pt>
                <c:pt idx="159">
                  <c:v>41.02553754241513</c:v>
                </c:pt>
                <c:pt idx="160">
                  <c:v>41.099815916444555</c:v>
                </c:pt>
                <c:pt idx="161">
                  <c:v>41.116163365003217</c:v>
                </c:pt>
                <c:pt idx="162">
                  <c:v>41.11695390856481</c:v>
                </c:pt>
                <c:pt idx="163">
                  <c:v>41.131857374754702</c:v>
                </c:pt>
                <c:pt idx="164">
                  <c:v>41.137774154820299</c:v>
                </c:pt>
                <c:pt idx="165">
                  <c:v>41.20391888293107</c:v>
                </c:pt>
                <c:pt idx="166">
                  <c:v>41.218871611125564</c:v>
                </c:pt>
                <c:pt idx="167">
                  <c:v>41.219522280888917</c:v>
                </c:pt>
                <c:pt idx="168">
                  <c:v>41.231879998075158</c:v>
                </c:pt>
                <c:pt idx="169">
                  <c:v>41.238269691758617</c:v>
                </c:pt>
                <c:pt idx="170">
                  <c:v>41.306737477641015</c:v>
                </c:pt>
                <c:pt idx="171">
                  <c:v>41.322279158582049</c:v>
                </c:pt>
                <c:pt idx="172">
                  <c:v>41.322347697844002</c:v>
                </c:pt>
                <c:pt idx="173">
                  <c:v>41.335831846273038</c:v>
                </c:pt>
                <c:pt idx="174">
                  <c:v>41.341687513765642</c:v>
                </c:pt>
                <c:pt idx="175">
                  <c:v>41.40603389119368</c:v>
                </c:pt>
                <c:pt idx="176">
                  <c:v>41.42070099792371</c:v>
                </c:pt>
                <c:pt idx="177">
                  <c:v>41.420982246965991</c:v>
                </c:pt>
                <c:pt idx="178">
                  <c:v>41.433223601500856</c:v>
                </c:pt>
                <c:pt idx="179">
                  <c:v>41.439187254957417</c:v>
                </c:pt>
                <c:pt idx="180">
                  <c:v>41.504927366879585</c:v>
                </c:pt>
                <c:pt idx="181">
                  <c:v>41.519193788458864</c:v>
                </c:pt>
                <c:pt idx="182">
                  <c:v>41.519614839530576</c:v>
                </c:pt>
                <c:pt idx="183">
                  <c:v>41.531270850751525</c:v>
                </c:pt>
                <c:pt idx="184">
                  <c:v>41.537205374556201</c:v>
                </c:pt>
                <c:pt idx="185">
                  <c:v>41.600170145278369</c:v>
                </c:pt>
                <c:pt idx="186">
                  <c:v>41.614542602580102</c:v>
                </c:pt>
                <c:pt idx="187">
                  <c:v>41.615020329654214</c:v>
                </c:pt>
                <c:pt idx="188">
                  <c:v>41.626362560368477</c:v>
                </c:pt>
                <c:pt idx="189">
                  <c:v>41.632059727129771</c:v>
                </c:pt>
                <c:pt idx="190">
                  <c:v>41.69255114047828</c:v>
                </c:pt>
                <c:pt idx="191">
                  <c:v>41.705658153207366</c:v>
                </c:pt>
                <c:pt idx="192">
                  <c:v>41.706280698405166</c:v>
                </c:pt>
                <c:pt idx="193">
                  <c:v>41.717190634041799</c:v>
                </c:pt>
                <c:pt idx="194">
                  <c:v>41.722962873437936</c:v>
                </c:pt>
                <c:pt idx="195">
                  <c:v>41.779826776006196</c:v>
                </c:pt>
                <c:pt idx="196">
                  <c:v>41.792082795664825</c:v>
                </c:pt>
                <c:pt idx="197">
                  <c:v>41.792859611564722</c:v>
                </c:pt>
                <c:pt idx="198">
                  <c:v>41.803104351777279</c:v>
                </c:pt>
                <c:pt idx="199">
                  <c:v>41.808583526089272</c:v>
                </c:pt>
                <c:pt idx="200">
                  <c:v>41.866314673813619</c:v>
                </c:pt>
                <c:pt idx="201">
                  <c:v>41.878970550482897</c:v>
                </c:pt>
                <c:pt idx="202">
                  <c:v>41.879584835867867</c:v>
                </c:pt>
                <c:pt idx="203">
                  <c:v>41.890000370949053</c:v>
                </c:pt>
                <c:pt idx="204">
                  <c:v>41.894788934899651</c:v>
                </c:pt>
                <c:pt idx="205">
                  <c:v>41.944323473170783</c:v>
                </c:pt>
                <c:pt idx="206">
                  <c:v>41.95504497420216</c:v>
                </c:pt>
                <c:pt idx="207">
                  <c:v>41.955528654746715</c:v>
                </c:pt>
                <c:pt idx="208">
                  <c:v>41.964435076974212</c:v>
                </c:pt>
                <c:pt idx="209">
                  <c:v>41.969534915745896</c:v>
                </c:pt>
                <c:pt idx="210">
                  <c:v>42.019158868234832</c:v>
                </c:pt>
                <c:pt idx="211">
                  <c:v>42.030444885354022</c:v>
                </c:pt>
                <c:pt idx="212">
                  <c:v>42.030530910945444</c:v>
                </c:pt>
                <c:pt idx="213">
                  <c:v>42.039528534733961</c:v>
                </c:pt>
                <c:pt idx="214">
                  <c:v>42.045774405322703</c:v>
                </c:pt>
                <c:pt idx="215">
                  <c:v>42.093391229171658</c:v>
                </c:pt>
                <c:pt idx="216">
                  <c:v>42.104497286052606</c:v>
                </c:pt>
                <c:pt idx="217">
                  <c:v>42.104739283991705</c:v>
                </c:pt>
                <c:pt idx="218">
                  <c:v>42.113965979597026</c:v>
                </c:pt>
                <c:pt idx="219">
                  <c:v>42.118767148100773</c:v>
                </c:pt>
                <c:pt idx="220">
                  <c:v>42.167870034969795</c:v>
                </c:pt>
                <c:pt idx="221">
                  <c:v>42.179272954005924</c:v>
                </c:pt>
                <c:pt idx="222">
                  <c:v>42.179616921506266</c:v>
                </c:pt>
                <c:pt idx="223">
                  <c:v>42.18840837603517</c:v>
                </c:pt>
                <c:pt idx="224">
                  <c:v>42.193547047868336</c:v>
                </c:pt>
                <c:pt idx="225">
                  <c:v>42.240847902886415</c:v>
                </c:pt>
                <c:pt idx="226">
                  <c:v>42.251379226653619</c:v>
                </c:pt>
                <c:pt idx="227">
                  <c:v>42.2515850662191</c:v>
                </c:pt>
                <c:pt idx="228">
                  <c:v>42.260555965946594</c:v>
                </c:pt>
                <c:pt idx="229">
                  <c:v>42.265381880803091</c:v>
                </c:pt>
                <c:pt idx="230">
                  <c:v>42.313376049889882</c:v>
                </c:pt>
                <c:pt idx="231">
                  <c:v>42.323902787481238</c:v>
                </c:pt>
                <c:pt idx="232">
                  <c:v>42.324568241504636</c:v>
                </c:pt>
                <c:pt idx="233">
                  <c:v>42.333360467169712</c:v>
                </c:pt>
                <c:pt idx="234">
                  <c:v>42.338452929748577</c:v>
                </c:pt>
                <c:pt idx="235">
                  <c:v>42.385206830800513</c:v>
                </c:pt>
                <c:pt idx="236">
                  <c:v>42.395672805316408</c:v>
                </c:pt>
                <c:pt idx="237">
                  <c:v>42.396070313604589</c:v>
                </c:pt>
                <c:pt idx="238">
                  <c:v>42.404855459023622</c:v>
                </c:pt>
                <c:pt idx="239">
                  <c:v>42.409662371847901</c:v>
                </c:pt>
                <c:pt idx="240">
                  <c:v>42.454239764992607</c:v>
                </c:pt>
                <c:pt idx="241">
                  <c:v>42.464120887399581</c:v>
                </c:pt>
                <c:pt idx="242">
                  <c:v>42.464374924930574</c:v>
                </c:pt>
                <c:pt idx="243">
                  <c:v>42.473080377669646</c:v>
                </c:pt>
                <c:pt idx="244">
                  <c:v>42.477085757926076</c:v>
                </c:pt>
                <c:pt idx="245">
                  <c:v>42.517416288527698</c:v>
                </c:pt>
                <c:pt idx="246">
                  <c:v>42.526193388333205</c:v>
                </c:pt>
                <c:pt idx="247">
                  <c:v>42.526491904681869</c:v>
                </c:pt>
                <c:pt idx="248">
                  <c:v>42.533758407247603</c:v>
                </c:pt>
                <c:pt idx="249">
                  <c:v>42.538561107065256</c:v>
                </c:pt>
                <c:pt idx="250">
                  <c:v>42.581402893273768</c:v>
                </c:pt>
                <c:pt idx="251">
                  <c:v>42.590848798869132</c:v>
                </c:pt>
                <c:pt idx="252">
                  <c:v>42.591413382379194</c:v>
                </c:pt>
                <c:pt idx="253">
                  <c:v>42.599358072900998</c:v>
                </c:pt>
                <c:pt idx="254">
                  <c:v>42.603134899878967</c:v>
                </c:pt>
                <c:pt idx="255">
                  <c:v>42.641114533022233</c:v>
                </c:pt>
                <c:pt idx="256">
                  <c:v>42.649393038713491</c:v>
                </c:pt>
                <c:pt idx="257">
                  <c:v>42.649784804639104</c:v>
                </c:pt>
                <c:pt idx="258">
                  <c:v>42.656761881914576</c:v>
                </c:pt>
                <c:pt idx="259">
                  <c:v>42.660622254042686</c:v>
                </c:pt>
                <c:pt idx="260">
                  <c:v>42.701816395106007</c:v>
                </c:pt>
                <c:pt idx="261">
                  <c:v>42.710602390559281</c:v>
                </c:pt>
                <c:pt idx="262">
                  <c:v>42.711031725537659</c:v>
                </c:pt>
                <c:pt idx="263">
                  <c:v>42.718433132538451</c:v>
                </c:pt>
                <c:pt idx="264">
                  <c:v>42.721774106134319</c:v>
                </c:pt>
                <c:pt idx="265">
                  <c:v>42.756634503613789</c:v>
                </c:pt>
                <c:pt idx="266">
                  <c:v>42.76401972465387</c:v>
                </c:pt>
                <c:pt idx="267">
                  <c:v>42.764404346462022</c:v>
                </c:pt>
                <c:pt idx="268">
                  <c:v>42.770919458731044</c:v>
                </c:pt>
                <c:pt idx="269">
                  <c:v>42.774302026594107</c:v>
                </c:pt>
                <c:pt idx="270">
                  <c:v>42.809762658346386</c:v>
                </c:pt>
                <c:pt idx="271">
                  <c:v>42.817449895358784</c:v>
                </c:pt>
                <c:pt idx="272">
                  <c:v>42.817957598144702</c:v>
                </c:pt>
                <c:pt idx="273">
                  <c:v>42.824396502062598</c:v>
                </c:pt>
                <c:pt idx="274">
                  <c:v>42.827978072681923</c:v>
                </c:pt>
                <c:pt idx="275">
                  <c:v>42.864735162663798</c:v>
                </c:pt>
                <c:pt idx="276">
                  <c:v>42.872711738850448</c:v>
                </c:pt>
                <c:pt idx="277">
                  <c:v>42.873689499056034</c:v>
                </c:pt>
                <c:pt idx="278">
                  <c:v>42.879840558430146</c:v>
                </c:pt>
                <c:pt idx="279">
                  <c:v>42.883709940306979</c:v>
                </c:pt>
                <c:pt idx="280">
                  <c:v>42.921242236990167</c:v>
                </c:pt>
                <c:pt idx="281">
                  <c:v>42.929734862396764</c:v>
                </c:pt>
                <c:pt idx="282">
                  <c:v>42.930085978073905</c:v>
                </c:pt>
                <c:pt idx="283">
                  <c:v>42.936930823867613</c:v>
                </c:pt>
                <c:pt idx="284">
                  <c:v>42.940379169665086</c:v>
                </c:pt>
                <c:pt idx="285">
                  <c:v>42.973439015023828</c:v>
                </c:pt>
                <c:pt idx="286">
                  <c:v>42.980672567740498</c:v>
                </c:pt>
                <c:pt idx="287">
                  <c:v>42.981782855800397</c:v>
                </c:pt>
                <c:pt idx="288">
                  <c:v>42.987132658307189</c:v>
                </c:pt>
                <c:pt idx="289">
                  <c:v>42.990565276368315</c:v>
                </c:pt>
                <c:pt idx="290">
                  <c:v>43.023853091084554</c:v>
                </c:pt>
                <c:pt idx="291">
                  <c:v>43.031099498479023</c:v>
                </c:pt>
                <c:pt idx="292">
                  <c:v>43.031837504951319</c:v>
                </c:pt>
                <c:pt idx="293">
                  <c:v>43.037664561218776</c:v>
                </c:pt>
                <c:pt idx="294">
                  <c:v>43.040654987579956</c:v>
                </c:pt>
                <c:pt idx="295">
                  <c:v>43.072788687477711</c:v>
                </c:pt>
                <c:pt idx="296">
                  <c:v>43.079892679630483</c:v>
                </c:pt>
                <c:pt idx="297">
                  <c:v>43.080772670170361</c:v>
                </c:pt>
                <c:pt idx="298">
                  <c:v>43.086231281658229</c:v>
                </c:pt>
                <c:pt idx="299">
                  <c:v>43.089809620900695</c:v>
                </c:pt>
                <c:pt idx="300">
                  <c:v>43.126730693966287</c:v>
                </c:pt>
                <c:pt idx="301">
                  <c:v>43.134752938429941</c:v>
                </c:pt>
                <c:pt idx="302">
                  <c:v>43.135440193610897</c:v>
                </c:pt>
                <c:pt idx="303">
                  <c:v>43.141690340645368</c:v>
                </c:pt>
                <c:pt idx="304">
                  <c:v>43.14465231050562</c:v>
                </c:pt>
                <c:pt idx="305">
                  <c:v>43.175548049027846</c:v>
                </c:pt>
                <c:pt idx="306">
                  <c:v>43.182278354984874</c:v>
                </c:pt>
                <c:pt idx="307">
                  <c:v>43.182806646114422</c:v>
                </c:pt>
                <c:pt idx="308">
                  <c:v>43.188294644131872</c:v>
                </c:pt>
                <c:pt idx="309">
                  <c:v>43.191042404089643</c:v>
                </c:pt>
                <c:pt idx="310">
                  <c:v>43.221206583707065</c:v>
                </c:pt>
                <c:pt idx="311">
                  <c:v>43.227803664051507</c:v>
                </c:pt>
                <c:pt idx="312">
                  <c:v>43.228187514310981</c:v>
                </c:pt>
                <c:pt idx="313">
                  <c:v>43.233588335475361</c:v>
                </c:pt>
                <c:pt idx="314">
                  <c:v>43.236368495119471</c:v>
                </c:pt>
                <c:pt idx="315">
                  <c:v>43.266903673694195</c:v>
                </c:pt>
                <c:pt idx="316">
                  <c:v>43.273523549948749</c:v>
                </c:pt>
                <c:pt idx="317">
                  <c:v>43.273787327144817</c:v>
                </c:pt>
                <c:pt idx="318">
                  <c:v>43.279209014482717</c:v>
                </c:pt>
                <c:pt idx="319">
                  <c:v>43.281973495761797</c:v>
                </c:pt>
                <c:pt idx="320">
                  <c:v>43.310865413510868</c:v>
                </c:pt>
                <c:pt idx="321">
                  <c:v>43.317005178959803</c:v>
                </c:pt>
                <c:pt idx="322">
                  <c:v>43.317423138645253</c:v>
                </c:pt>
                <c:pt idx="323">
                  <c:v>43.322539361685529</c:v>
                </c:pt>
                <c:pt idx="324">
                  <c:v>43.325800128691554</c:v>
                </c:pt>
                <c:pt idx="325">
                  <c:v>43.36004943776436</c:v>
                </c:pt>
                <c:pt idx="326">
                  <c:v>43.367697564240252</c:v>
                </c:pt>
                <c:pt idx="327">
                  <c:v>43.368059684351337</c:v>
                </c:pt>
                <c:pt idx="328">
                  <c:v>43.374077298424652</c:v>
                </c:pt>
                <c:pt idx="329">
                  <c:v>43.377054849734037</c:v>
                </c:pt>
                <c:pt idx="330">
                  <c:v>43.407931409244654</c:v>
                </c:pt>
                <c:pt idx="331">
                  <c:v>43.41462952918328</c:v>
                </c:pt>
                <c:pt idx="332">
                  <c:v>43.41500961659235</c:v>
                </c:pt>
                <c:pt idx="333">
                  <c:v>43.420692273017551</c:v>
                </c:pt>
                <c:pt idx="334">
                  <c:v>43.423625197306919</c:v>
                </c:pt>
                <c:pt idx="335">
                  <c:v>43.455731218792479</c:v>
                </c:pt>
                <c:pt idx="336">
                  <c:v>43.462412258742006</c:v>
                </c:pt>
                <c:pt idx="337">
                  <c:v>43.462902266922256</c:v>
                </c:pt>
                <c:pt idx="338">
                  <c:v>43.468626958255186</c:v>
                </c:pt>
                <c:pt idx="339">
                  <c:v>43.471531904351224</c:v>
                </c:pt>
                <c:pt idx="340">
                  <c:v>43.500385899441639</c:v>
                </c:pt>
                <c:pt idx="341">
                  <c:v>43.506590772924724</c:v>
                </c:pt>
                <c:pt idx="342">
                  <c:v>43.506843445771473</c:v>
                </c:pt>
                <c:pt idx="343">
                  <c:v>43.512293041012015</c:v>
                </c:pt>
                <c:pt idx="344">
                  <c:v>43.514544949339815</c:v>
                </c:pt>
                <c:pt idx="345">
                  <c:v>43.540095046600158</c:v>
                </c:pt>
                <c:pt idx="346">
                  <c:v>43.545431093495665</c:v>
                </c:pt>
                <c:pt idx="347">
                  <c:v>43.546016793773966</c:v>
                </c:pt>
                <c:pt idx="348">
                  <c:v>43.55070986149542</c:v>
                </c:pt>
                <c:pt idx="349">
                  <c:v>43.553223409549467</c:v>
                </c:pt>
                <c:pt idx="350">
                  <c:v>43.579908235894301</c:v>
                </c:pt>
                <c:pt idx="351">
                  <c:v>43.585584103281029</c:v>
                </c:pt>
                <c:pt idx="352">
                  <c:v>43.586276974024095</c:v>
                </c:pt>
                <c:pt idx="353">
                  <c:v>43.591101198834906</c:v>
                </c:pt>
                <c:pt idx="354">
                  <c:v>43.593681160244536</c:v>
                </c:pt>
                <c:pt idx="355">
                  <c:v>43.620932538700764</c:v>
                </c:pt>
                <c:pt idx="356">
                  <c:v>43.626326200003056</c:v>
                </c:pt>
                <c:pt idx="357">
                  <c:v>43.627004759418796</c:v>
                </c:pt>
                <c:pt idx="358">
                  <c:v>43.631819629422125</c:v>
                </c:pt>
                <c:pt idx="359">
                  <c:v>43.634523089589862</c:v>
                </c:pt>
                <c:pt idx="360">
                  <c:v>43.662646012886647</c:v>
                </c:pt>
                <c:pt idx="361">
                  <c:v>43.668644313940433</c:v>
                </c:pt>
                <c:pt idx="362">
                  <c:v>43.668955880049964</c:v>
                </c:pt>
                <c:pt idx="363">
                  <c:v>43.674185474851811</c:v>
                </c:pt>
                <c:pt idx="364">
                  <c:v>43.677071579807986</c:v>
                </c:pt>
                <c:pt idx="365">
                  <c:v>43.709039376452978</c:v>
                </c:pt>
                <c:pt idx="366">
                  <c:v>43.715557302644569</c:v>
                </c:pt>
                <c:pt idx="367">
                  <c:v>43.716091727008219</c:v>
                </c:pt>
                <c:pt idx="368">
                  <c:v>43.721807545095032</c:v>
                </c:pt>
                <c:pt idx="369">
                  <c:v>43.72463905974309</c:v>
                </c:pt>
                <c:pt idx="370">
                  <c:v>43.74875624594592</c:v>
                </c:pt>
                <c:pt idx="371">
                  <c:v>43.754099353828146</c:v>
                </c:pt>
                <c:pt idx="372">
                  <c:v>43.754232170246425</c:v>
                </c:pt>
                <c:pt idx="373">
                  <c:v>43.758594872725439</c:v>
                </c:pt>
                <c:pt idx="374">
                  <c:v>43.760943991285892</c:v>
                </c:pt>
                <c:pt idx="375">
                  <c:v>43.784861158095651</c:v>
                </c:pt>
                <c:pt idx="376">
                  <c:v>43.789919794574608</c:v>
                </c:pt>
                <c:pt idx="377">
                  <c:v>43.790088218240506</c:v>
                </c:pt>
                <c:pt idx="378">
                  <c:v>43.79439794540491</c:v>
                </c:pt>
                <c:pt idx="379">
                  <c:v>43.797144979754222</c:v>
                </c:pt>
                <c:pt idx="380">
                  <c:v>43.82618058858985</c:v>
                </c:pt>
                <c:pt idx="381">
                  <c:v>43.832152814166818</c:v>
                </c:pt>
                <c:pt idx="382">
                  <c:v>43.8323810203985</c:v>
                </c:pt>
                <c:pt idx="383">
                  <c:v>43.837758476844215</c:v>
                </c:pt>
                <c:pt idx="384">
                  <c:v>43.840106521382275</c:v>
                </c:pt>
                <c:pt idx="385">
                  <c:v>43.865313034265739</c:v>
                </c:pt>
                <c:pt idx="386">
                  <c:v>43.870558231792216</c:v>
                </c:pt>
                <c:pt idx="387">
                  <c:v>43.8709128763251</c:v>
                </c:pt>
                <c:pt idx="388">
                  <c:v>43.875867432642281</c:v>
                </c:pt>
                <c:pt idx="389">
                  <c:v>43.877547991054726</c:v>
                </c:pt>
                <c:pt idx="390">
                  <c:v>43.898669227864687</c:v>
                </c:pt>
                <c:pt idx="391">
                  <c:v>43.903118529795094</c:v>
                </c:pt>
                <c:pt idx="392">
                  <c:v>43.903414318165524</c:v>
                </c:pt>
                <c:pt idx="393">
                  <c:v>43.907406188873267</c:v>
                </c:pt>
                <c:pt idx="394">
                  <c:v>43.909804813333899</c:v>
                </c:pt>
                <c:pt idx="395">
                  <c:v>43.935967036696972</c:v>
                </c:pt>
                <c:pt idx="396">
                  <c:v>43.941529412612425</c:v>
                </c:pt>
                <c:pt idx="397">
                  <c:v>43.942133834450331</c:v>
                </c:pt>
                <c:pt idx="398">
                  <c:v>43.947162310937358</c:v>
                </c:pt>
                <c:pt idx="399">
                  <c:v>43.948951524490873</c:v>
                </c:pt>
                <c:pt idx="400">
                  <c:v>43.971368596706718</c:v>
                </c:pt>
                <c:pt idx="401">
                  <c:v>43.976060378255973</c:v>
                </c:pt>
                <c:pt idx="402">
                  <c:v>43.976418407754707</c:v>
                </c:pt>
                <c:pt idx="403">
                  <c:v>43.981006586007595</c:v>
                </c:pt>
                <c:pt idx="404">
                  <c:v>43.9828155649571</c:v>
                </c:pt>
                <c:pt idx="405">
                  <c:v>44.005745777176188</c:v>
                </c:pt>
                <c:pt idx="406">
                  <c:v>44.010613626495221</c:v>
                </c:pt>
                <c:pt idx="407">
                  <c:v>44.011230534033771</c:v>
                </c:pt>
                <c:pt idx="408">
                  <c:v>44.015511893518124</c:v>
                </c:pt>
                <c:pt idx="409">
                  <c:v>44.01785593293846</c:v>
                </c:pt>
                <c:pt idx="410">
                  <c:v>44.043980226374202</c:v>
                </c:pt>
                <c:pt idx="411">
                  <c:v>44.049879855740841</c:v>
                </c:pt>
                <c:pt idx="412">
                  <c:v>44.050209953436237</c:v>
                </c:pt>
                <c:pt idx="413">
                  <c:v>44.055272760193873</c:v>
                </c:pt>
                <c:pt idx="414">
                  <c:v>44.057357056233236</c:v>
                </c:pt>
                <c:pt idx="415">
                  <c:v>44.083141044513212</c:v>
                </c:pt>
                <c:pt idx="416">
                  <c:v>44.088600561022638</c:v>
                </c:pt>
                <c:pt idx="417">
                  <c:v>44.089177522152269</c:v>
                </c:pt>
                <c:pt idx="418">
                  <c:v>44.094055773737864</c:v>
                </c:pt>
                <c:pt idx="419">
                  <c:v>44.095959589455632</c:v>
                </c:pt>
                <c:pt idx="420">
                  <c:v>44.116735205502032</c:v>
                </c:pt>
                <c:pt idx="421">
                  <c:v>44.121349683457012</c:v>
                </c:pt>
                <c:pt idx="422">
                  <c:v>44.121614173149524</c:v>
                </c:pt>
                <c:pt idx="423">
                  <c:v>44.125607186286572</c:v>
                </c:pt>
                <c:pt idx="424">
                  <c:v>44.127808690258782</c:v>
                </c:pt>
                <c:pt idx="425">
                  <c:v>44.15311086951872</c:v>
                </c:pt>
                <c:pt idx="426">
                  <c:v>44.158625037226649</c:v>
                </c:pt>
                <c:pt idx="427">
                  <c:v>44.158878530607375</c:v>
                </c:pt>
                <c:pt idx="428">
                  <c:v>44.163736318804638</c:v>
                </c:pt>
                <c:pt idx="429">
                  <c:v>44.165707742080869</c:v>
                </c:pt>
                <c:pt idx="430">
                  <c:v>44.187987044741064</c:v>
                </c:pt>
                <c:pt idx="431">
                  <c:v>44.192776104634177</c:v>
                </c:pt>
                <c:pt idx="432">
                  <c:v>44.193067125813862</c:v>
                </c:pt>
                <c:pt idx="433">
                  <c:v>44.197263352829566</c:v>
                </c:pt>
                <c:pt idx="434">
                  <c:v>44.199251808653344</c:v>
                </c:pt>
                <c:pt idx="435">
                  <c:v>44.220971210049733</c:v>
                </c:pt>
                <c:pt idx="436">
                  <c:v>44.225522323599776</c:v>
                </c:pt>
                <c:pt idx="437">
                  <c:v>44.225768919483379</c:v>
                </c:pt>
                <c:pt idx="438">
                  <c:v>44.229808442486956</c:v>
                </c:pt>
                <c:pt idx="439">
                  <c:v>44.231854012119854</c:v>
                </c:pt>
                <c:pt idx="440">
                  <c:v>44.254652339161382</c:v>
                </c:pt>
                <c:pt idx="441">
                  <c:v>44.259323533598845</c:v>
                </c:pt>
                <c:pt idx="442">
                  <c:v>44.259595602930659</c:v>
                </c:pt>
                <c:pt idx="443">
                  <c:v>44.26367109899968</c:v>
                </c:pt>
                <c:pt idx="444">
                  <c:v>44.265886857851164</c:v>
                </c:pt>
                <c:pt idx="445">
                  <c:v>44.288959034333743</c:v>
                </c:pt>
                <c:pt idx="446">
                  <c:v>44.293877900041828</c:v>
                </c:pt>
                <c:pt idx="447">
                  <c:v>44.294167248748757</c:v>
                </c:pt>
                <c:pt idx="448">
                  <c:v>44.298523517164256</c:v>
                </c:pt>
                <c:pt idx="449">
                  <c:v>44.300525935188269</c:v>
                </c:pt>
                <c:pt idx="450">
                  <c:v>44.324093095806496</c:v>
                </c:pt>
                <c:pt idx="451">
                  <c:v>44.329011361755356</c:v>
                </c:pt>
                <c:pt idx="452">
                  <c:v>44.329459798557387</c:v>
                </c:pt>
                <c:pt idx="453">
                  <c:v>44.333706584072445</c:v>
                </c:pt>
                <c:pt idx="454">
                  <c:v>44.335671788849467</c:v>
                </c:pt>
                <c:pt idx="455">
                  <c:v>44.355111210461047</c:v>
                </c:pt>
                <c:pt idx="456">
                  <c:v>44.35920384424363</c:v>
                </c:pt>
                <c:pt idx="457">
                  <c:v>44.359500921570884</c:v>
                </c:pt>
                <c:pt idx="458">
                  <c:v>44.363301250624374</c:v>
                </c:pt>
                <c:pt idx="459">
                  <c:v>44.364731654469175</c:v>
                </c:pt>
                <c:pt idx="460">
                  <c:v>44.381909684684622</c:v>
                </c:pt>
                <c:pt idx="461">
                  <c:v>44.385572740792028</c:v>
                </c:pt>
                <c:pt idx="462">
                  <c:v>44.385970160619351</c:v>
                </c:pt>
                <c:pt idx="463">
                  <c:v>44.389278603086552</c:v>
                </c:pt>
                <c:pt idx="464">
                  <c:v>44.390980825347604</c:v>
                </c:pt>
                <c:pt idx="465">
                  <c:v>44.410898546678816</c:v>
                </c:pt>
                <c:pt idx="466">
                  <c:v>44.415312155909689</c:v>
                </c:pt>
                <c:pt idx="467">
                  <c:v>44.415664238438801</c:v>
                </c:pt>
                <c:pt idx="468">
                  <c:v>44.419536256932531</c:v>
                </c:pt>
                <c:pt idx="469">
                  <c:v>44.420862492245575</c:v>
                </c:pt>
                <c:pt idx="470">
                  <c:v>44.436505131097597</c:v>
                </c:pt>
                <c:pt idx="471">
                  <c:v>44.439900521644425</c:v>
                </c:pt>
                <c:pt idx="472">
                  <c:v>44.44017983372116</c:v>
                </c:pt>
                <c:pt idx="473">
                  <c:v>44.443216196525498</c:v>
                </c:pt>
                <c:pt idx="474">
                  <c:v>44.444819490858642</c:v>
                </c:pt>
                <c:pt idx="475">
                  <c:v>44.463770203754933</c:v>
                </c:pt>
                <c:pt idx="476">
                  <c:v>44.468139462032411</c:v>
                </c:pt>
                <c:pt idx="477">
                  <c:v>44.46816218016918</c:v>
                </c:pt>
                <c:pt idx="478">
                  <c:v>44.471830060731406</c:v>
                </c:pt>
                <c:pt idx="479">
                  <c:v>44.473042959932023</c:v>
                </c:pt>
                <c:pt idx="480">
                  <c:v>44.48738503386847</c:v>
                </c:pt>
                <c:pt idx="481">
                  <c:v>44.490561247024608</c:v>
                </c:pt>
                <c:pt idx="482">
                  <c:v>44.490705878027924</c:v>
                </c:pt>
                <c:pt idx="483">
                  <c:v>44.493540150258241</c:v>
                </c:pt>
                <c:pt idx="484">
                  <c:v>44.49501755067655</c:v>
                </c:pt>
                <c:pt idx="485">
                  <c:v>44.512851507777668</c:v>
                </c:pt>
                <c:pt idx="486">
                  <c:v>44.516668950893816</c:v>
                </c:pt>
                <c:pt idx="487">
                  <c:v>44.516924977899365</c:v>
                </c:pt>
                <c:pt idx="488">
                  <c:v>44.52018451814439</c:v>
                </c:pt>
                <c:pt idx="489">
                  <c:v>44.521630205404001</c:v>
                </c:pt>
                <c:pt idx="490">
                  <c:v>44.53853445009338</c:v>
                </c:pt>
                <c:pt idx="491">
                  <c:v>44.542200268538039</c:v>
                </c:pt>
                <c:pt idx="492">
                  <c:v>44.542318576473896</c:v>
                </c:pt>
                <c:pt idx="493">
                  <c:v>44.5455142484779</c:v>
                </c:pt>
                <c:pt idx="494">
                  <c:v>44.547309470332372</c:v>
                </c:pt>
                <c:pt idx="495">
                  <c:v>44.568166957172302</c:v>
                </c:pt>
                <c:pt idx="496">
                  <c:v>44.572636443199649</c:v>
                </c:pt>
                <c:pt idx="497">
                  <c:v>44.57282086637246</c:v>
                </c:pt>
                <c:pt idx="498">
                  <c:v>44.576767299072117</c:v>
                </c:pt>
                <c:pt idx="499">
                  <c:v>44.578077946194568</c:v>
                </c:pt>
                <c:pt idx="500">
                  <c:v>44.593262986994198</c:v>
                </c:pt>
                <c:pt idx="501">
                  <c:v>44.596668911906988</c:v>
                </c:pt>
                <c:pt idx="502">
                  <c:v>44.596772564047029</c:v>
                </c:pt>
                <c:pt idx="503">
                  <c:v>44.599467501417735</c:v>
                </c:pt>
                <c:pt idx="504">
                  <c:v>44.60075274568149</c:v>
                </c:pt>
                <c:pt idx="505">
                  <c:v>44.614424928943571</c:v>
                </c:pt>
                <c:pt idx="506">
                  <c:v>44.6173534531898</c:v>
                </c:pt>
                <c:pt idx="507">
                  <c:v>44.617370714422954</c:v>
                </c:pt>
                <c:pt idx="508">
                  <c:v>44.619867414690418</c:v>
                </c:pt>
                <c:pt idx="509">
                  <c:v>44.621714145193899</c:v>
                </c:pt>
                <c:pt idx="510">
                  <c:v>44.640519170016155</c:v>
                </c:pt>
                <c:pt idx="511">
                  <c:v>44.644671367703594</c:v>
                </c:pt>
                <c:pt idx="512">
                  <c:v>44.644739990569434</c:v>
                </c:pt>
                <c:pt idx="513">
                  <c:v>44.648164371609823</c:v>
                </c:pt>
                <c:pt idx="514">
                  <c:v>44.650109397180081</c:v>
                </c:pt>
                <c:pt idx="515">
                  <c:v>44.671547786583929</c:v>
                </c:pt>
                <c:pt idx="516">
                  <c:v>44.676336076081235</c:v>
                </c:pt>
                <c:pt idx="517">
                  <c:v>44.676507927415749</c:v>
                </c:pt>
                <c:pt idx="518">
                  <c:v>44.680413112090093</c:v>
                </c:pt>
                <c:pt idx="519">
                  <c:v>44.682219738511705</c:v>
                </c:pt>
                <c:pt idx="520">
                  <c:v>44.700005882051485</c:v>
                </c:pt>
                <c:pt idx="521">
                  <c:v>44.703765507841567</c:v>
                </c:pt>
                <c:pt idx="522">
                  <c:v>44.704007784909315</c:v>
                </c:pt>
                <c:pt idx="523">
                  <c:v>44.707397380744226</c:v>
                </c:pt>
                <c:pt idx="524">
                  <c:v>44.708638135824877</c:v>
                </c:pt>
                <c:pt idx="525">
                  <c:v>44.723999672280335</c:v>
                </c:pt>
                <c:pt idx="526">
                  <c:v>44.727525858460858</c:v>
                </c:pt>
                <c:pt idx="527">
                  <c:v>44.727549467206657</c:v>
                </c:pt>
                <c:pt idx="528">
                  <c:v>44.730436073943622</c:v>
                </c:pt>
                <c:pt idx="529">
                  <c:v>44.732031314355055</c:v>
                </c:pt>
                <c:pt idx="530">
                  <c:v>44.750639792102731</c:v>
                </c:pt>
                <c:pt idx="531">
                  <c:v>44.754829720384116</c:v>
                </c:pt>
                <c:pt idx="532">
                  <c:v>44.754963219302667</c:v>
                </c:pt>
                <c:pt idx="533">
                  <c:v>44.758408923586444</c:v>
                </c:pt>
                <c:pt idx="534">
                  <c:v>44.760063256925328</c:v>
                </c:pt>
                <c:pt idx="535">
                  <c:v>44.780136791756725</c:v>
                </c:pt>
                <c:pt idx="536">
                  <c:v>44.784614412584595</c:v>
                </c:pt>
                <c:pt idx="537">
                  <c:v>44.784688420525917</c:v>
                </c:pt>
                <c:pt idx="538">
                  <c:v>44.788692266755106</c:v>
                </c:pt>
                <c:pt idx="539">
                  <c:v>44.789980834246862</c:v>
                </c:pt>
                <c:pt idx="540">
                  <c:v>44.806486331577247</c:v>
                </c:pt>
                <c:pt idx="541">
                  <c:v>44.810295886823063</c:v>
                </c:pt>
                <c:pt idx="542">
                  <c:v>44.810380405688626</c:v>
                </c:pt>
                <c:pt idx="543">
                  <c:v>44.813381068800311</c:v>
                </c:pt>
                <c:pt idx="544">
                  <c:v>44.815185350858663</c:v>
                </c:pt>
                <c:pt idx="545">
                  <c:v>44.835848258899944</c:v>
                </c:pt>
                <c:pt idx="546">
                  <c:v>44.840611165069035</c:v>
                </c:pt>
                <c:pt idx="547">
                  <c:v>44.840755537108173</c:v>
                </c:pt>
                <c:pt idx="548">
                  <c:v>44.844322448329251</c:v>
                </c:pt>
                <c:pt idx="549">
                  <c:v>44.846013932338998</c:v>
                </c:pt>
                <c:pt idx="550">
                  <c:v>44.864005053745792</c:v>
                </c:pt>
                <c:pt idx="551">
                  <c:v>44.868017638057175</c:v>
                </c:pt>
                <c:pt idx="552">
                  <c:v>44.868041546615494</c:v>
                </c:pt>
                <c:pt idx="553">
                  <c:v>44.871320630588059</c:v>
                </c:pt>
                <c:pt idx="554">
                  <c:v>44.872929085717487</c:v>
                </c:pt>
                <c:pt idx="555">
                  <c:v>44.890583989400866</c:v>
                </c:pt>
                <c:pt idx="556">
                  <c:v>44.894429347249698</c:v>
                </c:pt>
                <c:pt idx="557">
                  <c:v>44.894536345245022</c:v>
                </c:pt>
                <c:pt idx="558">
                  <c:v>44.897657326902561</c:v>
                </c:pt>
                <c:pt idx="559">
                  <c:v>44.899221459934651</c:v>
                </c:pt>
                <c:pt idx="560">
                  <c:v>44.915393321369102</c:v>
                </c:pt>
                <c:pt idx="561">
                  <c:v>44.919041721569769</c:v>
                </c:pt>
                <c:pt idx="562">
                  <c:v>44.919047632046414</c:v>
                </c:pt>
                <c:pt idx="563">
                  <c:v>44.922024290970967</c:v>
                </c:pt>
                <c:pt idx="564">
                  <c:v>44.923355964645523</c:v>
                </c:pt>
                <c:pt idx="565">
                  <c:v>44.936428261675879</c:v>
                </c:pt>
                <c:pt idx="566">
                  <c:v>44.939316420289742</c:v>
                </c:pt>
                <c:pt idx="567">
                  <c:v>44.939368539526662</c:v>
                </c:pt>
                <c:pt idx="568">
                  <c:v>44.941779973607822</c:v>
                </c:pt>
                <c:pt idx="569">
                  <c:v>44.942962766518455</c:v>
                </c:pt>
                <c:pt idx="570">
                  <c:v>44.954724308203438</c:v>
                </c:pt>
                <c:pt idx="571">
                  <c:v>44.95733554914289</c:v>
                </c:pt>
                <c:pt idx="572">
                  <c:v>44.957420339837725</c:v>
                </c:pt>
                <c:pt idx="573">
                  <c:v>44.95956187654491</c:v>
                </c:pt>
                <c:pt idx="574">
                  <c:v>44.960500903264538</c:v>
                </c:pt>
                <c:pt idx="575">
                  <c:v>44.97029055042735</c:v>
                </c:pt>
                <c:pt idx="576">
                  <c:v>44.972470284500631</c:v>
                </c:pt>
                <c:pt idx="577">
                  <c:v>44.972590886131066</c:v>
                </c:pt>
                <c:pt idx="578">
                  <c:v>44.974380753681885</c:v>
                </c:pt>
                <c:pt idx="579">
                  <c:v>44.975292615686676</c:v>
                </c:pt>
                <c:pt idx="580">
                  <c:v>44.985332619870142</c:v>
                </c:pt>
                <c:pt idx="581">
                  <c:v>44.98763275694747</c:v>
                </c:pt>
                <c:pt idx="582">
                  <c:v>44.987737416925057</c:v>
                </c:pt>
                <c:pt idx="583">
                  <c:v>44.989528840046091</c:v>
                </c:pt>
                <c:pt idx="584">
                  <c:v>44.990338639454556</c:v>
                </c:pt>
                <c:pt idx="585">
                  <c:v>44.999403175242506</c:v>
                </c:pt>
                <c:pt idx="586">
                  <c:v>45.0013755357013</c:v>
                </c:pt>
                <c:pt idx="587">
                  <c:v>45.001410086923087</c:v>
                </c:pt>
                <c:pt idx="588">
                  <c:v>45.003031169650797</c:v>
                </c:pt>
                <c:pt idx="589">
                  <c:v>45.003747216431591</c:v>
                </c:pt>
                <c:pt idx="590">
                  <c:v>45.011636430164884</c:v>
                </c:pt>
                <c:pt idx="591">
                  <c:v>45.013391032198243</c:v>
                </c:pt>
                <c:pt idx="592">
                  <c:v>45.013442391997259</c:v>
                </c:pt>
                <c:pt idx="593">
                  <c:v>45.014887570064957</c:v>
                </c:pt>
                <c:pt idx="594">
                  <c:v>45.015629200903483</c:v>
                </c:pt>
                <c:pt idx="595">
                  <c:v>45.023968960141978</c:v>
                </c:pt>
                <c:pt idx="596">
                  <c:v>45.02589688907927</c:v>
                </c:pt>
                <c:pt idx="597">
                  <c:v>45.025933951058789</c:v>
                </c:pt>
                <c:pt idx="598">
                  <c:v>45.027404783084648</c:v>
                </c:pt>
                <c:pt idx="599">
                  <c:v>45.028371828503467</c:v>
                </c:pt>
                <c:pt idx="600">
                  <c:v>45.038930897485265</c:v>
                </c:pt>
                <c:pt idx="601">
                  <c:v>45.041271478892902</c:v>
                </c:pt>
                <c:pt idx="602">
                  <c:v>45.04131130846411</c:v>
                </c:pt>
                <c:pt idx="603">
                  <c:v>45.043215448463457</c:v>
                </c:pt>
                <c:pt idx="604">
                  <c:v>45.044192690273768</c:v>
                </c:pt>
                <c:pt idx="605">
                  <c:v>45.053733769631869</c:v>
                </c:pt>
                <c:pt idx="606">
                  <c:v>45.055932454693036</c:v>
                </c:pt>
                <c:pt idx="607">
                  <c:v>45.055985654013796</c:v>
                </c:pt>
                <c:pt idx="608">
                  <c:v>45.057705781320465</c:v>
                </c:pt>
                <c:pt idx="609">
                  <c:v>45.058554789865205</c:v>
                </c:pt>
                <c:pt idx="610">
                  <c:v>45.067062403434385</c:v>
                </c:pt>
                <c:pt idx="611">
                  <c:v>45.068941941737251</c:v>
                </c:pt>
                <c:pt idx="612">
                  <c:v>45.06897441175937</c:v>
                </c:pt>
                <c:pt idx="613">
                  <c:v>45.070553124329649</c:v>
                </c:pt>
                <c:pt idx="614">
                  <c:v>45.071375643466233</c:v>
                </c:pt>
                <c:pt idx="615">
                  <c:v>45.080739023535564</c:v>
                </c:pt>
                <c:pt idx="616">
                  <c:v>45.082720292362524</c:v>
                </c:pt>
                <c:pt idx="617">
                  <c:v>45.082781799229892</c:v>
                </c:pt>
                <c:pt idx="618">
                  <c:v>45.085047615232725</c:v>
                </c:pt>
                <c:pt idx="619">
                  <c:v>45.085754553116956</c:v>
                </c:pt>
                <c:pt idx="620">
                  <c:v>45.09949824879773</c:v>
                </c:pt>
                <c:pt idx="621">
                  <c:v>45.102439313064906</c:v>
                </c:pt>
                <c:pt idx="622">
                  <c:v>45.102546115322411</c:v>
                </c:pt>
                <c:pt idx="623">
                  <c:v>45.105140505274335</c:v>
                </c:pt>
                <c:pt idx="624">
                  <c:v>45.106439136021798</c:v>
                </c:pt>
                <c:pt idx="625">
                  <c:v>45.118139288785123</c:v>
                </c:pt>
                <c:pt idx="626">
                  <c:v>45.120601279554194</c:v>
                </c:pt>
                <c:pt idx="627">
                  <c:v>45.120902457637364</c:v>
                </c:pt>
                <c:pt idx="628">
                  <c:v>45.122930088458645</c:v>
                </c:pt>
                <c:pt idx="629">
                  <c:v>45.124285244583</c:v>
                </c:pt>
                <c:pt idx="630">
                  <c:v>45.137185838126747</c:v>
                </c:pt>
                <c:pt idx="631">
                  <c:v>45.139284103584188</c:v>
                </c:pt>
                <c:pt idx="632">
                  <c:v>45.139505460378608</c:v>
                </c:pt>
                <c:pt idx="633">
                  <c:v>45.141709947403967</c:v>
                </c:pt>
                <c:pt idx="634">
                  <c:v>45.142760704439048</c:v>
                </c:pt>
                <c:pt idx="635">
                  <c:v>45.152138078976677</c:v>
                </c:pt>
                <c:pt idx="636">
                  <c:v>45.154018162059003</c:v>
                </c:pt>
                <c:pt idx="637">
                  <c:v>45.154148575947197</c:v>
                </c:pt>
                <c:pt idx="638">
                  <c:v>45.155878444390225</c:v>
                </c:pt>
                <c:pt idx="639">
                  <c:v>45.156997501904883</c:v>
                </c:pt>
                <c:pt idx="640">
                  <c:v>45.166475271394418</c:v>
                </c:pt>
                <c:pt idx="641">
                  <c:v>45.168452386098799</c:v>
                </c:pt>
                <c:pt idx="642">
                  <c:v>45.168722011440714</c:v>
                </c:pt>
                <c:pt idx="643">
                  <c:v>45.170373187246241</c:v>
                </c:pt>
                <c:pt idx="644">
                  <c:v>45.171459087379013</c:v>
                </c:pt>
                <c:pt idx="645">
                  <c:v>45.181944564915071</c:v>
                </c:pt>
                <c:pt idx="646">
                  <c:v>45.184167149238583</c:v>
                </c:pt>
                <c:pt idx="647">
                  <c:v>45.184361858179329</c:v>
                </c:pt>
                <c:pt idx="648">
                  <c:v>45.18618995905382</c:v>
                </c:pt>
                <c:pt idx="649">
                  <c:v>45.187331471862706</c:v>
                </c:pt>
                <c:pt idx="650">
                  <c:v>45.197753727294959</c:v>
                </c:pt>
                <c:pt idx="651">
                  <c:v>45.199954124341332</c:v>
                </c:pt>
                <c:pt idx="652">
                  <c:v>45.200110389204205</c:v>
                </c:pt>
                <c:pt idx="653">
                  <c:v>45.2020074219148</c:v>
                </c:pt>
                <c:pt idx="654">
                  <c:v>45.202851717685995</c:v>
                </c:pt>
                <c:pt idx="655">
                  <c:v>45.212640242768892</c:v>
                </c:pt>
                <c:pt idx="656">
                  <c:v>45.214624329997314</c:v>
                </c:pt>
                <c:pt idx="657">
                  <c:v>45.214779543970302</c:v>
                </c:pt>
                <c:pt idx="658">
                  <c:v>45.216504011815857</c:v>
                </c:pt>
                <c:pt idx="659">
                  <c:v>45.217836567901351</c:v>
                </c:pt>
                <c:pt idx="660">
                  <c:v>45.2307748895375</c:v>
                </c:pt>
                <c:pt idx="661">
                  <c:v>45.233443273111625</c:v>
                </c:pt>
                <c:pt idx="662">
                  <c:v>45.23358976856715</c:v>
                </c:pt>
                <c:pt idx="663">
                  <c:v>45.235949533570135</c:v>
                </c:pt>
                <c:pt idx="664">
                  <c:v>45.237115707842435</c:v>
                </c:pt>
                <c:pt idx="665">
                  <c:v>45.248855535348667</c:v>
                </c:pt>
                <c:pt idx="666">
                  <c:v>45.251211866037821</c:v>
                </c:pt>
                <c:pt idx="667">
                  <c:v>45.251331161698992</c:v>
                </c:pt>
                <c:pt idx="668">
                  <c:v>45.253413556929047</c:v>
                </c:pt>
                <c:pt idx="669">
                  <c:v>45.254759932499923</c:v>
                </c:pt>
                <c:pt idx="670">
                  <c:v>45.267481378556823</c:v>
                </c:pt>
                <c:pt idx="671">
                  <c:v>45.270095745276905</c:v>
                </c:pt>
                <c:pt idx="672">
                  <c:v>45.270262507528145</c:v>
                </c:pt>
                <c:pt idx="673">
                  <c:v>45.272529099073552</c:v>
                </c:pt>
                <c:pt idx="674">
                  <c:v>45.27379440639799</c:v>
                </c:pt>
                <c:pt idx="675">
                  <c:v>45.285057871770547</c:v>
                </c:pt>
                <c:pt idx="676">
                  <c:v>45.287411287147869</c:v>
                </c:pt>
                <c:pt idx="677">
                  <c:v>45.287518701886377</c:v>
                </c:pt>
                <c:pt idx="678">
                  <c:v>45.289669119991117</c:v>
                </c:pt>
                <c:pt idx="679">
                  <c:v>45.290550174238625</c:v>
                </c:pt>
                <c:pt idx="680">
                  <c:v>45.299067201506894</c:v>
                </c:pt>
                <c:pt idx="681">
                  <c:v>45.300894462020345</c:v>
                </c:pt>
                <c:pt idx="682">
                  <c:v>45.300956812717565</c:v>
                </c:pt>
                <c:pt idx="683">
                  <c:v>45.302521580397411</c:v>
                </c:pt>
                <c:pt idx="684">
                  <c:v>45.303792081865495</c:v>
                </c:pt>
                <c:pt idx="685">
                  <c:v>45.314784950355886</c:v>
                </c:pt>
                <c:pt idx="686">
                  <c:v>45.317148804849033</c:v>
                </c:pt>
                <c:pt idx="687">
                  <c:v>45.317315950824025</c:v>
                </c:pt>
                <c:pt idx="688">
                  <c:v>45.319334129222227</c:v>
                </c:pt>
                <c:pt idx="689">
                  <c:v>45.320136103870375</c:v>
                </c:pt>
                <c:pt idx="690">
                  <c:v>45.327600528699207</c:v>
                </c:pt>
                <c:pt idx="691">
                  <c:v>45.32911124091946</c:v>
                </c:pt>
                <c:pt idx="692">
                  <c:v>45.329222260509866</c:v>
                </c:pt>
                <c:pt idx="693">
                  <c:v>45.330539841516895</c:v>
                </c:pt>
                <c:pt idx="694">
                  <c:v>45.331722615146177</c:v>
                </c:pt>
                <c:pt idx="695">
                  <c:v>45.342639807209103</c:v>
                </c:pt>
                <c:pt idx="696">
                  <c:v>45.344870346619025</c:v>
                </c:pt>
                <c:pt idx="697">
                  <c:v>45.345076178122213</c:v>
                </c:pt>
                <c:pt idx="698">
                  <c:v>45.347021676640395</c:v>
                </c:pt>
                <c:pt idx="699">
                  <c:v>45.348346816918159</c:v>
                </c:pt>
                <c:pt idx="700">
                  <c:v>45.36024406621943</c:v>
                </c:pt>
                <c:pt idx="701">
                  <c:v>45.362684192980865</c:v>
                </c:pt>
                <c:pt idx="702">
                  <c:v>45.362961849039216</c:v>
                </c:pt>
                <c:pt idx="703">
                  <c:v>45.3651553942438</c:v>
                </c:pt>
                <c:pt idx="704">
                  <c:v>45.36591967083821</c:v>
                </c:pt>
                <c:pt idx="705">
                  <c:v>45.373885074594341</c:v>
                </c:pt>
                <c:pt idx="706">
                  <c:v>45.375463948746571</c:v>
                </c:pt>
                <c:pt idx="707">
                  <c:v>45.375660567254549</c:v>
                </c:pt>
                <c:pt idx="708">
                  <c:v>45.377023672754206</c:v>
                </c:pt>
                <c:pt idx="709">
                  <c:v>45.377782007504585</c:v>
                </c:pt>
                <c:pt idx="710">
                  <c:v>45.38573103773394</c:v>
                </c:pt>
                <c:pt idx="711">
                  <c:v>45.387322585002131</c:v>
                </c:pt>
                <c:pt idx="712">
                  <c:v>45.387473153628179</c:v>
                </c:pt>
                <c:pt idx="713">
                  <c:v>45.388892361073601</c:v>
                </c:pt>
                <c:pt idx="714">
                  <c:v>45.389616716601076</c:v>
                </c:pt>
                <c:pt idx="715">
                  <c:v>45.397881829537269</c:v>
                </c:pt>
                <c:pt idx="716">
                  <c:v>45.39918657020722</c:v>
                </c:pt>
                <c:pt idx="717">
                  <c:v>45.39937583077603</c:v>
                </c:pt>
                <c:pt idx="718">
                  <c:v>45.400761460517117</c:v>
                </c:pt>
                <c:pt idx="719">
                  <c:v>45.401490627916303</c:v>
                </c:pt>
                <c:pt idx="720">
                  <c:v>45.409590349983084</c:v>
                </c:pt>
                <c:pt idx="721">
                  <c:v>45.411020174276473</c:v>
                </c:pt>
                <c:pt idx="722">
                  <c:v>45.411141892065523</c:v>
                </c:pt>
                <c:pt idx="723">
                  <c:v>45.412630972399995</c:v>
                </c:pt>
                <c:pt idx="724">
                  <c:v>45.413193981068638</c:v>
                </c:pt>
                <c:pt idx="725">
                  <c:v>45.420111258300714</c:v>
                </c:pt>
                <c:pt idx="726">
                  <c:v>45.421493552999685</c:v>
                </c:pt>
                <c:pt idx="727">
                  <c:v>45.421588994627271</c:v>
                </c:pt>
                <c:pt idx="728">
                  <c:v>45.422852617363446</c:v>
                </c:pt>
                <c:pt idx="729">
                  <c:v>45.423841870154433</c:v>
                </c:pt>
                <c:pt idx="730">
                  <c:v>45.434663494684202</c:v>
                </c:pt>
                <c:pt idx="731">
                  <c:v>45.436846846096735</c:v>
                </c:pt>
                <c:pt idx="732">
                  <c:v>45.437054034686653</c:v>
                </c:pt>
                <c:pt idx="733">
                  <c:v>45.439006734321254</c:v>
                </c:pt>
                <c:pt idx="734">
                  <c:v>45.439987401164515</c:v>
                </c:pt>
                <c:pt idx="735">
                  <c:v>45.449279932060904</c:v>
                </c:pt>
                <c:pt idx="736">
                  <c:v>45.451098447993246</c:v>
                </c:pt>
                <c:pt idx="737">
                  <c:v>45.451145333751093</c:v>
                </c:pt>
                <c:pt idx="738">
                  <c:v>45.45285816917692</c:v>
                </c:pt>
                <c:pt idx="739">
                  <c:v>45.453764396409071</c:v>
                </c:pt>
                <c:pt idx="740">
                  <c:v>45.462346412296881</c:v>
                </c:pt>
                <c:pt idx="741">
                  <c:v>45.464082429454315</c:v>
                </c:pt>
                <c:pt idx="742">
                  <c:v>45.464152055618037</c:v>
                </c:pt>
                <c:pt idx="743">
                  <c:v>45.465716734141893</c:v>
                </c:pt>
                <c:pt idx="744">
                  <c:v>45.466449915493897</c:v>
                </c:pt>
                <c:pt idx="745">
                  <c:v>45.472806067173089</c:v>
                </c:pt>
                <c:pt idx="746">
                  <c:v>45.474041349704663</c:v>
                </c:pt>
                <c:pt idx="747">
                  <c:v>45.474153433510558</c:v>
                </c:pt>
                <c:pt idx="748">
                  <c:v>45.475281814024186</c:v>
                </c:pt>
                <c:pt idx="749">
                  <c:v>45.476434216504948</c:v>
                </c:pt>
                <c:pt idx="750">
                  <c:v>45.48695987925062</c:v>
                </c:pt>
                <c:pt idx="751">
                  <c:v>45.489087484401388</c:v>
                </c:pt>
                <c:pt idx="752">
                  <c:v>45.489234870550099</c:v>
                </c:pt>
                <c:pt idx="753">
                  <c:v>45.491112450798425</c:v>
                </c:pt>
                <c:pt idx="754">
                  <c:v>45.492125563668644</c:v>
                </c:pt>
                <c:pt idx="755">
                  <c:v>45.501082340304947</c:v>
                </c:pt>
                <c:pt idx="756">
                  <c:v>45.50290560006664</c:v>
                </c:pt>
                <c:pt idx="757">
                  <c:v>45.503004708449048</c:v>
                </c:pt>
                <c:pt idx="758">
                  <c:v>45.504633818721459</c:v>
                </c:pt>
                <c:pt idx="759">
                  <c:v>45.505388413016369</c:v>
                </c:pt>
                <c:pt idx="760">
                  <c:v>45.512686768295914</c:v>
                </c:pt>
                <c:pt idx="761">
                  <c:v>45.514099579885958</c:v>
                </c:pt>
                <c:pt idx="762">
                  <c:v>45.514207945936874</c:v>
                </c:pt>
                <c:pt idx="763">
                  <c:v>45.515516512950342</c:v>
                </c:pt>
                <c:pt idx="764">
                  <c:v>45.516137562040967</c:v>
                </c:pt>
                <c:pt idx="765">
                  <c:v>45.522262051997757</c:v>
                </c:pt>
                <c:pt idx="766">
                  <c:v>45.523506908968614</c:v>
                </c:pt>
                <c:pt idx="767">
                  <c:v>45.523617292695704</c:v>
                </c:pt>
                <c:pt idx="768">
                  <c:v>45.524750782363014</c:v>
                </c:pt>
                <c:pt idx="769">
                  <c:v>45.525659326084487</c:v>
                </c:pt>
                <c:pt idx="770">
                  <c:v>45.53493509487064</c:v>
                </c:pt>
                <c:pt idx="771">
                  <c:v>45.536848642805523</c:v>
                </c:pt>
                <c:pt idx="772">
                  <c:v>45.53696123904421</c:v>
                </c:pt>
                <c:pt idx="773">
                  <c:v>45.538605775176336</c:v>
                </c:pt>
                <c:pt idx="774">
                  <c:v>45.539723226262524</c:v>
                </c:pt>
                <c:pt idx="775">
                  <c:v>45.549759747526515</c:v>
                </c:pt>
                <c:pt idx="776">
                  <c:v>45.551737501012752</c:v>
                </c:pt>
                <c:pt idx="777">
                  <c:v>45.551963309943289</c:v>
                </c:pt>
                <c:pt idx="778">
                  <c:v>45.553778001923547</c:v>
                </c:pt>
                <c:pt idx="779">
                  <c:v>45.554644783572492</c:v>
                </c:pt>
                <c:pt idx="780">
                  <c:v>45.562949038533986</c:v>
                </c:pt>
                <c:pt idx="781">
                  <c:v>45.564647112861564</c:v>
                </c:pt>
                <c:pt idx="782">
                  <c:v>45.564786912999566</c:v>
                </c:pt>
                <c:pt idx="783">
                  <c:v>45.566311299055485</c:v>
                </c:pt>
                <c:pt idx="784">
                  <c:v>45.568078515924846</c:v>
                </c:pt>
                <c:pt idx="785">
                  <c:v>45.584430304728556</c:v>
                </c:pt>
                <c:pt idx="786">
                  <c:v>45.587742470004862</c:v>
                </c:pt>
                <c:pt idx="787">
                  <c:v>45.588088084775251</c:v>
                </c:pt>
                <c:pt idx="788">
                  <c:v>45.591053238907875</c:v>
                </c:pt>
                <c:pt idx="789">
                  <c:v>45.592190272565702</c:v>
                </c:pt>
                <c:pt idx="790">
                  <c:v>45.603163340855104</c:v>
                </c:pt>
                <c:pt idx="791">
                  <c:v>45.605469061350774</c:v>
                </c:pt>
                <c:pt idx="792">
                  <c:v>45.605535688678508</c:v>
                </c:pt>
                <c:pt idx="793">
                  <c:v>45.607547874910608</c:v>
                </c:pt>
                <c:pt idx="794">
                  <c:v>45.608985057000858</c:v>
                </c:pt>
                <c:pt idx="795">
                  <c:v>45.622646271396739</c:v>
                </c:pt>
                <c:pt idx="796">
                  <c:v>45.62537861263543</c:v>
                </c:pt>
                <c:pt idx="797">
                  <c:v>45.625569262062058</c:v>
                </c:pt>
                <c:pt idx="798">
                  <c:v>45.628003508399843</c:v>
                </c:pt>
                <c:pt idx="799">
                  <c:v>45.628663102598281</c:v>
                </c:pt>
                <c:pt idx="800">
                  <c:v>45.63552705942768</c:v>
                </c:pt>
                <c:pt idx="801">
                  <c:v>45.63690338690801</c:v>
                </c:pt>
                <c:pt idx="802">
                  <c:v>45.636979967254874</c:v>
                </c:pt>
                <c:pt idx="803">
                  <c:v>45.638231811516334</c:v>
                </c:pt>
                <c:pt idx="804">
                  <c:v>45.639093420417623</c:v>
                </c:pt>
                <c:pt idx="805">
                  <c:v>45.647757725613616</c:v>
                </c:pt>
                <c:pt idx="806">
                  <c:v>45.649495913596944</c:v>
                </c:pt>
                <c:pt idx="807">
                  <c:v>45.649578678434438</c:v>
                </c:pt>
                <c:pt idx="808">
                  <c:v>45.651097633943948</c:v>
                </c:pt>
                <c:pt idx="809">
                  <c:v>45.651714346200102</c:v>
                </c:pt>
                <c:pt idx="810">
                  <c:v>45.657938520085352</c:v>
                </c:pt>
                <c:pt idx="811">
                  <c:v>45.659163952346702</c:v>
                </c:pt>
                <c:pt idx="812">
                  <c:v>45.65922904214073</c:v>
                </c:pt>
                <c:pt idx="813">
                  <c:v>45.660345068565562</c:v>
                </c:pt>
                <c:pt idx="814">
                  <c:v>45.661090118535434</c:v>
                </c:pt>
                <c:pt idx="815">
                  <c:v>45.668623362408674</c:v>
                </c:pt>
                <c:pt idx="816">
                  <c:v>45.670135435658331</c:v>
                </c:pt>
                <c:pt idx="817">
                  <c:v>45.670213562733075</c:v>
                </c:pt>
                <c:pt idx="818">
                  <c:v>45.671565358424687</c:v>
                </c:pt>
                <c:pt idx="819">
                  <c:v>45.672235666985692</c:v>
                </c:pt>
                <c:pt idx="820">
                  <c:v>45.679283011250433</c:v>
                </c:pt>
                <c:pt idx="821">
                  <c:v>45.680767077369332</c:v>
                </c:pt>
                <c:pt idx="822">
                  <c:v>45.68085354025402</c:v>
                </c:pt>
                <c:pt idx="823">
                  <c:v>45.682124347179183</c:v>
                </c:pt>
                <c:pt idx="824">
                  <c:v>45.682739938270487</c:v>
                </c:pt>
                <c:pt idx="825">
                  <c:v>45.689305233431298</c:v>
                </c:pt>
                <c:pt idx="826">
                  <c:v>45.690626361226492</c:v>
                </c:pt>
                <c:pt idx="827">
                  <c:v>45.690769431377191</c:v>
                </c:pt>
                <c:pt idx="828">
                  <c:v>45.692025076600999</c:v>
                </c:pt>
                <c:pt idx="829">
                  <c:v>45.692489869799672</c:v>
                </c:pt>
                <c:pt idx="830">
                  <c:v>45.697991807211203</c:v>
                </c:pt>
                <c:pt idx="831">
                  <c:v>45.699135480463994</c:v>
                </c:pt>
                <c:pt idx="832">
                  <c:v>45.699270831651312</c:v>
                </c:pt>
                <c:pt idx="833">
                  <c:v>45.700273331447704</c:v>
                </c:pt>
                <c:pt idx="834">
                  <c:v>45.700914909842787</c:v>
                </c:pt>
                <c:pt idx="835">
                  <c:v>45.707489218348783</c:v>
                </c:pt>
                <c:pt idx="836">
                  <c:v>45.708782642219589</c:v>
                </c:pt>
                <c:pt idx="837">
                  <c:v>45.708937105995602</c:v>
                </c:pt>
                <c:pt idx="838">
                  <c:v>45.710174627692652</c:v>
                </c:pt>
                <c:pt idx="839">
                  <c:v>45.710963201039092</c:v>
                </c:pt>
                <c:pt idx="840">
                  <c:v>45.718011683011198</c:v>
                </c:pt>
                <c:pt idx="841">
                  <c:v>45.719554067213004</c:v>
                </c:pt>
                <c:pt idx="842">
                  <c:v>45.719657635792274</c:v>
                </c:pt>
                <c:pt idx="843">
                  <c:v>45.721064237136261</c:v>
                </c:pt>
                <c:pt idx="844">
                  <c:v>45.721877728908439</c:v>
                </c:pt>
                <c:pt idx="845">
                  <c:v>45.730421992527027</c:v>
                </c:pt>
                <c:pt idx="846">
                  <c:v>45.732236556955193</c:v>
                </c:pt>
                <c:pt idx="847">
                  <c:v>45.732314394372516</c:v>
                </c:pt>
                <c:pt idx="848">
                  <c:v>45.73393652051243</c:v>
                </c:pt>
                <c:pt idx="849">
                  <c:v>45.734551672122308</c:v>
                </c:pt>
                <c:pt idx="850">
                  <c:v>45.740686514830948</c:v>
                </c:pt>
                <c:pt idx="851">
                  <c:v>45.741937559110291</c:v>
                </c:pt>
                <c:pt idx="852">
                  <c:v>45.741997414857494</c:v>
                </c:pt>
                <c:pt idx="853">
                  <c:v>45.743177050987128</c:v>
                </c:pt>
                <c:pt idx="854">
                  <c:v>45.744009204349858</c:v>
                </c:pt>
                <c:pt idx="855">
                  <c:v>45.75318240918358</c:v>
                </c:pt>
                <c:pt idx="856">
                  <c:v>45.755182555417434</c:v>
                </c:pt>
                <c:pt idx="857">
                  <c:v>45.755277742354345</c:v>
                </c:pt>
                <c:pt idx="858">
                  <c:v>45.757041464975316</c:v>
                </c:pt>
                <c:pt idx="859">
                  <c:v>45.757753685060358</c:v>
                </c:pt>
                <c:pt idx="860">
                  <c:v>45.765168979974014</c:v>
                </c:pt>
                <c:pt idx="861">
                  <c:v>45.766822297032128</c:v>
                </c:pt>
                <c:pt idx="862">
                  <c:v>45.766849093288428</c:v>
                </c:pt>
                <c:pt idx="863">
                  <c:v>45.768262085440938</c:v>
                </c:pt>
                <c:pt idx="864">
                  <c:v>45.769118134845961</c:v>
                </c:pt>
                <c:pt idx="865">
                  <c:v>45.77733877719271</c:v>
                </c:pt>
                <c:pt idx="866">
                  <c:v>45.779080763191466</c:v>
                </c:pt>
                <c:pt idx="867">
                  <c:v>45.779166183275599</c:v>
                </c:pt>
                <c:pt idx="868">
                  <c:v>45.780806913078436</c:v>
                </c:pt>
                <c:pt idx="869">
                  <c:v>45.781479040649543</c:v>
                </c:pt>
                <c:pt idx="870">
                  <c:v>45.7885374900969</c:v>
                </c:pt>
                <c:pt idx="871">
                  <c:v>45.790010546575175</c:v>
                </c:pt>
                <c:pt idx="872">
                  <c:v>45.790087367356769</c:v>
                </c:pt>
                <c:pt idx="873">
                  <c:v>45.791369572189069</c:v>
                </c:pt>
                <c:pt idx="874">
                  <c:v>45.791857592308439</c:v>
                </c:pt>
                <c:pt idx="875">
                  <c:v>45.796390995886718</c:v>
                </c:pt>
                <c:pt idx="876">
                  <c:v>45.797343865679082</c:v>
                </c:pt>
                <c:pt idx="877">
                  <c:v>45.797420303283353</c:v>
                </c:pt>
                <c:pt idx="878">
                  <c:v>45.798299667658853</c:v>
                </c:pt>
                <c:pt idx="879">
                  <c:v>45.799028104316434</c:v>
                </c:pt>
                <c:pt idx="880">
                  <c:v>45.807325958182076</c:v>
                </c:pt>
                <c:pt idx="881">
                  <c:v>45.809069437918339</c:v>
                </c:pt>
                <c:pt idx="882">
                  <c:v>45.809231064306786</c:v>
                </c:pt>
                <c:pt idx="883">
                  <c:v>45.810845710923616</c:v>
                </c:pt>
                <c:pt idx="884">
                  <c:v>45.811398709076677</c:v>
                </c:pt>
                <c:pt idx="885">
                  <c:v>45.817505512915488</c:v>
                </c:pt>
                <c:pt idx="886">
                  <c:v>45.818775449991584</c:v>
                </c:pt>
                <c:pt idx="887">
                  <c:v>45.818869994980084</c:v>
                </c:pt>
                <c:pt idx="888">
                  <c:v>45.820088527431608</c:v>
                </c:pt>
                <c:pt idx="889">
                  <c:v>45.820639254088022</c:v>
                </c:pt>
                <c:pt idx="890">
                  <c:v>45.826497812055784</c:v>
                </c:pt>
                <c:pt idx="891">
                  <c:v>45.827761932640385</c:v>
                </c:pt>
                <c:pt idx="892">
                  <c:v>45.827877631885109</c:v>
                </c:pt>
                <c:pt idx="893">
                  <c:v>45.829002172235732</c:v>
                </c:pt>
                <c:pt idx="894">
                  <c:v>45.829614098033097</c:v>
                </c:pt>
                <c:pt idx="895">
                  <c:v>45.83633379798021</c:v>
                </c:pt>
                <c:pt idx="896">
                  <c:v>45.837757889003854</c:v>
                </c:pt>
                <c:pt idx="897">
                  <c:v>45.837911958627842</c:v>
                </c:pt>
                <c:pt idx="898">
                  <c:v>45.83923702142539</c:v>
                </c:pt>
                <c:pt idx="899">
                  <c:v>45.83977590457809</c:v>
                </c:pt>
                <c:pt idx="900">
                  <c:v>45.846100653230351</c:v>
                </c:pt>
                <c:pt idx="901">
                  <c:v>45.847511681361723</c:v>
                </c:pt>
                <c:pt idx="902">
                  <c:v>45.847608556107879</c:v>
                </c:pt>
                <c:pt idx="903">
                  <c:v>45.848810162771031</c:v>
                </c:pt>
                <c:pt idx="904">
                  <c:v>45.849602713919069</c:v>
                </c:pt>
                <c:pt idx="905">
                  <c:v>45.857347976602362</c:v>
                </c:pt>
                <c:pt idx="906">
                  <c:v>45.859054548228308</c:v>
                </c:pt>
                <c:pt idx="907">
                  <c:v>45.859180549198058</c:v>
                </c:pt>
                <c:pt idx="908">
                  <c:v>45.860696194461809</c:v>
                </c:pt>
                <c:pt idx="909">
                  <c:v>45.861404126912383</c:v>
                </c:pt>
                <c:pt idx="910">
                  <c:v>45.868504016163506</c:v>
                </c:pt>
                <c:pt idx="911">
                  <c:v>45.870085243586857</c:v>
                </c:pt>
                <c:pt idx="912">
                  <c:v>45.870190932276635</c:v>
                </c:pt>
                <c:pt idx="913">
                  <c:v>45.871594202892254</c:v>
                </c:pt>
                <c:pt idx="914">
                  <c:v>45.872397828391222</c:v>
                </c:pt>
                <c:pt idx="915">
                  <c:v>45.881686945342992</c:v>
                </c:pt>
                <c:pt idx="916">
                  <c:v>45.883664112447882</c:v>
                </c:pt>
                <c:pt idx="917">
                  <c:v>45.883728951547319</c:v>
                </c:pt>
                <c:pt idx="918">
                  <c:v>45.885461286680652</c:v>
                </c:pt>
                <c:pt idx="919">
                  <c:v>45.886781762147599</c:v>
                </c:pt>
                <c:pt idx="920">
                  <c:v>45.901041773288341</c:v>
                </c:pt>
                <c:pt idx="921">
                  <c:v>45.904158753460763</c:v>
                </c:pt>
                <c:pt idx="922">
                  <c:v>45.904242256261206</c:v>
                </c:pt>
                <c:pt idx="923">
                  <c:v>45.906923723206717</c:v>
                </c:pt>
                <c:pt idx="924">
                  <c:v>45.908002016759426</c:v>
                </c:pt>
                <c:pt idx="925">
                  <c:v>45.919572067549097</c:v>
                </c:pt>
                <c:pt idx="926">
                  <c:v>45.922076164187402</c:v>
                </c:pt>
                <c:pt idx="927">
                  <c:v>45.922215888222141</c:v>
                </c:pt>
                <c:pt idx="928">
                  <c:v>45.924426811385445</c:v>
                </c:pt>
                <c:pt idx="929">
                  <c:v>45.925437621508181</c:v>
                </c:pt>
                <c:pt idx="930">
                  <c:v>45.936416347055072</c:v>
                </c:pt>
                <c:pt idx="931">
                  <c:v>45.938713391502802</c:v>
                </c:pt>
                <c:pt idx="932">
                  <c:v>45.939091027953339</c:v>
                </c:pt>
                <c:pt idx="933">
                  <c:v>45.940939096296461</c:v>
                </c:pt>
                <c:pt idx="934">
                  <c:v>45.94198163412009</c:v>
                </c:pt>
                <c:pt idx="935">
                  <c:v>45.95428223136048</c:v>
                </c:pt>
                <c:pt idx="936">
                  <c:v>45.956855518342067</c:v>
                </c:pt>
                <c:pt idx="937">
                  <c:v>45.957207168172872</c:v>
                </c:pt>
                <c:pt idx="938">
                  <c:v>45.959436051602097</c:v>
                </c:pt>
                <c:pt idx="939">
                  <c:v>45.960106779837744</c:v>
                </c:pt>
                <c:pt idx="940">
                  <c:v>45.968251968336375</c:v>
                </c:pt>
                <c:pt idx="941">
                  <c:v>45.969954077312025</c:v>
                </c:pt>
                <c:pt idx="942">
                  <c:v>45.970237822620284</c:v>
                </c:pt>
                <c:pt idx="943">
                  <c:v>45.9716560514359</c:v>
                </c:pt>
                <c:pt idx="944">
                  <c:v>45.972441676817496</c:v>
                </c:pt>
                <c:pt idx="945">
                  <c:v>45.981867975828315</c:v>
                </c:pt>
                <c:pt idx="946">
                  <c:v>45.98387477675</c:v>
                </c:pt>
                <c:pt idx="947">
                  <c:v>45.984239477457606</c:v>
                </c:pt>
                <c:pt idx="948">
                  <c:v>45.985860489434344</c:v>
                </c:pt>
                <c:pt idx="949">
                  <c:v>45.986665651823728</c:v>
                </c:pt>
                <c:pt idx="950">
                  <c:v>45.996274658853004</c:v>
                </c:pt>
                <c:pt idx="951">
                  <c:v>45.998341041725332</c:v>
                </c:pt>
                <c:pt idx="952">
                  <c:v>45.998666882375431</c:v>
                </c:pt>
                <c:pt idx="953">
                  <c:v>46.000392135316019</c:v>
                </c:pt>
                <c:pt idx="954">
                  <c:v>46.001339703033672</c:v>
                </c:pt>
                <c:pt idx="955">
                  <c:v>46.012480372264889</c:v>
                </c:pt>
                <c:pt idx="956">
                  <c:v>46.014858841328646</c:v>
                </c:pt>
                <c:pt idx="957">
                  <c:v>46.015224205132519</c:v>
                </c:pt>
                <c:pt idx="958">
                  <c:v>46.017241406040171</c:v>
                </c:pt>
                <c:pt idx="959">
                  <c:v>46.018139063231793</c:v>
                </c:pt>
                <c:pt idx="960">
                  <c:v>46.027501393072775</c:v>
                </c:pt>
                <c:pt idx="961">
                  <c:v>46.029520539007855</c:v>
                </c:pt>
                <c:pt idx="962">
                  <c:v>46.029771158333617</c:v>
                </c:pt>
                <c:pt idx="963">
                  <c:v>46.031444927721964</c:v>
                </c:pt>
                <c:pt idx="964">
                  <c:v>46.032127029660444</c:v>
                </c:pt>
                <c:pt idx="965">
                  <c:v>46.038571161617966</c:v>
                </c:pt>
                <c:pt idx="966">
                  <c:v>46.040049911950412</c:v>
                </c:pt>
                <c:pt idx="967">
                  <c:v>46.040172424148878</c:v>
                </c:pt>
                <c:pt idx="968">
                  <c:v>46.041357011043033</c:v>
                </c:pt>
                <c:pt idx="969">
                  <c:v>46.042115004849784</c:v>
                </c:pt>
                <c:pt idx="970">
                  <c:v>46.049708594228989</c:v>
                </c:pt>
                <c:pt idx="971">
                  <c:v>46.051381901705483</c:v>
                </c:pt>
                <c:pt idx="972">
                  <c:v>46.051559252842814</c:v>
                </c:pt>
                <c:pt idx="973">
                  <c:v>46.052921014365154</c:v>
                </c:pt>
                <c:pt idx="974">
                  <c:v>46.053730887582063</c:v>
                </c:pt>
                <c:pt idx="975">
                  <c:v>46.061770288204684</c:v>
                </c:pt>
                <c:pt idx="976">
                  <c:v>46.063495018953361</c:v>
                </c:pt>
                <c:pt idx="977">
                  <c:v>46.063712284567117</c:v>
                </c:pt>
                <c:pt idx="978">
                  <c:v>46.065144894275988</c:v>
                </c:pt>
                <c:pt idx="979">
                  <c:v>46.065579401928808</c:v>
                </c:pt>
                <c:pt idx="980">
                  <c:v>46.069721073590074</c:v>
                </c:pt>
                <c:pt idx="981">
                  <c:v>46.070611589675181</c:v>
                </c:pt>
                <c:pt idx="982">
                  <c:v>46.070672739596468</c:v>
                </c:pt>
                <c:pt idx="983">
                  <c:v>46.071421884965787</c:v>
                </c:pt>
                <c:pt idx="984">
                  <c:v>46.072271102703745</c:v>
                </c:pt>
                <c:pt idx="985">
                  <c:v>46.080376952001203</c:v>
                </c:pt>
                <c:pt idx="986">
                  <c:v>46.082084577371631</c:v>
                </c:pt>
                <c:pt idx="987">
                  <c:v>46.082298788383738</c:v>
                </c:pt>
                <c:pt idx="988">
                  <c:v>46.08364654254558</c:v>
                </c:pt>
                <c:pt idx="989">
                  <c:v>46.084389361014402</c:v>
                </c:pt>
                <c:pt idx="990">
                  <c:v>46.091408830789867</c:v>
                </c:pt>
                <c:pt idx="991">
                  <c:v>46.092870936746301</c:v>
                </c:pt>
                <c:pt idx="992">
                  <c:v>46.093035273980512</c:v>
                </c:pt>
                <c:pt idx="993">
                  <c:v>46.094219887361874</c:v>
                </c:pt>
                <c:pt idx="994">
                  <c:v>46.094877635330022</c:v>
                </c:pt>
                <c:pt idx="995">
                  <c:v>46.100957865517358</c:v>
                </c:pt>
                <c:pt idx="996">
                  <c:v>46.102256427048928</c:v>
                </c:pt>
                <c:pt idx="997">
                  <c:v>46.102432038210232</c:v>
                </c:pt>
                <c:pt idx="998">
                  <c:v>46.103474603222253</c:v>
                </c:pt>
                <c:pt idx="999">
                  <c:v>46.104033766979853</c:v>
                </c:pt>
                <c:pt idx="1000">
                  <c:v>46.10967813440989</c:v>
                </c:pt>
                <c:pt idx="1001">
                  <c:v>46.110854267466394</c:v>
                </c:pt>
                <c:pt idx="1002">
                  <c:v>46.110944081034695</c:v>
                </c:pt>
                <c:pt idx="1003">
                  <c:v>46.112063867246832</c:v>
                </c:pt>
                <c:pt idx="1004">
                  <c:v>46.112503307211114</c:v>
                </c:pt>
                <c:pt idx="1005">
                  <c:v>46.117109053056296</c:v>
                </c:pt>
                <c:pt idx="1006">
                  <c:v>46.118076264959932</c:v>
                </c:pt>
                <c:pt idx="1007">
                  <c:v>46.118205155216188</c:v>
                </c:pt>
                <c:pt idx="1008">
                  <c:v>46.119004528088112</c:v>
                </c:pt>
                <c:pt idx="1009">
                  <c:v>46.119565228808433</c:v>
                </c:pt>
                <c:pt idx="1010">
                  <c:v>46.124469979616322</c:v>
                </c:pt>
                <c:pt idx="1011">
                  <c:v>46.12555736548223</c:v>
                </c:pt>
                <c:pt idx="1012">
                  <c:v>46.125670484769017</c:v>
                </c:pt>
                <c:pt idx="1013">
                  <c:v>46.126604914962627</c:v>
                </c:pt>
                <c:pt idx="1014">
                  <c:v>46.127229403321678</c:v>
                </c:pt>
                <c:pt idx="1015">
                  <c:v>46.133735410798295</c:v>
                </c:pt>
                <c:pt idx="1016">
                  <c:v>46.135136602477274</c:v>
                </c:pt>
                <c:pt idx="1017">
                  <c:v>46.135333848300441</c:v>
                </c:pt>
                <c:pt idx="1018">
                  <c:v>46.136520253462209</c:v>
                </c:pt>
                <c:pt idx="1019">
                  <c:v>46.136520253462209</c:v>
                </c:pt>
                <c:pt idx="1020">
                  <c:v>46.136520253462209</c:v>
                </c:pt>
                <c:pt idx="1021">
                  <c:v>46.136520253462209</c:v>
                </c:pt>
                <c:pt idx="1022">
                  <c:v>46.136520253462209</c:v>
                </c:pt>
                <c:pt idx="1023">
                  <c:v>46.136520253462209</c:v>
                </c:pt>
                <c:pt idx="1024">
                  <c:v>46.136785805407406</c:v>
                </c:pt>
                <c:pt idx="1025">
                  <c:v>46.139596821244254</c:v>
                </c:pt>
                <c:pt idx="1026">
                  <c:v>46.140213719291019</c:v>
                </c:pt>
                <c:pt idx="1027">
                  <c:v>46.140292584697036</c:v>
                </c:pt>
                <c:pt idx="1028">
                  <c:v>46.140816902964559</c:v>
                </c:pt>
                <c:pt idx="1029">
                  <c:v>46.140816902964559</c:v>
                </c:pt>
                <c:pt idx="1030">
                  <c:v>46.140816902964559</c:v>
                </c:pt>
                <c:pt idx="1031">
                  <c:v>46.140816902964559</c:v>
                </c:pt>
                <c:pt idx="1032">
                  <c:v>46.140816902964559</c:v>
                </c:pt>
                <c:pt idx="1033">
                  <c:v>46.140816902964559</c:v>
                </c:pt>
                <c:pt idx="1034">
                  <c:v>46.140670197989671</c:v>
                </c:pt>
                <c:pt idx="1035">
                  <c:v>46.139154983255374</c:v>
                </c:pt>
                <c:pt idx="1036">
                  <c:v>46.138828322590847</c:v>
                </c:pt>
                <c:pt idx="1037">
                  <c:v>46.138790403992637</c:v>
                </c:pt>
                <c:pt idx="1038">
                  <c:v>46.138502117814994</c:v>
                </c:pt>
                <c:pt idx="1039">
                  <c:v>46.138250049712497</c:v>
                </c:pt>
                <c:pt idx="1040">
                  <c:v>46.135621219916104</c:v>
                </c:pt>
                <c:pt idx="1041">
                  <c:v>46.135053714209725</c:v>
                </c:pt>
                <c:pt idx="1042">
                  <c:v>46.135006223158385</c:v>
                </c:pt>
                <c:pt idx="1043">
                  <c:v>46.134538402819032</c:v>
                </c:pt>
                <c:pt idx="1044">
                  <c:v>46.134624510769996</c:v>
                </c:pt>
                <c:pt idx="1045">
                  <c:v>46.135499241535335</c:v>
                </c:pt>
                <c:pt idx="1046">
                  <c:v>46.135680627236781</c:v>
                </c:pt>
                <c:pt idx="1047">
                  <c:v>46.135699174250789</c:v>
                </c:pt>
                <c:pt idx="1048">
                  <c:v>46.135857560905436</c:v>
                </c:pt>
                <c:pt idx="1049">
                  <c:v>46.136247952769175</c:v>
                </c:pt>
                <c:pt idx="1050">
                  <c:v>46.140424929893932</c:v>
                </c:pt>
                <c:pt idx="1051">
                  <c:v>46.141290273673157</c:v>
                </c:pt>
                <c:pt idx="1052">
                  <c:v>46.141376306633909</c:v>
                </c:pt>
                <c:pt idx="1053">
                  <c:v>46.14213920126906</c:v>
                </c:pt>
                <c:pt idx="1054">
                  <c:v>46.142182872575624</c:v>
                </c:pt>
                <c:pt idx="1055">
                  <c:v>46.142616267029389</c:v>
                </c:pt>
                <c:pt idx="1056">
                  <c:v>46.142709959503527</c:v>
                </c:pt>
                <c:pt idx="1057">
                  <c:v>46.142716081249844</c:v>
                </c:pt>
                <c:pt idx="1058">
                  <c:v>46.142798797060323</c:v>
                </c:pt>
                <c:pt idx="1059">
                  <c:v>46.142927652566492</c:v>
                </c:pt>
                <c:pt idx="1060">
                  <c:v>46.144228524723296</c:v>
                </c:pt>
                <c:pt idx="1061">
                  <c:v>46.144498211122155</c:v>
                </c:pt>
                <c:pt idx="1062">
                  <c:v>46.144524838743976</c:v>
                </c:pt>
                <c:pt idx="1063">
                  <c:v>46.144780704885079</c:v>
                </c:pt>
                <c:pt idx="1064">
                  <c:v>46.145387305416911</c:v>
                </c:pt>
                <c:pt idx="1065">
                  <c:v>46.151906375300825</c:v>
                </c:pt>
                <c:pt idx="1066">
                  <c:v>46.153356644894011</c:v>
                </c:pt>
                <c:pt idx="1067">
                  <c:v>46.153389811140435</c:v>
                </c:pt>
                <c:pt idx="1068">
                  <c:v>46.154696673024887</c:v>
                </c:pt>
                <c:pt idx="1069">
                  <c:v>46.155424903431154</c:v>
                </c:pt>
                <c:pt idx="1070">
                  <c:v>46.163473558733784</c:v>
                </c:pt>
                <c:pt idx="1071">
                  <c:v>46.165211608401492</c:v>
                </c:pt>
                <c:pt idx="1072">
                  <c:v>46.165363464062125</c:v>
                </c:pt>
                <c:pt idx="1073">
                  <c:v>46.166924871040237</c:v>
                </c:pt>
                <c:pt idx="1074">
                  <c:v>46.16711465369351</c:v>
                </c:pt>
                <c:pt idx="1075">
                  <c:v>46.169051855644227</c:v>
                </c:pt>
                <c:pt idx="1076">
                  <c:v>46.169482162701932</c:v>
                </c:pt>
                <c:pt idx="1077">
                  <c:v>46.169521410174291</c:v>
                </c:pt>
                <c:pt idx="1078">
                  <c:v>46.169899545167652</c:v>
                </c:pt>
                <c:pt idx="1079">
                  <c:v>46.17018350757936</c:v>
                </c:pt>
                <c:pt idx="1080">
                  <c:v>46.173219997493931</c:v>
                </c:pt>
                <c:pt idx="1081">
                  <c:v>46.173904198163847</c:v>
                </c:pt>
                <c:pt idx="1082">
                  <c:v>46.173959569339097</c:v>
                </c:pt>
                <c:pt idx="1083">
                  <c:v>46.174526532138373</c:v>
                </c:pt>
                <c:pt idx="1084">
                  <c:v>46.174843935330728</c:v>
                </c:pt>
                <c:pt idx="1085">
                  <c:v>46.178327805071611</c:v>
                </c:pt>
                <c:pt idx="1086">
                  <c:v>46.179105726614274</c:v>
                </c:pt>
                <c:pt idx="1087">
                  <c:v>46.179155996102274</c:v>
                </c:pt>
                <c:pt idx="1088">
                  <c:v>46.179816387632741</c:v>
                </c:pt>
                <c:pt idx="1089">
                  <c:v>46.180127877577618</c:v>
                </c:pt>
                <c:pt idx="1090">
                  <c:v>46.183659887078825</c:v>
                </c:pt>
                <c:pt idx="1091">
                  <c:v>46.184445955793535</c:v>
                </c:pt>
                <c:pt idx="1092">
                  <c:v>46.184489437010647</c:v>
                </c:pt>
                <c:pt idx="1093">
                  <c:v>46.185475473072017</c:v>
                </c:pt>
                <c:pt idx="1094">
                  <c:v>46.186758694665741</c:v>
                </c:pt>
                <c:pt idx="1095">
                  <c:v>46.188597300712189</c:v>
                </c:pt>
                <c:pt idx="1096">
                  <c:v>46.189145887997917</c:v>
                </c:pt>
                <c:pt idx="1097">
                  <c:v>46.189194745556563</c:v>
                </c:pt>
                <c:pt idx="1098">
                  <c:v>46.189733576609626</c:v>
                </c:pt>
                <c:pt idx="1099">
                  <c:v>46.190091754501481</c:v>
                </c:pt>
                <c:pt idx="1100">
                  <c:v>46.194296089515582</c:v>
                </c:pt>
                <c:pt idx="1101">
                  <c:v>46.195153616654551</c:v>
                </c:pt>
                <c:pt idx="1102">
                  <c:v>46.195230955378776</c:v>
                </c:pt>
                <c:pt idx="1103">
                  <c:v>46.196013294048612</c:v>
                </c:pt>
                <c:pt idx="1104">
                  <c:v>46.196123787994232</c:v>
                </c:pt>
                <c:pt idx="1105">
                  <c:v>46.197465091058305</c:v>
                </c:pt>
                <c:pt idx="1106">
                  <c:v>46.197721297388902</c:v>
                </c:pt>
                <c:pt idx="1107">
                  <c:v>46.197755345548174</c:v>
                </c:pt>
                <c:pt idx="1108">
                  <c:v>46.197995572748823</c:v>
                </c:pt>
                <c:pt idx="1109">
                  <c:v>46.198288697964259</c:v>
                </c:pt>
                <c:pt idx="1110">
                  <c:v>46.201652452644446</c:v>
                </c:pt>
                <c:pt idx="1111">
                  <c:v>46.202294857134305</c:v>
                </c:pt>
                <c:pt idx="1112">
                  <c:v>46.20235526650545</c:v>
                </c:pt>
                <c:pt idx="1113">
                  <c:v>46.202955998265907</c:v>
                </c:pt>
                <c:pt idx="1114">
                  <c:v>46.203165245945961</c:v>
                </c:pt>
                <c:pt idx="1115">
                  <c:v>46.20537749669375</c:v>
                </c:pt>
                <c:pt idx="1116">
                  <c:v>46.205801120014492</c:v>
                </c:pt>
                <c:pt idx="1117">
                  <c:v>46.205840557769626</c:v>
                </c:pt>
                <c:pt idx="1118">
                  <c:v>46.206260922343517</c:v>
                </c:pt>
                <c:pt idx="1119">
                  <c:v>46.206596094035461</c:v>
                </c:pt>
                <c:pt idx="1120">
                  <c:v>46.210826562374017</c:v>
                </c:pt>
                <c:pt idx="1121">
                  <c:v>46.211652523403501</c:v>
                </c:pt>
                <c:pt idx="1122">
                  <c:v>46.21173981466805</c:v>
                </c:pt>
                <c:pt idx="1123">
                  <c:v>46.212541007157085</c:v>
                </c:pt>
                <c:pt idx="1124">
                  <c:v>46.21248711108786</c:v>
                </c:pt>
                <c:pt idx="1125">
                  <c:v>46.211824019158641</c:v>
                </c:pt>
                <c:pt idx="1126">
                  <c:v>46.211684733135172</c:v>
                </c:pt>
                <c:pt idx="1127">
                  <c:v>46.211676898593467</c:v>
                </c:pt>
                <c:pt idx="1128">
                  <c:v>46.211548258971789</c:v>
                </c:pt>
                <c:pt idx="1129">
                  <c:v>46.21187469148915</c:v>
                </c:pt>
                <c:pt idx="1130">
                  <c:v>46.2158124738853</c:v>
                </c:pt>
                <c:pt idx="1131">
                  <c:v>46.216678936707332</c:v>
                </c:pt>
                <c:pt idx="1132">
                  <c:v>46.216719155563609</c:v>
                </c:pt>
                <c:pt idx="1133">
                  <c:v>46.217498576306014</c:v>
                </c:pt>
                <c:pt idx="1134">
                  <c:v>46.218160193172885</c:v>
                </c:pt>
                <c:pt idx="1135">
                  <c:v>46.225143447663527</c:v>
                </c:pt>
                <c:pt idx="1136">
                  <c:v>46.226614916019358</c:v>
                </c:pt>
                <c:pt idx="1137">
                  <c:v>46.226761339606732</c:v>
                </c:pt>
                <c:pt idx="1138">
                  <c:v>46.22807688306608</c:v>
                </c:pt>
                <c:pt idx="1139">
                  <c:v>46.228502361114643</c:v>
                </c:pt>
                <c:pt idx="1140">
                  <c:v>46.232817156279388</c:v>
                </c:pt>
                <c:pt idx="1141">
                  <c:v>46.233751445922927</c:v>
                </c:pt>
                <c:pt idx="1142">
                  <c:v>46.233848301407072</c:v>
                </c:pt>
                <c:pt idx="1143">
                  <c:v>46.234690472231989</c:v>
                </c:pt>
                <c:pt idx="1144">
                  <c:v>46.235112474712416</c:v>
                </c:pt>
                <c:pt idx="1145">
                  <c:v>46.239673312802076</c:v>
                </c:pt>
                <c:pt idx="1146">
                  <c:v>46.24068795837325</c:v>
                </c:pt>
                <c:pt idx="1147">
                  <c:v>46.240744720376114</c:v>
                </c:pt>
                <c:pt idx="1148">
                  <c:v>46.241631018198632</c:v>
                </c:pt>
                <c:pt idx="1149">
                  <c:v>46.242300353955009</c:v>
                </c:pt>
                <c:pt idx="1150">
                  <c:v>46.249297336450788</c:v>
                </c:pt>
                <c:pt idx="1151">
                  <c:v>46.250792919845402</c:v>
                </c:pt>
                <c:pt idx="1152">
                  <c:v>46.250850731274241</c:v>
                </c:pt>
                <c:pt idx="1153">
                  <c:v>46.252213347639326</c:v>
                </c:pt>
                <c:pt idx="1154">
                  <c:v>46.252295503327986</c:v>
                </c:pt>
                <c:pt idx="1155">
                  <c:v>46.253170581326955</c:v>
                </c:pt>
                <c:pt idx="1156">
                  <c:v>46.253361453679133</c:v>
                </c:pt>
                <c:pt idx="1157">
                  <c:v>46.253378535370992</c:v>
                </c:pt>
                <c:pt idx="1158">
                  <c:v>46.25353305445384</c:v>
                </c:pt>
                <c:pt idx="1159">
                  <c:v>46.253488477541268</c:v>
                </c:pt>
                <c:pt idx="1160">
                  <c:v>46.253049252448676</c:v>
                </c:pt>
                <c:pt idx="1161">
                  <c:v>46.252957757351496</c:v>
                </c:pt>
                <c:pt idx="1162">
                  <c:v>46.252951657537331</c:v>
                </c:pt>
                <c:pt idx="1163">
                  <c:v>46.252873200267402</c:v>
                </c:pt>
                <c:pt idx="1164">
                  <c:v>46.252873200267402</c:v>
                </c:pt>
                <c:pt idx="1165">
                  <c:v>46.252873200267402</c:v>
                </c:pt>
                <c:pt idx="1166">
                  <c:v>46.252873200267402</c:v>
                </c:pt>
                <c:pt idx="1167">
                  <c:v>46.252873200267402</c:v>
                </c:pt>
                <c:pt idx="1168">
                  <c:v>46.252873200267402</c:v>
                </c:pt>
                <c:pt idx="1169">
                  <c:v>46.252895070584223</c:v>
                </c:pt>
                <c:pt idx="1170">
                  <c:v>46.253113691546943</c:v>
                </c:pt>
                <c:pt idx="1171">
                  <c:v>46.253158846503986</c:v>
                </c:pt>
                <c:pt idx="1172">
                  <c:v>46.253162035818626</c:v>
                </c:pt>
                <c:pt idx="1173">
                  <c:v>46.253203127165818</c:v>
                </c:pt>
                <c:pt idx="1174">
                  <c:v>46.252993799130053</c:v>
                </c:pt>
                <c:pt idx="1175">
                  <c:v>46.251033036794453</c:v>
                </c:pt>
                <c:pt idx="1176">
                  <c:v>46.250626044754611</c:v>
                </c:pt>
                <c:pt idx="1177">
                  <c:v>46.250598005295238</c:v>
                </c:pt>
                <c:pt idx="1178">
                  <c:v>46.250227574128928</c:v>
                </c:pt>
                <c:pt idx="1179">
                  <c:v>46.250340031203798</c:v>
                </c:pt>
                <c:pt idx="1180">
                  <c:v>46.251435221997191</c:v>
                </c:pt>
                <c:pt idx="1181">
                  <c:v>46.251661587470863</c:v>
                </c:pt>
                <c:pt idx="1182">
                  <c:v>46.251689537790966</c:v>
                </c:pt>
                <c:pt idx="1183">
                  <c:v>46.251880309404498</c:v>
                </c:pt>
                <c:pt idx="1184">
                  <c:v>46.252101913170108</c:v>
                </c:pt>
                <c:pt idx="1185">
                  <c:v>46.254034132013665</c:v>
                </c:pt>
                <c:pt idx="1186">
                  <c:v>46.254466681791158</c:v>
                </c:pt>
                <c:pt idx="1187">
                  <c:v>46.254476494174</c:v>
                </c:pt>
                <c:pt idx="1188">
                  <c:v>46.254855880040338</c:v>
                </c:pt>
                <c:pt idx="1189">
                  <c:v>46.255049398378674</c:v>
                </c:pt>
                <c:pt idx="1190">
                  <c:v>46.257011181205193</c:v>
                </c:pt>
                <c:pt idx="1191">
                  <c:v>46.25745751245519</c:v>
                </c:pt>
                <c:pt idx="1192">
                  <c:v>46.257463077952544</c:v>
                </c:pt>
                <c:pt idx="1193">
                  <c:v>46.257831482376957</c:v>
                </c:pt>
                <c:pt idx="1194">
                  <c:v>46.258366292671028</c:v>
                </c:pt>
                <c:pt idx="1195">
                  <c:v>46.263612150935685</c:v>
                </c:pt>
                <c:pt idx="1196">
                  <c:v>46.264720126892215</c:v>
                </c:pt>
                <c:pt idx="1197">
                  <c:v>46.264828016272595</c:v>
                </c:pt>
                <c:pt idx="1198">
                  <c:v>46.26576865218675</c:v>
                </c:pt>
                <c:pt idx="1199">
                  <c:v>46.266456543099515</c:v>
                </c:pt>
                <c:pt idx="1200">
                  <c:v>46.2726926733855</c:v>
                </c:pt>
                <c:pt idx="1201">
                  <c:v>46.274170123614709</c:v>
                </c:pt>
                <c:pt idx="1202">
                  <c:v>46.274711598592724</c:v>
                </c:pt>
                <c:pt idx="1203">
                  <c:v>46.275355809761038</c:v>
                </c:pt>
                <c:pt idx="1204">
                  <c:v>46.275558161409762</c:v>
                </c:pt>
                <c:pt idx="1205">
                  <c:v>46.27750869948337</c:v>
                </c:pt>
                <c:pt idx="1206">
                  <c:v>46.27796521309827</c:v>
                </c:pt>
                <c:pt idx="1207">
                  <c:v>46.277965921363304</c:v>
                </c:pt>
                <c:pt idx="1208">
                  <c:v>46.278331631050207</c:v>
                </c:pt>
                <c:pt idx="1209">
                  <c:v>46.278972709048162</c:v>
                </c:pt>
                <c:pt idx="1210">
                  <c:v>46.28500460498492</c:v>
                </c:pt>
                <c:pt idx="1211">
                  <c:v>46.286402598393146</c:v>
                </c:pt>
                <c:pt idx="1212">
                  <c:v>46.286549525231806</c:v>
                </c:pt>
                <c:pt idx="1213">
                  <c:v>46.287589253835677</c:v>
                </c:pt>
                <c:pt idx="1214">
                  <c:v>46.288067409583725</c:v>
                </c:pt>
                <c:pt idx="1215">
                  <c:v>46.292866075743746</c:v>
                </c:pt>
                <c:pt idx="1216">
                  <c:v>46.293936302439988</c:v>
                </c:pt>
                <c:pt idx="1217">
                  <c:v>46.293949186538526</c:v>
                </c:pt>
                <c:pt idx="1218">
                  <c:v>46.294864206467707</c:v>
                </c:pt>
                <c:pt idx="1219">
                  <c:v>46.295688742885503</c:v>
                </c:pt>
                <c:pt idx="1220">
                  <c:v>46.304417333848434</c:v>
                </c:pt>
                <c:pt idx="1221">
                  <c:v>46.306390453207932</c:v>
                </c:pt>
                <c:pt idx="1222">
                  <c:v>46.30640300157998</c:v>
                </c:pt>
                <c:pt idx="1223">
                  <c:v>46.308091599868817</c:v>
                </c:pt>
                <c:pt idx="1224">
                  <c:v>46.308581158831942</c:v>
                </c:pt>
                <c:pt idx="1225">
                  <c:v>46.313647107021033</c:v>
                </c:pt>
                <c:pt idx="1226">
                  <c:v>46.314674794376195</c:v>
                </c:pt>
                <c:pt idx="1227">
                  <c:v>46.314788474863299</c:v>
                </c:pt>
                <c:pt idx="1228">
                  <c:v>46.315697093014194</c:v>
                </c:pt>
                <c:pt idx="1229">
                  <c:v>46.316486415962387</c:v>
                </c:pt>
                <c:pt idx="1230">
                  <c:v>46.324421078990987</c:v>
                </c:pt>
                <c:pt idx="1231">
                  <c:v>46.32602336561753</c:v>
                </c:pt>
                <c:pt idx="1232">
                  <c:v>46.326139357381706</c:v>
                </c:pt>
                <c:pt idx="1233">
                  <c:v>46.327602305875985</c:v>
                </c:pt>
                <c:pt idx="1234">
                  <c:v>46.328577649479733</c:v>
                </c:pt>
                <c:pt idx="1235">
                  <c:v>46.337289728433284</c:v>
                </c:pt>
                <c:pt idx="1236">
                  <c:v>46.339118972997184</c:v>
                </c:pt>
                <c:pt idx="1237">
                  <c:v>46.339228684888425</c:v>
                </c:pt>
                <c:pt idx="1238">
                  <c:v>46.340831270535148</c:v>
                </c:pt>
                <c:pt idx="1239">
                  <c:v>46.341378397999854</c:v>
                </c:pt>
                <c:pt idx="1240">
                  <c:v>46.346366808938335</c:v>
                </c:pt>
                <c:pt idx="1241">
                  <c:v>46.347411917476691</c:v>
                </c:pt>
                <c:pt idx="1242">
                  <c:v>46.347506674923089</c:v>
                </c:pt>
                <c:pt idx="1243">
                  <c:v>46.348437669124451</c:v>
                </c:pt>
                <c:pt idx="1244">
                  <c:v>46.348822849165245</c:v>
                </c:pt>
                <c:pt idx="1245">
                  <c:v>46.35253588289612</c:v>
                </c:pt>
                <c:pt idx="1246">
                  <c:v>46.353357292832179</c:v>
                </c:pt>
                <c:pt idx="1247">
                  <c:v>46.353381836647927</c:v>
                </c:pt>
                <c:pt idx="1248">
                  <c:v>46.354060873218486</c:v>
                </c:pt>
                <c:pt idx="1249">
                  <c:v>46.354610913613364</c:v>
                </c:pt>
                <c:pt idx="1250">
                  <c:v>46.360057516364343</c:v>
                </c:pt>
                <c:pt idx="1251">
                  <c:v>46.361304785646077</c:v>
                </c:pt>
                <c:pt idx="1252">
                  <c:v>46.361334176865029</c:v>
                </c:pt>
                <c:pt idx="1253">
                  <c:v>46.362330867355524</c:v>
                </c:pt>
                <c:pt idx="1254">
                  <c:v>46.362895501536109</c:v>
                </c:pt>
                <c:pt idx="1255">
                  <c:v>46.368110084617506</c:v>
                </c:pt>
                <c:pt idx="1256">
                  <c:v>46.369324008292203</c:v>
                </c:pt>
                <c:pt idx="1257">
                  <c:v>46.369325987435609</c:v>
                </c:pt>
                <c:pt idx="1258">
                  <c:v>46.370267930828277</c:v>
                </c:pt>
                <c:pt idx="1259">
                  <c:v>46.371137068466545</c:v>
                </c:pt>
                <c:pt idx="1260">
                  <c:v>46.379164223467356</c:v>
                </c:pt>
                <c:pt idx="1261">
                  <c:v>46.381035200222342</c:v>
                </c:pt>
                <c:pt idx="1262">
                  <c:v>46.381077275313459</c:v>
                </c:pt>
                <c:pt idx="1263">
                  <c:v>46.382505598113937</c:v>
                </c:pt>
                <c:pt idx="1264">
                  <c:v>46.383513493832766</c:v>
                </c:pt>
                <c:pt idx="1265">
                  <c:v>46.391642748071853</c:v>
                </c:pt>
                <c:pt idx="1266">
                  <c:v>46.393534392243936</c:v>
                </c:pt>
                <c:pt idx="1267">
                  <c:v>46.393737677373096</c:v>
                </c:pt>
                <c:pt idx="1268">
                  <c:v>46.395077027220282</c:v>
                </c:pt>
                <c:pt idx="1269">
                  <c:v>46.395734064181156</c:v>
                </c:pt>
                <c:pt idx="1270">
                  <c:v>46.401815889384757</c:v>
                </c:pt>
                <c:pt idx="1271">
                  <c:v>46.403207761340177</c:v>
                </c:pt>
                <c:pt idx="1272">
                  <c:v>46.403280754089131</c:v>
                </c:pt>
                <c:pt idx="1273">
                  <c:v>46.404338591383464</c:v>
                </c:pt>
                <c:pt idx="1274">
                  <c:v>46.404991107979392</c:v>
                </c:pt>
                <c:pt idx="1275">
                  <c:v>46.411064576655718</c:v>
                </c:pt>
                <c:pt idx="1276">
                  <c:v>46.412374092740052</c:v>
                </c:pt>
                <c:pt idx="1277">
                  <c:v>46.412466465528439</c:v>
                </c:pt>
                <c:pt idx="1278">
                  <c:v>46.413600472388225</c:v>
                </c:pt>
                <c:pt idx="1279">
                  <c:v>46.414011464117635</c:v>
                </c:pt>
                <c:pt idx="1280">
                  <c:v>46.417705493880071</c:v>
                </c:pt>
                <c:pt idx="1281">
                  <c:v>46.41853072938143</c:v>
                </c:pt>
                <c:pt idx="1282">
                  <c:v>46.418548572536437</c:v>
                </c:pt>
                <c:pt idx="1283">
                  <c:v>46.419225024416392</c:v>
                </c:pt>
                <c:pt idx="1284">
                  <c:v>46.420158250057284</c:v>
                </c:pt>
                <c:pt idx="1285">
                  <c:v>46.42912391109359</c:v>
                </c:pt>
                <c:pt idx="1286">
                  <c:v>46.43114520599152</c:v>
                </c:pt>
                <c:pt idx="1287">
                  <c:v>46.43115351352138</c:v>
                </c:pt>
                <c:pt idx="1288">
                  <c:v>46.432788587677976</c:v>
                </c:pt>
                <c:pt idx="1289">
                  <c:v>46.433413932683699</c:v>
                </c:pt>
                <c:pt idx="1290">
                  <c:v>46.43985855158359</c:v>
                </c:pt>
                <c:pt idx="1291">
                  <c:v>46.44122091798971</c:v>
                </c:pt>
                <c:pt idx="1292">
                  <c:v>46.441232186305982</c:v>
                </c:pt>
                <c:pt idx="1293">
                  <c:v>46.442381600633382</c:v>
                </c:pt>
                <c:pt idx="1294">
                  <c:v>46.44319164561297</c:v>
                </c:pt>
                <c:pt idx="1295">
                  <c:v>46.450584140873566</c:v>
                </c:pt>
                <c:pt idx="1296">
                  <c:v>46.452164531282087</c:v>
                </c:pt>
                <c:pt idx="1297">
                  <c:v>46.452214285439304</c:v>
                </c:pt>
                <c:pt idx="1298">
                  <c:v>46.453632025049558</c:v>
                </c:pt>
                <c:pt idx="1299">
                  <c:v>46.453924816867769</c:v>
                </c:pt>
                <c:pt idx="1300">
                  <c:v>46.457006695470767</c:v>
                </c:pt>
                <c:pt idx="1301">
                  <c:v>46.457700995227839</c:v>
                </c:pt>
                <c:pt idx="1302">
                  <c:v>46.457703789520153</c:v>
                </c:pt>
                <c:pt idx="1303">
                  <c:v>46.458263773818373</c:v>
                </c:pt>
                <c:pt idx="1304">
                  <c:v>46.458590537481854</c:v>
                </c:pt>
                <c:pt idx="1305">
                  <c:v>46.461412115693498</c:v>
                </c:pt>
                <c:pt idx="1306">
                  <c:v>46.462051030847206</c:v>
                </c:pt>
                <c:pt idx="1307">
                  <c:v>46.462065082455567</c:v>
                </c:pt>
                <c:pt idx="1308">
                  <c:v>46.462565422605508</c:v>
                </c:pt>
                <c:pt idx="1309">
                  <c:v>46.462914384132716</c:v>
                </c:pt>
                <c:pt idx="1310">
                  <c:v>46.46593772053162</c:v>
                </c:pt>
                <c:pt idx="1311">
                  <c:v>46.46660351090469</c:v>
                </c:pt>
                <c:pt idx="1312">
                  <c:v>46.466627607653109</c:v>
                </c:pt>
                <c:pt idx="1313">
                  <c:v>46.467197325968527</c:v>
                </c:pt>
                <c:pt idx="1314">
                  <c:v>46.467901517867837</c:v>
                </c:pt>
                <c:pt idx="1315">
                  <c:v>46.474913373107128</c:v>
                </c:pt>
                <c:pt idx="1316">
                  <c:v>46.476389283710624</c:v>
                </c:pt>
                <c:pt idx="1317">
                  <c:v>46.476495466488473</c:v>
                </c:pt>
                <c:pt idx="1318">
                  <c:v>46.47778528020774</c:v>
                </c:pt>
                <c:pt idx="1319">
                  <c:v>46.47858217941841</c:v>
                </c:pt>
                <c:pt idx="1320">
                  <c:v>46.486173565906299</c:v>
                </c:pt>
                <c:pt idx="1321">
                  <c:v>46.487809277841158</c:v>
                </c:pt>
                <c:pt idx="1322">
                  <c:v>46.487923761021307</c:v>
                </c:pt>
                <c:pt idx="1323">
                  <c:v>46.489367407328132</c:v>
                </c:pt>
                <c:pt idx="1324">
                  <c:v>46.489965831292785</c:v>
                </c:pt>
                <c:pt idx="1325">
                  <c:v>46.495898283019734</c:v>
                </c:pt>
                <c:pt idx="1326">
                  <c:v>46.497093776232823</c:v>
                </c:pt>
                <c:pt idx="1327">
                  <c:v>46.497198841007126</c:v>
                </c:pt>
                <c:pt idx="1328">
                  <c:v>46.498302001451862</c:v>
                </c:pt>
                <c:pt idx="1329">
                  <c:v>46.498650089523046</c:v>
                </c:pt>
                <c:pt idx="1330">
                  <c:v>46.502175704946488</c:v>
                </c:pt>
                <c:pt idx="1331">
                  <c:v>46.502878454959628</c:v>
                </c:pt>
                <c:pt idx="1332">
                  <c:v>46.502929614292185</c:v>
                </c:pt>
                <c:pt idx="1333">
                  <c:v>46.503594986761243</c:v>
                </c:pt>
                <c:pt idx="1334">
                  <c:v>46.504410569085266</c:v>
                </c:pt>
                <c:pt idx="1335">
                  <c:v>46.51356239862686</c:v>
                </c:pt>
                <c:pt idx="1336">
                  <c:v>46.51550068074917</c:v>
                </c:pt>
                <c:pt idx="1337">
                  <c:v>46.51716594853491</c:v>
                </c:pt>
                <c:pt idx="1338">
                  <c:v>46.517618903521452</c:v>
                </c:pt>
                <c:pt idx="1339">
                  <c:v>46.517893694971484</c:v>
                </c:pt>
                <c:pt idx="1340">
                  <c:v>46.522497478794911</c:v>
                </c:pt>
                <c:pt idx="1341">
                  <c:v>46.523495909267574</c:v>
                </c:pt>
                <c:pt idx="1342">
                  <c:v>46.52354828334299</c:v>
                </c:pt>
                <c:pt idx="1343">
                  <c:v>46.524443959343159</c:v>
                </c:pt>
                <c:pt idx="1344">
                  <c:v>46.525034452880767</c:v>
                </c:pt>
                <c:pt idx="1345">
                  <c:v>46.531418263035057</c:v>
                </c:pt>
                <c:pt idx="1346">
                  <c:v>46.532853845317668</c:v>
                </c:pt>
                <c:pt idx="1347">
                  <c:v>46.532874431611361</c:v>
                </c:pt>
                <c:pt idx="1348">
                  <c:v>46.534043388946714</c:v>
                </c:pt>
                <c:pt idx="1349">
                  <c:v>46.534436731010743</c:v>
                </c:pt>
                <c:pt idx="1350">
                  <c:v>46.53862832227594</c:v>
                </c:pt>
                <c:pt idx="1351">
                  <c:v>46.539544820062389</c:v>
                </c:pt>
                <c:pt idx="1352">
                  <c:v>46.539623170445488</c:v>
                </c:pt>
                <c:pt idx="1353">
                  <c:v>46.540331033315113</c:v>
                </c:pt>
                <c:pt idx="1354">
                  <c:v>46.54072159744068</c:v>
                </c:pt>
                <c:pt idx="1355">
                  <c:v>46.544665223678074</c:v>
                </c:pt>
                <c:pt idx="1356">
                  <c:v>46.5455696894102</c:v>
                </c:pt>
                <c:pt idx="1357">
                  <c:v>46.545582248672552</c:v>
                </c:pt>
                <c:pt idx="1358">
                  <c:v>46.546288543461515</c:v>
                </c:pt>
                <c:pt idx="1359">
                  <c:v>46.546288543461515</c:v>
                </c:pt>
                <c:pt idx="1360">
                  <c:v>46.546288543461515</c:v>
                </c:pt>
                <c:pt idx="1361">
                  <c:v>46.546288543461515</c:v>
                </c:pt>
                <c:pt idx="1362">
                  <c:v>46.546288543461515</c:v>
                </c:pt>
                <c:pt idx="1363">
                  <c:v>46.546288543461515</c:v>
                </c:pt>
                <c:pt idx="1364">
                  <c:v>46.546757564384457</c:v>
                </c:pt>
                <c:pt idx="1365">
                  <c:v>46.551370911931798</c:v>
                </c:pt>
                <c:pt idx="1366">
                  <c:v>46.552356723944555</c:v>
                </c:pt>
                <c:pt idx="1367">
                  <c:v>46.552431072248702</c:v>
                </c:pt>
                <c:pt idx="1368">
                  <c:v>46.553240181144304</c:v>
                </c:pt>
                <c:pt idx="1369">
                  <c:v>46.553649713777531</c:v>
                </c:pt>
                <c:pt idx="1370">
                  <c:v>46.557329401851611</c:v>
                </c:pt>
                <c:pt idx="1371">
                  <c:v>46.558191519688101</c:v>
                </c:pt>
                <c:pt idx="1372">
                  <c:v>46.558222233035941</c:v>
                </c:pt>
                <c:pt idx="1373">
                  <c:v>46.558867683694814</c:v>
                </c:pt>
                <c:pt idx="1374">
                  <c:v>46.559393889667042</c:v>
                </c:pt>
                <c:pt idx="1375">
                  <c:v>46.564962005479934</c:v>
                </c:pt>
                <c:pt idx="1376">
                  <c:v>46.566152700194849</c:v>
                </c:pt>
                <c:pt idx="1377">
                  <c:v>46.566221547097044</c:v>
                </c:pt>
                <c:pt idx="1378">
                  <c:v>46.567140892472594</c:v>
                </c:pt>
                <c:pt idx="1379">
                  <c:v>46.567645498138539</c:v>
                </c:pt>
                <c:pt idx="1380">
                  <c:v>46.572517273320116</c:v>
                </c:pt>
                <c:pt idx="1381">
                  <c:v>46.573462798796761</c:v>
                </c:pt>
                <c:pt idx="1382">
                  <c:v>46.573551972086221</c:v>
                </c:pt>
                <c:pt idx="1383">
                  <c:v>46.574423402023285</c:v>
                </c:pt>
                <c:pt idx="1384">
                  <c:v>46.574663995246624</c:v>
                </c:pt>
                <c:pt idx="1385">
                  <c:v>46.577094203197895</c:v>
                </c:pt>
                <c:pt idx="1386">
                  <c:v>46.577584918743106</c:v>
                </c:pt>
                <c:pt idx="1387">
                  <c:v>46.577605713694048</c:v>
                </c:pt>
                <c:pt idx="1388">
                  <c:v>46.578063174667136</c:v>
                </c:pt>
                <c:pt idx="1389">
                  <c:v>46.578362386525576</c:v>
                </c:pt>
                <c:pt idx="1390">
                  <c:v>46.581495042530911</c:v>
                </c:pt>
                <c:pt idx="1391">
                  <c:v>46.58210487369265</c:v>
                </c:pt>
                <c:pt idx="1392">
                  <c:v>46.582116522704752</c:v>
                </c:pt>
                <c:pt idx="1393">
                  <c:v>46.582700218702314</c:v>
                </c:pt>
                <c:pt idx="1394">
                  <c:v>46.582759796557255</c:v>
                </c:pt>
                <c:pt idx="1395">
                  <c:v>46.583425048162674</c:v>
                </c:pt>
                <c:pt idx="1396">
                  <c:v>46.583567529132978</c:v>
                </c:pt>
                <c:pt idx="1397">
                  <c:v>46.583567724565562</c:v>
                </c:pt>
                <c:pt idx="1398">
                  <c:v>46.583691210561142</c:v>
                </c:pt>
                <c:pt idx="1399">
                  <c:v>46.583962462321047</c:v>
                </c:pt>
                <c:pt idx="1400">
                  <c:v>46.586839990830498</c:v>
                </c:pt>
                <c:pt idx="1401">
                  <c:v>46.587453860053401</c:v>
                </c:pt>
                <c:pt idx="1402">
                  <c:v>46.587487235452436</c:v>
                </c:pt>
                <c:pt idx="1403">
                  <c:v>46.587994901233515</c:v>
                </c:pt>
                <c:pt idx="1404">
                  <c:v>46.587897604264136</c:v>
                </c:pt>
                <c:pt idx="1405">
                  <c:v>46.586785477203655</c:v>
                </c:pt>
                <c:pt idx="1406">
                  <c:v>46.586531876696164</c:v>
                </c:pt>
                <c:pt idx="1407">
                  <c:v>46.586498374607324</c:v>
                </c:pt>
                <c:pt idx="1408">
                  <c:v>46.5863401066336</c:v>
                </c:pt>
                <c:pt idx="1409">
                  <c:v>46.586564378213012</c:v>
                </c:pt>
                <c:pt idx="1410">
                  <c:v>46.588981773436508</c:v>
                </c:pt>
                <c:pt idx="1411">
                  <c:v>46.589540426548233</c:v>
                </c:pt>
                <c:pt idx="1412">
                  <c:v>46.589545479039437</c:v>
                </c:pt>
                <c:pt idx="1413">
                  <c:v>46.58998004532549</c:v>
                </c:pt>
                <c:pt idx="1414">
                  <c:v>46.590162069575001</c:v>
                </c:pt>
                <c:pt idx="1415">
                  <c:v>46.592136221344262</c:v>
                </c:pt>
                <c:pt idx="1416">
                  <c:v>46.592587124494059</c:v>
                </c:pt>
                <c:pt idx="1417">
                  <c:v>46.592595639970455</c:v>
                </c:pt>
                <c:pt idx="1418">
                  <c:v>46.592959348016791</c:v>
                </c:pt>
                <c:pt idx="1419">
                  <c:v>46.593488072876568</c:v>
                </c:pt>
                <c:pt idx="1420">
                  <c:v>46.599215273916528</c:v>
                </c:pt>
                <c:pt idx="1421">
                  <c:v>46.600483157274525</c:v>
                </c:pt>
                <c:pt idx="1422">
                  <c:v>46.600637412149297</c:v>
                </c:pt>
                <c:pt idx="1423">
                  <c:v>46.601567106378241</c:v>
                </c:pt>
                <c:pt idx="1424">
                  <c:v>46.602186956060336</c:v>
                </c:pt>
                <c:pt idx="1425">
                  <c:v>46.607857322215544</c:v>
                </c:pt>
                <c:pt idx="1426">
                  <c:v>46.609094462515948</c:v>
                </c:pt>
                <c:pt idx="1427">
                  <c:v>46.609226934537134</c:v>
                </c:pt>
                <c:pt idx="1428">
                  <c:v>46.61017514947423</c:v>
                </c:pt>
                <c:pt idx="1429">
                  <c:v>46.610867510060004</c:v>
                </c:pt>
                <c:pt idx="1430">
                  <c:v>46.617512764372712</c:v>
                </c:pt>
                <c:pt idx="1431">
                  <c:v>46.618855830614059</c:v>
                </c:pt>
                <c:pt idx="1432">
                  <c:v>46.618984418823189</c:v>
                </c:pt>
                <c:pt idx="1433">
                  <c:v>46.620108101109565</c:v>
                </c:pt>
                <c:pt idx="1434">
                  <c:v>46.620823990664341</c:v>
                </c:pt>
                <c:pt idx="1435">
                  <c:v>46.627730412493023</c:v>
                </c:pt>
                <c:pt idx="1436">
                  <c:v>46.629029815520781</c:v>
                </c:pt>
                <c:pt idx="1437">
                  <c:v>46.629221723174815</c:v>
                </c:pt>
                <c:pt idx="1438">
                  <c:v>46.630371823642577</c:v>
                </c:pt>
                <c:pt idx="1439">
                  <c:v>46.630395234519092</c:v>
                </c:pt>
                <c:pt idx="1440">
                  <c:v>46.63061403860479</c:v>
                </c:pt>
                <c:pt idx="1441">
                  <c:v>46.630659066161158</c:v>
                </c:pt>
                <c:pt idx="1442">
                  <c:v>46.630665680611855</c:v>
                </c:pt>
                <c:pt idx="1443">
                  <c:v>46.630702214424673</c:v>
                </c:pt>
                <c:pt idx="1444">
                  <c:v>46.631149333239541</c:v>
                </c:pt>
                <c:pt idx="1445">
                  <c:v>46.635314619901116</c:v>
                </c:pt>
                <c:pt idx="1446">
                  <c:v>46.63615074275593</c:v>
                </c:pt>
                <c:pt idx="1447">
                  <c:v>46.636242580903868</c:v>
                </c:pt>
                <c:pt idx="1448">
                  <c:v>46.636992187359795</c:v>
                </c:pt>
                <c:pt idx="1449">
                  <c:v>46.637369490710086</c:v>
                </c:pt>
                <c:pt idx="1450">
                  <c:v>46.641363596622256</c:v>
                </c:pt>
                <c:pt idx="1451">
                  <c:v>46.642158292503154</c:v>
                </c:pt>
                <c:pt idx="1452">
                  <c:v>46.64225333384497</c:v>
                </c:pt>
                <c:pt idx="1453">
                  <c:v>46.642951906526093</c:v>
                </c:pt>
                <c:pt idx="1454">
                  <c:v>46.643247697062868</c:v>
                </c:pt>
                <c:pt idx="1455">
                  <c:v>46.64634635208769</c:v>
                </c:pt>
                <c:pt idx="1456">
                  <c:v>46.646994511757363</c:v>
                </c:pt>
                <c:pt idx="1457">
                  <c:v>46.647052717147432</c:v>
                </c:pt>
                <c:pt idx="1458">
                  <c:v>46.647586992434071</c:v>
                </c:pt>
                <c:pt idx="1459">
                  <c:v>46.648136882456399</c:v>
                </c:pt>
                <c:pt idx="1460">
                  <c:v>46.653896396697469</c:v>
                </c:pt>
                <c:pt idx="1461">
                  <c:v>46.655061476015412</c:v>
                </c:pt>
                <c:pt idx="1462">
                  <c:v>46.655266908021801</c:v>
                </c:pt>
                <c:pt idx="1463">
                  <c:v>46.656196566139556</c:v>
                </c:pt>
                <c:pt idx="1464">
                  <c:v>46.656519000048831</c:v>
                </c:pt>
                <c:pt idx="1465">
                  <c:v>46.659831821106877</c:v>
                </c:pt>
                <c:pt idx="1466">
                  <c:v>46.660554247350916</c:v>
                </c:pt>
                <c:pt idx="1467">
                  <c:v>46.660662759618688</c:v>
                </c:pt>
                <c:pt idx="1468">
                  <c:v>46.661162320088124</c:v>
                </c:pt>
                <c:pt idx="1469">
                  <c:v>46.661495182392315</c:v>
                </c:pt>
                <c:pt idx="1470">
                  <c:v>46.665041431713725</c:v>
                </c:pt>
                <c:pt idx="1471">
                  <c:v>46.665788510221113</c:v>
                </c:pt>
                <c:pt idx="1472">
                  <c:v>46.665868700985008</c:v>
                </c:pt>
                <c:pt idx="1473">
                  <c:v>46.666461723833493</c:v>
                </c:pt>
                <c:pt idx="1474">
                  <c:v>46.666803634980354</c:v>
                </c:pt>
                <c:pt idx="1475">
                  <c:v>46.670613537527338</c:v>
                </c:pt>
                <c:pt idx="1476">
                  <c:v>46.671384942574342</c:v>
                </c:pt>
                <c:pt idx="1477">
                  <c:v>46.671478185988569</c:v>
                </c:pt>
                <c:pt idx="1478">
                  <c:v>46.672091680722872</c:v>
                </c:pt>
                <c:pt idx="1479">
                  <c:v>46.672596283924449</c:v>
                </c:pt>
                <c:pt idx="1480">
                  <c:v>46.678145608356154</c:v>
                </c:pt>
                <c:pt idx="1481">
                  <c:v>46.679007107734748</c:v>
                </c:pt>
                <c:pt idx="1482">
                  <c:v>46.679165654774025</c:v>
                </c:pt>
                <c:pt idx="1483">
                  <c:v>46.680038048220354</c:v>
                </c:pt>
                <c:pt idx="1484">
                  <c:v>46.680347329285176</c:v>
                </c:pt>
                <c:pt idx="1485">
                  <c:v>46.683460674034009</c:v>
                </c:pt>
                <c:pt idx="1486">
                  <c:v>46.684079197370394</c:v>
                </c:pt>
                <c:pt idx="1487">
                  <c:v>46.684146059390969</c:v>
                </c:pt>
                <c:pt idx="1488">
                  <c:v>46.684673802818395</c:v>
                </c:pt>
                <c:pt idx="1489">
                  <c:v>46.684461854885164</c:v>
                </c:pt>
                <c:pt idx="1490">
                  <c:v>46.68223598340338</c:v>
                </c:pt>
                <c:pt idx="1491">
                  <c:v>46.68178712717522</c:v>
                </c:pt>
                <c:pt idx="1492">
                  <c:v>46.681731415539168</c:v>
                </c:pt>
                <c:pt idx="1493">
                  <c:v>46.681362986332829</c:v>
                </c:pt>
                <c:pt idx="1494">
                  <c:v>46.681748949045804</c:v>
                </c:pt>
                <c:pt idx="1495">
                  <c:v>46.686026111497355</c:v>
                </c:pt>
                <c:pt idx="1496">
                  <c:v>46.686835606947746</c:v>
                </c:pt>
                <c:pt idx="1497">
                  <c:v>46.686950315949552</c:v>
                </c:pt>
                <c:pt idx="1498">
                  <c:v>46.687654197774748</c:v>
                </c:pt>
                <c:pt idx="1499">
                  <c:v>46.687811692756291</c:v>
                </c:pt>
                <c:pt idx="1500">
                  <c:v>46.689355076824995</c:v>
                </c:pt>
                <c:pt idx="1501">
                  <c:v>46.689659765451779</c:v>
                </c:pt>
                <c:pt idx="1502">
                  <c:v>46.689701883713774</c:v>
                </c:pt>
                <c:pt idx="1503">
                  <c:v>46.689973692344267</c:v>
                </c:pt>
                <c:pt idx="1504">
                  <c:v>46.690219301142974</c:v>
                </c:pt>
                <c:pt idx="1505">
                  <c:v>46.692867928603896</c:v>
                </c:pt>
                <c:pt idx="1506">
                  <c:v>46.693400166903274</c:v>
                </c:pt>
                <c:pt idx="1507">
                  <c:v>46.693450603699311</c:v>
                </c:pt>
                <c:pt idx="1508">
                  <c:v>46.693945563885109</c:v>
                </c:pt>
                <c:pt idx="1509">
                  <c:v>46.694124424269162</c:v>
                </c:pt>
                <c:pt idx="1510">
                  <c:v>46.696127291821448</c:v>
                </c:pt>
                <c:pt idx="1511">
                  <c:v>46.696527237746359</c:v>
                </c:pt>
                <c:pt idx="1512">
                  <c:v>46.696579346373269</c:v>
                </c:pt>
                <c:pt idx="1513">
                  <c:v>46.696926066893298</c:v>
                </c:pt>
                <c:pt idx="1514">
                  <c:v>46.696946485490145</c:v>
                </c:pt>
                <c:pt idx="1515">
                  <c:v>46.697167522498759</c:v>
                </c:pt>
                <c:pt idx="1516">
                  <c:v>46.697214686263052</c:v>
                </c:pt>
                <c:pt idx="1517">
                  <c:v>46.697217498561592</c:v>
                </c:pt>
                <c:pt idx="1518">
                  <c:v>46.697256543217577</c:v>
                </c:pt>
                <c:pt idx="1519">
                  <c:v>46.697672998748203</c:v>
                </c:pt>
                <c:pt idx="1520">
                  <c:v>46.702072525378568</c:v>
                </c:pt>
                <c:pt idx="1521">
                  <c:v>46.703050380624546</c:v>
                </c:pt>
                <c:pt idx="1522">
                  <c:v>46.703064930371553</c:v>
                </c:pt>
                <c:pt idx="1523">
                  <c:v>46.703881748450499</c:v>
                </c:pt>
                <c:pt idx="1524">
                  <c:v>46.704382196753102</c:v>
                </c:pt>
                <c:pt idx="1525">
                  <c:v>46.709688617973491</c:v>
                </c:pt>
                <c:pt idx="1526">
                  <c:v>46.710821233921813</c:v>
                </c:pt>
                <c:pt idx="1527">
                  <c:v>46.710931967694897</c:v>
                </c:pt>
                <c:pt idx="1528">
                  <c:v>46.711829103992841</c:v>
                </c:pt>
                <c:pt idx="1529">
                  <c:v>46.712322581337361</c:v>
                </c:pt>
                <c:pt idx="1530">
                  <c:v>46.717669031616481</c:v>
                </c:pt>
                <c:pt idx="1531">
                  <c:v>46.718789248809493</c:v>
                </c:pt>
                <c:pt idx="1532">
                  <c:v>46.718872642898553</c:v>
                </c:pt>
                <c:pt idx="1533">
                  <c:v>46.719779825485034</c:v>
                </c:pt>
                <c:pt idx="1534">
                  <c:v>46.720310989046446</c:v>
                </c:pt>
                <c:pt idx="1535">
                  <c:v>46.725632994355422</c:v>
                </c:pt>
                <c:pt idx="1536">
                  <c:v>46.726697041056006</c:v>
                </c:pt>
                <c:pt idx="1537">
                  <c:v>46.726819234741804</c:v>
                </c:pt>
                <c:pt idx="1538">
                  <c:v>46.727727677460791</c:v>
                </c:pt>
                <c:pt idx="1539">
                  <c:v>46.728074291865624</c:v>
                </c:pt>
                <c:pt idx="1540">
                  <c:v>46.732134948354471</c:v>
                </c:pt>
                <c:pt idx="1541">
                  <c:v>46.733020520657725</c:v>
                </c:pt>
                <c:pt idx="1542">
                  <c:v>46.733179197854362</c:v>
                </c:pt>
                <c:pt idx="1543">
                  <c:v>46.733689509206386</c:v>
                </c:pt>
                <c:pt idx="1544">
                  <c:v>46.733993552920843</c:v>
                </c:pt>
                <c:pt idx="1545">
                  <c:v>46.736836588546161</c:v>
                </c:pt>
                <c:pt idx="1546">
                  <c:v>46.737442761661036</c:v>
                </c:pt>
                <c:pt idx="1547">
                  <c:v>46.737496424798671</c:v>
                </c:pt>
                <c:pt idx="1548">
                  <c:v>46.737995710184009</c:v>
                </c:pt>
                <c:pt idx="1549">
                  <c:v>46.738051474588531</c:v>
                </c:pt>
                <c:pt idx="1550">
                  <c:v>46.738717792786083</c:v>
                </c:pt>
                <c:pt idx="1551">
                  <c:v>46.738851056701677</c:v>
                </c:pt>
                <c:pt idx="1552">
                  <c:v>46.738863200725845</c:v>
                </c:pt>
                <c:pt idx="1553">
                  <c:v>46.738987300495467</c:v>
                </c:pt>
                <c:pt idx="1554">
                  <c:v>46.739023986837516</c:v>
                </c:pt>
                <c:pt idx="1555">
                  <c:v>46.739471432493879</c:v>
                </c:pt>
                <c:pt idx="1556">
                  <c:v>46.739562761397721</c:v>
                </c:pt>
                <c:pt idx="1557">
                  <c:v>46.739570607731814</c:v>
                </c:pt>
                <c:pt idx="1558">
                  <c:v>46.739651481081523</c:v>
                </c:pt>
                <c:pt idx="1559">
                  <c:v>46.739882784508637</c:v>
                </c:pt>
                <c:pt idx="1560">
                  <c:v>46.742532094437813</c:v>
                </c:pt>
                <c:pt idx="1561">
                  <c:v>46.74309706063319</c:v>
                </c:pt>
                <c:pt idx="1562">
                  <c:v>46.743121624018578</c:v>
                </c:pt>
                <c:pt idx="1563">
                  <c:v>46.743627246353924</c:v>
                </c:pt>
                <c:pt idx="1564">
                  <c:v>46.743356903874044</c:v>
                </c:pt>
                <c:pt idx="1565">
                  <c:v>46.740015020074679</c:v>
                </c:pt>
                <c:pt idx="1566">
                  <c:v>46.739334073630253</c:v>
                </c:pt>
                <c:pt idx="1567">
                  <c:v>46.73927317901871</c:v>
                </c:pt>
                <c:pt idx="1568">
                  <c:v>46.738656769960528</c:v>
                </c:pt>
                <c:pt idx="1569">
                  <c:v>46.738774978805303</c:v>
                </c:pt>
                <c:pt idx="1570">
                  <c:v>46.740326879708817</c:v>
                </c:pt>
                <c:pt idx="1571">
                  <c:v>46.740675305241744</c:v>
                </c:pt>
                <c:pt idx="1572">
                  <c:v>46.740688793799492</c:v>
                </c:pt>
                <c:pt idx="1573">
                  <c:v>46.740976729238071</c:v>
                </c:pt>
                <c:pt idx="1574">
                  <c:v>46.740920071044066</c:v>
                </c:pt>
                <c:pt idx="1575">
                  <c:v>46.740260402704109</c:v>
                </c:pt>
                <c:pt idx="1576">
                  <c:v>46.740107246919308</c:v>
                </c:pt>
                <c:pt idx="1577">
                  <c:v>46.740090917402014</c:v>
                </c:pt>
                <c:pt idx="1578">
                  <c:v>46.73998201291397</c:v>
                </c:pt>
                <c:pt idx="1579">
                  <c:v>46.739745842211533</c:v>
                </c:pt>
                <c:pt idx="1580">
                  <c:v>46.737096276129861</c:v>
                </c:pt>
                <c:pt idx="1581">
                  <c:v>46.736516109899711</c:v>
                </c:pt>
                <c:pt idx="1582">
                  <c:v>46.73648596750089</c:v>
                </c:pt>
                <c:pt idx="1583">
                  <c:v>46.736006304843045</c:v>
                </c:pt>
                <c:pt idx="1584">
                  <c:v>46.735988243501239</c:v>
                </c:pt>
                <c:pt idx="1585">
                  <c:v>46.735769046653154</c:v>
                </c:pt>
                <c:pt idx="1586">
                  <c:v>46.735718630443195</c:v>
                </c:pt>
                <c:pt idx="1587">
                  <c:v>46.735715091194564</c:v>
                </c:pt>
                <c:pt idx="1588">
                  <c:v>46.735675778195343</c:v>
                </c:pt>
                <c:pt idx="1589">
                  <c:v>46.735657640329428</c:v>
                </c:pt>
                <c:pt idx="1590">
                  <c:v>46.735432374669038</c:v>
                </c:pt>
                <c:pt idx="1591">
                  <c:v>46.735384090887671</c:v>
                </c:pt>
                <c:pt idx="1592">
                  <c:v>46.735381917221858</c:v>
                </c:pt>
                <c:pt idx="1593">
                  <c:v>46.735345251978401</c:v>
                </c:pt>
                <c:pt idx="1594">
                  <c:v>46.735660676504395</c:v>
                </c:pt>
                <c:pt idx="1595">
                  <c:v>46.739025264207015</c:v>
                </c:pt>
                <c:pt idx="1596">
                  <c:v>46.739714258575802</c:v>
                </c:pt>
                <c:pt idx="1597">
                  <c:v>46.739779279191822</c:v>
                </c:pt>
                <c:pt idx="1598">
                  <c:v>46.740312545177744</c:v>
                </c:pt>
                <c:pt idx="1599">
                  <c:v>46.740121239723408</c:v>
                </c:pt>
                <c:pt idx="1600">
                  <c:v>46.738107845589006</c:v>
                </c:pt>
                <c:pt idx="1601">
                  <c:v>46.737697351753887</c:v>
                </c:pt>
                <c:pt idx="1602">
                  <c:v>46.737647324942365</c:v>
                </c:pt>
                <c:pt idx="1603">
                  <c:v>46.737331533937493</c:v>
                </c:pt>
                <c:pt idx="1604">
                  <c:v>46.737440780103839</c:v>
                </c:pt>
                <c:pt idx="1605">
                  <c:v>46.738552618919208</c:v>
                </c:pt>
                <c:pt idx="1606">
                  <c:v>46.738784118504988</c:v>
                </c:pt>
                <c:pt idx="1607">
                  <c:v>46.738799765147753</c:v>
                </c:pt>
                <c:pt idx="1608">
                  <c:v>46.738987300495467</c:v>
                </c:pt>
                <c:pt idx="1609">
                  <c:v>46.739301431060937</c:v>
                </c:pt>
                <c:pt idx="1610">
                  <c:v>46.742649345272717</c:v>
                </c:pt>
                <c:pt idx="1611">
                  <c:v>46.743332860306062</c:v>
                </c:pt>
                <c:pt idx="1612">
                  <c:v>46.743383915385557</c:v>
                </c:pt>
                <c:pt idx="1613">
                  <c:v>46.743957783375265</c:v>
                </c:pt>
                <c:pt idx="1614">
                  <c:v>46.743979734055209</c:v>
                </c:pt>
                <c:pt idx="1615">
                  <c:v>46.744201205905959</c:v>
                </c:pt>
                <c:pt idx="1616">
                  <c:v>46.744243761846306</c:v>
                </c:pt>
                <c:pt idx="1617">
                  <c:v>46.744246323643324</c:v>
                </c:pt>
                <c:pt idx="1618">
                  <c:v>46.744288320828218</c:v>
                </c:pt>
                <c:pt idx="1619">
                  <c:v>46.744078728913173</c:v>
                </c:pt>
                <c:pt idx="1620">
                  <c:v>46.741867104376617</c:v>
                </c:pt>
                <c:pt idx="1621">
                  <c:v>46.741424762593574</c:v>
                </c:pt>
                <c:pt idx="1622">
                  <c:v>46.741394021856934</c:v>
                </c:pt>
                <c:pt idx="1623">
                  <c:v>46.740976729238071</c:v>
                </c:pt>
                <c:pt idx="1624">
                  <c:v>46.741417093692668</c:v>
                </c:pt>
                <c:pt idx="1625">
                  <c:v>46.745589283402666</c:v>
                </c:pt>
                <c:pt idx="1626">
                  <c:v>46.746420677856719</c:v>
                </c:pt>
                <c:pt idx="1627">
                  <c:v>46.746474117276797</c:v>
                </c:pt>
                <c:pt idx="1628">
                  <c:v>46.747269413962897</c:v>
                </c:pt>
                <c:pt idx="1629">
                  <c:v>46.747022966961246</c:v>
                </c:pt>
                <c:pt idx="1630">
                  <c:v>46.744360976775368</c:v>
                </c:pt>
                <c:pt idx="1631">
                  <c:v>46.743811358145244</c:v>
                </c:pt>
                <c:pt idx="1632">
                  <c:v>46.743800162615386</c:v>
                </c:pt>
                <c:pt idx="1633">
                  <c:v>46.743293591496467</c:v>
                </c:pt>
                <c:pt idx="1634">
                  <c:v>46.74319258361421</c:v>
                </c:pt>
                <c:pt idx="1635">
                  <c:v>46.74208397101917</c:v>
                </c:pt>
                <c:pt idx="1636">
                  <c:v>46.74184779357806</c:v>
                </c:pt>
                <c:pt idx="1637">
                  <c:v>46.741836988828666</c:v>
                </c:pt>
                <c:pt idx="1638">
                  <c:v>46.741637796792702</c:v>
                </c:pt>
                <c:pt idx="1639">
                  <c:v>46.741785307636071</c:v>
                </c:pt>
                <c:pt idx="1640">
                  <c:v>46.743317250608143</c:v>
                </c:pt>
                <c:pt idx="1641">
                  <c:v>46.743654103563628</c:v>
                </c:pt>
                <c:pt idx="1642">
                  <c:v>46.743658003059508</c:v>
                </c:pt>
                <c:pt idx="1643">
                  <c:v>46.743957783375265</c:v>
                </c:pt>
                <c:pt idx="1644">
                  <c:v>46.744010306415795</c:v>
                </c:pt>
                <c:pt idx="1645">
                  <c:v>46.744678904706582</c:v>
                </c:pt>
                <c:pt idx="1646">
                  <c:v>46.744822329841007</c:v>
                </c:pt>
                <c:pt idx="1647">
                  <c:v>46.744822496501342</c:v>
                </c:pt>
                <c:pt idx="1648">
                  <c:v>46.744949397028847</c:v>
                </c:pt>
                <c:pt idx="1649">
                  <c:v>46.745398295891377</c:v>
                </c:pt>
                <c:pt idx="1650">
                  <c:v>46.750805455086279</c:v>
                </c:pt>
                <c:pt idx="1651">
                  <c:v>46.751921480655035</c:v>
                </c:pt>
                <c:pt idx="1652">
                  <c:v>46.751944066486068</c:v>
                </c:pt>
                <c:pt idx="1653">
                  <c:v>46.752901156493692</c:v>
                </c:pt>
                <c:pt idx="1654">
                  <c:v>46.753258713435784</c:v>
                </c:pt>
                <c:pt idx="1655">
                  <c:v>46.757266936964712</c:v>
                </c:pt>
                <c:pt idx="1656">
                  <c:v>46.758129989378155</c:v>
                </c:pt>
                <c:pt idx="1657">
                  <c:v>46.758133488527115</c:v>
                </c:pt>
                <c:pt idx="1658">
                  <c:v>46.758863581035996</c:v>
                </c:pt>
                <c:pt idx="1659">
                  <c:v>46.759181433353064</c:v>
                </c:pt>
                <c:pt idx="1660">
                  <c:v>46.762827590854776</c:v>
                </c:pt>
                <c:pt idx="1661">
                  <c:v>46.763488555279203</c:v>
                </c:pt>
                <c:pt idx="1662">
                  <c:v>46.76351166331937</c:v>
                </c:pt>
                <c:pt idx="1663">
                  <c:v>46.764161899672047</c:v>
                </c:pt>
                <c:pt idx="1664">
                  <c:v>46.764487889931104</c:v>
                </c:pt>
                <c:pt idx="1665">
                  <c:v>46.76827610526103</c:v>
                </c:pt>
                <c:pt idx="1666">
                  <c:v>46.769043922560307</c:v>
                </c:pt>
                <c:pt idx="1667">
                  <c:v>46.76906776701599</c:v>
                </c:pt>
                <c:pt idx="1668">
                  <c:v>46.769794019055382</c:v>
                </c:pt>
                <c:pt idx="1669">
                  <c:v>46.770092590117116</c:v>
                </c:pt>
                <c:pt idx="1670">
                  <c:v>46.773900358050618</c:v>
                </c:pt>
                <c:pt idx="1671">
                  <c:v>46.77465828037834</c:v>
                </c:pt>
                <c:pt idx="1672">
                  <c:v>46.774713297946924</c:v>
                </c:pt>
                <c:pt idx="1673">
                  <c:v>46.77542626435951</c:v>
                </c:pt>
                <c:pt idx="1674">
                  <c:v>46.775750283944205</c:v>
                </c:pt>
                <c:pt idx="1675">
                  <c:v>46.779243780225919</c:v>
                </c:pt>
                <c:pt idx="1676">
                  <c:v>46.77997578020112</c:v>
                </c:pt>
                <c:pt idx="1677">
                  <c:v>46.780006009704529</c:v>
                </c:pt>
                <c:pt idx="1678">
                  <c:v>46.780724931358463</c:v>
                </c:pt>
                <c:pt idx="1679">
                  <c:v>46.780794203180356</c:v>
                </c:pt>
                <c:pt idx="1680">
                  <c:v>46.781684300670562</c:v>
                </c:pt>
                <c:pt idx="1681">
                  <c:v>46.7818736218575</c:v>
                </c:pt>
                <c:pt idx="1682">
                  <c:v>46.781876838798667</c:v>
                </c:pt>
                <c:pt idx="1683">
                  <c:v>46.782050395240788</c:v>
                </c:pt>
                <c:pt idx="1684">
                  <c:v>46.782721285418248</c:v>
                </c:pt>
                <c:pt idx="1685">
                  <c:v>46.790473333806943</c:v>
                </c:pt>
                <c:pt idx="1686">
                  <c:v>46.79206481486861</c:v>
                </c:pt>
                <c:pt idx="1687">
                  <c:v>46.792125475463031</c:v>
                </c:pt>
                <c:pt idx="1688">
                  <c:v>46.793646163420135</c:v>
                </c:pt>
                <c:pt idx="1689">
                  <c:v>46.793733402535629</c:v>
                </c:pt>
                <c:pt idx="1690">
                  <c:v>46.794844210981999</c:v>
                </c:pt>
                <c:pt idx="1691">
                  <c:v>46.795075595602164</c:v>
                </c:pt>
                <c:pt idx="1692">
                  <c:v>46.795087084663692</c:v>
                </c:pt>
                <c:pt idx="1693">
                  <c:v>46.795302299915249</c:v>
                </c:pt>
                <c:pt idx="1694">
                  <c:v>46.795336684716304</c:v>
                </c:pt>
                <c:pt idx="1695">
                  <c:v>46.795778441835921</c:v>
                </c:pt>
                <c:pt idx="1696">
                  <c:v>46.795878707621164</c:v>
                </c:pt>
                <c:pt idx="1697">
                  <c:v>46.795881186991515</c:v>
                </c:pt>
                <c:pt idx="1698">
                  <c:v>46.79596662892817</c:v>
                </c:pt>
                <c:pt idx="1699">
                  <c:v>46.79626114074631</c:v>
                </c:pt>
                <c:pt idx="1700">
                  <c:v>46.79976043842094</c:v>
                </c:pt>
                <c:pt idx="1701">
                  <c:v>46.800564530899436</c:v>
                </c:pt>
                <c:pt idx="1702">
                  <c:v>46.800578034709503</c:v>
                </c:pt>
                <c:pt idx="1703">
                  <c:v>46.801265729504053</c:v>
                </c:pt>
                <c:pt idx="1704">
                  <c:v>46.801417275449971</c:v>
                </c:pt>
                <c:pt idx="1705">
                  <c:v>46.803447402931589</c:v>
                </c:pt>
                <c:pt idx="1706">
                  <c:v>46.803869309598895</c:v>
                </c:pt>
                <c:pt idx="1707">
                  <c:v>46.80388679498914</c:v>
                </c:pt>
                <c:pt idx="1708">
                  <c:v>46.804247497543145</c:v>
                </c:pt>
                <c:pt idx="1709">
                  <c:v>46.804322763362443</c:v>
                </c:pt>
                <c:pt idx="1710">
                  <c:v>46.805221048507214</c:v>
                </c:pt>
                <c:pt idx="1711">
                  <c:v>46.805402995936475</c:v>
                </c:pt>
                <c:pt idx="1712">
                  <c:v>46.805405669978967</c:v>
                </c:pt>
                <c:pt idx="1713">
                  <c:v>46.8055730857443</c:v>
                </c:pt>
                <c:pt idx="1714">
                  <c:v>46.80553576140705</c:v>
                </c:pt>
                <c:pt idx="1715">
                  <c:v>46.805085422158569</c:v>
                </c:pt>
                <c:pt idx="1716">
                  <c:v>46.804993958493199</c:v>
                </c:pt>
                <c:pt idx="1717">
                  <c:v>46.80498801622231</c:v>
                </c:pt>
                <c:pt idx="1718">
                  <c:v>46.804911850281542</c:v>
                </c:pt>
                <c:pt idx="1719">
                  <c:v>46.805060279453912</c:v>
                </c:pt>
                <c:pt idx="1720">
                  <c:v>46.806621531964687</c:v>
                </c:pt>
                <c:pt idx="1721">
                  <c:v>46.806936263774475</c:v>
                </c:pt>
                <c:pt idx="1722">
                  <c:v>46.806955941330038</c:v>
                </c:pt>
                <c:pt idx="1723">
                  <c:v>46.807229301106474</c:v>
                </c:pt>
                <c:pt idx="1724">
                  <c:v>46.807275424756924</c:v>
                </c:pt>
                <c:pt idx="1725">
                  <c:v>46.807716465454966</c:v>
                </c:pt>
                <c:pt idx="1726">
                  <c:v>46.807803576629098</c:v>
                </c:pt>
                <c:pt idx="1727">
                  <c:v>46.80780811960944</c:v>
                </c:pt>
                <c:pt idx="1728">
                  <c:v>46.807893661762535</c:v>
                </c:pt>
                <c:pt idx="1729">
                  <c:v>46.807657403446065</c:v>
                </c:pt>
                <c:pt idx="1730">
                  <c:v>46.80475663999556</c:v>
                </c:pt>
                <c:pt idx="1731">
                  <c:v>46.804179341790011</c:v>
                </c:pt>
                <c:pt idx="1732">
                  <c:v>46.80414608985712</c:v>
                </c:pt>
                <c:pt idx="1733">
                  <c:v>46.803586265582794</c:v>
                </c:pt>
                <c:pt idx="1734">
                  <c:v>46.803353002097751</c:v>
                </c:pt>
                <c:pt idx="1735">
                  <c:v>46.800715987033868</c:v>
                </c:pt>
                <c:pt idx="1736">
                  <c:v>46.800191016188883</c:v>
                </c:pt>
                <c:pt idx="1737">
                  <c:v>46.800150788504652</c:v>
                </c:pt>
                <c:pt idx="1738">
                  <c:v>46.799609553598486</c:v>
                </c:pt>
                <c:pt idx="1739">
                  <c:v>46.799268385116157</c:v>
                </c:pt>
                <c:pt idx="1740">
                  <c:v>46.795075711538658</c:v>
                </c:pt>
                <c:pt idx="1741">
                  <c:v>46.794222109659813</c:v>
                </c:pt>
                <c:pt idx="1742">
                  <c:v>46.794153908433501</c:v>
                </c:pt>
                <c:pt idx="1743">
                  <c:v>46.793315561211045</c:v>
                </c:pt>
                <c:pt idx="1744">
                  <c:v>46.793260703729281</c:v>
                </c:pt>
                <c:pt idx="1745">
                  <c:v>46.792600307881365</c:v>
                </c:pt>
                <c:pt idx="1746">
                  <c:v>46.792467620228663</c:v>
                </c:pt>
                <c:pt idx="1747">
                  <c:v>46.79245775780992</c:v>
                </c:pt>
                <c:pt idx="1748">
                  <c:v>46.792320638323986</c:v>
                </c:pt>
                <c:pt idx="1749">
                  <c:v>46.792252504878732</c:v>
                </c:pt>
                <c:pt idx="1750">
                  <c:v>46.791361792840775</c:v>
                </c:pt>
                <c:pt idx="1751">
                  <c:v>46.791183357851608</c:v>
                </c:pt>
                <c:pt idx="1752">
                  <c:v>46.791166422444533</c:v>
                </c:pt>
                <c:pt idx="1753">
                  <c:v>46.790995120232139</c:v>
                </c:pt>
                <c:pt idx="1754">
                  <c:v>46.791128631889329</c:v>
                </c:pt>
                <c:pt idx="1755">
                  <c:v>46.792655157610561</c:v>
                </c:pt>
                <c:pt idx="1756">
                  <c:v>46.792997555086941</c:v>
                </c:pt>
                <c:pt idx="1757">
                  <c:v>46.79302022587683</c:v>
                </c:pt>
                <c:pt idx="1758">
                  <c:v>46.793315561211045</c:v>
                </c:pt>
                <c:pt idx="1759">
                  <c:v>46.79381294391316</c:v>
                </c:pt>
                <c:pt idx="1760">
                  <c:v>46.799494948072706</c:v>
                </c:pt>
                <c:pt idx="1761">
                  <c:v>46.800727703044295</c:v>
                </c:pt>
                <c:pt idx="1762">
                  <c:v>46.801303889358117</c:v>
                </c:pt>
                <c:pt idx="1763">
                  <c:v>46.801930074329334</c:v>
                </c:pt>
                <c:pt idx="1764">
                  <c:v>46.801727783602296</c:v>
                </c:pt>
                <c:pt idx="1765">
                  <c:v>46.799295493608682</c:v>
                </c:pt>
                <c:pt idx="1766">
                  <c:v>46.798766868921234</c:v>
                </c:pt>
                <c:pt idx="1767">
                  <c:v>46.798755283044088</c:v>
                </c:pt>
                <c:pt idx="1768">
                  <c:v>46.798283996968337</c:v>
                </c:pt>
                <c:pt idx="1769">
                  <c:v>46.798564584229354</c:v>
                </c:pt>
                <c:pt idx="1770">
                  <c:v>46.801909624419842</c:v>
                </c:pt>
                <c:pt idx="1771">
                  <c:v>46.802590541833226</c:v>
                </c:pt>
                <c:pt idx="1772">
                  <c:v>46.80261354564842</c:v>
                </c:pt>
                <c:pt idx="1773">
                  <c:v>46.803255650257597</c:v>
                </c:pt>
                <c:pt idx="1774">
                  <c:v>46.80360193346786</c:v>
                </c:pt>
                <c:pt idx="1775">
                  <c:v>46.807873648724375</c:v>
                </c:pt>
                <c:pt idx="1776">
                  <c:v>46.808724475894152</c:v>
                </c:pt>
                <c:pt idx="1777">
                  <c:v>46.808767619897637</c:v>
                </c:pt>
                <c:pt idx="1778">
                  <c:v>46.809549892490679</c:v>
                </c:pt>
                <c:pt idx="1779">
                  <c:v>46.809434694660965</c:v>
                </c:pt>
                <c:pt idx="1780">
                  <c:v>46.808085864669771</c:v>
                </c:pt>
                <c:pt idx="1781">
                  <c:v>46.807820274686122</c:v>
                </c:pt>
                <c:pt idx="1782">
                  <c:v>46.807807531807221</c:v>
                </c:pt>
                <c:pt idx="1783">
                  <c:v>46.8075599216819</c:v>
                </c:pt>
                <c:pt idx="1784">
                  <c:v>46.807426770110013</c:v>
                </c:pt>
                <c:pt idx="1785">
                  <c:v>46.805866583782318</c:v>
                </c:pt>
                <c:pt idx="1786">
                  <c:v>46.805554536764966</c:v>
                </c:pt>
                <c:pt idx="1787">
                  <c:v>46.805538810921909</c:v>
                </c:pt>
                <c:pt idx="1788">
                  <c:v>46.805242467794471</c:v>
                </c:pt>
                <c:pt idx="1789">
                  <c:v>46.804900046952078</c:v>
                </c:pt>
                <c:pt idx="1790">
                  <c:v>46.800864330607574</c:v>
                </c:pt>
                <c:pt idx="1791">
                  <c:v>46.800095479797903</c:v>
                </c:pt>
                <c:pt idx="1792">
                  <c:v>46.800014343478175</c:v>
                </c:pt>
                <c:pt idx="1793">
                  <c:v>46.799278943523632</c:v>
                </c:pt>
                <c:pt idx="1794">
                  <c:v>46.798975932212073</c:v>
                </c:pt>
                <c:pt idx="1795">
                  <c:v>46.795416470328078</c:v>
                </c:pt>
                <c:pt idx="1796">
                  <c:v>46.794707100339899</c:v>
                </c:pt>
                <c:pt idx="1797">
                  <c:v>46.794652732524412</c:v>
                </c:pt>
                <c:pt idx="1798">
                  <c:v>46.7939767660651</c:v>
                </c:pt>
                <c:pt idx="1799">
                  <c:v>46.793863686872108</c:v>
                </c:pt>
                <c:pt idx="1800">
                  <c:v>46.79253205492985</c:v>
                </c:pt>
                <c:pt idx="1801">
                  <c:v>46.792266070846161</c:v>
                </c:pt>
                <c:pt idx="1802">
                  <c:v>46.792246529779732</c:v>
                </c:pt>
                <c:pt idx="1803">
                  <c:v>46.791990037861979</c:v>
                </c:pt>
                <c:pt idx="1804">
                  <c:v>46.791733180805196</c:v>
                </c:pt>
                <c:pt idx="1805">
                  <c:v>46.788865308056394</c:v>
                </c:pt>
                <c:pt idx="1806">
                  <c:v>46.788294892467327</c:v>
                </c:pt>
                <c:pt idx="1807">
                  <c:v>46.788235788583535</c:v>
                </c:pt>
                <c:pt idx="1808">
                  <c:v>46.787682915042978</c:v>
                </c:pt>
                <c:pt idx="1809">
                  <c:v>46.787523486964659</c:v>
                </c:pt>
                <c:pt idx="1810">
                  <c:v>46.785527756676331</c:v>
                </c:pt>
                <c:pt idx="1811">
                  <c:v>46.785128679947817</c:v>
                </c:pt>
                <c:pt idx="1812">
                  <c:v>46.785097358221165</c:v>
                </c:pt>
                <c:pt idx="1813">
                  <c:v>46.784701343977872</c:v>
                </c:pt>
                <c:pt idx="1814">
                  <c:v>46.784403992394338</c:v>
                </c:pt>
                <c:pt idx="1815">
                  <c:v>46.780635355360275</c:v>
                </c:pt>
                <c:pt idx="1816">
                  <c:v>46.779850788027147</c:v>
                </c:pt>
                <c:pt idx="1817">
                  <c:v>46.779789337493632</c:v>
                </c:pt>
                <c:pt idx="1818">
                  <c:v>46.779068891010297</c:v>
                </c:pt>
                <c:pt idx="1819">
                  <c:v>46.779153194839502</c:v>
                </c:pt>
                <c:pt idx="1820">
                  <c:v>46.780030529260451</c:v>
                </c:pt>
                <c:pt idx="1821">
                  <c:v>46.78020808592948</c:v>
                </c:pt>
                <c:pt idx="1822">
                  <c:v>46.780228328852338</c:v>
                </c:pt>
                <c:pt idx="1823">
                  <c:v>46.780394346161472</c:v>
                </c:pt>
                <c:pt idx="1824">
                  <c:v>46.780373752627632</c:v>
                </c:pt>
                <c:pt idx="1825">
                  <c:v>46.780154876996328</c:v>
                </c:pt>
                <c:pt idx="1826">
                  <c:v>46.780110242176583</c:v>
                </c:pt>
                <c:pt idx="1827">
                  <c:v>46.780105928514907</c:v>
                </c:pt>
                <c:pt idx="1828">
                  <c:v>46.780063761399163</c:v>
                </c:pt>
                <c:pt idx="1829">
                  <c:v>46.780234228636154</c:v>
                </c:pt>
                <c:pt idx="1830">
                  <c:v>46.782241339794176</c:v>
                </c:pt>
                <c:pt idx="1831">
                  <c:v>46.782640147715306</c:v>
                </c:pt>
                <c:pt idx="1832">
                  <c:v>46.782674759637246</c:v>
                </c:pt>
                <c:pt idx="1833">
                  <c:v>46.783045277429494</c:v>
                </c:pt>
                <c:pt idx="1834">
                  <c:v>46.782654015093449</c:v>
                </c:pt>
                <c:pt idx="1835">
                  <c:v>46.778443000906094</c:v>
                </c:pt>
                <c:pt idx="1836">
                  <c:v>46.777590859233051</c:v>
                </c:pt>
                <c:pt idx="1837">
                  <c:v>46.777546355642031</c:v>
                </c:pt>
                <c:pt idx="1838">
                  <c:v>46.776751700315685</c:v>
                </c:pt>
                <c:pt idx="1839">
                  <c:v>46.776772165648161</c:v>
                </c:pt>
                <c:pt idx="1840">
                  <c:v>46.776992525710767</c:v>
                </c:pt>
                <c:pt idx="1841">
                  <c:v>46.777037564312508</c:v>
                </c:pt>
                <c:pt idx="1842">
                  <c:v>46.777039476743525</c:v>
                </c:pt>
                <c:pt idx="1843">
                  <c:v>46.777082280724414</c:v>
                </c:pt>
                <c:pt idx="1844">
                  <c:v>46.777261023835294</c:v>
                </c:pt>
                <c:pt idx="1845">
                  <c:v>46.779498500531211</c:v>
                </c:pt>
                <c:pt idx="1846">
                  <c:v>46.779937912006773</c:v>
                </c:pt>
                <c:pt idx="1847">
                  <c:v>46.779963916461497</c:v>
                </c:pt>
                <c:pt idx="1848">
                  <c:v>46.780394346161472</c:v>
                </c:pt>
                <c:pt idx="1849">
                  <c:v>46.779900609307226</c:v>
                </c:pt>
                <c:pt idx="1850">
                  <c:v>46.774625473136375</c:v>
                </c:pt>
                <c:pt idx="1851">
                  <c:v>46.773547704140476</c:v>
                </c:pt>
                <c:pt idx="1852">
                  <c:v>46.773454555509552</c:v>
                </c:pt>
                <c:pt idx="1853">
                  <c:v>46.772444838637</c:v>
                </c:pt>
                <c:pt idx="1854">
                  <c:v>46.77253521438216</c:v>
                </c:pt>
                <c:pt idx="1855">
                  <c:v>46.773162117502082</c:v>
                </c:pt>
                <c:pt idx="1856">
                  <c:v>46.773300997848906</c:v>
                </c:pt>
                <c:pt idx="1857">
                  <c:v>46.773308417912141</c:v>
                </c:pt>
                <c:pt idx="1858">
                  <c:v>46.773439682834294</c:v>
                </c:pt>
                <c:pt idx="1859">
                  <c:v>46.773265354823252</c:v>
                </c:pt>
                <c:pt idx="1860">
                  <c:v>46.771525210654971</c:v>
                </c:pt>
                <c:pt idx="1861">
                  <c:v>46.771148776866184</c:v>
                </c:pt>
                <c:pt idx="1862">
                  <c:v>46.771130206674407</c:v>
                </c:pt>
                <c:pt idx="1863">
                  <c:v>46.770788852780754</c:v>
                </c:pt>
                <c:pt idx="1864">
                  <c:v>46.770636235546277</c:v>
                </c:pt>
                <c:pt idx="1865">
                  <c:v>46.769353604787263</c:v>
                </c:pt>
                <c:pt idx="1866">
                  <c:v>46.769081307256279</c:v>
                </c:pt>
                <c:pt idx="1867">
                  <c:v>46.769062006463557</c:v>
                </c:pt>
                <c:pt idx="1868">
                  <c:v>46.768799189258687</c:v>
                </c:pt>
                <c:pt idx="1869">
                  <c:v>46.769069750873982</c:v>
                </c:pt>
                <c:pt idx="1870">
                  <c:v>46.772768976749759</c:v>
                </c:pt>
                <c:pt idx="1871">
                  <c:v>46.772826014145821</c:v>
                </c:pt>
                <c:pt idx="1872">
                  <c:v>46.773439682834294</c:v>
                </c:pt>
                <c:pt idx="1873">
                  <c:v>46.773487365655249</c:v>
                </c:pt>
                <c:pt idx="1874">
                  <c:v>46.77373540591438</c:v>
                </c:pt>
                <c:pt idx="1875">
                  <c:v>46.777555043569336</c:v>
                </c:pt>
                <c:pt idx="1876">
                  <c:v>46.778330346235208</c:v>
                </c:pt>
                <c:pt idx="1877">
                  <c:v>46.779068891010297</c:v>
                </c:pt>
                <c:pt idx="1878">
                  <c:v>46.778958869178524</c:v>
                </c:pt>
                <c:pt idx="1879">
                  <c:v>46.778752725343182</c:v>
                </c:pt>
                <c:pt idx="1880">
                  <c:v>46.777643024767769</c:v>
                </c:pt>
                <c:pt idx="1881">
                  <c:v>46.777358995637655</c:v>
                </c:pt>
                <c:pt idx="1882">
                  <c:v>46.777320412299858</c:v>
                </c:pt>
                <c:pt idx="1883">
                  <c:v>46.777082280724414</c:v>
                </c:pt>
                <c:pt idx="1884">
                  <c:v>46.777219990856622</c:v>
                </c:pt>
                <c:pt idx="1885">
                  <c:v>46.778753852398424</c:v>
                </c:pt>
                <c:pt idx="1886">
                  <c:v>46.779073228465499</c:v>
                </c:pt>
                <c:pt idx="1887">
                  <c:v>46.779102489552891</c:v>
                </c:pt>
                <c:pt idx="1888">
                  <c:v>46.779402593178531</c:v>
                </c:pt>
                <c:pt idx="1889">
                  <c:v>46.779253811147079</c:v>
                </c:pt>
                <c:pt idx="1890">
                  <c:v>46.777257349954205</c:v>
                </c:pt>
                <c:pt idx="1891">
                  <c:v>46.77683909645701</c:v>
                </c:pt>
                <c:pt idx="1892">
                  <c:v>46.776796088232679</c:v>
                </c:pt>
                <c:pt idx="1893">
                  <c:v>46.776421120341297</c:v>
                </c:pt>
                <c:pt idx="1894">
                  <c:v>46.776581438707922</c:v>
                </c:pt>
                <c:pt idx="1895">
                  <c:v>46.778577968061967</c:v>
                </c:pt>
                <c:pt idx="1896">
                  <c:v>46.779009602626793</c:v>
                </c:pt>
                <c:pt idx="1897">
                  <c:v>46.779038443148337</c:v>
                </c:pt>
                <c:pt idx="1898">
                  <c:v>46.779402593178531</c:v>
                </c:pt>
                <c:pt idx="1899">
                  <c:v>46.779762403709796</c:v>
                </c:pt>
                <c:pt idx="1900">
                  <c:v>46.783972844636317</c:v>
                </c:pt>
                <c:pt idx="1901">
                  <c:v>46.784868436018201</c:v>
                </c:pt>
                <c:pt idx="1902">
                  <c:v>46.784914097240367</c:v>
                </c:pt>
                <c:pt idx="1903">
                  <c:v>46.785696236663853</c:v>
                </c:pt>
                <c:pt idx="1904">
                  <c:v>46.785826747642616</c:v>
                </c:pt>
                <c:pt idx="1905">
                  <c:v>46.78737109814562</c:v>
                </c:pt>
                <c:pt idx="1906">
                  <c:v>46.787704910431763</c:v>
                </c:pt>
                <c:pt idx="1907">
                  <c:v>46.787719953743213</c:v>
                </c:pt>
                <c:pt idx="1908">
                  <c:v>46.788013509830932</c:v>
                </c:pt>
                <c:pt idx="1909">
                  <c:v>46.788171996762635</c:v>
                </c:pt>
                <c:pt idx="1910">
                  <c:v>46.789928344123368</c:v>
                </c:pt>
                <c:pt idx="1911">
                  <c:v>46.790325682730717</c:v>
                </c:pt>
                <c:pt idx="1912">
                  <c:v>46.790339498421531</c:v>
                </c:pt>
                <c:pt idx="1913">
                  <c:v>46.790664521516874</c:v>
                </c:pt>
                <c:pt idx="1914">
                  <c:v>46.791040158676466</c:v>
                </c:pt>
                <c:pt idx="1915">
                  <c:v>46.795207691744061</c:v>
                </c:pt>
                <c:pt idx="1916">
                  <c:v>46.796103073294987</c:v>
                </c:pt>
                <c:pt idx="1917">
                  <c:v>46.796145187172613</c:v>
                </c:pt>
                <c:pt idx="1918">
                  <c:v>46.796958447350733</c:v>
                </c:pt>
                <c:pt idx="1919">
                  <c:v>46.797351830451085</c:v>
                </c:pt>
                <c:pt idx="1920">
                  <c:v>46.801736672362821</c:v>
                </c:pt>
                <c:pt idx="1921">
                  <c:v>46.802681217742574</c:v>
                </c:pt>
                <c:pt idx="1922">
                  <c:v>46.802729127243602</c:v>
                </c:pt>
                <c:pt idx="1923">
                  <c:v>46.803586265582794</c:v>
                </c:pt>
                <c:pt idx="1924">
                  <c:v>46.803860624797451</c:v>
                </c:pt>
                <c:pt idx="1925">
                  <c:v>46.806896960903167</c:v>
                </c:pt>
                <c:pt idx="1926">
                  <c:v>46.807549861080368</c:v>
                </c:pt>
                <c:pt idx="1927">
                  <c:v>46.807581517171812</c:v>
                </c:pt>
                <c:pt idx="1928">
                  <c:v>46.808224283216191</c:v>
                </c:pt>
                <c:pt idx="1929">
                  <c:v>46.808369115647935</c:v>
                </c:pt>
                <c:pt idx="1930">
                  <c:v>46.810331463886598</c:v>
                </c:pt>
                <c:pt idx="1931">
                  <c:v>46.810752879907547</c:v>
                </c:pt>
                <c:pt idx="1932">
                  <c:v>46.810782078766074</c:v>
                </c:pt>
                <c:pt idx="1933">
                  <c:v>46.811206134189831</c:v>
                </c:pt>
                <c:pt idx="1934">
                  <c:v>46.811428777282309</c:v>
                </c:pt>
                <c:pt idx="1935">
                  <c:v>46.814757175621871</c:v>
                </c:pt>
                <c:pt idx="1936">
                  <c:v>46.815466250911612</c:v>
                </c:pt>
                <c:pt idx="1937">
                  <c:v>46.815517337783618</c:v>
                </c:pt>
                <c:pt idx="1938">
                  <c:v>46.816174925149483</c:v>
                </c:pt>
                <c:pt idx="1939">
                  <c:v>46.816280071604019</c:v>
                </c:pt>
                <c:pt idx="1940">
                  <c:v>46.817603361671267</c:v>
                </c:pt>
                <c:pt idx="1941">
                  <c:v>46.817886996726003</c:v>
                </c:pt>
                <c:pt idx="1942">
                  <c:v>46.817913781913653</c:v>
                </c:pt>
                <c:pt idx="1943">
                  <c:v>46.818164964568098</c:v>
                </c:pt>
                <c:pt idx="1944">
                  <c:v>46.818033774482089</c:v>
                </c:pt>
                <c:pt idx="1945">
                  <c:v>46.816488168185813</c:v>
                </c:pt>
                <c:pt idx="1946">
                  <c:v>46.816165417185935</c:v>
                </c:pt>
                <c:pt idx="1947">
                  <c:v>46.816138914951274</c:v>
                </c:pt>
                <c:pt idx="1948">
                  <c:v>46.81584429317752</c:v>
                </c:pt>
                <c:pt idx="1949">
                  <c:v>46.816195275464153</c:v>
                </c:pt>
                <c:pt idx="1950">
                  <c:v>46.820177899752643</c:v>
                </c:pt>
                <c:pt idx="1951">
                  <c:v>46.821006529977893</c:v>
                </c:pt>
                <c:pt idx="1952">
                  <c:v>46.821083095869824</c:v>
                </c:pt>
                <c:pt idx="1953">
                  <c:v>46.821808212641088</c:v>
                </c:pt>
                <c:pt idx="1954">
                  <c:v>46.821962456681113</c:v>
                </c:pt>
                <c:pt idx="1955">
                  <c:v>46.823748507258706</c:v>
                </c:pt>
                <c:pt idx="1956">
                  <c:v>46.824113760817397</c:v>
                </c:pt>
                <c:pt idx="1957">
                  <c:v>46.824124605948079</c:v>
                </c:pt>
                <c:pt idx="1958">
                  <c:v>46.824459582444661</c:v>
                </c:pt>
                <c:pt idx="1959">
                  <c:v>46.824612723533193</c:v>
                </c:pt>
                <c:pt idx="1960">
                  <c:v>46.826410652086977</c:v>
                </c:pt>
                <c:pt idx="1961">
                  <c:v>46.826759756396562</c:v>
                </c:pt>
                <c:pt idx="1962">
                  <c:v>46.826787664449199</c:v>
                </c:pt>
                <c:pt idx="1963">
                  <c:v>46.827110980442853</c:v>
                </c:pt>
                <c:pt idx="1964">
                  <c:v>46.827071872570507</c:v>
                </c:pt>
                <c:pt idx="1965">
                  <c:v>46.826623632194639</c:v>
                </c:pt>
                <c:pt idx="1966">
                  <c:v>46.826532400586302</c:v>
                </c:pt>
                <c:pt idx="1967">
                  <c:v>46.826529040779022</c:v>
                </c:pt>
                <c:pt idx="1968">
                  <c:v>46.82644656864926</c:v>
                </c:pt>
                <c:pt idx="1969">
                  <c:v>46.826233030244367</c:v>
                </c:pt>
                <c:pt idx="1970">
                  <c:v>46.824382802879974</c:v>
                </c:pt>
                <c:pt idx="1971">
                  <c:v>46.824006351546736</c:v>
                </c:pt>
                <c:pt idx="1972">
                  <c:v>46.823989845617909</c:v>
                </c:pt>
                <c:pt idx="1973">
                  <c:v>46.823469515781355</c:v>
                </c:pt>
                <c:pt idx="1974">
                  <c:v>46.822803252827896</c:v>
                </c:pt>
                <c:pt idx="1975">
                  <c:v>46.820328619866494</c:v>
                </c:pt>
                <c:pt idx="1976">
                  <c:v>46.819541400852934</c:v>
                </c:pt>
                <c:pt idx="1977">
                  <c:v>46.819516474391598</c:v>
                </c:pt>
                <c:pt idx="1978">
                  <c:v>46.818826235096367</c:v>
                </c:pt>
                <c:pt idx="1979">
                  <c:v>46.818526070314469</c:v>
                </c:pt>
                <c:pt idx="1980">
                  <c:v>46.815655033771954</c:v>
                </c:pt>
                <c:pt idx="1981">
                  <c:v>46.815079036485045</c:v>
                </c:pt>
                <c:pt idx="1982">
                  <c:v>46.815043711134706</c:v>
                </c:pt>
                <c:pt idx="1983">
                  <c:v>46.814518650515708</c:v>
                </c:pt>
                <c:pt idx="1984">
                  <c:v>46.814276782194739</c:v>
                </c:pt>
                <c:pt idx="1985">
                  <c:v>46.812093595415263</c:v>
                </c:pt>
                <c:pt idx="1986">
                  <c:v>46.811632122248788</c:v>
                </c:pt>
                <c:pt idx="1987">
                  <c:v>46.811601148155937</c:v>
                </c:pt>
                <c:pt idx="1988">
                  <c:v>46.811206134189831</c:v>
                </c:pt>
                <c:pt idx="1989">
                  <c:v>46.811079151493438</c:v>
                </c:pt>
                <c:pt idx="1990">
                  <c:v>46.809769940210437</c:v>
                </c:pt>
                <c:pt idx="1991">
                  <c:v>46.809479126731901</c:v>
                </c:pt>
                <c:pt idx="1992">
                  <c:v>46.809457897695985</c:v>
                </c:pt>
                <c:pt idx="1993">
                  <c:v>46.809219269284483</c:v>
                </c:pt>
                <c:pt idx="1994">
                  <c:v>46.808863033126613</c:v>
                </c:pt>
                <c:pt idx="1995">
                  <c:v>46.804858588959014</c:v>
                </c:pt>
                <c:pt idx="1996">
                  <c:v>46.804069822483378</c:v>
                </c:pt>
                <c:pt idx="1997">
                  <c:v>46.803997471571599</c:v>
                </c:pt>
                <c:pt idx="1998">
                  <c:v>46.803255650257597</c:v>
                </c:pt>
                <c:pt idx="1999">
                  <c:v>46.802853618447365</c:v>
                </c:pt>
                <c:pt idx="2000">
                  <c:v>46.798465533657001</c:v>
                </c:pt>
                <c:pt idx="2001">
                  <c:v>46.797507204375798</c:v>
                </c:pt>
                <c:pt idx="2002">
                  <c:v>46.797443772819861</c:v>
                </c:pt>
                <c:pt idx="2003">
                  <c:v>46.796627840773795</c:v>
                </c:pt>
                <c:pt idx="2004">
                  <c:v>46.796235356068813</c:v>
                </c:pt>
                <c:pt idx="2005">
                  <c:v>46.792022329013186</c:v>
                </c:pt>
                <c:pt idx="2006">
                  <c:v>46.791175731042173</c:v>
                </c:pt>
                <c:pt idx="2007">
                  <c:v>46.791077040034992</c:v>
                </c:pt>
                <c:pt idx="2008">
                  <c:v>46.790333923237085</c:v>
                </c:pt>
                <c:pt idx="2009">
                  <c:v>46.7899886251815</c:v>
                </c:pt>
                <c:pt idx="2010">
                  <c:v>46.785960141077858</c:v>
                </c:pt>
                <c:pt idx="2011">
                  <c:v>46.785147479056718</c:v>
                </c:pt>
                <c:pt idx="2012">
                  <c:v>46.785074025913808</c:v>
                </c:pt>
                <c:pt idx="2013">
                  <c:v>46.784370753549979</c:v>
                </c:pt>
                <c:pt idx="2014">
                  <c:v>46.783732643733472</c:v>
                </c:pt>
                <c:pt idx="2015">
                  <c:v>46.776749639828587</c:v>
                </c:pt>
                <c:pt idx="2016">
                  <c:v>46.775394399702108</c:v>
                </c:pt>
                <c:pt idx="2017">
                  <c:v>46.775288288023077</c:v>
                </c:pt>
                <c:pt idx="2018">
                  <c:v>46.774100835384502</c:v>
                </c:pt>
                <c:pt idx="2019">
                  <c:v>46.77397686860764</c:v>
                </c:pt>
                <c:pt idx="2020">
                  <c:v>46.772631279195352</c:v>
                </c:pt>
                <c:pt idx="2021">
                  <c:v>46.772371216361876</c:v>
                </c:pt>
                <c:pt idx="2022">
                  <c:v>46.772348396137851</c:v>
                </c:pt>
                <c:pt idx="2023">
                  <c:v>46.772114264319271</c:v>
                </c:pt>
                <c:pt idx="2024">
                  <c:v>46.771904954945583</c:v>
                </c:pt>
                <c:pt idx="2025">
                  <c:v>46.769653293953326</c:v>
                </c:pt>
                <c:pt idx="2026">
                  <c:v>46.769224816701282</c:v>
                </c:pt>
                <c:pt idx="2027">
                  <c:v>46.769195493060167</c:v>
                </c:pt>
                <c:pt idx="2028">
                  <c:v>46.768799189258687</c:v>
                </c:pt>
                <c:pt idx="2029">
                  <c:v>46.768626284743775</c:v>
                </c:pt>
                <c:pt idx="2030">
                  <c:v>46.766848221030294</c:v>
                </c:pt>
                <c:pt idx="2031">
                  <c:v>46.766497442038123</c:v>
                </c:pt>
                <c:pt idx="2032">
                  <c:v>46.766477537629392</c:v>
                </c:pt>
                <c:pt idx="2033">
                  <c:v>46.766151526584565</c:v>
                </c:pt>
                <c:pt idx="2034">
                  <c:v>46.766068516300258</c:v>
                </c:pt>
                <c:pt idx="2035">
                  <c:v>46.765172823221853</c:v>
                </c:pt>
                <c:pt idx="2036">
                  <c:v>46.764999373225422</c:v>
                </c:pt>
                <c:pt idx="2037">
                  <c:v>46.764985856909334</c:v>
                </c:pt>
                <c:pt idx="2038">
                  <c:v>46.764826146409575</c:v>
                </c:pt>
                <c:pt idx="2039">
                  <c:v>46.764254143977297</c:v>
                </c:pt>
                <c:pt idx="2040">
                  <c:v>46.758725018935976</c:v>
                </c:pt>
                <c:pt idx="2041">
                  <c:v>46.757594199612505</c:v>
                </c:pt>
                <c:pt idx="2042">
                  <c:v>46.757538588976963</c:v>
                </c:pt>
                <c:pt idx="2043">
                  <c:v>46.756543457685837</c:v>
                </c:pt>
                <c:pt idx="2044">
                  <c:v>46.75620633344672</c:v>
                </c:pt>
                <c:pt idx="2045">
                  <c:v>46.7529075723373</c:v>
                </c:pt>
                <c:pt idx="2046">
                  <c:v>46.752232887248773</c:v>
                </c:pt>
                <c:pt idx="2047">
                  <c:v>46.752180280427659</c:v>
                </c:pt>
                <c:pt idx="2048">
                  <c:v>46.751575845885043</c:v>
                </c:pt>
                <c:pt idx="2049">
                  <c:v>46.750568973776076</c:v>
                </c:pt>
                <c:pt idx="2050">
                  <c:v>46.740618202457334</c:v>
                </c:pt>
                <c:pt idx="2051">
                  <c:v>46.738634818462131</c:v>
                </c:pt>
                <c:pt idx="2052">
                  <c:v>46.738440640935089</c:v>
                </c:pt>
                <c:pt idx="2053">
                  <c:v>46.736670477617395</c:v>
                </c:pt>
                <c:pt idx="2054">
                  <c:v>46.736174741637406</c:v>
                </c:pt>
                <c:pt idx="2055">
                  <c:v>46.731365407256696</c:v>
                </c:pt>
                <c:pt idx="2056">
                  <c:v>46.730347461100749</c:v>
                </c:pt>
                <c:pt idx="2057">
                  <c:v>46.730254760872462</c:v>
                </c:pt>
                <c:pt idx="2058">
                  <c:v>46.729383381332809</c:v>
                </c:pt>
                <c:pt idx="2059">
                  <c:v>46.728963407872229</c:v>
                </c:pt>
                <c:pt idx="2060">
                  <c:v>46.723794087165516</c:v>
                </c:pt>
                <c:pt idx="2061">
                  <c:v>46.722784873351046</c:v>
                </c:pt>
                <c:pt idx="2062">
                  <c:v>46.722680323947841</c:v>
                </c:pt>
                <c:pt idx="2063">
                  <c:v>46.721765985678644</c:v>
                </c:pt>
                <c:pt idx="2064">
                  <c:v>46.721671874782338</c:v>
                </c:pt>
                <c:pt idx="2065">
                  <c:v>46.720791212420529</c:v>
                </c:pt>
                <c:pt idx="2066">
                  <c:v>46.720604265671646</c:v>
                </c:pt>
                <c:pt idx="2067">
                  <c:v>46.720592497368052</c:v>
                </c:pt>
                <c:pt idx="2068">
                  <c:v>46.720440837830267</c:v>
                </c:pt>
                <c:pt idx="2069">
                  <c:v>46.720440837830267</c:v>
                </c:pt>
                <c:pt idx="2070">
                  <c:v>46.720440837830267</c:v>
                </c:pt>
                <c:pt idx="2071">
                  <c:v>46.720440837830267</c:v>
                </c:pt>
                <c:pt idx="2072">
                  <c:v>46.720440837830267</c:v>
                </c:pt>
                <c:pt idx="2073">
                  <c:v>46.720440837830267</c:v>
                </c:pt>
                <c:pt idx="2074">
                  <c:v>46.720360563880156</c:v>
                </c:pt>
                <c:pt idx="2075">
                  <c:v>46.719472354356604</c:v>
                </c:pt>
                <c:pt idx="2076">
                  <c:v>46.719283291150319</c:v>
                </c:pt>
                <c:pt idx="2077">
                  <c:v>46.719277156863271</c:v>
                </c:pt>
                <c:pt idx="2078">
                  <c:v>46.719115696887229</c:v>
                </c:pt>
                <c:pt idx="2079">
                  <c:v>46.719115696887229</c:v>
                </c:pt>
                <c:pt idx="2080">
                  <c:v>46.719115696887229</c:v>
                </c:pt>
                <c:pt idx="2081">
                  <c:v>46.719115696887229</c:v>
                </c:pt>
                <c:pt idx="2082">
                  <c:v>46.719115696887229</c:v>
                </c:pt>
                <c:pt idx="2083">
                  <c:v>46.719115696887229</c:v>
                </c:pt>
                <c:pt idx="2084">
                  <c:v>46.718845466950192</c:v>
                </c:pt>
                <c:pt idx="2085">
                  <c:v>46.715940038630599</c:v>
                </c:pt>
                <c:pt idx="2086">
                  <c:v>46.715361806614425</c:v>
                </c:pt>
                <c:pt idx="2087">
                  <c:v>46.71531167982878</c:v>
                </c:pt>
                <c:pt idx="2088">
                  <c:v>46.714809815969886</c:v>
                </c:pt>
                <c:pt idx="2089">
                  <c:v>46.714348229266086</c:v>
                </c:pt>
                <c:pt idx="2090">
                  <c:v>46.709936427996773</c:v>
                </c:pt>
                <c:pt idx="2091">
                  <c:v>46.709046863402939</c:v>
                </c:pt>
                <c:pt idx="2092">
                  <c:v>46.708981224552907</c:v>
                </c:pt>
                <c:pt idx="2093">
                  <c:v>46.708187444647649</c:v>
                </c:pt>
                <c:pt idx="2094">
                  <c:v>46.707785357694469</c:v>
                </c:pt>
                <c:pt idx="2095">
                  <c:v>46.703768737039795</c:v>
                </c:pt>
                <c:pt idx="2096">
                  <c:v>46.702999006577002</c:v>
                </c:pt>
                <c:pt idx="2097">
                  <c:v>46.702941453605305</c:v>
                </c:pt>
                <c:pt idx="2098">
                  <c:v>46.702226210461163</c:v>
                </c:pt>
                <c:pt idx="2099">
                  <c:v>46.701835524572694</c:v>
                </c:pt>
                <c:pt idx="2100">
                  <c:v>46.698078788315144</c:v>
                </c:pt>
                <c:pt idx="2101">
                  <c:v>46.697341060381589</c:v>
                </c:pt>
                <c:pt idx="2102">
                  <c:v>46.69725563661671</c:v>
                </c:pt>
                <c:pt idx="2103">
                  <c:v>46.696595590996537</c:v>
                </c:pt>
                <c:pt idx="2104">
                  <c:v>46.696595590996537</c:v>
                </c:pt>
                <c:pt idx="2105">
                  <c:v>46.696595590996537</c:v>
                </c:pt>
                <c:pt idx="2106">
                  <c:v>46.696595590996537</c:v>
                </c:pt>
                <c:pt idx="2107">
                  <c:v>46.696595590996537</c:v>
                </c:pt>
                <c:pt idx="2108">
                  <c:v>46.696595590996537</c:v>
                </c:pt>
                <c:pt idx="2109">
                  <c:v>46.696575354536648</c:v>
                </c:pt>
                <c:pt idx="2110">
                  <c:v>46.696354886247299</c:v>
                </c:pt>
                <c:pt idx="2111">
                  <c:v>46.696309914153275</c:v>
                </c:pt>
                <c:pt idx="2112">
                  <c:v>46.69630566357371</c:v>
                </c:pt>
                <c:pt idx="2113">
                  <c:v>46.696265115527353</c:v>
                </c:pt>
                <c:pt idx="2114">
                  <c:v>46.695918665544113</c:v>
                </c:pt>
                <c:pt idx="2115">
                  <c:v>46.691946800049152</c:v>
                </c:pt>
                <c:pt idx="2116">
                  <c:v>46.691099281690839</c:v>
                </c:pt>
                <c:pt idx="2117">
                  <c:v>46.691026833910072</c:v>
                </c:pt>
                <c:pt idx="2118">
                  <c:v>46.690304159680011</c:v>
                </c:pt>
                <c:pt idx="2119">
                  <c:v>46.690112623085035</c:v>
                </c:pt>
                <c:pt idx="2120">
                  <c:v>46.687895135079657</c:v>
                </c:pt>
                <c:pt idx="2121">
                  <c:v>46.687439114938499</c:v>
                </c:pt>
                <c:pt idx="2122">
                  <c:v>46.687391372733742</c:v>
                </c:pt>
                <c:pt idx="2123">
                  <c:v>46.686993270375638</c:v>
                </c:pt>
                <c:pt idx="2124">
                  <c:v>46.686733497902758</c:v>
                </c:pt>
                <c:pt idx="2125">
                  <c:v>46.683842755273588</c:v>
                </c:pt>
                <c:pt idx="2126">
                  <c:v>46.683244912729869</c:v>
                </c:pt>
                <c:pt idx="2127">
                  <c:v>46.683216581716486</c:v>
                </c:pt>
                <c:pt idx="2128">
                  <c:v>46.682687931296755</c:v>
                </c:pt>
                <c:pt idx="2129">
                  <c:v>46.682591193355037</c:v>
                </c:pt>
                <c:pt idx="2130">
                  <c:v>46.681479547142075</c:v>
                </c:pt>
                <c:pt idx="2131">
                  <c:v>46.681247803627365</c:v>
                </c:pt>
                <c:pt idx="2132">
                  <c:v>46.68123615549662</c:v>
                </c:pt>
                <c:pt idx="2133">
                  <c:v>46.681032530538744</c:v>
                </c:pt>
                <c:pt idx="2134">
                  <c:v>46.681109811545355</c:v>
                </c:pt>
                <c:pt idx="2135">
                  <c:v>46.682006524810383</c:v>
                </c:pt>
                <c:pt idx="2136">
                  <c:v>46.682186341656362</c:v>
                </c:pt>
                <c:pt idx="2137">
                  <c:v>46.682192376503295</c:v>
                </c:pt>
                <c:pt idx="2138">
                  <c:v>46.682354356272128</c:v>
                </c:pt>
                <c:pt idx="2139">
                  <c:v>46.682516059802346</c:v>
                </c:pt>
                <c:pt idx="2140">
                  <c:v>46.684301835575369</c:v>
                </c:pt>
                <c:pt idx="2141">
                  <c:v>46.684649646129692</c:v>
                </c:pt>
                <c:pt idx="2142">
                  <c:v>46.684677879961349</c:v>
                </c:pt>
                <c:pt idx="2143">
                  <c:v>46.685004263310304</c:v>
                </c:pt>
                <c:pt idx="2144">
                  <c:v>46.685243293475295</c:v>
                </c:pt>
                <c:pt idx="2145">
                  <c:v>46.687909273381429</c:v>
                </c:pt>
                <c:pt idx="2146">
                  <c:v>46.688424767695103</c:v>
                </c:pt>
                <c:pt idx="2147">
                  <c:v>46.688454515122906</c:v>
                </c:pt>
                <c:pt idx="2148">
                  <c:v>46.688979175296367</c:v>
                </c:pt>
                <c:pt idx="2149">
                  <c:v>46.689095249553802</c:v>
                </c:pt>
                <c:pt idx="2150">
                  <c:v>46.690434272145311</c:v>
                </c:pt>
                <c:pt idx="2151">
                  <c:v>46.6907051987355</c:v>
                </c:pt>
                <c:pt idx="2152">
                  <c:v>46.690965095632407</c:v>
                </c:pt>
                <c:pt idx="2153">
                  <c:v>46.690750515807004</c:v>
                </c:pt>
                <c:pt idx="2154">
                  <c:v>46.690324717737369</c:v>
                </c:pt>
                <c:pt idx="2155">
                  <c:v>46.688527072862307</c:v>
                </c:pt>
                <c:pt idx="2156">
                  <c:v>46.68808544754161</c:v>
                </c:pt>
                <c:pt idx="2157">
                  <c:v>46.688050151271192</c:v>
                </c:pt>
                <c:pt idx="2158">
                  <c:v>46.687654197774748</c:v>
                </c:pt>
                <c:pt idx="2159">
                  <c:v>46.68776379258216</c:v>
                </c:pt>
                <c:pt idx="2160">
                  <c:v>46.688873609479302</c:v>
                </c:pt>
                <c:pt idx="2161">
                  <c:v>46.689094499755562</c:v>
                </c:pt>
                <c:pt idx="2162">
                  <c:v>46.689114964128414</c:v>
                </c:pt>
                <c:pt idx="2163">
                  <c:v>46.689309641347336</c:v>
                </c:pt>
                <c:pt idx="2164">
                  <c:v>46.689539761088497</c:v>
                </c:pt>
                <c:pt idx="2165">
                  <c:v>46.691976045774382</c:v>
                </c:pt>
                <c:pt idx="2166">
                  <c:v>46.692477320085381</c:v>
                </c:pt>
                <c:pt idx="2167">
                  <c:v>46.692514825083471</c:v>
                </c:pt>
                <c:pt idx="2168">
                  <c:v>46.692954149040645</c:v>
                </c:pt>
                <c:pt idx="2169">
                  <c:v>46.692869926708987</c:v>
                </c:pt>
                <c:pt idx="2170">
                  <c:v>46.691979577784544</c:v>
                </c:pt>
                <c:pt idx="2171">
                  <c:v>46.691801711900162</c:v>
                </c:pt>
                <c:pt idx="2172">
                  <c:v>46.691781448012037</c:v>
                </c:pt>
                <c:pt idx="2173">
                  <c:v>46.691629150927497</c:v>
                </c:pt>
                <c:pt idx="2174">
                  <c:v>46.691601133788069</c:v>
                </c:pt>
                <c:pt idx="2175">
                  <c:v>46.69138343854366</c:v>
                </c:pt>
                <c:pt idx="2176">
                  <c:v>46.691337296676913</c:v>
                </c:pt>
                <c:pt idx="2177">
                  <c:v>46.691335574934669</c:v>
                </c:pt>
                <c:pt idx="2178">
                  <c:v>46.691295564249117</c:v>
                </c:pt>
                <c:pt idx="2179">
                  <c:v>46.691365529087435</c:v>
                </c:pt>
                <c:pt idx="2180">
                  <c:v>46.692025520334433</c:v>
                </c:pt>
                <c:pt idx="2181">
                  <c:v>46.692159754477146</c:v>
                </c:pt>
                <c:pt idx="2182">
                  <c:v>46.692170856184248</c:v>
                </c:pt>
                <c:pt idx="2183">
                  <c:v>46.692290090304425</c:v>
                </c:pt>
                <c:pt idx="2184">
                  <c:v>46.692472231305629</c:v>
                </c:pt>
                <c:pt idx="2185">
                  <c:v>46.694485192581261</c:v>
                </c:pt>
                <c:pt idx="2186">
                  <c:v>46.694873262660558</c:v>
                </c:pt>
                <c:pt idx="2187">
                  <c:v>46.69490815543017</c:v>
                </c:pt>
                <c:pt idx="2188">
                  <c:v>46.695270574005463</c:v>
                </c:pt>
                <c:pt idx="2189">
                  <c:v>46.694794951500043</c:v>
                </c:pt>
                <c:pt idx="2190">
                  <c:v>46.689458671716146</c:v>
                </c:pt>
                <c:pt idx="2191">
                  <c:v>46.688377004500062</c:v>
                </c:pt>
                <c:pt idx="2192">
                  <c:v>46.688312230493032</c:v>
                </c:pt>
                <c:pt idx="2193">
                  <c:v>46.687323733861831</c:v>
                </c:pt>
                <c:pt idx="2194">
                  <c:v>46.687401338730034</c:v>
                </c:pt>
                <c:pt idx="2195">
                  <c:v>46.688296138841487</c:v>
                </c:pt>
                <c:pt idx="2196">
                  <c:v>46.68847347935997</c:v>
                </c:pt>
                <c:pt idx="2197">
                  <c:v>46.688481513879857</c:v>
                </c:pt>
                <c:pt idx="2198">
                  <c:v>46.688648709672293</c:v>
                </c:pt>
                <c:pt idx="2199">
                  <c:v>46.688628401885644</c:v>
                </c:pt>
                <c:pt idx="2200">
                  <c:v>46.688401332389944</c:v>
                </c:pt>
                <c:pt idx="2201">
                  <c:v>46.688358828209076</c:v>
                </c:pt>
                <c:pt idx="2202">
                  <c:v>46.688355653473543</c:v>
                </c:pt>
                <c:pt idx="2203">
                  <c:v>46.688315126880809</c:v>
                </c:pt>
                <c:pt idx="2204">
                  <c:v>46.68856340260691</c:v>
                </c:pt>
                <c:pt idx="2205">
                  <c:v>46.691125886256401</c:v>
                </c:pt>
                <c:pt idx="2206">
                  <c:v>46.691528798056147</c:v>
                </c:pt>
                <c:pt idx="2207">
                  <c:v>46.6915489872558</c:v>
                </c:pt>
                <c:pt idx="2208">
                  <c:v>46.691959620402372</c:v>
                </c:pt>
                <c:pt idx="2209">
                  <c:v>46.6920241939915</c:v>
                </c:pt>
                <c:pt idx="2210">
                  <c:v>46.692688094232118</c:v>
                </c:pt>
                <c:pt idx="2211">
                  <c:v>46.692841804256062</c:v>
                </c:pt>
                <c:pt idx="2212">
                  <c:v>46.692858241518685</c:v>
                </c:pt>
                <c:pt idx="2213">
                  <c:v>46.692954149040645</c:v>
                </c:pt>
                <c:pt idx="2214">
                  <c:v>46.693123089786411</c:v>
                </c:pt>
                <c:pt idx="2215">
                  <c:v>46.694896810003641</c:v>
                </c:pt>
                <c:pt idx="2216">
                  <c:v>46.695260181331356</c:v>
                </c:pt>
                <c:pt idx="2217">
                  <c:v>46.695301058894266</c:v>
                </c:pt>
                <c:pt idx="2218">
                  <c:v>46.695601048188337</c:v>
                </c:pt>
                <c:pt idx="2219">
                  <c:v>46.695843160176885</c:v>
                </c:pt>
                <c:pt idx="2220">
                  <c:v>46.698278257495659</c:v>
                </c:pt>
                <c:pt idx="2221">
                  <c:v>46.698787285940782</c:v>
                </c:pt>
                <c:pt idx="2222">
                  <c:v>46.698859805242463</c:v>
                </c:pt>
                <c:pt idx="2223">
                  <c:v>46.699245645598069</c:v>
                </c:pt>
                <c:pt idx="2224">
                  <c:v>46.699136810488184</c:v>
                </c:pt>
                <c:pt idx="2225">
                  <c:v>46.69803961242777</c:v>
                </c:pt>
                <c:pt idx="2226">
                  <c:v>46.697804882859593</c:v>
                </c:pt>
                <c:pt idx="2227">
                  <c:v>46.69776865630854</c:v>
                </c:pt>
                <c:pt idx="2228">
                  <c:v>46.697590137676627</c:v>
                </c:pt>
                <c:pt idx="2229">
                  <c:v>46.697568898648818</c:v>
                </c:pt>
                <c:pt idx="2230">
                  <c:v>46.697347154320639</c:v>
                </c:pt>
                <c:pt idx="2231">
                  <c:v>46.697300050966419</c:v>
                </c:pt>
                <c:pt idx="2232">
                  <c:v>46.697295014224082</c:v>
                </c:pt>
                <c:pt idx="2233">
                  <c:v>46.697256543217577</c:v>
                </c:pt>
                <c:pt idx="2234">
                  <c:v>46.697424162704451</c:v>
                </c:pt>
                <c:pt idx="2235">
                  <c:v>46.699204720103253</c:v>
                </c:pt>
                <c:pt idx="2236">
                  <c:v>46.699560940794093</c:v>
                </c:pt>
                <c:pt idx="2237">
                  <c:v>46.69960301660489</c:v>
                </c:pt>
                <c:pt idx="2238">
                  <c:v>46.699906604677665</c:v>
                </c:pt>
                <c:pt idx="2239">
                  <c:v>46.700024420415126</c:v>
                </c:pt>
                <c:pt idx="2240">
                  <c:v>46.701366789463435</c:v>
                </c:pt>
                <c:pt idx="2241">
                  <c:v>46.701639148000233</c:v>
                </c:pt>
                <c:pt idx="2242">
                  <c:v>46.701674523241302</c:v>
                </c:pt>
                <c:pt idx="2243">
                  <c:v>46.701895727704255</c:v>
                </c:pt>
                <c:pt idx="2244">
                  <c:v>46.701942127922216</c:v>
                </c:pt>
                <c:pt idx="2245">
                  <c:v>46.70238353011564</c:v>
                </c:pt>
                <c:pt idx="2246">
                  <c:v>46.70246887683129</c:v>
                </c:pt>
                <c:pt idx="2247">
                  <c:v>46.702479423373099</c:v>
                </c:pt>
                <c:pt idx="2248">
                  <c:v>46.702556693646102</c:v>
                </c:pt>
                <c:pt idx="2249">
                  <c:v>46.702516449809778</c:v>
                </c:pt>
                <c:pt idx="2250">
                  <c:v>46.702072155127972</c:v>
                </c:pt>
                <c:pt idx="2251">
                  <c:v>46.701979347770454</c:v>
                </c:pt>
                <c:pt idx="2252">
                  <c:v>46.701972345128283</c:v>
                </c:pt>
                <c:pt idx="2253">
                  <c:v>46.701895727704255</c:v>
                </c:pt>
                <c:pt idx="2254">
                  <c:v>46.701741654575372</c:v>
                </c:pt>
                <c:pt idx="2255">
                  <c:v>46.70018734970138</c:v>
                </c:pt>
                <c:pt idx="2256">
                  <c:v>46.699884419836629</c:v>
                </c:pt>
                <c:pt idx="2257">
                  <c:v>46.699850649394172</c:v>
                </c:pt>
                <c:pt idx="2258">
                  <c:v>46.699576124923965</c:v>
                </c:pt>
                <c:pt idx="2259">
                  <c:v>46.699619823769183</c:v>
                </c:pt>
                <c:pt idx="2260">
                  <c:v>46.700062647308705</c:v>
                </c:pt>
                <c:pt idx="2261">
                  <c:v>46.700154399927676</c:v>
                </c:pt>
                <c:pt idx="2262">
                  <c:v>46.700162823984279</c:v>
                </c:pt>
                <c:pt idx="2263">
                  <c:v>46.700237084859168</c:v>
                </c:pt>
                <c:pt idx="2264">
                  <c:v>46.700172072182653</c:v>
                </c:pt>
                <c:pt idx="2265">
                  <c:v>46.699506702537967</c:v>
                </c:pt>
                <c:pt idx="2266">
                  <c:v>46.699369419678945</c:v>
                </c:pt>
                <c:pt idx="2267">
                  <c:v>46.699358648268316</c:v>
                </c:pt>
                <c:pt idx="2268">
                  <c:v>46.699245645598069</c:v>
                </c:pt>
                <c:pt idx="2269">
                  <c:v>46.699520471680607</c:v>
                </c:pt>
                <c:pt idx="2270">
                  <c:v>46.702404315376043</c:v>
                </c:pt>
                <c:pt idx="2271">
                  <c:v>46.703015482812326</c:v>
                </c:pt>
                <c:pt idx="2272">
                  <c:v>46.703081869932575</c:v>
                </c:pt>
                <c:pt idx="2273">
                  <c:v>46.703551263549286</c:v>
                </c:pt>
                <c:pt idx="2274">
                  <c:v>46.703634790380519</c:v>
                </c:pt>
                <c:pt idx="2275">
                  <c:v>46.704526991737318</c:v>
                </c:pt>
                <c:pt idx="2276">
                  <c:v>46.704706935699789</c:v>
                </c:pt>
                <c:pt idx="2277">
                  <c:v>46.704730249092641</c:v>
                </c:pt>
                <c:pt idx="2278">
                  <c:v>46.704876323519386</c:v>
                </c:pt>
                <c:pt idx="2279">
                  <c:v>46.705193044492518</c:v>
                </c:pt>
                <c:pt idx="2280">
                  <c:v>46.70854659102222</c:v>
                </c:pt>
                <c:pt idx="2281">
                  <c:v>46.70921066966001</c:v>
                </c:pt>
                <c:pt idx="2282">
                  <c:v>46.709316792919353</c:v>
                </c:pt>
                <c:pt idx="2283">
                  <c:v>46.709843021339623</c:v>
                </c:pt>
                <c:pt idx="2284">
                  <c:v>46.709843021339623</c:v>
                </c:pt>
                <c:pt idx="2285">
                  <c:v>46.709843021339623</c:v>
                </c:pt>
                <c:pt idx="2286">
                  <c:v>46.709843021339623</c:v>
                </c:pt>
                <c:pt idx="2287">
                  <c:v>46.709843021339623</c:v>
                </c:pt>
                <c:pt idx="2288">
                  <c:v>46.709843021339623</c:v>
                </c:pt>
                <c:pt idx="2289">
                  <c:v>46.709703104222271</c:v>
                </c:pt>
                <c:pt idx="2290">
                  <c:v>46.708144661474051</c:v>
                </c:pt>
                <c:pt idx="2291">
                  <c:v>46.707823078663594</c:v>
                </c:pt>
                <c:pt idx="2292">
                  <c:v>46.70778135804089</c:v>
                </c:pt>
                <c:pt idx="2293">
                  <c:v>46.707523346284745</c:v>
                </c:pt>
                <c:pt idx="2294">
                  <c:v>46.707712165743423</c:v>
                </c:pt>
                <c:pt idx="2295">
                  <c:v>46.709685470194124</c:v>
                </c:pt>
                <c:pt idx="2296">
                  <c:v>46.710105262171773</c:v>
                </c:pt>
                <c:pt idx="2297">
                  <c:v>46.710155952001152</c:v>
                </c:pt>
                <c:pt idx="2298">
                  <c:v>46.710504007882037</c:v>
                </c:pt>
                <c:pt idx="2299">
                  <c:v>46.710030665164936</c:v>
                </c:pt>
                <c:pt idx="2300">
                  <c:v>46.705012523538535</c:v>
                </c:pt>
                <c:pt idx="2301">
                  <c:v>46.703944211018261</c:v>
                </c:pt>
                <c:pt idx="2302">
                  <c:v>46.703806931279054</c:v>
                </c:pt>
                <c:pt idx="2303">
                  <c:v>46.702887177259072</c:v>
                </c:pt>
                <c:pt idx="2304">
                  <c:v>46.703035119002692</c:v>
                </c:pt>
                <c:pt idx="2305">
                  <c:v>46.704836274949379</c:v>
                </c:pt>
                <c:pt idx="2306">
                  <c:v>46.705210138840535</c:v>
                </c:pt>
                <c:pt idx="2307">
                  <c:v>46.705222935712086</c:v>
                </c:pt>
                <c:pt idx="2308">
                  <c:v>46.705537297183696</c:v>
                </c:pt>
                <c:pt idx="2309">
                  <c:v>46.705537297183696</c:v>
                </c:pt>
                <c:pt idx="2310">
                  <c:v>46.705537297183696</c:v>
                </c:pt>
                <c:pt idx="2311">
                  <c:v>46.705537297183696</c:v>
                </c:pt>
                <c:pt idx="2312">
                  <c:v>46.705537297183696</c:v>
                </c:pt>
                <c:pt idx="2313">
                  <c:v>46.705537297183696</c:v>
                </c:pt>
                <c:pt idx="2314">
                  <c:v>46.705156366154363</c:v>
                </c:pt>
                <c:pt idx="2315">
                  <c:v>46.701145387123979</c:v>
                </c:pt>
                <c:pt idx="2316">
                  <c:v>46.700317341636428</c:v>
                </c:pt>
                <c:pt idx="2317">
                  <c:v>46.700259202724133</c:v>
                </c:pt>
                <c:pt idx="2318">
                  <c:v>46.699576124923965</c:v>
                </c:pt>
                <c:pt idx="2319">
                  <c:v>46.69966095149168</c:v>
                </c:pt>
                <c:pt idx="2320">
                  <c:v>46.700610943371423</c:v>
                </c:pt>
                <c:pt idx="2321">
                  <c:v>46.700747971476609</c:v>
                </c:pt>
                <c:pt idx="2322">
                  <c:v>46.700750354656172</c:v>
                </c:pt>
                <c:pt idx="2323">
                  <c:v>46.700901164253366</c:v>
                </c:pt>
                <c:pt idx="2324">
                  <c:v>46.701110126836433</c:v>
                </c:pt>
                <c:pt idx="2325">
                  <c:v>46.703314983972653</c:v>
                </c:pt>
                <c:pt idx="2326">
                  <c:v>46.703810724596195</c:v>
                </c:pt>
                <c:pt idx="2327">
                  <c:v>46.703834284524994</c:v>
                </c:pt>
                <c:pt idx="2328">
                  <c:v>46.704212233779913</c:v>
                </c:pt>
                <c:pt idx="2329">
                  <c:v>46.703870627880633</c:v>
                </c:pt>
                <c:pt idx="2330">
                  <c:v>46.700338820319736</c:v>
                </c:pt>
                <c:pt idx="2331">
                  <c:v>46.699549496299213</c:v>
                </c:pt>
                <c:pt idx="2332">
                  <c:v>46.699488673260355</c:v>
                </c:pt>
                <c:pt idx="2333">
                  <c:v>46.698915166699862</c:v>
                </c:pt>
                <c:pt idx="2334">
                  <c:v>46.698464347949511</c:v>
                </c:pt>
                <c:pt idx="2335">
                  <c:v>46.693835873214127</c:v>
                </c:pt>
                <c:pt idx="2336">
                  <c:v>46.692813350262817</c:v>
                </c:pt>
                <c:pt idx="2337">
                  <c:v>46.692719595668251</c:v>
                </c:pt>
                <c:pt idx="2338">
                  <c:v>46.691959620402372</c:v>
                </c:pt>
                <c:pt idx="2339">
                  <c:v>46.691591014823516</c:v>
                </c:pt>
                <c:pt idx="2340">
                  <c:v>46.687874057374479</c:v>
                </c:pt>
                <c:pt idx="2341">
                  <c:v>46.687032676061811</c:v>
                </c:pt>
                <c:pt idx="2342">
                  <c:v>46.686970815014213</c:v>
                </c:pt>
                <c:pt idx="2343">
                  <c:v>46.686329227113333</c:v>
                </c:pt>
                <c:pt idx="2344">
                  <c:v>46.686031366421425</c:v>
                </c:pt>
                <c:pt idx="2345">
                  <c:v>46.682716761712577</c:v>
                </c:pt>
                <c:pt idx="2346">
                  <c:v>46.681954878782975</c:v>
                </c:pt>
                <c:pt idx="2347">
                  <c:v>46.6819120327606</c:v>
                </c:pt>
                <c:pt idx="2348">
                  <c:v>46.681362986332829</c:v>
                </c:pt>
                <c:pt idx="2349">
                  <c:v>46.681233008136203</c:v>
                </c:pt>
                <c:pt idx="2350">
                  <c:v>46.67990901490807</c:v>
                </c:pt>
                <c:pt idx="2351">
                  <c:v>46.679626734495216</c:v>
                </c:pt>
                <c:pt idx="2352">
                  <c:v>46.679608146158223</c:v>
                </c:pt>
                <c:pt idx="2353">
                  <c:v>46.679374022990203</c:v>
                </c:pt>
                <c:pt idx="2354">
                  <c:v>46.678920544697696</c:v>
                </c:pt>
                <c:pt idx="2355">
                  <c:v>46.673869415716723</c:v>
                </c:pt>
                <c:pt idx="2356">
                  <c:v>46.672734328287575</c:v>
                </c:pt>
                <c:pt idx="2357">
                  <c:v>46.672665091223543</c:v>
                </c:pt>
                <c:pt idx="2358">
                  <c:v>46.671758119482547</c:v>
                </c:pt>
                <c:pt idx="2359">
                  <c:v>46.67142566459318</c:v>
                </c:pt>
                <c:pt idx="2360">
                  <c:v>46.66769615908354</c:v>
                </c:pt>
                <c:pt idx="2361">
                  <c:v>46.666857615869965</c:v>
                </c:pt>
                <c:pt idx="2362">
                  <c:v>46.666808949871019</c:v>
                </c:pt>
                <c:pt idx="2363">
                  <c:v>46.666131287229689</c:v>
                </c:pt>
                <c:pt idx="2364">
                  <c:v>46.665916781981636</c:v>
                </c:pt>
                <c:pt idx="2365">
                  <c:v>46.66346697910857</c:v>
                </c:pt>
                <c:pt idx="2366">
                  <c:v>46.662947124444976</c:v>
                </c:pt>
                <c:pt idx="2367">
                  <c:v>46.662938220354548</c:v>
                </c:pt>
                <c:pt idx="2368">
                  <c:v>46.662487160784337</c:v>
                </c:pt>
                <c:pt idx="2369">
                  <c:v>46.662465563366027</c:v>
                </c:pt>
                <c:pt idx="2370">
                  <c:v>46.662245840573817</c:v>
                </c:pt>
                <c:pt idx="2371">
                  <c:v>46.662197749121681</c:v>
                </c:pt>
                <c:pt idx="2372">
                  <c:v>46.662156729289507</c:v>
                </c:pt>
                <c:pt idx="2373">
                  <c:v>46.661817286004393</c:v>
                </c:pt>
                <c:pt idx="2374">
                  <c:v>46.661563624639989</c:v>
                </c:pt>
                <c:pt idx="2375">
                  <c:v>46.658304002957841</c:v>
                </c:pt>
                <c:pt idx="2376">
                  <c:v>46.657552024290631</c:v>
                </c:pt>
                <c:pt idx="2377">
                  <c:v>46.657506512135392</c:v>
                </c:pt>
                <c:pt idx="2378">
                  <c:v>46.656857414245565</c:v>
                </c:pt>
                <c:pt idx="2379">
                  <c:v>46.656836944393568</c:v>
                </c:pt>
                <c:pt idx="2380">
                  <c:v>46.656616676992968</c:v>
                </c:pt>
                <c:pt idx="2381">
                  <c:v>46.656567051770821</c:v>
                </c:pt>
                <c:pt idx="2382">
                  <c:v>46.656566722163241</c:v>
                </c:pt>
                <c:pt idx="2383">
                  <c:v>46.656526989980534</c:v>
                </c:pt>
                <c:pt idx="2384">
                  <c:v>46.656484560690515</c:v>
                </c:pt>
                <c:pt idx="2385">
                  <c:v>46.656045553866775</c:v>
                </c:pt>
                <c:pt idx="2386">
                  <c:v>46.655947093834193</c:v>
                </c:pt>
                <c:pt idx="2387">
                  <c:v>46.655946224964183</c:v>
                </c:pt>
                <c:pt idx="2388">
                  <c:v>46.65586614272263</c:v>
                </c:pt>
                <c:pt idx="2389">
                  <c:v>46.655711929202027</c:v>
                </c:pt>
                <c:pt idx="2390">
                  <c:v>46.654161699681353</c:v>
                </c:pt>
                <c:pt idx="2391">
                  <c:v>46.653825656838805</c:v>
                </c:pt>
                <c:pt idx="2392">
                  <c:v>46.653815084364659</c:v>
                </c:pt>
                <c:pt idx="2393">
                  <c:v>46.65354695633124</c:v>
                </c:pt>
                <c:pt idx="2394">
                  <c:v>46.653417367732011</c:v>
                </c:pt>
                <c:pt idx="2395">
                  <c:v>46.652078414016522</c:v>
                </c:pt>
                <c:pt idx="2396">
                  <c:v>46.65179732180065</c:v>
                </c:pt>
                <c:pt idx="2397">
                  <c:v>46.65178922559425</c:v>
                </c:pt>
                <c:pt idx="2398">
                  <c:v>46.651561325434557</c:v>
                </c:pt>
                <c:pt idx="2399">
                  <c:v>46.651736119961186</c:v>
                </c:pt>
                <c:pt idx="2400">
                  <c:v>46.653508144030283</c:v>
                </c:pt>
                <c:pt idx="2401">
                  <c:v>46.653890383739544</c:v>
                </c:pt>
                <c:pt idx="2402">
                  <c:v>46.653898809340589</c:v>
                </c:pt>
                <c:pt idx="2403">
                  <c:v>46.654210914817725</c:v>
                </c:pt>
                <c:pt idx="2404">
                  <c:v>46.653932924719463</c:v>
                </c:pt>
                <c:pt idx="2405">
                  <c:v>46.650803181880939</c:v>
                </c:pt>
                <c:pt idx="2406">
                  <c:v>46.650132513658725</c:v>
                </c:pt>
                <c:pt idx="2407">
                  <c:v>46.650105047566996</c:v>
                </c:pt>
                <c:pt idx="2408">
                  <c:v>46.649572592713582</c:v>
                </c:pt>
                <c:pt idx="2409">
                  <c:v>46.649635927827703</c:v>
                </c:pt>
                <c:pt idx="2410">
                  <c:v>46.650304971793737</c:v>
                </c:pt>
                <c:pt idx="2411">
                  <c:v>46.650444997758846</c:v>
                </c:pt>
                <c:pt idx="2412">
                  <c:v>46.650452173834736</c:v>
                </c:pt>
                <c:pt idx="2413">
                  <c:v>46.650566957156002</c:v>
                </c:pt>
                <c:pt idx="2414">
                  <c:v>46.650338649732696</c:v>
                </c:pt>
                <c:pt idx="2415">
                  <c:v>46.647907345646686</c:v>
                </c:pt>
                <c:pt idx="2416">
                  <c:v>46.647373539598156</c:v>
                </c:pt>
                <c:pt idx="2417">
                  <c:v>46.64735513169169</c:v>
                </c:pt>
                <c:pt idx="2418">
                  <c:v>46.646926168102311</c:v>
                </c:pt>
                <c:pt idx="2419">
                  <c:v>46.647569083579754</c:v>
                </c:pt>
                <c:pt idx="2420">
                  <c:v>46.654244314657589</c:v>
                </c:pt>
                <c:pt idx="2421">
                  <c:v>46.655635995753094</c:v>
                </c:pt>
                <c:pt idx="2422">
                  <c:v>46.655698945088183</c:v>
                </c:pt>
                <c:pt idx="2423">
                  <c:v>46.656857414245565</c:v>
                </c:pt>
                <c:pt idx="2424">
                  <c:v>46.657074750217099</c:v>
                </c:pt>
                <c:pt idx="2425">
                  <c:v>46.659285346537082</c:v>
                </c:pt>
                <c:pt idx="2426">
                  <c:v>46.659739191585452</c:v>
                </c:pt>
                <c:pt idx="2427">
                  <c:v>46.65977335164547</c:v>
                </c:pt>
                <c:pt idx="2428">
                  <c:v>46.660171031983339</c:v>
                </c:pt>
                <c:pt idx="2429">
                  <c:v>46.66025500110019</c:v>
                </c:pt>
                <c:pt idx="2430">
                  <c:v>46.661144582068026</c:v>
                </c:pt>
                <c:pt idx="2431">
                  <c:v>46.661322022932382</c:v>
                </c:pt>
                <c:pt idx="2432">
                  <c:v>46.661330096069861</c:v>
                </c:pt>
                <c:pt idx="2433">
                  <c:v>46.661492750305342</c:v>
                </c:pt>
                <c:pt idx="2434">
                  <c:v>46.661422828853595</c:v>
                </c:pt>
                <c:pt idx="2435">
                  <c:v>46.660763906158053</c:v>
                </c:pt>
                <c:pt idx="2436">
                  <c:v>46.660624176112925</c:v>
                </c:pt>
                <c:pt idx="2437">
                  <c:v>46.660623087064423</c:v>
                </c:pt>
                <c:pt idx="2438">
                  <c:v>46.660501460927151</c:v>
                </c:pt>
                <c:pt idx="2439">
                  <c:v>46.66033723811254</c:v>
                </c:pt>
                <c:pt idx="2440">
                  <c:v>46.658554786682977</c:v>
                </c:pt>
                <c:pt idx="2441">
                  <c:v>46.658181613858297</c:v>
                </c:pt>
                <c:pt idx="2442">
                  <c:v>46.658177661812665</c:v>
                </c:pt>
                <c:pt idx="2443">
                  <c:v>46.657851806809617</c:v>
                </c:pt>
                <c:pt idx="2444">
                  <c:v>46.657911102504819</c:v>
                </c:pt>
                <c:pt idx="2445">
                  <c:v>46.658583616713472</c:v>
                </c:pt>
                <c:pt idx="2446">
                  <c:v>46.658724807300302</c:v>
                </c:pt>
                <c:pt idx="2447">
                  <c:v>46.658727671766989</c:v>
                </c:pt>
                <c:pt idx="2448">
                  <c:v>46.658846203215489</c:v>
                </c:pt>
                <c:pt idx="2449">
                  <c:v>46.658929971867359</c:v>
                </c:pt>
                <c:pt idx="2450">
                  <c:v>46.65982224513612</c:v>
                </c:pt>
                <c:pt idx="2451">
                  <c:v>46.660006625816791</c:v>
                </c:pt>
                <c:pt idx="2452">
                  <c:v>46.660008591389747</c:v>
                </c:pt>
                <c:pt idx="2453">
                  <c:v>46.660171031983339</c:v>
                </c:pt>
                <c:pt idx="2454">
                  <c:v>46.660030698314898</c:v>
                </c:pt>
                <c:pt idx="2455">
                  <c:v>46.658475419414195</c:v>
                </c:pt>
                <c:pt idx="2456">
                  <c:v>46.658137461896182</c:v>
                </c:pt>
                <c:pt idx="2457">
                  <c:v>46.658130371240915</c:v>
                </c:pt>
                <c:pt idx="2458">
                  <c:v>46.657851806809617</c:v>
                </c:pt>
                <c:pt idx="2459">
                  <c:v>46.658204328721048</c:v>
                </c:pt>
                <c:pt idx="2460">
                  <c:v>46.662226752770771</c:v>
                </c:pt>
                <c:pt idx="2461">
                  <c:v>46.6630945364711</c:v>
                </c:pt>
                <c:pt idx="2462">
                  <c:v>46.663102543704547</c:v>
                </c:pt>
                <c:pt idx="2463">
                  <c:v>46.663812008306081</c:v>
                </c:pt>
                <c:pt idx="2464">
                  <c:v>46.663580861750624</c:v>
                </c:pt>
                <c:pt idx="2465">
                  <c:v>46.661135521041281</c:v>
                </c:pt>
                <c:pt idx="2466">
                  <c:v>46.660622163339568</c:v>
                </c:pt>
                <c:pt idx="2467">
                  <c:v>46.660590307409137</c:v>
                </c:pt>
                <c:pt idx="2468">
                  <c:v>46.660171031983339</c:v>
                </c:pt>
                <c:pt idx="2469">
                  <c:v>46.660107728360892</c:v>
                </c:pt>
                <c:pt idx="2470">
                  <c:v>46.659442427581737</c:v>
                </c:pt>
                <c:pt idx="2471">
                  <c:v>46.65930013020396</c:v>
                </c:pt>
                <c:pt idx="2472">
                  <c:v>46.659287514037203</c:v>
                </c:pt>
                <c:pt idx="2473">
                  <c:v>46.659176630457921</c:v>
                </c:pt>
                <c:pt idx="2474">
                  <c:v>46.659549864279477</c:v>
                </c:pt>
                <c:pt idx="2475">
                  <c:v>46.663331569349154</c:v>
                </c:pt>
                <c:pt idx="2476">
                  <c:v>46.664092038549747</c:v>
                </c:pt>
                <c:pt idx="2477">
                  <c:v>46.664141069254214</c:v>
                </c:pt>
                <c:pt idx="2478">
                  <c:v>46.664806427754854</c:v>
                </c:pt>
                <c:pt idx="2479">
                  <c:v>46.664617808408948</c:v>
                </c:pt>
                <c:pt idx="2480">
                  <c:v>46.662854666462877</c:v>
                </c:pt>
                <c:pt idx="2481">
                  <c:v>46.662479210883873</c:v>
                </c:pt>
                <c:pt idx="2482">
                  <c:v>46.662476243189346</c:v>
                </c:pt>
                <c:pt idx="2483">
                  <c:v>46.662156729289507</c:v>
                </c:pt>
                <c:pt idx="2484">
                  <c:v>46.661842831150253</c:v>
                </c:pt>
                <c:pt idx="2485">
                  <c:v>46.659223041146909</c:v>
                </c:pt>
                <c:pt idx="2486">
                  <c:v>46.658679622333487</c:v>
                </c:pt>
                <c:pt idx="2487">
                  <c:v>46.658659843809993</c:v>
                </c:pt>
                <c:pt idx="2488">
                  <c:v>46.658182232775289</c:v>
                </c:pt>
                <c:pt idx="2489">
                  <c:v>46.658323289405487</c:v>
                </c:pt>
                <c:pt idx="2490">
                  <c:v>46.659639376145613</c:v>
                </c:pt>
                <c:pt idx="2491">
                  <c:v>46.659926214238567</c:v>
                </c:pt>
                <c:pt idx="2492">
                  <c:v>46.659927764012266</c:v>
                </c:pt>
                <c:pt idx="2493">
                  <c:v>46.660171031983339</c:v>
                </c:pt>
                <c:pt idx="2494">
                  <c:v>46.660474070278227</c:v>
                </c:pt>
                <c:pt idx="2495">
                  <c:v>46.663330001235799</c:v>
                </c:pt>
                <c:pt idx="2496">
                  <c:v>46.6639326913727</c:v>
                </c:pt>
                <c:pt idx="2497">
                  <c:v>46.663934217964155</c:v>
                </c:pt>
                <c:pt idx="2498">
                  <c:v>46.664472875974923</c:v>
                </c:pt>
                <c:pt idx="2499">
                  <c:v>46.664701162379764</c:v>
                </c:pt>
                <c:pt idx="2500">
                  <c:v>46.667152182619283</c:v>
                </c:pt>
                <c:pt idx="2501">
                  <c:v>46.667664185894644</c:v>
                </c:pt>
                <c:pt idx="2502">
                  <c:v>46.667671384196787</c:v>
                </c:pt>
                <c:pt idx="2503">
                  <c:v>46.668117030575615</c:v>
                </c:pt>
                <c:pt idx="2504">
                  <c:v>46.668464778320569</c:v>
                </c:pt>
                <c:pt idx="2505">
                  <c:v>46.671766271992773</c:v>
                </c:pt>
                <c:pt idx="2506">
                  <c:v>46.672491107647694</c:v>
                </c:pt>
                <c:pt idx="2507">
                  <c:v>46.67249315934486</c:v>
                </c:pt>
                <c:pt idx="2508">
                  <c:v>46.673083014818189</c:v>
                </c:pt>
                <c:pt idx="2509">
                  <c:v>46.673221809259147</c:v>
                </c:pt>
                <c:pt idx="2510">
                  <c:v>46.67453519230417</c:v>
                </c:pt>
                <c:pt idx="2511">
                  <c:v>46.674823848627902</c:v>
                </c:pt>
                <c:pt idx="2512">
                  <c:v>46.674825343224192</c:v>
                </c:pt>
                <c:pt idx="2513">
                  <c:v>46.675071929363924</c:v>
                </c:pt>
                <c:pt idx="2514">
                  <c:v>46.675051885710076</c:v>
                </c:pt>
                <c:pt idx="2515">
                  <c:v>46.674827501179742</c:v>
                </c:pt>
                <c:pt idx="2516">
                  <c:v>46.674779553380475</c:v>
                </c:pt>
                <c:pt idx="2517">
                  <c:v>46.67477922421326</c:v>
                </c:pt>
                <c:pt idx="2518">
                  <c:v>46.674738364249606</c:v>
                </c:pt>
                <c:pt idx="2519">
                  <c:v>46.674981604764461</c:v>
                </c:pt>
                <c:pt idx="2520">
                  <c:v>46.677422612640932</c:v>
                </c:pt>
                <c:pt idx="2521">
                  <c:v>46.677922068090993</c:v>
                </c:pt>
                <c:pt idx="2522">
                  <c:v>46.677958551227213</c:v>
                </c:pt>
                <c:pt idx="2523">
                  <c:v>46.67838266458034</c:v>
                </c:pt>
                <c:pt idx="2524">
                  <c:v>46.678066096491186</c:v>
                </c:pt>
                <c:pt idx="2525">
                  <c:v>46.674748563736387</c:v>
                </c:pt>
                <c:pt idx="2526">
                  <c:v>46.674016164165586</c:v>
                </c:pt>
                <c:pt idx="2527">
                  <c:v>46.674000086316603</c:v>
                </c:pt>
                <c:pt idx="2528">
                  <c:v>46.673413460367613</c:v>
                </c:pt>
                <c:pt idx="2529">
                  <c:v>46.673713174634656</c:v>
                </c:pt>
                <c:pt idx="2530">
                  <c:v>46.676842488838027</c:v>
                </c:pt>
                <c:pt idx="2531">
                  <c:v>46.677492562934013</c:v>
                </c:pt>
                <c:pt idx="2532">
                  <c:v>46.677518776951615</c:v>
                </c:pt>
                <c:pt idx="2533">
                  <c:v>46.678052212628984</c:v>
                </c:pt>
                <c:pt idx="2534">
                  <c:v>46.678480415176431</c:v>
                </c:pt>
                <c:pt idx="2535">
                  <c:v>46.681950845774999</c:v>
                </c:pt>
                <c:pt idx="2536">
                  <c:v>46.68274221944823</c:v>
                </c:pt>
                <c:pt idx="2537">
                  <c:v>46.682770851009892</c:v>
                </c:pt>
                <c:pt idx="2538">
                  <c:v>46.683348847581783</c:v>
                </c:pt>
                <c:pt idx="2539">
                  <c:v>46.683136730520339</c:v>
                </c:pt>
                <c:pt idx="2540">
                  <c:v>46.680900383028806</c:v>
                </c:pt>
                <c:pt idx="2541">
                  <c:v>46.680463164270058</c:v>
                </c:pt>
                <c:pt idx="2542">
                  <c:v>46.680448403270965</c:v>
                </c:pt>
                <c:pt idx="2543">
                  <c:v>46.680038048220354</c:v>
                </c:pt>
                <c:pt idx="2544">
                  <c:v>46.67999065453737</c:v>
                </c:pt>
                <c:pt idx="2545">
                  <c:v>46.679550071121568</c:v>
                </c:pt>
                <c:pt idx="2546">
                  <c:v>46.679459569187038</c:v>
                </c:pt>
                <c:pt idx="2547">
                  <c:v>46.679453653243108</c:v>
                </c:pt>
                <c:pt idx="2548">
                  <c:v>46.679374022990203</c:v>
                </c:pt>
                <c:pt idx="2549">
                  <c:v>46.679635520016461</c:v>
                </c:pt>
                <c:pt idx="2550">
                  <c:v>46.682289942349236</c:v>
                </c:pt>
                <c:pt idx="2551">
                  <c:v>46.682836442005247</c:v>
                </c:pt>
                <c:pt idx="2552">
                  <c:v>46.682845273827688</c:v>
                </c:pt>
                <c:pt idx="2553">
                  <c:v>46.683348847581783</c:v>
                </c:pt>
                <c:pt idx="2554">
                  <c:v>46.682941886290251</c:v>
                </c:pt>
                <c:pt idx="2555">
                  <c:v>46.67842525281641</c:v>
                </c:pt>
                <c:pt idx="2556">
                  <c:v>46.677562784126572</c:v>
                </c:pt>
                <c:pt idx="2557">
                  <c:v>46.677560811556496</c:v>
                </c:pt>
                <c:pt idx="2558">
                  <c:v>46.67672729162939</c:v>
                </c:pt>
                <c:pt idx="2559">
                  <c:v>46.677001426575799</c:v>
                </c:pt>
                <c:pt idx="2560">
                  <c:v>46.679880784335921</c:v>
                </c:pt>
                <c:pt idx="2561">
                  <c:v>46.680492371692289</c:v>
                </c:pt>
                <c:pt idx="2562">
                  <c:v>46.680497447229257</c:v>
                </c:pt>
                <c:pt idx="2563">
                  <c:v>46.681032530538744</c:v>
                </c:pt>
                <c:pt idx="2564">
                  <c:v>46.680971244135911</c:v>
                </c:pt>
                <c:pt idx="2565">
                  <c:v>46.680304668964837</c:v>
                </c:pt>
                <c:pt idx="2566">
                  <c:v>46.680160680124288</c:v>
                </c:pt>
                <c:pt idx="2567">
                  <c:v>46.680159620148913</c:v>
                </c:pt>
                <c:pt idx="2568">
                  <c:v>46.680038048220354</c:v>
                </c:pt>
                <c:pt idx="2569">
                  <c:v>46.680150879620911</c:v>
                </c:pt>
                <c:pt idx="2570">
                  <c:v>46.681246134192854</c:v>
                </c:pt>
                <c:pt idx="2571">
                  <c:v>46.681482983618345</c:v>
                </c:pt>
                <c:pt idx="2572">
                  <c:v>46.681490007962438</c:v>
                </c:pt>
                <c:pt idx="2573">
                  <c:v>46.681693442552955</c:v>
                </c:pt>
                <c:pt idx="2574">
                  <c:v>46.681921028824846</c:v>
                </c:pt>
                <c:pt idx="2575">
                  <c:v>46.684368258496754</c:v>
                </c:pt>
                <c:pt idx="2576">
                  <c:v>46.684863828583261</c:v>
                </c:pt>
                <c:pt idx="2577">
                  <c:v>46.684888324245073</c:v>
                </c:pt>
                <c:pt idx="2578">
                  <c:v>46.685334724228767</c:v>
                </c:pt>
                <c:pt idx="2579">
                  <c:v>46.685480171364524</c:v>
                </c:pt>
                <c:pt idx="2580">
                  <c:v>46.687027431940457</c:v>
                </c:pt>
                <c:pt idx="2581">
                  <c:v>46.687358666530059</c:v>
                </c:pt>
                <c:pt idx="2582">
                  <c:v>46.687379766338978</c:v>
                </c:pt>
                <c:pt idx="2583">
                  <c:v>46.687654197774748</c:v>
                </c:pt>
                <c:pt idx="2584">
                  <c:v>46.687759035379315</c:v>
                </c:pt>
                <c:pt idx="2585">
                  <c:v>46.68886743353081</c:v>
                </c:pt>
                <c:pt idx="2586">
                  <c:v>46.689098284448129</c:v>
                </c:pt>
                <c:pt idx="2587">
                  <c:v>46.689115032920448</c:v>
                </c:pt>
                <c:pt idx="2588">
                  <c:v>46.689309641347336</c:v>
                </c:pt>
                <c:pt idx="2589">
                  <c:v>46.689368637067133</c:v>
                </c:pt>
                <c:pt idx="2590">
                  <c:v>46.690044911833773</c:v>
                </c:pt>
                <c:pt idx="2591">
                  <c:v>46.690181867039122</c:v>
                </c:pt>
                <c:pt idx="2592">
                  <c:v>46.690187332726836</c:v>
                </c:pt>
                <c:pt idx="2593">
                  <c:v>46.690304159680011</c:v>
                </c:pt>
                <c:pt idx="2594">
                  <c:v>46.690366812066401</c:v>
                </c:pt>
                <c:pt idx="2595">
                  <c:v>46.691035545842887</c:v>
                </c:pt>
                <c:pt idx="2596">
                  <c:v>46.691171469381544</c:v>
                </c:pt>
                <c:pt idx="2597">
                  <c:v>46.691172481138985</c:v>
                </c:pt>
                <c:pt idx="2598">
                  <c:v>46.691295564249117</c:v>
                </c:pt>
                <c:pt idx="2599">
                  <c:v>46.691560751611156</c:v>
                </c:pt>
                <c:pt idx="2600">
                  <c:v>46.694439120090472</c:v>
                </c:pt>
                <c:pt idx="2601">
                  <c:v>46.695049697602698</c:v>
                </c:pt>
                <c:pt idx="2602">
                  <c:v>46.695081186854317</c:v>
                </c:pt>
                <c:pt idx="2603">
                  <c:v>46.695601048188337</c:v>
                </c:pt>
                <c:pt idx="2604">
                  <c:v>46.695498197774683</c:v>
                </c:pt>
                <c:pt idx="2605">
                  <c:v>46.694390839766307</c:v>
                </c:pt>
                <c:pt idx="2606">
                  <c:v>46.69414577891316</c:v>
                </c:pt>
                <c:pt idx="2607">
                  <c:v>46.694130524903301</c:v>
                </c:pt>
                <c:pt idx="2608">
                  <c:v>46.693945563885109</c:v>
                </c:pt>
                <c:pt idx="2609">
                  <c:v>46.694033228956179</c:v>
                </c:pt>
                <c:pt idx="2610">
                  <c:v>46.694984839090473</c:v>
                </c:pt>
                <c:pt idx="2611">
                  <c:v>46.695093778901892</c:v>
                </c:pt>
                <c:pt idx="2612">
                  <c:v>46.695100090594934</c:v>
                </c:pt>
                <c:pt idx="2613">
                  <c:v>46.695270574005463</c:v>
                </c:pt>
                <c:pt idx="2614">
                  <c:v>46.695270574005463</c:v>
                </c:pt>
                <c:pt idx="2615">
                  <c:v>46.695270574005463</c:v>
                </c:pt>
                <c:pt idx="2616">
                  <c:v>46.695270574005463</c:v>
                </c:pt>
                <c:pt idx="2617">
                  <c:v>46.695270574005463</c:v>
                </c:pt>
                <c:pt idx="2618">
                  <c:v>46.695270574005463</c:v>
                </c:pt>
                <c:pt idx="2619">
                  <c:v>46.695098259247771</c:v>
                </c:pt>
                <c:pt idx="2620">
                  <c:v>46.693125019637911</c:v>
                </c:pt>
                <c:pt idx="2621">
                  <c:v>46.692680676288774</c:v>
                </c:pt>
                <c:pt idx="2622">
                  <c:v>46.692670451999639</c:v>
                </c:pt>
                <c:pt idx="2623">
                  <c:v>46.692290090304425</c:v>
                </c:pt>
                <c:pt idx="2624">
                  <c:v>46.692077617274357</c:v>
                </c:pt>
                <c:pt idx="2625">
                  <c:v>46.689909023855002</c:v>
                </c:pt>
                <c:pt idx="2626">
                  <c:v>46.689429618357352</c:v>
                </c:pt>
                <c:pt idx="2627">
                  <c:v>46.689412850353378</c:v>
                </c:pt>
                <c:pt idx="2628">
                  <c:v>46.688979175296367</c:v>
                </c:pt>
                <c:pt idx="2629">
                  <c:v>46.688486647230945</c:v>
                </c:pt>
                <c:pt idx="2630">
                  <c:v>46.682774332303019</c:v>
                </c:pt>
                <c:pt idx="2631">
                  <c:v>46.681537344237015</c:v>
                </c:pt>
                <c:pt idx="2632">
                  <c:v>46.681479227357983</c:v>
                </c:pt>
                <c:pt idx="2633">
                  <c:v>46.680368502731881</c:v>
                </c:pt>
                <c:pt idx="2634">
                  <c:v>46.679956904748806</c:v>
                </c:pt>
                <c:pt idx="2635">
                  <c:v>46.67507765109093</c:v>
                </c:pt>
                <c:pt idx="2636">
                  <c:v>46.674055712536543</c:v>
                </c:pt>
                <c:pt idx="2637">
                  <c:v>46.673958369347169</c:v>
                </c:pt>
                <c:pt idx="2638">
                  <c:v>46.673083014818189</c:v>
                </c:pt>
                <c:pt idx="2639">
                  <c:v>46.672749311555449</c:v>
                </c:pt>
                <c:pt idx="2640">
                  <c:v>46.668720541484291</c:v>
                </c:pt>
                <c:pt idx="2641">
                  <c:v>46.667856513404061</c:v>
                </c:pt>
                <c:pt idx="2642">
                  <c:v>46.667769585625059</c:v>
                </c:pt>
                <c:pt idx="2643">
                  <c:v>46.667122598315927</c:v>
                </c:pt>
                <c:pt idx="2644">
                  <c:v>46.666730273805385</c:v>
                </c:pt>
                <c:pt idx="2645">
                  <c:v>46.662721057767392</c:v>
                </c:pt>
                <c:pt idx="2646">
                  <c:v>46.661886730125822</c:v>
                </c:pt>
                <c:pt idx="2647">
                  <c:v>46.661812403113196</c:v>
                </c:pt>
                <c:pt idx="2648">
                  <c:v>46.661162320088124</c:v>
                </c:pt>
                <c:pt idx="2649">
                  <c:v>46.661076636106515</c:v>
                </c:pt>
                <c:pt idx="2650">
                  <c:v>46.660186398052531</c:v>
                </c:pt>
                <c:pt idx="2651">
                  <c:v>46.660011697031081</c:v>
                </c:pt>
                <c:pt idx="2652">
                  <c:v>46.659990549196635</c:v>
                </c:pt>
                <c:pt idx="2653">
                  <c:v>46.659837486215679</c:v>
                </c:pt>
                <c:pt idx="2654">
                  <c:v>46.659175338256695</c:v>
                </c:pt>
                <c:pt idx="2655">
                  <c:v>46.651799567537935</c:v>
                </c:pt>
                <c:pt idx="2656">
                  <c:v>46.650233571935239</c:v>
                </c:pt>
                <c:pt idx="2657">
                  <c:v>46.650163567713953</c:v>
                </c:pt>
                <c:pt idx="2658">
                  <c:v>46.64891176329337</c:v>
                </c:pt>
                <c:pt idx="2659">
                  <c:v>46.648351280665779</c:v>
                </c:pt>
                <c:pt idx="2660">
                  <c:v>46.644571347454715</c:v>
                </c:pt>
                <c:pt idx="2661">
                  <c:v>46.643727929422568</c:v>
                </c:pt>
                <c:pt idx="2662">
                  <c:v>46.643665642209662</c:v>
                </c:pt>
                <c:pt idx="2663">
                  <c:v>46.642951906526093</c:v>
                </c:pt>
                <c:pt idx="2664">
                  <c:v>46.642374656066629</c:v>
                </c:pt>
                <c:pt idx="2665">
                  <c:v>46.635546057925453</c:v>
                </c:pt>
                <c:pt idx="2666">
                  <c:v>46.634091356338573</c:v>
                </c:pt>
                <c:pt idx="2667">
                  <c:v>46.633975827508479</c:v>
                </c:pt>
                <c:pt idx="2668">
                  <c:v>46.632687684897576</c:v>
                </c:pt>
                <c:pt idx="2669">
                  <c:v>46.63239668541685</c:v>
                </c:pt>
                <c:pt idx="2670">
                  <c:v>46.628647558323742</c:v>
                </c:pt>
                <c:pt idx="2671">
                  <c:v>46.627843405549669</c:v>
                </c:pt>
                <c:pt idx="2672">
                  <c:v>46.627760331671759</c:v>
                </c:pt>
                <c:pt idx="2673">
                  <c:v>46.627058588461296</c:v>
                </c:pt>
                <c:pt idx="2674">
                  <c:v>46.626856101804186</c:v>
                </c:pt>
                <c:pt idx="2675">
                  <c:v>46.624675098004055</c:v>
                </c:pt>
                <c:pt idx="2676">
                  <c:v>46.624194527758583</c:v>
                </c:pt>
                <c:pt idx="2677">
                  <c:v>46.624136695395606</c:v>
                </c:pt>
                <c:pt idx="2678">
                  <c:v>46.623748512487282</c:v>
                </c:pt>
                <c:pt idx="2679">
                  <c:v>46.624113821927487</c:v>
                </c:pt>
                <c:pt idx="2680">
                  <c:v>46.627807990874153</c:v>
                </c:pt>
                <c:pt idx="2681">
                  <c:v>46.628598851596507</c:v>
                </c:pt>
                <c:pt idx="2682">
                  <c:v>46.62869001893899</c:v>
                </c:pt>
                <c:pt idx="2683">
                  <c:v>46.629377536947061</c:v>
                </c:pt>
                <c:pt idx="2684">
                  <c:v>46.629560809674722</c:v>
                </c:pt>
                <c:pt idx="2685">
                  <c:v>46.631292302059826</c:v>
                </c:pt>
                <c:pt idx="2686">
                  <c:v>46.631656789335835</c:v>
                </c:pt>
                <c:pt idx="2687">
                  <c:v>46.631725633911692</c:v>
                </c:pt>
                <c:pt idx="2688">
                  <c:v>46.63202689868416</c:v>
                </c:pt>
                <c:pt idx="2689">
                  <c:v>46.632413633261883</c:v>
                </c:pt>
                <c:pt idx="2690">
                  <c:v>46.636317738190435</c:v>
                </c:pt>
                <c:pt idx="2691">
                  <c:v>46.637160832659973</c:v>
                </c:pt>
                <c:pt idx="2692">
                  <c:v>46.637286317790668</c:v>
                </c:pt>
                <c:pt idx="2693">
                  <c:v>46.637986503333593</c:v>
                </c:pt>
                <c:pt idx="2694">
                  <c:v>46.63853050901993</c:v>
                </c:pt>
                <c:pt idx="2695">
                  <c:v>46.643759150563163</c:v>
                </c:pt>
                <c:pt idx="2696">
                  <c:v>46.64484992486404</c:v>
                </c:pt>
                <c:pt idx="2697">
                  <c:v>46.644970946369895</c:v>
                </c:pt>
                <c:pt idx="2698">
                  <c:v>46.645931817699193</c:v>
                </c:pt>
                <c:pt idx="2699">
                  <c:v>46.646211880629259</c:v>
                </c:pt>
                <c:pt idx="2700">
                  <c:v>46.648818058915381</c:v>
                </c:pt>
                <c:pt idx="2701">
                  <c:v>46.649381452287265</c:v>
                </c:pt>
                <c:pt idx="2702">
                  <c:v>46.649429337410943</c:v>
                </c:pt>
                <c:pt idx="2703">
                  <c:v>46.64990612518676</c:v>
                </c:pt>
                <c:pt idx="2704">
                  <c:v>46.650019012124545</c:v>
                </c:pt>
                <c:pt idx="2705">
                  <c:v>46.651115264947329</c:v>
                </c:pt>
                <c:pt idx="2706">
                  <c:v>46.651340857818546</c:v>
                </c:pt>
                <c:pt idx="2707">
                  <c:v>46.651369772147213</c:v>
                </c:pt>
                <c:pt idx="2708">
                  <c:v>46.651561325434557</c:v>
                </c:pt>
                <c:pt idx="2709">
                  <c:v>46.65200180374601</c:v>
                </c:pt>
                <c:pt idx="2710">
                  <c:v>46.656137269043533</c:v>
                </c:pt>
                <c:pt idx="2711">
                  <c:v>46.657039602147222</c:v>
                </c:pt>
                <c:pt idx="2712">
                  <c:v>46.657078559249939</c:v>
                </c:pt>
                <c:pt idx="2713">
                  <c:v>46.657851806809617</c:v>
                </c:pt>
                <c:pt idx="2714">
                  <c:v>46.658050590523771</c:v>
                </c:pt>
                <c:pt idx="2715">
                  <c:v>46.660054640561832</c:v>
                </c:pt>
                <c:pt idx="2716">
                  <c:v>46.660453967408515</c:v>
                </c:pt>
                <c:pt idx="2717">
                  <c:v>46.660468152719154</c:v>
                </c:pt>
                <c:pt idx="2718">
                  <c:v>46.660831890295469</c:v>
                </c:pt>
                <c:pt idx="2719">
                  <c:v>46.66085347492993</c:v>
                </c:pt>
                <c:pt idx="2720">
                  <c:v>46.661072729253725</c:v>
                </c:pt>
                <c:pt idx="2721">
                  <c:v>46.661117470976492</c:v>
                </c:pt>
                <c:pt idx="2722">
                  <c:v>46.661121125874573</c:v>
                </c:pt>
                <c:pt idx="2723">
                  <c:v>46.661162320088124</c:v>
                </c:pt>
                <c:pt idx="2724">
                  <c:v>46.661675140023952</c:v>
                </c:pt>
                <c:pt idx="2725">
                  <c:v>46.667167480408992</c:v>
                </c:pt>
                <c:pt idx="2726">
                  <c:v>46.668338635473269</c:v>
                </c:pt>
                <c:pt idx="2727">
                  <c:v>46.66844835412266</c:v>
                </c:pt>
                <c:pt idx="2728">
                  <c:v>46.669441907122291</c:v>
                </c:pt>
                <c:pt idx="2729">
                  <c:v>46.669865025730957</c:v>
                </c:pt>
                <c:pt idx="2730">
                  <c:v>46.674474624096696</c:v>
                </c:pt>
                <c:pt idx="2731">
                  <c:v>46.675458899231124</c:v>
                </c:pt>
                <c:pt idx="2732">
                  <c:v>46.675584202193022</c:v>
                </c:pt>
                <c:pt idx="2733">
                  <c:v>46.676393724362356</c:v>
                </c:pt>
                <c:pt idx="2734">
                  <c:v>46.676632300625371</c:v>
                </c:pt>
                <c:pt idx="2735">
                  <c:v>46.679260568287937</c:v>
                </c:pt>
                <c:pt idx="2736">
                  <c:v>46.679826925938563</c:v>
                </c:pt>
                <c:pt idx="2737">
                  <c:v>46.67990942334017</c:v>
                </c:pt>
                <c:pt idx="2738">
                  <c:v>46.680368502731881</c:v>
                </c:pt>
                <c:pt idx="2739">
                  <c:v>46.680506604957266</c:v>
                </c:pt>
                <c:pt idx="2740">
                  <c:v>46.682050704050361</c:v>
                </c:pt>
                <c:pt idx="2741">
                  <c:v>46.682384514924401</c:v>
                </c:pt>
                <c:pt idx="2742">
                  <c:v>46.68244915767692</c:v>
                </c:pt>
                <c:pt idx="2743">
                  <c:v>46.682687931296755</c:v>
                </c:pt>
                <c:pt idx="2744">
                  <c:v>46.683149472598217</c:v>
                </c:pt>
                <c:pt idx="2745">
                  <c:v>46.687491859716935</c:v>
                </c:pt>
                <c:pt idx="2746">
                  <c:v>46.688454751492728</c:v>
                </c:pt>
                <c:pt idx="2747">
                  <c:v>46.688566964273242</c:v>
                </c:pt>
                <c:pt idx="2748">
                  <c:v>46.689309641347336</c:v>
                </c:pt>
                <c:pt idx="2749">
                  <c:v>46.689353392878118</c:v>
                </c:pt>
                <c:pt idx="2750">
                  <c:v>46.689790585621232</c:v>
                </c:pt>
                <c:pt idx="2751">
                  <c:v>46.689886773786171</c:v>
                </c:pt>
                <c:pt idx="2752">
                  <c:v>46.68990003674832</c:v>
                </c:pt>
                <c:pt idx="2753">
                  <c:v>46.689973692344267</c:v>
                </c:pt>
                <c:pt idx="2754">
                  <c:v>46.690282650096165</c:v>
                </c:pt>
                <c:pt idx="2755">
                  <c:v>46.693365177714298</c:v>
                </c:pt>
                <c:pt idx="2756">
                  <c:v>46.694025829140998</c:v>
                </c:pt>
                <c:pt idx="2757">
                  <c:v>46.694100673315937</c:v>
                </c:pt>
                <c:pt idx="2758">
                  <c:v>46.694609626922045</c:v>
                </c:pt>
                <c:pt idx="2759">
                  <c:v>46.695190855187143</c:v>
                </c:pt>
                <c:pt idx="2760">
                  <c:v>46.700694005059134</c:v>
                </c:pt>
                <c:pt idx="2761">
                  <c:v>46.701791552689926</c:v>
                </c:pt>
                <c:pt idx="2762">
                  <c:v>46.701960862139579</c:v>
                </c:pt>
                <c:pt idx="2763">
                  <c:v>46.702887177259072</c:v>
                </c:pt>
                <c:pt idx="2764">
                  <c:v>46.702973348317208</c:v>
                </c:pt>
                <c:pt idx="2765">
                  <c:v>46.703851906332474</c:v>
                </c:pt>
                <c:pt idx="2766">
                  <c:v>46.704039444212341</c:v>
                </c:pt>
                <c:pt idx="2767">
                  <c:v>46.704058842713543</c:v>
                </c:pt>
                <c:pt idx="2768">
                  <c:v>46.704212233779913</c:v>
                </c:pt>
                <c:pt idx="2769">
                  <c:v>46.704820596203881</c:v>
                </c:pt>
                <c:pt idx="2770">
                  <c:v>46.710697911805951</c:v>
                </c:pt>
                <c:pt idx="2771">
                  <c:v>46.711964001009854</c:v>
                </c:pt>
                <c:pt idx="2772">
                  <c:v>46.712086202159583</c:v>
                </c:pt>
                <c:pt idx="2773">
                  <c:v>46.713154206997217</c:v>
                </c:pt>
                <c:pt idx="2774">
                  <c:v>46.713005040127968</c:v>
                </c:pt>
                <c:pt idx="2775">
                  <c:v>46.711480844358356</c:v>
                </c:pt>
                <c:pt idx="2776">
                  <c:v>46.711146297546932</c:v>
                </c:pt>
                <c:pt idx="2777">
                  <c:v>46.711115865201656</c:v>
                </c:pt>
                <c:pt idx="2778">
                  <c:v>46.710837619665483</c:v>
                </c:pt>
                <c:pt idx="2779">
                  <c:v>46.711086923602949</c:v>
                </c:pt>
                <c:pt idx="2780">
                  <c:v>46.713948648279406</c:v>
                </c:pt>
                <c:pt idx="2781">
                  <c:v>46.714550641301649</c:v>
                </c:pt>
                <c:pt idx="2782">
                  <c:v>46.714611485524188</c:v>
                </c:pt>
                <c:pt idx="2783">
                  <c:v>46.715140315472013</c:v>
                </c:pt>
                <c:pt idx="2784">
                  <c:v>46.715208962817684</c:v>
                </c:pt>
                <c:pt idx="2785">
                  <c:v>46.716093814189968</c:v>
                </c:pt>
                <c:pt idx="2786">
                  <c:v>46.716282618610691</c:v>
                </c:pt>
                <c:pt idx="2787">
                  <c:v>46.716299308902187</c:v>
                </c:pt>
                <c:pt idx="2788">
                  <c:v>46.716465435709949</c:v>
                </c:pt>
                <c:pt idx="2789">
                  <c:v>46.716329513245213</c:v>
                </c:pt>
                <c:pt idx="2790">
                  <c:v>46.714641304065196</c:v>
                </c:pt>
                <c:pt idx="2791">
                  <c:v>46.714276930062248</c:v>
                </c:pt>
                <c:pt idx="2792">
                  <c:v>46.714232349880092</c:v>
                </c:pt>
                <c:pt idx="2793">
                  <c:v>46.713818320037774</c:v>
                </c:pt>
                <c:pt idx="2794">
                  <c:v>46.713833433158463</c:v>
                </c:pt>
                <c:pt idx="2795">
                  <c:v>46.714746448390123</c:v>
                </c:pt>
                <c:pt idx="2796">
                  <c:v>46.714941704619903</c:v>
                </c:pt>
                <c:pt idx="2797">
                  <c:v>46.714967597234683</c:v>
                </c:pt>
                <c:pt idx="2798">
                  <c:v>46.715140315472013</c:v>
                </c:pt>
                <c:pt idx="2799">
                  <c:v>46.715016869401261</c:v>
                </c:pt>
                <c:pt idx="2800">
                  <c:v>46.713712899300774</c:v>
                </c:pt>
                <c:pt idx="2801">
                  <c:v>46.713436857854042</c:v>
                </c:pt>
                <c:pt idx="2802">
                  <c:v>46.713400864861036</c:v>
                </c:pt>
                <c:pt idx="2803">
                  <c:v>46.713154206997217</c:v>
                </c:pt>
                <c:pt idx="2804">
                  <c:v>46.713357127734106</c:v>
                </c:pt>
                <c:pt idx="2805">
                  <c:v>46.716019718691683</c:v>
                </c:pt>
                <c:pt idx="2806">
                  <c:v>46.716575531577618</c:v>
                </c:pt>
                <c:pt idx="2807">
                  <c:v>46.71665624476254</c:v>
                </c:pt>
                <c:pt idx="2808">
                  <c:v>46.717129557389342</c:v>
                </c:pt>
                <c:pt idx="2809">
                  <c:v>46.717168176683174</c:v>
                </c:pt>
                <c:pt idx="2810">
                  <c:v>46.717606952273876</c:v>
                </c:pt>
                <c:pt idx="2811">
                  <c:v>46.717699003241371</c:v>
                </c:pt>
                <c:pt idx="2812">
                  <c:v>46.717713868189101</c:v>
                </c:pt>
                <c:pt idx="2813">
                  <c:v>46.717790562847711</c:v>
                </c:pt>
                <c:pt idx="2814">
                  <c:v>46.717617050859722</c:v>
                </c:pt>
                <c:pt idx="2815">
                  <c:v>46.715877093808061</c:v>
                </c:pt>
                <c:pt idx="2816">
                  <c:v>46.715499017300459</c:v>
                </c:pt>
                <c:pt idx="2817">
                  <c:v>46.715452034565502</c:v>
                </c:pt>
                <c:pt idx="2818">
                  <c:v>46.715140315472013</c:v>
                </c:pt>
                <c:pt idx="2819">
                  <c:v>46.714792549688269</c:v>
                </c:pt>
                <c:pt idx="2820">
                  <c:v>46.711005392664397</c:v>
                </c:pt>
                <c:pt idx="2821">
                  <c:v>46.710201242976247</c:v>
                </c:pt>
                <c:pt idx="2822">
                  <c:v>46.710144821476362</c:v>
                </c:pt>
                <c:pt idx="2823">
                  <c:v>46.709512528711343</c:v>
                </c:pt>
                <c:pt idx="2824">
                  <c:v>46.708238100989284</c:v>
                </c:pt>
                <c:pt idx="2825">
                  <c:v>46.702539460465758</c:v>
                </c:pt>
                <c:pt idx="2826">
                  <c:v>46.701215342345783</c:v>
                </c:pt>
                <c:pt idx="2827">
                  <c:v>46.701044783798032</c:v>
                </c:pt>
                <c:pt idx="2828">
                  <c:v>46.699906604677665</c:v>
                </c:pt>
                <c:pt idx="2829">
                  <c:v>46.699847343580444</c:v>
                </c:pt>
                <c:pt idx="2830">
                  <c:v>46.699430890874908</c:v>
                </c:pt>
                <c:pt idx="2831">
                  <c:v>46.699336558170785</c:v>
                </c:pt>
                <c:pt idx="2832">
                  <c:v>46.699329945868428</c:v>
                </c:pt>
                <c:pt idx="2833">
                  <c:v>46.699245645598069</c:v>
                </c:pt>
                <c:pt idx="2834">
                  <c:v>46.69919405024946</c:v>
                </c:pt>
                <c:pt idx="2835">
                  <c:v>46.698517206261336</c:v>
                </c:pt>
                <c:pt idx="2836">
                  <c:v>46.698379949017593</c:v>
                </c:pt>
                <c:pt idx="2837">
                  <c:v>46.698335170469683</c:v>
                </c:pt>
                <c:pt idx="2838">
                  <c:v>46.698251092471196</c:v>
                </c:pt>
                <c:pt idx="2839">
                  <c:v>46.69805617455583</c:v>
                </c:pt>
                <c:pt idx="2840">
                  <c:v>46.695779238730857</c:v>
                </c:pt>
                <c:pt idx="2841">
                  <c:v>46.69539311618346</c:v>
                </c:pt>
                <c:pt idx="2842">
                  <c:v>46.695368610102271</c:v>
                </c:pt>
                <c:pt idx="2843">
                  <c:v>46.694940100250108</c:v>
                </c:pt>
                <c:pt idx="2844">
                  <c:v>46.694994873870961</c:v>
                </c:pt>
                <c:pt idx="2845">
                  <c:v>46.69565678181354</c:v>
                </c:pt>
                <c:pt idx="2846">
                  <c:v>46.69579955738196</c:v>
                </c:pt>
                <c:pt idx="2847">
                  <c:v>46.695807936681</c:v>
                </c:pt>
                <c:pt idx="2848">
                  <c:v>46.695934640485632</c:v>
                </c:pt>
                <c:pt idx="2849">
                  <c:v>46.695554769679774</c:v>
                </c:pt>
                <c:pt idx="2850">
                  <c:v>46.69071312707171</c:v>
                </c:pt>
                <c:pt idx="2851">
                  <c:v>46.689666787513708</c:v>
                </c:pt>
                <c:pt idx="2852">
                  <c:v>46.689588281853496</c:v>
                </c:pt>
                <c:pt idx="2853">
                  <c:v>46.688648709672293</c:v>
                </c:pt>
                <c:pt idx="2854">
                  <c:v>46.688545232694622</c:v>
                </c:pt>
                <c:pt idx="2855">
                  <c:v>46.687227046094037</c:v>
                </c:pt>
                <c:pt idx="2856">
                  <c:v>46.686944952581712</c:v>
                </c:pt>
                <c:pt idx="2857">
                  <c:v>46.686926320569036</c:v>
                </c:pt>
                <c:pt idx="2858">
                  <c:v>46.686659689742157</c:v>
                </c:pt>
                <c:pt idx="2859">
                  <c:v>46.68660847264325</c:v>
                </c:pt>
                <c:pt idx="2860">
                  <c:v>46.685948262959343</c:v>
                </c:pt>
                <c:pt idx="2861">
                  <c:v>46.685806628720847</c:v>
                </c:pt>
                <c:pt idx="2862">
                  <c:v>46.685789235450152</c:v>
                </c:pt>
                <c:pt idx="2863">
                  <c:v>46.685668303135628</c:v>
                </c:pt>
                <c:pt idx="2864">
                  <c:v>46.685997038733021</c:v>
                </c:pt>
                <c:pt idx="2865">
                  <c:v>46.690003238682607</c:v>
                </c:pt>
                <c:pt idx="2866">
                  <c:v>46.690844129742054</c:v>
                </c:pt>
                <c:pt idx="2867">
                  <c:v>46.690926862317461</c:v>
                </c:pt>
                <c:pt idx="2868">
                  <c:v>46.691629150927497</c:v>
                </c:pt>
                <c:pt idx="2869">
                  <c:v>46.691822389735933</c:v>
                </c:pt>
                <c:pt idx="2870">
                  <c:v>46.694028735750088</c:v>
                </c:pt>
                <c:pt idx="2871">
                  <c:v>46.694485275321291</c:v>
                </c:pt>
                <c:pt idx="2872">
                  <c:v>46.694552670090864</c:v>
                </c:pt>
                <c:pt idx="2873">
                  <c:v>46.694940100250108</c:v>
                </c:pt>
                <c:pt idx="2874">
                  <c:v>46.694859415025562</c:v>
                </c:pt>
                <c:pt idx="2875">
                  <c:v>46.69421760100645</c:v>
                </c:pt>
                <c:pt idx="2876">
                  <c:v>46.694076051551974</c:v>
                </c:pt>
                <c:pt idx="2877">
                  <c:v>46.694065361810082</c:v>
                </c:pt>
                <c:pt idx="2878">
                  <c:v>46.693945563885109</c:v>
                </c:pt>
                <c:pt idx="2879">
                  <c:v>46.694238610027767</c:v>
                </c:pt>
                <c:pt idx="2880">
                  <c:v>46.697546015862642</c:v>
                </c:pt>
                <c:pt idx="2881">
                  <c:v>46.698243937575626</c:v>
                </c:pt>
                <c:pt idx="2882">
                  <c:v>46.698291247022311</c:v>
                </c:pt>
                <c:pt idx="2883">
                  <c:v>46.698915166699862</c:v>
                </c:pt>
                <c:pt idx="2884">
                  <c:v>46.69897421127704</c:v>
                </c:pt>
                <c:pt idx="2885">
                  <c:v>46.699640154003077</c:v>
                </c:pt>
                <c:pt idx="2886">
                  <c:v>46.699781900066107</c:v>
                </c:pt>
                <c:pt idx="2887">
                  <c:v>46.69979039502735</c:v>
                </c:pt>
                <c:pt idx="2888">
                  <c:v>46.699906604677665</c:v>
                </c:pt>
                <c:pt idx="2889">
                  <c:v>46.699108059038487</c:v>
                </c:pt>
                <c:pt idx="2890">
                  <c:v>46.691491623829954</c:v>
                </c:pt>
                <c:pt idx="2891">
                  <c:v>46.689792136351514</c:v>
                </c:pt>
                <c:pt idx="2892">
                  <c:v>46.689632799430584</c:v>
                </c:pt>
                <c:pt idx="2893">
                  <c:v>46.688315126880809</c:v>
                </c:pt>
                <c:pt idx="2894">
                  <c:v>46.687985301567906</c:v>
                </c:pt>
                <c:pt idx="2895">
                  <c:v>46.684511611253583</c:v>
                </c:pt>
                <c:pt idx="2896">
                  <c:v>46.683772798208139</c:v>
                </c:pt>
                <c:pt idx="2897">
                  <c:v>46.683710555972432</c:v>
                </c:pt>
                <c:pt idx="2898">
                  <c:v>46.683018389226106</c:v>
                </c:pt>
                <c:pt idx="2899">
                  <c:v>46.682675454755774</c:v>
                </c:pt>
                <c:pt idx="2900">
                  <c:v>46.678020797730021</c:v>
                </c:pt>
                <c:pt idx="2901">
                  <c:v>46.676994114215937</c:v>
                </c:pt>
                <c:pt idx="2902">
                  <c:v>46.676903687691436</c:v>
                </c:pt>
                <c:pt idx="2903">
                  <c:v>46.676063274974126</c:v>
                </c:pt>
                <c:pt idx="2904">
                  <c:v>46.675885549334915</c:v>
                </c:pt>
                <c:pt idx="2905">
                  <c:v>46.673690667354464</c:v>
                </c:pt>
                <c:pt idx="2906">
                  <c:v>46.673184714350384</c:v>
                </c:pt>
                <c:pt idx="2907">
                  <c:v>46.673127501207013</c:v>
                </c:pt>
                <c:pt idx="2908">
                  <c:v>46.672752569694239</c:v>
                </c:pt>
                <c:pt idx="2909">
                  <c:v>46.672406095069164</c:v>
                </c:pt>
                <c:pt idx="2910">
                  <c:v>46.668014910078455</c:v>
                </c:pt>
                <c:pt idx="2911">
                  <c:v>46.667091013195268</c:v>
                </c:pt>
                <c:pt idx="2912">
                  <c:v>46.666930902643891</c:v>
                </c:pt>
                <c:pt idx="2913">
                  <c:v>46.666131287229689</c:v>
                </c:pt>
                <c:pt idx="2914">
                  <c:v>46.665997235089208</c:v>
                </c:pt>
                <c:pt idx="2915">
                  <c:v>46.664219994874948</c:v>
                </c:pt>
                <c:pt idx="2916">
                  <c:v>46.663840290259486</c:v>
                </c:pt>
                <c:pt idx="2917">
                  <c:v>46.663786711016371</c:v>
                </c:pt>
                <c:pt idx="2918">
                  <c:v>46.663481575108733</c:v>
                </c:pt>
                <c:pt idx="2919">
                  <c:v>46.66325404697956</c:v>
                </c:pt>
                <c:pt idx="2920">
                  <c:v>46.660835961102457</c:v>
                </c:pt>
                <c:pt idx="2921">
                  <c:v>46.660322736555344</c:v>
                </c:pt>
                <c:pt idx="2922">
                  <c:v>46.66025877162501</c:v>
                </c:pt>
                <c:pt idx="2923">
                  <c:v>46.659837486215679</c:v>
                </c:pt>
                <c:pt idx="2924">
                  <c:v>46.659816805732419</c:v>
                </c:pt>
                <c:pt idx="2925">
                  <c:v>46.659599676860481</c:v>
                </c:pt>
                <c:pt idx="2926">
                  <c:v>46.659553388088369</c:v>
                </c:pt>
                <c:pt idx="2927">
                  <c:v>46.659546553022253</c:v>
                </c:pt>
                <c:pt idx="2928">
                  <c:v>46.659507058124632</c:v>
                </c:pt>
                <c:pt idx="2929">
                  <c:v>46.659191655686683</c:v>
                </c:pt>
                <c:pt idx="2930">
                  <c:v>46.65566864308235</c:v>
                </c:pt>
                <c:pt idx="2931">
                  <c:v>46.654942939063837</c:v>
                </c:pt>
                <c:pt idx="2932">
                  <c:v>46.654850728304794</c:v>
                </c:pt>
                <c:pt idx="2933">
                  <c:v>46.654210914817725</c:v>
                </c:pt>
                <c:pt idx="2934">
                  <c:v>46.654570216578854</c:v>
                </c:pt>
                <c:pt idx="2935">
                  <c:v>46.659101039612054</c:v>
                </c:pt>
                <c:pt idx="2936">
                  <c:v>46.659962462005048</c:v>
                </c:pt>
                <c:pt idx="2937">
                  <c:v>46.660111339465047</c:v>
                </c:pt>
                <c:pt idx="2938">
                  <c:v>46.660831890295469</c:v>
                </c:pt>
                <c:pt idx="2939">
                  <c:v>46.660904171994119</c:v>
                </c:pt>
                <c:pt idx="2940">
                  <c:v>46.66156534079289</c:v>
                </c:pt>
                <c:pt idx="2941">
                  <c:v>46.661701108138196</c:v>
                </c:pt>
                <c:pt idx="2942">
                  <c:v>46.661712800697231</c:v>
                </c:pt>
                <c:pt idx="2943">
                  <c:v>46.661826298219296</c:v>
                </c:pt>
                <c:pt idx="2944">
                  <c:v>46.662117521296494</c:v>
                </c:pt>
                <c:pt idx="2945">
                  <c:v>46.664498362939625</c:v>
                </c:pt>
                <c:pt idx="2946">
                  <c:v>46.664997236245597</c:v>
                </c:pt>
                <c:pt idx="2947">
                  <c:v>46.665037104726899</c:v>
                </c:pt>
                <c:pt idx="2948">
                  <c:v>46.665467297980342</c:v>
                </c:pt>
                <c:pt idx="2949">
                  <c:v>46.665663416128638</c:v>
                </c:pt>
                <c:pt idx="2950">
                  <c:v>46.667916718909311</c:v>
                </c:pt>
                <c:pt idx="2951">
                  <c:v>46.668355455800892</c:v>
                </c:pt>
                <c:pt idx="2952">
                  <c:v>46.668409998440019</c:v>
                </c:pt>
                <c:pt idx="2953">
                  <c:v>46.668777909316418</c:v>
                </c:pt>
                <c:pt idx="2954">
                  <c:v>46.669190526829681</c:v>
                </c:pt>
                <c:pt idx="2955">
                  <c:v>46.673173419033908</c:v>
                </c:pt>
                <c:pt idx="2956">
                  <c:v>46.674005509224934</c:v>
                </c:pt>
                <c:pt idx="2957">
                  <c:v>46.67404701424897</c:v>
                </c:pt>
                <c:pt idx="2958">
                  <c:v>46.674738364249606</c:v>
                </c:pt>
                <c:pt idx="2959">
                  <c:v>46.674738364249606</c:v>
                </c:pt>
                <c:pt idx="2960">
                  <c:v>46.674738364249606</c:v>
                </c:pt>
                <c:pt idx="2961">
                  <c:v>46.674738364249606</c:v>
                </c:pt>
                <c:pt idx="2962">
                  <c:v>46.674738364249606</c:v>
                </c:pt>
                <c:pt idx="2963">
                  <c:v>46.674738364249606</c:v>
                </c:pt>
                <c:pt idx="2964">
                  <c:v>46.674672659931502</c:v>
                </c:pt>
                <c:pt idx="2965">
                  <c:v>46.674001561429137</c:v>
                </c:pt>
                <c:pt idx="2966">
                  <c:v>46.673875246204915</c:v>
                </c:pt>
                <c:pt idx="2967">
                  <c:v>46.67386708226573</c:v>
                </c:pt>
                <c:pt idx="2968">
                  <c:v>46.673747023759404</c:v>
                </c:pt>
                <c:pt idx="2969">
                  <c:v>46.674080604522651</c:v>
                </c:pt>
                <c:pt idx="2970">
                  <c:v>46.67826162299469</c:v>
                </c:pt>
                <c:pt idx="2971">
                  <c:v>46.679188810280422</c:v>
                </c:pt>
                <c:pt idx="2972">
                  <c:v>46.679243778474167</c:v>
                </c:pt>
                <c:pt idx="2973">
                  <c:v>46.680038048220354</c:v>
                </c:pt>
                <c:pt idx="2974">
                  <c:v>46.680439788633464</c:v>
                </c:pt>
                <c:pt idx="2975">
                  <c:v>46.685723479106549</c:v>
                </c:pt>
                <c:pt idx="2976">
                  <c:v>46.686857197545805</c:v>
                </c:pt>
                <c:pt idx="2977">
                  <c:v>46.686974919662966</c:v>
                </c:pt>
                <c:pt idx="2978">
                  <c:v>46.687984662114388</c:v>
                </c:pt>
                <c:pt idx="2979">
                  <c:v>46.688174218229562</c:v>
                </c:pt>
                <c:pt idx="2980">
                  <c:v>46.690621106635682</c:v>
                </c:pt>
                <c:pt idx="2981">
                  <c:v>46.691137092764691</c:v>
                </c:pt>
                <c:pt idx="2982">
                  <c:v>46.691208441629314</c:v>
                </c:pt>
                <c:pt idx="2983">
                  <c:v>46.691629150927497</c:v>
                </c:pt>
                <c:pt idx="2984">
                  <c:v>46.691558080076717</c:v>
                </c:pt>
                <c:pt idx="2985">
                  <c:v>46.690660132265585</c:v>
                </c:pt>
                <c:pt idx="2986">
                  <c:v>46.690477922033423</c:v>
                </c:pt>
                <c:pt idx="2987">
                  <c:v>46.690460111851067</c:v>
                </c:pt>
                <c:pt idx="2988">
                  <c:v>46.690304159680011</c:v>
                </c:pt>
                <c:pt idx="2989">
                  <c:v>46.690341994752188</c:v>
                </c:pt>
                <c:pt idx="2990">
                  <c:v>46.690783192597536</c:v>
                </c:pt>
                <c:pt idx="2991">
                  <c:v>46.690871840782037</c:v>
                </c:pt>
                <c:pt idx="2992">
                  <c:v>46.690883703355468</c:v>
                </c:pt>
                <c:pt idx="2993">
                  <c:v>46.690965095632407</c:v>
                </c:pt>
                <c:pt idx="2994">
                  <c:v>46.691036798830112</c:v>
                </c:pt>
                <c:pt idx="2995">
                  <c:v>46.691934099056709</c:v>
                </c:pt>
                <c:pt idx="2996">
                  <c:v>46.692120890661172</c:v>
                </c:pt>
                <c:pt idx="2997">
                  <c:v>46.692124598674852</c:v>
                </c:pt>
                <c:pt idx="2998">
                  <c:v>46.692290090304425</c:v>
                </c:pt>
                <c:pt idx="2999">
                  <c:v>46.692395885313694</c:v>
                </c:pt>
                <c:pt idx="3000">
                  <c:v>46.693505830739568</c:v>
                </c:pt>
                <c:pt idx="3001">
                  <c:v>46.693735455395156</c:v>
                </c:pt>
                <c:pt idx="3002">
                  <c:v>46.693748267274842</c:v>
                </c:pt>
                <c:pt idx="3003">
                  <c:v>46.693945563885109</c:v>
                </c:pt>
              </c:numCache>
            </c:numRef>
          </c:yVal>
          <c:smooth val="1"/>
          <c:extLst>
            <c:ext xmlns:c16="http://schemas.microsoft.com/office/drawing/2014/chart" uri="{C3380CC4-5D6E-409C-BE32-E72D297353CC}">
              <c16:uniqueId val="{00000000-653C-417C-8980-1924B2D2498C}"/>
            </c:ext>
          </c:extLst>
        </c:ser>
        <c:ser>
          <c:idx val="1"/>
          <c:order val="1"/>
          <c:tx>
            <c:strRef>
              <c:f>Efficiency_1!$C$1</c:f>
              <c:strCache>
                <c:ptCount val="1"/>
                <c:pt idx="0">
                  <c:v>Sum of Temp_motor_NTC: 100k - 22250 - 42 - 8kW_GaN_Infineon</c:v>
                </c:pt>
              </c:strCache>
            </c:strRef>
          </c:tx>
          <c:spPr>
            <a:ln w="15875">
              <a:solidFill>
                <a:srgbClr val="6CB4AD"/>
              </a:solidFill>
            </a:ln>
          </c:spPr>
          <c:marker>
            <c:symbol val="none"/>
          </c:marker>
          <c:xVal>
            <c:numRef>
              <c:f>Efficiency_1!$A$2:$A$3022</c:f>
              <c:numCache>
                <c:formatCode>General</c:formatCode>
                <c:ptCount val="3021"/>
                <c:pt idx="0">
                  <c:v>5.9000000000000003E-6</c:v>
                </c:pt>
                <c:pt idx="1">
                  <c:v>6.1E-6</c:v>
                </c:pt>
                <c:pt idx="2">
                  <c:v>6.4999999999999996E-6</c:v>
                </c:pt>
                <c:pt idx="3">
                  <c:v>7.6000000000000001E-6</c:v>
                </c:pt>
                <c:pt idx="4">
                  <c:v>1.03E-5</c:v>
                </c:pt>
                <c:pt idx="5">
                  <c:v>0.63546879999999994</c:v>
                </c:pt>
                <c:pt idx="6">
                  <c:v>0.78398659999999998</c:v>
                </c:pt>
                <c:pt idx="7">
                  <c:v>0.78767399999999999</c:v>
                </c:pt>
                <c:pt idx="8">
                  <c:v>0.90497519999999998</c:v>
                </c:pt>
                <c:pt idx="9">
                  <c:v>0.96669959999999999</c:v>
                </c:pt>
                <c:pt idx="10">
                  <c:v>1.6330251</c:v>
                </c:pt>
                <c:pt idx="11">
                  <c:v>1.7819898999999999</c:v>
                </c:pt>
                <c:pt idx="12">
                  <c:v>1.7852725</c:v>
                </c:pt>
                <c:pt idx="13">
                  <c:v>1.9047624999999999</c:v>
                </c:pt>
                <c:pt idx="14">
                  <c:v>1.9716654</c:v>
                </c:pt>
                <c:pt idx="15">
                  <c:v>2.6350839000000001</c:v>
                </c:pt>
                <c:pt idx="16">
                  <c:v>2.7802224</c:v>
                </c:pt>
                <c:pt idx="17">
                  <c:v>2.7847227999999999</c:v>
                </c:pt>
                <c:pt idx="18">
                  <c:v>2.9031156</c:v>
                </c:pt>
                <c:pt idx="19">
                  <c:v>2.9710086000000002</c:v>
                </c:pt>
                <c:pt idx="20">
                  <c:v>3.6330309999999999</c:v>
                </c:pt>
                <c:pt idx="21">
                  <c:v>3.7732391999999999</c:v>
                </c:pt>
                <c:pt idx="22">
                  <c:v>3.7839162000000002</c:v>
                </c:pt>
                <c:pt idx="23">
                  <c:v>3.9071905</c:v>
                </c:pt>
                <c:pt idx="24">
                  <c:v>3.9771078000000002</c:v>
                </c:pt>
                <c:pt idx="25">
                  <c:v>4.6346715999999999</c:v>
                </c:pt>
                <c:pt idx="26">
                  <c:v>4.7849431999999998</c:v>
                </c:pt>
                <c:pt idx="27">
                  <c:v>4.7876273999999999</c:v>
                </c:pt>
                <c:pt idx="28">
                  <c:v>4.9020923999999999</c:v>
                </c:pt>
                <c:pt idx="29">
                  <c:v>4.9757597000000002</c:v>
                </c:pt>
                <c:pt idx="30">
                  <c:v>5.6303421</c:v>
                </c:pt>
                <c:pt idx="31">
                  <c:v>5.7724224</c:v>
                </c:pt>
                <c:pt idx="32">
                  <c:v>5.7819681000000003</c:v>
                </c:pt>
                <c:pt idx="33">
                  <c:v>5.9049573000000004</c:v>
                </c:pt>
                <c:pt idx="34">
                  <c:v>5.976947</c:v>
                </c:pt>
                <c:pt idx="35">
                  <c:v>6.6306618999999998</c:v>
                </c:pt>
                <c:pt idx="36">
                  <c:v>6.7720383999999996</c:v>
                </c:pt>
                <c:pt idx="37">
                  <c:v>6.7837024000000001</c:v>
                </c:pt>
                <c:pt idx="38">
                  <c:v>6.9050025000000002</c:v>
                </c:pt>
                <c:pt idx="39">
                  <c:v>6.9818303000000004</c:v>
                </c:pt>
                <c:pt idx="40">
                  <c:v>7.6309595999999997</c:v>
                </c:pt>
                <c:pt idx="41">
                  <c:v>7.7746477000000001</c:v>
                </c:pt>
                <c:pt idx="42">
                  <c:v>7.8614657000000001</c:v>
                </c:pt>
                <c:pt idx="43">
                  <c:v>7.9086923999999996</c:v>
                </c:pt>
                <c:pt idx="44">
                  <c:v>7.9807043000000002</c:v>
                </c:pt>
                <c:pt idx="45">
                  <c:v>8.6306735000000003</c:v>
                </c:pt>
                <c:pt idx="46">
                  <c:v>8.7758146000000004</c:v>
                </c:pt>
                <c:pt idx="47">
                  <c:v>8.7965891999999997</c:v>
                </c:pt>
                <c:pt idx="48">
                  <c:v>8.9021624999999993</c:v>
                </c:pt>
                <c:pt idx="49">
                  <c:v>8.9769334999999995</c:v>
                </c:pt>
                <c:pt idx="50">
                  <c:v>9.6367113</c:v>
                </c:pt>
                <c:pt idx="51">
                  <c:v>9.7825454000000001</c:v>
                </c:pt>
                <c:pt idx="52">
                  <c:v>9.7847709999999992</c:v>
                </c:pt>
                <c:pt idx="53">
                  <c:v>9.9077547999999993</c:v>
                </c:pt>
                <c:pt idx="54">
                  <c:v>9.9787578999999997</c:v>
                </c:pt>
                <c:pt idx="55">
                  <c:v>10.6329014</c:v>
                </c:pt>
                <c:pt idx="56">
                  <c:v>10.7821716</c:v>
                </c:pt>
                <c:pt idx="57">
                  <c:v>10.7886352</c:v>
                </c:pt>
                <c:pt idx="58">
                  <c:v>10.9077362</c:v>
                </c:pt>
                <c:pt idx="59">
                  <c:v>10.97419</c:v>
                </c:pt>
                <c:pt idx="60">
                  <c:v>11.712342</c:v>
                </c:pt>
                <c:pt idx="61">
                  <c:v>11.7876633</c:v>
                </c:pt>
                <c:pt idx="62">
                  <c:v>11.7880944</c:v>
                </c:pt>
                <c:pt idx="63">
                  <c:v>11.958770100000001</c:v>
                </c:pt>
                <c:pt idx="64">
                  <c:v>11.9749959</c:v>
                </c:pt>
                <c:pt idx="65">
                  <c:v>12.63904</c:v>
                </c:pt>
                <c:pt idx="66">
                  <c:v>12.784992900000001</c:v>
                </c:pt>
                <c:pt idx="67">
                  <c:v>12.7880845</c:v>
                </c:pt>
                <c:pt idx="68">
                  <c:v>12.904777299999999</c:v>
                </c:pt>
                <c:pt idx="69">
                  <c:v>12.9720873</c:v>
                </c:pt>
                <c:pt idx="70">
                  <c:v>13.633203</c:v>
                </c:pt>
                <c:pt idx="71">
                  <c:v>13.782462199999999</c:v>
                </c:pt>
                <c:pt idx="72">
                  <c:v>13.7838476</c:v>
                </c:pt>
                <c:pt idx="73">
                  <c:v>13.9078368</c:v>
                </c:pt>
                <c:pt idx="74">
                  <c:v>13.9710085</c:v>
                </c:pt>
                <c:pt idx="75">
                  <c:v>14.633148500000001</c:v>
                </c:pt>
                <c:pt idx="76">
                  <c:v>14.781979400000001</c:v>
                </c:pt>
                <c:pt idx="77">
                  <c:v>14.784251899999999</c:v>
                </c:pt>
                <c:pt idx="78">
                  <c:v>14.9066242</c:v>
                </c:pt>
                <c:pt idx="79">
                  <c:v>14.9766113</c:v>
                </c:pt>
                <c:pt idx="80">
                  <c:v>15.632595200000001</c:v>
                </c:pt>
                <c:pt idx="81">
                  <c:v>15.776293799999999</c:v>
                </c:pt>
                <c:pt idx="82">
                  <c:v>15.784526700000001</c:v>
                </c:pt>
                <c:pt idx="83">
                  <c:v>15.902340499999999</c:v>
                </c:pt>
                <c:pt idx="84">
                  <c:v>15.977296600000001</c:v>
                </c:pt>
                <c:pt idx="85">
                  <c:v>16.632365700000001</c:v>
                </c:pt>
                <c:pt idx="86">
                  <c:v>16.773171999999999</c:v>
                </c:pt>
                <c:pt idx="87">
                  <c:v>16.781811900000001</c:v>
                </c:pt>
                <c:pt idx="88">
                  <c:v>16.903195400000001</c:v>
                </c:pt>
                <c:pt idx="89">
                  <c:v>16.979424699999999</c:v>
                </c:pt>
                <c:pt idx="90">
                  <c:v>17.6354802</c:v>
                </c:pt>
                <c:pt idx="91">
                  <c:v>17.772196300000001</c:v>
                </c:pt>
                <c:pt idx="92">
                  <c:v>17.782537699999999</c:v>
                </c:pt>
                <c:pt idx="93">
                  <c:v>17.902290099999998</c:v>
                </c:pt>
                <c:pt idx="94">
                  <c:v>17.9793214</c:v>
                </c:pt>
                <c:pt idx="95">
                  <c:v>18.630382999999998</c:v>
                </c:pt>
                <c:pt idx="96">
                  <c:v>18.772501099999999</c:v>
                </c:pt>
                <c:pt idx="97">
                  <c:v>18.7829616</c:v>
                </c:pt>
                <c:pt idx="98">
                  <c:v>18.904988100000001</c:v>
                </c:pt>
                <c:pt idx="99">
                  <c:v>18.9754896</c:v>
                </c:pt>
                <c:pt idx="100">
                  <c:v>19.630838700000002</c:v>
                </c:pt>
                <c:pt idx="101">
                  <c:v>19.782087400000002</c:v>
                </c:pt>
                <c:pt idx="102">
                  <c:v>19.832144799999998</c:v>
                </c:pt>
                <c:pt idx="103">
                  <c:v>19.910388300000001</c:v>
                </c:pt>
                <c:pt idx="104">
                  <c:v>19.977401400000002</c:v>
                </c:pt>
                <c:pt idx="105">
                  <c:v>20.635198599999999</c:v>
                </c:pt>
                <c:pt idx="106">
                  <c:v>20.7849447</c:v>
                </c:pt>
                <c:pt idx="107">
                  <c:v>20.7938461</c:v>
                </c:pt>
                <c:pt idx="108">
                  <c:v>20.904992100000001</c:v>
                </c:pt>
                <c:pt idx="109">
                  <c:v>20.975293600000001</c:v>
                </c:pt>
                <c:pt idx="110">
                  <c:v>21.633094499999999</c:v>
                </c:pt>
                <c:pt idx="111">
                  <c:v>21.7823505</c:v>
                </c:pt>
                <c:pt idx="112">
                  <c:v>21.785269100000001</c:v>
                </c:pt>
                <c:pt idx="113">
                  <c:v>21.907084300000001</c:v>
                </c:pt>
                <c:pt idx="114">
                  <c:v>21.9770875</c:v>
                </c:pt>
                <c:pt idx="115">
                  <c:v>22.634347300000002</c:v>
                </c:pt>
                <c:pt idx="116">
                  <c:v>22.782317800000001</c:v>
                </c:pt>
                <c:pt idx="117">
                  <c:v>22.789704199999999</c:v>
                </c:pt>
                <c:pt idx="118">
                  <c:v>22.907928200000001</c:v>
                </c:pt>
                <c:pt idx="119">
                  <c:v>22.970094899999999</c:v>
                </c:pt>
                <c:pt idx="120">
                  <c:v>23.6359545</c:v>
                </c:pt>
                <c:pt idx="121">
                  <c:v>23.784947899999999</c:v>
                </c:pt>
                <c:pt idx="122">
                  <c:v>23.787303000000001</c:v>
                </c:pt>
                <c:pt idx="123">
                  <c:v>23.907736</c:v>
                </c:pt>
                <c:pt idx="124">
                  <c:v>23.972574600000002</c:v>
                </c:pt>
                <c:pt idx="125">
                  <c:v>24.645935699999999</c:v>
                </c:pt>
                <c:pt idx="126">
                  <c:v>24.7804152</c:v>
                </c:pt>
                <c:pt idx="127">
                  <c:v>24.785666200000001</c:v>
                </c:pt>
                <c:pt idx="128">
                  <c:v>24.904377400000001</c:v>
                </c:pt>
                <c:pt idx="129">
                  <c:v>24.9704418</c:v>
                </c:pt>
                <c:pt idx="130">
                  <c:v>25.6417058</c:v>
                </c:pt>
                <c:pt idx="131">
                  <c:v>25.782343900000001</c:v>
                </c:pt>
                <c:pt idx="132">
                  <c:v>25.783840900000001</c:v>
                </c:pt>
                <c:pt idx="133">
                  <c:v>25.907823199999999</c:v>
                </c:pt>
                <c:pt idx="134">
                  <c:v>25.9657248</c:v>
                </c:pt>
                <c:pt idx="135">
                  <c:v>26.632118500000001</c:v>
                </c:pt>
                <c:pt idx="136">
                  <c:v>26.783618000000001</c:v>
                </c:pt>
                <c:pt idx="137">
                  <c:v>26.786082700000001</c:v>
                </c:pt>
                <c:pt idx="138">
                  <c:v>26.904754700000002</c:v>
                </c:pt>
                <c:pt idx="139">
                  <c:v>26.975430100000001</c:v>
                </c:pt>
                <c:pt idx="140">
                  <c:v>27.637987200000001</c:v>
                </c:pt>
                <c:pt idx="141">
                  <c:v>27.776699499999999</c:v>
                </c:pt>
                <c:pt idx="142">
                  <c:v>27.784087299999999</c:v>
                </c:pt>
                <c:pt idx="143">
                  <c:v>27.9109415</c:v>
                </c:pt>
                <c:pt idx="144">
                  <c:v>27.975230400000001</c:v>
                </c:pt>
                <c:pt idx="145">
                  <c:v>28.633239199999998</c:v>
                </c:pt>
                <c:pt idx="146">
                  <c:v>28.778328999999999</c:v>
                </c:pt>
                <c:pt idx="147">
                  <c:v>28.781628600000001</c:v>
                </c:pt>
                <c:pt idx="148">
                  <c:v>28.902671399999999</c:v>
                </c:pt>
                <c:pt idx="149">
                  <c:v>28.979853500000001</c:v>
                </c:pt>
                <c:pt idx="150">
                  <c:v>29.631422000000001</c:v>
                </c:pt>
                <c:pt idx="151">
                  <c:v>29.771742799999998</c:v>
                </c:pt>
                <c:pt idx="152">
                  <c:v>29.7844497</c:v>
                </c:pt>
                <c:pt idx="153">
                  <c:v>29.903470899999999</c:v>
                </c:pt>
                <c:pt idx="154">
                  <c:v>29.9687786</c:v>
                </c:pt>
                <c:pt idx="155">
                  <c:v>30.630544</c:v>
                </c:pt>
                <c:pt idx="156">
                  <c:v>30.772815600000001</c:v>
                </c:pt>
                <c:pt idx="157">
                  <c:v>30.781728699999999</c:v>
                </c:pt>
                <c:pt idx="158">
                  <c:v>30.9075104</c:v>
                </c:pt>
                <c:pt idx="159">
                  <c:v>30.976284</c:v>
                </c:pt>
                <c:pt idx="160">
                  <c:v>31.6305178</c:v>
                </c:pt>
                <c:pt idx="161">
                  <c:v>31.774503899999999</c:v>
                </c:pt>
                <c:pt idx="162">
                  <c:v>31.781466900000002</c:v>
                </c:pt>
                <c:pt idx="163">
                  <c:v>31.9127346</c:v>
                </c:pt>
                <c:pt idx="164">
                  <c:v>31.971685999999998</c:v>
                </c:pt>
                <c:pt idx="165">
                  <c:v>32.630714099999999</c:v>
                </c:pt>
                <c:pt idx="166">
                  <c:v>32.779694499999998</c:v>
                </c:pt>
                <c:pt idx="167">
                  <c:v>32.7861774</c:v>
                </c:pt>
                <c:pt idx="168">
                  <c:v>32.909302599999997</c:v>
                </c:pt>
                <c:pt idx="169">
                  <c:v>32.9710933</c:v>
                </c:pt>
                <c:pt idx="170">
                  <c:v>33.633202099999998</c:v>
                </c:pt>
                <c:pt idx="171">
                  <c:v>33.783495899999998</c:v>
                </c:pt>
                <c:pt idx="172">
                  <c:v>33.784158699999999</c:v>
                </c:pt>
                <c:pt idx="173">
                  <c:v>33.914555399999998</c:v>
                </c:pt>
                <c:pt idx="174">
                  <c:v>33.974394799999999</c:v>
                </c:pt>
                <c:pt idx="175">
                  <c:v>34.631954100000002</c:v>
                </c:pt>
                <c:pt idx="176">
                  <c:v>34.781838100000002</c:v>
                </c:pt>
                <c:pt idx="177">
                  <c:v>34.784712200000001</c:v>
                </c:pt>
                <c:pt idx="178">
                  <c:v>34.909807299999997</c:v>
                </c:pt>
                <c:pt idx="179">
                  <c:v>34.970405399999997</c:v>
                </c:pt>
                <c:pt idx="180">
                  <c:v>35.6384063</c:v>
                </c:pt>
                <c:pt idx="181">
                  <c:v>35.7833708</c:v>
                </c:pt>
                <c:pt idx="182">
                  <c:v>35.787649199999997</c:v>
                </c:pt>
                <c:pt idx="183">
                  <c:v>35.906088699999998</c:v>
                </c:pt>
                <c:pt idx="184">
                  <c:v>35.968492699999999</c:v>
                </c:pt>
                <c:pt idx="185">
                  <c:v>36.630593599999997</c:v>
                </c:pt>
                <c:pt idx="186">
                  <c:v>36.781725999999999</c:v>
                </c:pt>
                <c:pt idx="187">
                  <c:v>36.786749499999999</c:v>
                </c:pt>
                <c:pt idx="188">
                  <c:v>36.906017800000001</c:v>
                </c:pt>
                <c:pt idx="189">
                  <c:v>36.968652800000001</c:v>
                </c:pt>
                <c:pt idx="190">
                  <c:v>37.633699100000001</c:v>
                </c:pt>
                <c:pt idx="191">
                  <c:v>37.777798400000002</c:v>
                </c:pt>
                <c:pt idx="192">
                  <c:v>37.784642699999999</c:v>
                </c:pt>
                <c:pt idx="193">
                  <c:v>37.904587200000002</c:v>
                </c:pt>
                <c:pt idx="194">
                  <c:v>37.971705200000002</c:v>
                </c:pt>
                <c:pt idx="195">
                  <c:v>38.632902899999998</c:v>
                </c:pt>
                <c:pt idx="196">
                  <c:v>38.775412500000002</c:v>
                </c:pt>
                <c:pt idx="197">
                  <c:v>38.784445099999999</c:v>
                </c:pt>
                <c:pt idx="198">
                  <c:v>38.903568100000001</c:v>
                </c:pt>
                <c:pt idx="199">
                  <c:v>38.966530599999999</c:v>
                </c:pt>
                <c:pt idx="200">
                  <c:v>39.629933000000001</c:v>
                </c:pt>
                <c:pt idx="201">
                  <c:v>39.775364699999997</c:v>
                </c:pt>
                <c:pt idx="202">
                  <c:v>39.782423600000001</c:v>
                </c:pt>
                <c:pt idx="203">
                  <c:v>39.902110999999998</c:v>
                </c:pt>
                <c:pt idx="204">
                  <c:v>39.966433000000002</c:v>
                </c:pt>
                <c:pt idx="205">
                  <c:v>40.631801699999997</c:v>
                </c:pt>
                <c:pt idx="206">
                  <c:v>40.775817400000001</c:v>
                </c:pt>
                <c:pt idx="207">
                  <c:v>40.782314399999997</c:v>
                </c:pt>
                <c:pt idx="208">
                  <c:v>40.901949199999997</c:v>
                </c:pt>
                <c:pt idx="209">
                  <c:v>40.969887300000003</c:v>
                </c:pt>
                <c:pt idx="210">
                  <c:v>41.6309586</c:v>
                </c:pt>
                <c:pt idx="211">
                  <c:v>41.781306600000001</c:v>
                </c:pt>
                <c:pt idx="212">
                  <c:v>41.782452599999999</c:v>
                </c:pt>
                <c:pt idx="213">
                  <c:v>41.9023155</c:v>
                </c:pt>
                <c:pt idx="214">
                  <c:v>41.986767100000002</c:v>
                </c:pt>
                <c:pt idx="215">
                  <c:v>42.630603200000003</c:v>
                </c:pt>
                <c:pt idx="216">
                  <c:v>42.7807703</c:v>
                </c:pt>
                <c:pt idx="217">
                  <c:v>42.784042399999997</c:v>
                </c:pt>
                <c:pt idx="218">
                  <c:v>42.908798300000001</c:v>
                </c:pt>
                <c:pt idx="219">
                  <c:v>42.973052099999997</c:v>
                </c:pt>
                <c:pt idx="220">
                  <c:v>43.630193599999998</c:v>
                </c:pt>
                <c:pt idx="221">
                  <c:v>43.782798300000003</c:v>
                </c:pt>
                <c:pt idx="222">
                  <c:v>43.787401600000003</c:v>
                </c:pt>
                <c:pt idx="223">
                  <c:v>43.905057200000002</c:v>
                </c:pt>
                <c:pt idx="224">
                  <c:v>43.9766178</c:v>
                </c:pt>
                <c:pt idx="225">
                  <c:v>44.635324500000003</c:v>
                </c:pt>
                <c:pt idx="226">
                  <c:v>44.781982599999999</c:v>
                </c:pt>
                <c:pt idx="227">
                  <c:v>44.784849100000002</c:v>
                </c:pt>
                <c:pt idx="228">
                  <c:v>44.909776899999997</c:v>
                </c:pt>
                <c:pt idx="229">
                  <c:v>44.975935300000003</c:v>
                </c:pt>
                <c:pt idx="230">
                  <c:v>45.633886699999998</c:v>
                </c:pt>
                <c:pt idx="231">
                  <c:v>45.778197599999999</c:v>
                </c:pt>
                <c:pt idx="232">
                  <c:v>45.787320299999998</c:v>
                </c:pt>
                <c:pt idx="233">
                  <c:v>45.907852800000001</c:v>
                </c:pt>
                <c:pt idx="234">
                  <c:v>45.979111199999998</c:v>
                </c:pt>
                <c:pt idx="235">
                  <c:v>46.633334599999998</c:v>
                </c:pt>
                <c:pt idx="236">
                  <c:v>46.779784100000001</c:v>
                </c:pt>
                <c:pt idx="237">
                  <c:v>46.785346400000002</c:v>
                </c:pt>
                <c:pt idx="238">
                  <c:v>46.908276200000003</c:v>
                </c:pt>
                <c:pt idx="239">
                  <c:v>46.978825200000003</c:v>
                </c:pt>
                <c:pt idx="240">
                  <c:v>47.6330685</c:v>
                </c:pt>
                <c:pt idx="241">
                  <c:v>47.7780895</c:v>
                </c:pt>
                <c:pt idx="242">
                  <c:v>47.7818179</c:v>
                </c:pt>
                <c:pt idx="243">
                  <c:v>47.909584099999996</c:v>
                </c:pt>
                <c:pt idx="244">
                  <c:v>47.975193599999997</c:v>
                </c:pt>
                <c:pt idx="245">
                  <c:v>48.635821499999999</c:v>
                </c:pt>
                <c:pt idx="246">
                  <c:v>48.779593400000003</c:v>
                </c:pt>
                <c:pt idx="247">
                  <c:v>48.784483199999997</c:v>
                </c:pt>
                <c:pt idx="248">
                  <c:v>48.903511000000002</c:v>
                </c:pt>
                <c:pt idx="249">
                  <c:v>48.976900200000003</c:v>
                </c:pt>
                <c:pt idx="250">
                  <c:v>49.631557899999997</c:v>
                </c:pt>
                <c:pt idx="251">
                  <c:v>49.775899099999997</c:v>
                </c:pt>
                <c:pt idx="252">
                  <c:v>49.784526399999997</c:v>
                </c:pt>
                <c:pt idx="253">
                  <c:v>49.905927800000001</c:v>
                </c:pt>
                <c:pt idx="254">
                  <c:v>49.9716424</c:v>
                </c:pt>
                <c:pt idx="255">
                  <c:v>50.632466000000001</c:v>
                </c:pt>
                <c:pt idx="256">
                  <c:v>50.776507199999998</c:v>
                </c:pt>
                <c:pt idx="257">
                  <c:v>50.783323699999997</c:v>
                </c:pt>
                <c:pt idx="258">
                  <c:v>50.9047208</c:v>
                </c:pt>
                <c:pt idx="259">
                  <c:v>50.967140800000003</c:v>
                </c:pt>
                <c:pt idx="260">
                  <c:v>51.633226399999998</c:v>
                </c:pt>
                <c:pt idx="261">
                  <c:v>51.775290900000002</c:v>
                </c:pt>
                <c:pt idx="262">
                  <c:v>51.782232999999998</c:v>
                </c:pt>
                <c:pt idx="263">
                  <c:v>51.901909500000002</c:v>
                </c:pt>
                <c:pt idx="264">
                  <c:v>51.965913399999998</c:v>
                </c:pt>
                <c:pt idx="265">
                  <c:v>52.633743099999997</c:v>
                </c:pt>
                <c:pt idx="266">
                  <c:v>52.775223699999998</c:v>
                </c:pt>
                <c:pt idx="267">
                  <c:v>52.782592000000001</c:v>
                </c:pt>
                <c:pt idx="268">
                  <c:v>52.907403700000003</c:v>
                </c:pt>
                <c:pt idx="269">
                  <c:v>52.970346300000003</c:v>
                </c:pt>
                <c:pt idx="270">
                  <c:v>53.630195399999998</c:v>
                </c:pt>
                <c:pt idx="271">
                  <c:v>53.773238999999997</c:v>
                </c:pt>
                <c:pt idx="272">
                  <c:v>53.782686300000002</c:v>
                </c:pt>
                <c:pt idx="273">
                  <c:v>53.902501000000001</c:v>
                </c:pt>
                <c:pt idx="274">
                  <c:v>53.967168600000001</c:v>
                </c:pt>
                <c:pt idx="275">
                  <c:v>54.6308419</c:v>
                </c:pt>
                <c:pt idx="276">
                  <c:v>54.774864200000003</c:v>
                </c:pt>
                <c:pt idx="277">
                  <c:v>54.792518299999998</c:v>
                </c:pt>
                <c:pt idx="278">
                  <c:v>54.903579700000002</c:v>
                </c:pt>
                <c:pt idx="279">
                  <c:v>54.971449</c:v>
                </c:pt>
                <c:pt idx="280">
                  <c:v>55.629768800000001</c:v>
                </c:pt>
                <c:pt idx="281">
                  <c:v>55.778730199999998</c:v>
                </c:pt>
                <c:pt idx="282">
                  <c:v>55.784888799999997</c:v>
                </c:pt>
                <c:pt idx="283">
                  <c:v>55.904947999999997</c:v>
                </c:pt>
                <c:pt idx="284">
                  <c:v>55.973500100000003</c:v>
                </c:pt>
                <c:pt idx="285">
                  <c:v>56.630720099999998</c:v>
                </c:pt>
                <c:pt idx="286">
                  <c:v>56.774521</c:v>
                </c:pt>
                <c:pt idx="287">
                  <c:v>56.796593199999997</c:v>
                </c:pt>
                <c:pt idx="288">
                  <c:v>56.902945699999997</c:v>
                </c:pt>
                <c:pt idx="289">
                  <c:v>56.971214199999999</c:v>
                </c:pt>
                <c:pt idx="290">
                  <c:v>57.633248000000002</c:v>
                </c:pt>
                <c:pt idx="291">
                  <c:v>57.777365799999998</c:v>
                </c:pt>
                <c:pt idx="292">
                  <c:v>57.792043399999997</c:v>
                </c:pt>
                <c:pt idx="293">
                  <c:v>57.907932899999999</c:v>
                </c:pt>
                <c:pt idx="294">
                  <c:v>57.969507800000002</c:v>
                </c:pt>
                <c:pt idx="295">
                  <c:v>58.631162400000001</c:v>
                </c:pt>
                <c:pt idx="296">
                  <c:v>58.777438400000001</c:v>
                </c:pt>
                <c:pt idx="297">
                  <c:v>58.795558</c:v>
                </c:pt>
                <c:pt idx="298">
                  <c:v>58.907954500000002</c:v>
                </c:pt>
                <c:pt idx="299">
                  <c:v>58.972270399999999</c:v>
                </c:pt>
                <c:pt idx="300">
                  <c:v>59.635877700000002</c:v>
                </c:pt>
                <c:pt idx="301">
                  <c:v>59.780066900000001</c:v>
                </c:pt>
                <c:pt idx="302">
                  <c:v>59.7924194</c:v>
                </c:pt>
                <c:pt idx="303">
                  <c:v>59.904757500000002</c:v>
                </c:pt>
                <c:pt idx="304">
                  <c:v>59.9685068</c:v>
                </c:pt>
                <c:pt idx="305">
                  <c:v>60.633463499999998</c:v>
                </c:pt>
                <c:pt idx="306">
                  <c:v>60.778317199999996</c:v>
                </c:pt>
                <c:pt idx="307">
                  <c:v>60.789687399999998</c:v>
                </c:pt>
                <c:pt idx="308">
                  <c:v>60.907803399999999</c:v>
                </c:pt>
                <c:pt idx="309">
                  <c:v>60.968408699999998</c:v>
                </c:pt>
                <c:pt idx="310">
                  <c:v>61.633717599999997</c:v>
                </c:pt>
                <c:pt idx="311">
                  <c:v>61.779224499999998</c:v>
                </c:pt>
                <c:pt idx="312">
                  <c:v>61.7876908</c:v>
                </c:pt>
                <c:pt idx="313">
                  <c:v>61.906812700000003</c:v>
                </c:pt>
                <c:pt idx="314">
                  <c:v>61.967438700000002</c:v>
                </c:pt>
                <c:pt idx="315">
                  <c:v>62.633308999999997</c:v>
                </c:pt>
                <c:pt idx="316">
                  <c:v>62.777666400000001</c:v>
                </c:pt>
                <c:pt idx="317">
                  <c:v>62.783418500000003</c:v>
                </c:pt>
                <c:pt idx="318">
                  <c:v>62.901647400000002</c:v>
                </c:pt>
                <c:pt idx="319">
                  <c:v>62.965514400000004</c:v>
                </c:pt>
                <c:pt idx="320">
                  <c:v>63.632995899999997</c:v>
                </c:pt>
                <c:pt idx="321">
                  <c:v>63.774841100000003</c:v>
                </c:pt>
                <c:pt idx="322">
                  <c:v>63.784497100000003</c:v>
                </c:pt>
                <c:pt idx="323">
                  <c:v>63.902695700000002</c:v>
                </c:pt>
                <c:pt idx="324">
                  <c:v>63.965938100000002</c:v>
                </c:pt>
                <c:pt idx="325">
                  <c:v>64.630201600000007</c:v>
                </c:pt>
                <c:pt idx="326">
                  <c:v>64.778536599999995</c:v>
                </c:pt>
                <c:pt idx="327">
                  <c:v>64.785559899999996</c:v>
                </c:pt>
                <c:pt idx="328">
                  <c:v>64.902271200000001</c:v>
                </c:pt>
                <c:pt idx="329">
                  <c:v>64.966308299999994</c:v>
                </c:pt>
                <c:pt idx="330">
                  <c:v>65.630359100000007</c:v>
                </c:pt>
                <c:pt idx="331">
                  <c:v>65.774413100000004</c:v>
                </c:pt>
                <c:pt idx="332">
                  <c:v>65.782587500000005</c:v>
                </c:pt>
                <c:pt idx="333">
                  <c:v>65.9048023</c:v>
                </c:pt>
                <c:pt idx="334">
                  <c:v>65.9659324</c:v>
                </c:pt>
                <c:pt idx="335">
                  <c:v>66.635109</c:v>
                </c:pt>
                <c:pt idx="336">
                  <c:v>66.774360000000001</c:v>
                </c:pt>
                <c:pt idx="337">
                  <c:v>66.784573100000003</c:v>
                </c:pt>
                <c:pt idx="338">
                  <c:v>66.903891200000004</c:v>
                </c:pt>
                <c:pt idx="339">
                  <c:v>66.970676499999996</c:v>
                </c:pt>
                <c:pt idx="340">
                  <c:v>67.634035699999998</c:v>
                </c:pt>
                <c:pt idx="341">
                  <c:v>67.776686999999995</c:v>
                </c:pt>
                <c:pt idx="342">
                  <c:v>67.782495999999995</c:v>
                </c:pt>
                <c:pt idx="343">
                  <c:v>67.907783300000006</c:v>
                </c:pt>
                <c:pt idx="344">
                  <c:v>67.966543200000004</c:v>
                </c:pt>
                <c:pt idx="345">
                  <c:v>68.633231600000002</c:v>
                </c:pt>
                <c:pt idx="346">
                  <c:v>68.7724671</c:v>
                </c:pt>
                <c:pt idx="347">
                  <c:v>68.787750000000003</c:v>
                </c:pt>
                <c:pt idx="348">
                  <c:v>68.910207999999997</c:v>
                </c:pt>
                <c:pt idx="349">
                  <c:v>68.972312200000005</c:v>
                </c:pt>
                <c:pt idx="350">
                  <c:v>69.631635099999997</c:v>
                </c:pt>
                <c:pt idx="351">
                  <c:v>69.771873200000002</c:v>
                </c:pt>
                <c:pt idx="352">
                  <c:v>69.788992500000006</c:v>
                </c:pt>
                <c:pt idx="353">
                  <c:v>69.9081884</c:v>
                </c:pt>
                <c:pt idx="354">
                  <c:v>69.971446099999994</c:v>
                </c:pt>
                <c:pt idx="355">
                  <c:v>70.6396187</c:v>
                </c:pt>
                <c:pt idx="356">
                  <c:v>70.771865099999999</c:v>
                </c:pt>
                <c:pt idx="357">
                  <c:v>70.788502600000001</c:v>
                </c:pt>
                <c:pt idx="358">
                  <c:v>70.906557699999993</c:v>
                </c:pt>
                <c:pt idx="359">
                  <c:v>70.970271199999999</c:v>
                </c:pt>
                <c:pt idx="360">
                  <c:v>71.633055100000007</c:v>
                </c:pt>
                <c:pt idx="361">
                  <c:v>71.774419399999999</c:v>
                </c:pt>
                <c:pt idx="362">
                  <c:v>71.781762200000003</c:v>
                </c:pt>
                <c:pt idx="363">
                  <c:v>71.905010099999998</c:v>
                </c:pt>
                <c:pt idx="364">
                  <c:v>71.965601500000005</c:v>
                </c:pt>
                <c:pt idx="365">
                  <c:v>72.6367391</c:v>
                </c:pt>
                <c:pt idx="366">
                  <c:v>72.773577599999996</c:v>
                </c:pt>
                <c:pt idx="367">
                  <c:v>72.784797400000002</c:v>
                </c:pt>
                <c:pt idx="368">
                  <c:v>72.904796300000001</c:v>
                </c:pt>
                <c:pt idx="369">
                  <c:v>72.981602300000006</c:v>
                </c:pt>
                <c:pt idx="370">
                  <c:v>73.635790900000003</c:v>
                </c:pt>
                <c:pt idx="371">
                  <c:v>73.780724899999996</c:v>
                </c:pt>
                <c:pt idx="372">
                  <c:v>73.784327599999997</c:v>
                </c:pt>
                <c:pt idx="373">
                  <c:v>73.902667699999995</c:v>
                </c:pt>
                <c:pt idx="374">
                  <c:v>73.968267800000007</c:v>
                </c:pt>
                <c:pt idx="375">
                  <c:v>74.636164500000007</c:v>
                </c:pt>
                <c:pt idx="376">
                  <c:v>74.777428999999998</c:v>
                </c:pt>
                <c:pt idx="377">
                  <c:v>74.782132300000001</c:v>
                </c:pt>
                <c:pt idx="378">
                  <c:v>74.902483200000006</c:v>
                </c:pt>
                <c:pt idx="379">
                  <c:v>74.966091800000001</c:v>
                </c:pt>
                <c:pt idx="380">
                  <c:v>75.6384221</c:v>
                </c:pt>
                <c:pt idx="381">
                  <c:v>75.776711199999994</c:v>
                </c:pt>
                <c:pt idx="382">
                  <c:v>75.7819954</c:v>
                </c:pt>
                <c:pt idx="383">
                  <c:v>75.906512399999997</c:v>
                </c:pt>
                <c:pt idx="384">
                  <c:v>75.9685159</c:v>
                </c:pt>
                <c:pt idx="385">
                  <c:v>76.634130200000001</c:v>
                </c:pt>
                <c:pt idx="386">
                  <c:v>76.772637200000005</c:v>
                </c:pt>
                <c:pt idx="387">
                  <c:v>76.7820021</c:v>
                </c:pt>
                <c:pt idx="388">
                  <c:v>76.9128343</c:v>
                </c:pt>
                <c:pt idx="389">
                  <c:v>76.966000100000002</c:v>
                </c:pt>
                <c:pt idx="390">
                  <c:v>77.6341872</c:v>
                </c:pt>
                <c:pt idx="391">
                  <c:v>77.774944399999995</c:v>
                </c:pt>
                <c:pt idx="392">
                  <c:v>77.784301900000003</c:v>
                </c:pt>
                <c:pt idx="393">
                  <c:v>77.910587899999996</c:v>
                </c:pt>
                <c:pt idx="394">
                  <c:v>77.971211299999993</c:v>
                </c:pt>
                <c:pt idx="395">
                  <c:v>78.632441499999999</c:v>
                </c:pt>
                <c:pt idx="396">
                  <c:v>78.773026299999998</c:v>
                </c:pt>
                <c:pt idx="397">
                  <c:v>78.788302599999994</c:v>
                </c:pt>
                <c:pt idx="398">
                  <c:v>78.915393499999993</c:v>
                </c:pt>
                <c:pt idx="399">
                  <c:v>78.968460300000004</c:v>
                </c:pt>
                <c:pt idx="400">
                  <c:v>79.633334700000006</c:v>
                </c:pt>
                <c:pt idx="401">
                  <c:v>79.7724896</c:v>
                </c:pt>
                <c:pt idx="402">
                  <c:v>79.783108499999997</c:v>
                </c:pt>
                <c:pt idx="403">
                  <c:v>79.919190599999993</c:v>
                </c:pt>
                <c:pt idx="404">
                  <c:v>79.971323100000006</c:v>
                </c:pt>
                <c:pt idx="405">
                  <c:v>80.632142999999999</c:v>
                </c:pt>
                <c:pt idx="406">
                  <c:v>80.772428300000001</c:v>
                </c:pt>
                <c:pt idx="407">
                  <c:v>80.790206800000007</c:v>
                </c:pt>
                <c:pt idx="408">
                  <c:v>80.913590200000002</c:v>
                </c:pt>
                <c:pt idx="409">
                  <c:v>80.9726347</c:v>
                </c:pt>
                <c:pt idx="410">
                  <c:v>81.630685</c:v>
                </c:pt>
                <c:pt idx="411">
                  <c:v>81.779291999999998</c:v>
                </c:pt>
                <c:pt idx="412">
                  <c:v>81.7876069</c:v>
                </c:pt>
                <c:pt idx="413">
                  <c:v>81.915135000000006</c:v>
                </c:pt>
                <c:pt idx="414">
                  <c:v>81.968746199999998</c:v>
                </c:pt>
                <c:pt idx="415">
                  <c:v>82.631948800000004</c:v>
                </c:pt>
                <c:pt idx="416">
                  <c:v>82.772375699999998</c:v>
                </c:pt>
                <c:pt idx="417">
                  <c:v>82.787216000000001</c:v>
                </c:pt>
                <c:pt idx="418">
                  <c:v>82.912691899999999</c:v>
                </c:pt>
                <c:pt idx="419">
                  <c:v>82.972933999999995</c:v>
                </c:pt>
                <c:pt idx="420">
                  <c:v>83.630333100000001</c:v>
                </c:pt>
                <c:pt idx="421">
                  <c:v>83.776348200000001</c:v>
                </c:pt>
                <c:pt idx="422">
                  <c:v>83.784717400000005</c:v>
                </c:pt>
                <c:pt idx="423">
                  <c:v>83.911067599999996</c:v>
                </c:pt>
                <c:pt idx="424">
                  <c:v>83.968856200000005</c:v>
                </c:pt>
                <c:pt idx="425">
                  <c:v>84.633028300000007</c:v>
                </c:pt>
                <c:pt idx="426">
                  <c:v>84.777772999999996</c:v>
                </c:pt>
                <c:pt idx="427">
                  <c:v>84.784427100000002</c:v>
                </c:pt>
                <c:pt idx="428">
                  <c:v>84.911942100000005</c:v>
                </c:pt>
                <c:pt idx="429">
                  <c:v>84.9705704</c:v>
                </c:pt>
                <c:pt idx="430">
                  <c:v>85.633136199999996</c:v>
                </c:pt>
                <c:pt idx="431">
                  <c:v>85.775558399999994</c:v>
                </c:pt>
                <c:pt idx="432">
                  <c:v>85.784213100000002</c:v>
                </c:pt>
                <c:pt idx="433">
                  <c:v>85.909004999999993</c:v>
                </c:pt>
                <c:pt idx="434">
                  <c:v>85.969905499999996</c:v>
                </c:pt>
                <c:pt idx="435">
                  <c:v>86.635106300000004</c:v>
                </c:pt>
                <c:pt idx="436">
                  <c:v>86.774493399999997</c:v>
                </c:pt>
                <c:pt idx="437">
                  <c:v>86.7820459</c:v>
                </c:pt>
                <c:pt idx="438">
                  <c:v>86.905764500000004</c:v>
                </c:pt>
                <c:pt idx="439">
                  <c:v>86.965981400000004</c:v>
                </c:pt>
                <c:pt idx="440">
                  <c:v>87.637112099999996</c:v>
                </c:pt>
                <c:pt idx="441">
                  <c:v>87.774621400000001</c:v>
                </c:pt>
                <c:pt idx="442">
                  <c:v>87.782630499999996</c:v>
                </c:pt>
                <c:pt idx="443">
                  <c:v>87.902603799999994</c:v>
                </c:pt>
                <c:pt idx="444">
                  <c:v>87.966612600000005</c:v>
                </c:pt>
                <c:pt idx="445">
                  <c:v>88.633121200000005</c:v>
                </c:pt>
                <c:pt idx="446">
                  <c:v>88.775217299999994</c:v>
                </c:pt>
                <c:pt idx="447">
                  <c:v>88.783575999999996</c:v>
                </c:pt>
                <c:pt idx="448">
                  <c:v>88.909419799999995</c:v>
                </c:pt>
                <c:pt idx="449">
                  <c:v>88.966095100000004</c:v>
                </c:pt>
                <c:pt idx="450">
                  <c:v>89.633126599999997</c:v>
                </c:pt>
                <c:pt idx="451">
                  <c:v>89.772330400000001</c:v>
                </c:pt>
                <c:pt idx="452">
                  <c:v>89.785022699999999</c:v>
                </c:pt>
                <c:pt idx="453">
                  <c:v>89.905221299999994</c:v>
                </c:pt>
                <c:pt idx="454">
                  <c:v>89.972051300000004</c:v>
                </c:pt>
                <c:pt idx="455">
                  <c:v>90.633120599999998</c:v>
                </c:pt>
                <c:pt idx="456">
                  <c:v>90.772297300000005</c:v>
                </c:pt>
                <c:pt idx="457">
                  <c:v>90.782399900000001</c:v>
                </c:pt>
                <c:pt idx="458">
                  <c:v>90.911636299999998</c:v>
                </c:pt>
                <c:pt idx="459">
                  <c:v>90.966892700000002</c:v>
                </c:pt>
                <c:pt idx="460">
                  <c:v>91.630478800000006</c:v>
                </c:pt>
                <c:pt idx="461">
                  <c:v>91.771982399999999</c:v>
                </c:pt>
                <c:pt idx="462">
                  <c:v>91.787334700000002</c:v>
                </c:pt>
                <c:pt idx="463">
                  <c:v>91.915139600000003</c:v>
                </c:pt>
                <c:pt idx="464">
                  <c:v>91.971412900000004</c:v>
                </c:pt>
                <c:pt idx="465">
                  <c:v>92.629867399999995</c:v>
                </c:pt>
                <c:pt idx="466">
                  <c:v>92.775775699999997</c:v>
                </c:pt>
                <c:pt idx="467">
                  <c:v>92.787415100000004</c:v>
                </c:pt>
                <c:pt idx="468">
                  <c:v>92.915419099999994</c:v>
                </c:pt>
                <c:pt idx="469">
                  <c:v>92.971317999999997</c:v>
                </c:pt>
                <c:pt idx="470">
                  <c:v>93.630632599999998</c:v>
                </c:pt>
                <c:pt idx="471">
                  <c:v>93.773743400000001</c:v>
                </c:pt>
                <c:pt idx="472">
                  <c:v>93.785516000000001</c:v>
                </c:pt>
                <c:pt idx="473">
                  <c:v>93.913494299999996</c:v>
                </c:pt>
                <c:pt idx="474">
                  <c:v>93.969465999999997</c:v>
                </c:pt>
                <c:pt idx="475">
                  <c:v>94.631043599999998</c:v>
                </c:pt>
                <c:pt idx="476">
                  <c:v>94.783576299999993</c:v>
                </c:pt>
                <c:pt idx="477">
                  <c:v>94.784369400000003</c:v>
                </c:pt>
                <c:pt idx="478">
                  <c:v>94.912416699999994</c:v>
                </c:pt>
                <c:pt idx="479">
                  <c:v>94.968430400000003</c:v>
                </c:pt>
                <c:pt idx="480">
                  <c:v>95.630771199999998</c:v>
                </c:pt>
                <c:pt idx="481">
                  <c:v>95.777454000000006</c:v>
                </c:pt>
                <c:pt idx="482">
                  <c:v>95.784133299999993</c:v>
                </c:pt>
                <c:pt idx="483">
                  <c:v>95.915024700000004</c:v>
                </c:pt>
                <c:pt idx="484">
                  <c:v>95.970126500000006</c:v>
                </c:pt>
                <c:pt idx="485">
                  <c:v>96.635269899999997</c:v>
                </c:pt>
                <c:pt idx="486">
                  <c:v>96.777647000000002</c:v>
                </c:pt>
                <c:pt idx="487">
                  <c:v>96.7871959</c:v>
                </c:pt>
                <c:pt idx="488">
                  <c:v>96.908765200000005</c:v>
                </c:pt>
                <c:pt idx="489">
                  <c:v>96.965837300000004</c:v>
                </c:pt>
                <c:pt idx="490">
                  <c:v>97.633174400000001</c:v>
                </c:pt>
                <c:pt idx="491">
                  <c:v>97.777891699999998</c:v>
                </c:pt>
                <c:pt idx="492">
                  <c:v>97.782562200000001</c:v>
                </c:pt>
                <c:pt idx="493">
                  <c:v>97.908719300000001</c:v>
                </c:pt>
                <c:pt idx="494">
                  <c:v>97.966147500000005</c:v>
                </c:pt>
                <c:pt idx="495">
                  <c:v>98.633367500000006</c:v>
                </c:pt>
                <c:pt idx="496">
                  <c:v>98.776343999999995</c:v>
                </c:pt>
                <c:pt idx="497">
                  <c:v>98.782243600000001</c:v>
                </c:pt>
                <c:pt idx="498">
                  <c:v>98.908487899999997</c:v>
                </c:pt>
                <c:pt idx="499">
                  <c:v>98.965877000000006</c:v>
                </c:pt>
                <c:pt idx="500">
                  <c:v>99.630781999999996</c:v>
                </c:pt>
                <c:pt idx="501">
                  <c:v>99.779916700000001</c:v>
                </c:pt>
                <c:pt idx="502">
                  <c:v>99.784455300000005</c:v>
                </c:pt>
                <c:pt idx="503">
                  <c:v>99.902458100000004</c:v>
                </c:pt>
                <c:pt idx="504">
                  <c:v>99.965591399999994</c:v>
                </c:pt>
                <c:pt idx="505">
                  <c:v>100.63719140000001</c:v>
                </c:pt>
                <c:pt idx="506">
                  <c:v>100.7810453</c:v>
                </c:pt>
                <c:pt idx="507">
                  <c:v>100.7818932</c:v>
                </c:pt>
                <c:pt idx="508">
                  <c:v>100.9045352</c:v>
                </c:pt>
                <c:pt idx="509">
                  <c:v>100.9698866</c:v>
                </c:pt>
                <c:pt idx="510">
                  <c:v>101.6353517</c:v>
                </c:pt>
                <c:pt idx="511">
                  <c:v>101.7822881</c:v>
                </c:pt>
                <c:pt idx="512">
                  <c:v>101.7847165</c:v>
                </c:pt>
                <c:pt idx="513">
                  <c:v>101.9058972</c:v>
                </c:pt>
                <c:pt idx="514">
                  <c:v>101.9661365</c:v>
                </c:pt>
                <c:pt idx="515">
                  <c:v>102.63010389999999</c:v>
                </c:pt>
                <c:pt idx="516">
                  <c:v>102.7784018</c:v>
                </c:pt>
                <c:pt idx="517">
                  <c:v>102.78372419999999</c:v>
                </c:pt>
                <c:pt idx="518">
                  <c:v>102.90467150000001</c:v>
                </c:pt>
                <c:pt idx="519">
                  <c:v>102.9723276</c:v>
                </c:pt>
                <c:pt idx="520">
                  <c:v>103.6383984</c:v>
                </c:pt>
                <c:pt idx="521">
                  <c:v>103.7791921</c:v>
                </c:pt>
                <c:pt idx="522">
                  <c:v>103.7882651</c:v>
                </c:pt>
                <c:pt idx="523">
                  <c:v>103.9152016</c:v>
                </c:pt>
                <c:pt idx="524">
                  <c:v>103.9688654</c:v>
                </c:pt>
                <c:pt idx="525">
                  <c:v>104.63326600000001</c:v>
                </c:pt>
                <c:pt idx="526">
                  <c:v>104.78577679999999</c:v>
                </c:pt>
                <c:pt idx="527">
                  <c:v>104.7867979</c:v>
                </c:pt>
                <c:pt idx="528">
                  <c:v>104.9116463</c:v>
                </c:pt>
                <c:pt idx="529">
                  <c:v>104.96863089999999</c:v>
                </c:pt>
                <c:pt idx="530">
                  <c:v>105.63335619999999</c:v>
                </c:pt>
                <c:pt idx="531">
                  <c:v>105.7830273</c:v>
                </c:pt>
                <c:pt idx="532">
                  <c:v>105.78779609999999</c:v>
                </c:pt>
                <c:pt idx="533">
                  <c:v>105.9108823</c:v>
                </c:pt>
                <c:pt idx="534">
                  <c:v>105.9656818</c:v>
                </c:pt>
                <c:pt idx="535">
                  <c:v>106.6306141</c:v>
                </c:pt>
                <c:pt idx="536">
                  <c:v>106.77893450000001</c:v>
                </c:pt>
                <c:pt idx="537">
                  <c:v>106.781386</c:v>
                </c:pt>
                <c:pt idx="538">
                  <c:v>106.9140127</c:v>
                </c:pt>
                <c:pt idx="539">
                  <c:v>106.96589760000001</c:v>
                </c:pt>
                <c:pt idx="540">
                  <c:v>107.63050079999999</c:v>
                </c:pt>
                <c:pt idx="541">
                  <c:v>107.7838947</c:v>
                </c:pt>
                <c:pt idx="542">
                  <c:v>107.7872979</c:v>
                </c:pt>
                <c:pt idx="543">
                  <c:v>107.9081213</c:v>
                </c:pt>
                <c:pt idx="544">
                  <c:v>107.96615319999999</c:v>
                </c:pt>
                <c:pt idx="545">
                  <c:v>108.6307432</c:v>
                </c:pt>
                <c:pt idx="546">
                  <c:v>108.78393459999999</c:v>
                </c:pt>
                <c:pt idx="547">
                  <c:v>108.7885781</c:v>
                </c:pt>
                <c:pt idx="548">
                  <c:v>108.9033022</c:v>
                </c:pt>
                <c:pt idx="549">
                  <c:v>108.9660628</c:v>
                </c:pt>
                <c:pt idx="550">
                  <c:v>109.63360299999999</c:v>
                </c:pt>
                <c:pt idx="551">
                  <c:v>109.7824854</c:v>
                </c:pt>
                <c:pt idx="552">
                  <c:v>109.7833725</c:v>
                </c:pt>
                <c:pt idx="553">
                  <c:v>109.9050392</c:v>
                </c:pt>
                <c:pt idx="554">
                  <c:v>109.966097</c:v>
                </c:pt>
                <c:pt idx="555">
                  <c:v>110.6362864</c:v>
                </c:pt>
                <c:pt idx="556">
                  <c:v>110.7822582</c:v>
                </c:pt>
                <c:pt idx="557">
                  <c:v>110.7863199</c:v>
                </c:pt>
                <c:pt idx="558">
                  <c:v>110.904794</c:v>
                </c:pt>
                <c:pt idx="559">
                  <c:v>110.96894210000001</c:v>
                </c:pt>
                <c:pt idx="560">
                  <c:v>111.63218120000001</c:v>
                </c:pt>
                <c:pt idx="561">
                  <c:v>111.7818091</c:v>
                </c:pt>
                <c:pt idx="562">
                  <c:v>111.78205149999999</c:v>
                </c:pt>
                <c:pt idx="563">
                  <c:v>111.90412999999999</c:v>
                </c:pt>
                <c:pt idx="564">
                  <c:v>111.9715195</c:v>
                </c:pt>
                <c:pt idx="565">
                  <c:v>112.63304460000001</c:v>
                </c:pt>
                <c:pt idx="566">
                  <c:v>112.77920020000001</c:v>
                </c:pt>
                <c:pt idx="567">
                  <c:v>112.7818377</c:v>
                </c:pt>
                <c:pt idx="568">
                  <c:v>112.9038686</c:v>
                </c:pt>
                <c:pt idx="569">
                  <c:v>112.9704917</c:v>
                </c:pt>
                <c:pt idx="570">
                  <c:v>113.63298330000001</c:v>
                </c:pt>
                <c:pt idx="571">
                  <c:v>113.7800665</c:v>
                </c:pt>
                <c:pt idx="572">
                  <c:v>113.7848425</c:v>
                </c:pt>
                <c:pt idx="573">
                  <c:v>113.9054687</c:v>
                </c:pt>
                <c:pt idx="574">
                  <c:v>113.969025</c:v>
                </c:pt>
                <c:pt idx="575">
                  <c:v>114.6316193</c:v>
                </c:pt>
                <c:pt idx="576">
                  <c:v>114.77915059999999</c:v>
                </c:pt>
                <c:pt idx="577">
                  <c:v>114.78731329999999</c:v>
                </c:pt>
                <c:pt idx="578">
                  <c:v>114.9084572</c:v>
                </c:pt>
                <c:pt idx="579">
                  <c:v>114.96854810000001</c:v>
                </c:pt>
                <c:pt idx="580">
                  <c:v>115.63017550000001</c:v>
                </c:pt>
                <c:pt idx="581">
                  <c:v>115.7817525</c:v>
                </c:pt>
                <c:pt idx="582">
                  <c:v>115.78864950000001</c:v>
                </c:pt>
                <c:pt idx="583">
                  <c:v>115.9067027</c:v>
                </c:pt>
                <c:pt idx="584">
                  <c:v>115.9666773</c:v>
                </c:pt>
                <c:pt idx="585">
                  <c:v>116.63800639999999</c:v>
                </c:pt>
                <c:pt idx="586">
                  <c:v>116.7840815</c:v>
                </c:pt>
                <c:pt idx="587">
                  <c:v>116.7866404</c:v>
                </c:pt>
                <c:pt idx="588">
                  <c:v>116.9066995</c:v>
                </c:pt>
                <c:pt idx="589">
                  <c:v>116.9670883</c:v>
                </c:pt>
                <c:pt idx="590">
                  <c:v>117.63243610000001</c:v>
                </c:pt>
                <c:pt idx="591">
                  <c:v>117.7804129</c:v>
                </c:pt>
                <c:pt idx="592">
                  <c:v>117.78474439999999</c:v>
                </c:pt>
                <c:pt idx="593">
                  <c:v>117.9066255</c:v>
                </c:pt>
                <c:pt idx="594">
                  <c:v>117.9657667</c:v>
                </c:pt>
                <c:pt idx="595">
                  <c:v>118.6308191</c:v>
                </c:pt>
                <c:pt idx="596">
                  <c:v>118.7845614</c:v>
                </c:pt>
                <c:pt idx="597">
                  <c:v>118.7875169</c:v>
                </c:pt>
                <c:pt idx="598">
                  <c:v>118.9048081</c:v>
                </c:pt>
                <c:pt idx="599">
                  <c:v>118.96597079999999</c:v>
                </c:pt>
                <c:pt idx="600">
                  <c:v>119.63379999999999</c:v>
                </c:pt>
                <c:pt idx="601">
                  <c:v>119.7818347</c:v>
                </c:pt>
                <c:pt idx="602">
                  <c:v>119.78435380000001</c:v>
                </c:pt>
                <c:pt idx="603">
                  <c:v>119.9047849</c:v>
                </c:pt>
                <c:pt idx="604">
                  <c:v>119.97224300000001</c:v>
                </c:pt>
                <c:pt idx="605">
                  <c:v>120.6308549</c:v>
                </c:pt>
                <c:pt idx="606">
                  <c:v>120.7826281</c:v>
                </c:pt>
                <c:pt idx="607">
                  <c:v>120.7863004</c:v>
                </c:pt>
                <c:pt idx="608">
                  <c:v>120.9050392</c:v>
                </c:pt>
                <c:pt idx="609">
                  <c:v>120.9712864</c:v>
                </c:pt>
                <c:pt idx="610">
                  <c:v>121.63512609999999</c:v>
                </c:pt>
                <c:pt idx="611">
                  <c:v>121.78178440000001</c:v>
                </c:pt>
                <c:pt idx="612">
                  <c:v>121.784318</c:v>
                </c:pt>
                <c:pt idx="613">
                  <c:v>121.90750319999999</c:v>
                </c:pt>
                <c:pt idx="614">
                  <c:v>121.96635689999999</c:v>
                </c:pt>
                <c:pt idx="615">
                  <c:v>122.63633470000001</c:v>
                </c:pt>
                <c:pt idx="616">
                  <c:v>122.7781004</c:v>
                </c:pt>
                <c:pt idx="617">
                  <c:v>122.7825014</c:v>
                </c:pt>
                <c:pt idx="618">
                  <c:v>122.94462729999999</c:v>
                </c:pt>
                <c:pt idx="619">
                  <c:v>122.9784623</c:v>
                </c:pt>
                <c:pt idx="620">
                  <c:v>123.6362541</c:v>
                </c:pt>
                <c:pt idx="621">
                  <c:v>123.77701740000001</c:v>
                </c:pt>
                <c:pt idx="622">
                  <c:v>123.78212910000001</c:v>
                </c:pt>
                <c:pt idx="623">
                  <c:v>123.9063001</c:v>
                </c:pt>
                <c:pt idx="624">
                  <c:v>123.97903820000001</c:v>
                </c:pt>
                <c:pt idx="625">
                  <c:v>124.6343799</c:v>
                </c:pt>
                <c:pt idx="626">
                  <c:v>124.7722794</c:v>
                </c:pt>
                <c:pt idx="627">
                  <c:v>124.78914880000001</c:v>
                </c:pt>
                <c:pt idx="628">
                  <c:v>124.90271920000001</c:v>
                </c:pt>
                <c:pt idx="629">
                  <c:v>124.97482770000001</c:v>
                </c:pt>
                <c:pt idx="630">
                  <c:v>125.6612744</c:v>
                </c:pt>
                <c:pt idx="631">
                  <c:v>125.7729241</c:v>
                </c:pt>
                <c:pt idx="632">
                  <c:v>125.7847026</c:v>
                </c:pt>
                <c:pt idx="633">
                  <c:v>125.9020044</c:v>
                </c:pt>
                <c:pt idx="634">
                  <c:v>125.9764302</c:v>
                </c:pt>
                <c:pt idx="635">
                  <c:v>126.6406357</c:v>
                </c:pt>
                <c:pt idx="636">
                  <c:v>126.7738032</c:v>
                </c:pt>
                <c:pt idx="637">
                  <c:v>126.7830405</c:v>
                </c:pt>
                <c:pt idx="638">
                  <c:v>126.9055682</c:v>
                </c:pt>
                <c:pt idx="639">
                  <c:v>126.9827149</c:v>
                </c:pt>
                <c:pt idx="640">
                  <c:v>127.6361028</c:v>
                </c:pt>
                <c:pt idx="641">
                  <c:v>127.77240310000001</c:v>
                </c:pt>
                <c:pt idx="642">
                  <c:v>127.7909908</c:v>
                </c:pt>
                <c:pt idx="643">
                  <c:v>127.9048212</c:v>
                </c:pt>
                <c:pt idx="644">
                  <c:v>127.9733335</c:v>
                </c:pt>
                <c:pt idx="645">
                  <c:v>128.63488989999999</c:v>
                </c:pt>
                <c:pt idx="646">
                  <c:v>128.77511860000001</c:v>
                </c:pt>
                <c:pt idx="647">
                  <c:v>128.78740329999999</c:v>
                </c:pt>
                <c:pt idx="648">
                  <c:v>128.90274299999999</c:v>
                </c:pt>
                <c:pt idx="649">
                  <c:v>128.9752786</c:v>
                </c:pt>
                <c:pt idx="650">
                  <c:v>129.63754410000001</c:v>
                </c:pt>
                <c:pt idx="651">
                  <c:v>129.77736479999999</c:v>
                </c:pt>
                <c:pt idx="652">
                  <c:v>129.78729440000001</c:v>
                </c:pt>
                <c:pt idx="653">
                  <c:v>129.90783830000001</c:v>
                </c:pt>
                <c:pt idx="654">
                  <c:v>129.96603669999999</c:v>
                </c:pt>
                <c:pt idx="655">
                  <c:v>130.6407724</c:v>
                </c:pt>
                <c:pt idx="656">
                  <c:v>130.77753809999999</c:v>
                </c:pt>
                <c:pt idx="657">
                  <c:v>130.7882372</c:v>
                </c:pt>
                <c:pt idx="658">
                  <c:v>130.907107</c:v>
                </c:pt>
                <c:pt idx="659">
                  <c:v>130.97562070000001</c:v>
                </c:pt>
                <c:pt idx="660">
                  <c:v>131.64084769999999</c:v>
                </c:pt>
                <c:pt idx="661">
                  <c:v>131.77804330000001</c:v>
                </c:pt>
                <c:pt idx="662">
                  <c:v>131.7855754</c:v>
                </c:pt>
                <c:pt idx="663">
                  <c:v>131.90690330000001</c:v>
                </c:pt>
                <c:pt idx="664">
                  <c:v>131.97345390000001</c:v>
                </c:pt>
                <c:pt idx="665">
                  <c:v>132.643416</c:v>
                </c:pt>
                <c:pt idx="666">
                  <c:v>132.77788580000001</c:v>
                </c:pt>
                <c:pt idx="667">
                  <c:v>132.78469369999999</c:v>
                </c:pt>
                <c:pt idx="668">
                  <c:v>132.9035307</c:v>
                </c:pt>
                <c:pt idx="669">
                  <c:v>132.9740869</c:v>
                </c:pt>
                <c:pt idx="670">
                  <c:v>133.6407485</c:v>
                </c:pt>
                <c:pt idx="671">
                  <c:v>133.77775320000001</c:v>
                </c:pt>
                <c:pt idx="672">
                  <c:v>133.78649229999999</c:v>
                </c:pt>
                <c:pt idx="673">
                  <c:v>133.905272</c:v>
                </c:pt>
                <c:pt idx="674">
                  <c:v>133.97928350000001</c:v>
                </c:pt>
                <c:pt idx="675">
                  <c:v>134.63811630000001</c:v>
                </c:pt>
                <c:pt idx="676">
                  <c:v>134.77577439999999</c:v>
                </c:pt>
                <c:pt idx="677">
                  <c:v>134.78205740000001</c:v>
                </c:pt>
                <c:pt idx="678">
                  <c:v>134.90784160000001</c:v>
                </c:pt>
                <c:pt idx="679">
                  <c:v>134.97609109999999</c:v>
                </c:pt>
                <c:pt idx="680">
                  <c:v>135.63584940000001</c:v>
                </c:pt>
                <c:pt idx="681">
                  <c:v>135.77739529999999</c:v>
                </c:pt>
                <c:pt idx="682">
                  <c:v>135.7822252</c:v>
                </c:pt>
                <c:pt idx="683">
                  <c:v>135.9034375</c:v>
                </c:pt>
                <c:pt idx="684">
                  <c:v>135.97911529999999</c:v>
                </c:pt>
                <c:pt idx="685">
                  <c:v>136.6339088</c:v>
                </c:pt>
                <c:pt idx="686">
                  <c:v>136.77471249999999</c:v>
                </c:pt>
                <c:pt idx="687">
                  <c:v>136.7846686</c:v>
                </c:pt>
                <c:pt idx="688">
                  <c:v>136.90488199999999</c:v>
                </c:pt>
                <c:pt idx="689">
                  <c:v>136.97622419999999</c:v>
                </c:pt>
                <c:pt idx="690">
                  <c:v>137.6402458</c:v>
                </c:pt>
                <c:pt idx="691">
                  <c:v>137.77463599999999</c:v>
                </c:pt>
                <c:pt idx="692">
                  <c:v>137.7845121</c:v>
                </c:pt>
                <c:pt idx="693">
                  <c:v>137.9017217</c:v>
                </c:pt>
                <c:pt idx="694">
                  <c:v>137.97358460000001</c:v>
                </c:pt>
                <c:pt idx="695">
                  <c:v>138.6368908</c:v>
                </c:pt>
                <c:pt idx="696">
                  <c:v>138.77241380000001</c:v>
                </c:pt>
                <c:pt idx="697">
                  <c:v>138.78491969999999</c:v>
                </c:pt>
                <c:pt idx="698">
                  <c:v>138.90312420000001</c:v>
                </c:pt>
                <c:pt idx="699">
                  <c:v>138.97666799999999</c:v>
                </c:pt>
                <c:pt idx="700">
                  <c:v>139.63695200000001</c:v>
                </c:pt>
                <c:pt idx="701">
                  <c:v>139.77237629999999</c:v>
                </c:pt>
                <c:pt idx="702">
                  <c:v>139.78778589999999</c:v>
                </c:pt>
                <c:pt idx="703">
                  <c:v>139.90952519999999</c:v>
                </c:pt>
                <c:pt idx="704">
                  <c:v>139.97348049999999</c:v>
                </c:pt>
                <c:pt idx="705">
                  <c:v>140.64003210000001</c:v>
                </c:pt>
                <c:pt idx="706">
                  <c:v>140.7721536</c:v>
                </c:pt>
                <c:pt idx="707">
                  <c:v>140.7886068</c:v>
                </c:pt>
                <c:pt idx="708">
                  <c:v>140.90267259999999</c:v>
                </c:pt>
                <c:pt idx="709">
                  <c:v>140.96674609999999</c:v>
                </c:pt>
                <c:pt idx="710">
                  <c:v>141.63837849999999</c:v>
                </c:pt>
                <c:pt idx="711">
                  <c:v>141.77285209999999</c:v>
                </c:pt>
                <c:pt idx="712">
                  <c:v>141.785574</c:v>
                </c:pt>
                <c:pt idx="713">
                  <c:v>141.90548620000001</c:v>
                </c:pt>
                <c:pt idx="714">
                  <c:v>141.9664764</c:v>
                </c:pt>
                <c:pt idx="715">
                  <c:v>142.66239279999999</c:v>
                </c:pt>
                <c:pt idx="716">
                  <c:v>142.77225100000001</c:v>
                </c:pt>
                <c:pt idx="717">
                  <c:v>142.78818659999999</c:v>
                </c:pt>
                <c:pt idx="718">
                  <c:v>142.90485559999999</c:v>
                </c:pt>
                <c:pt idx="719">
                  <c:v>142.966679</c:v>
                </c:pt>
                <c:pt idx="720">
                  <c:v>143.65342440000001</c:v>
                </c:pt>
                <c:pt idx="721">
                  <c:v>143.7746539</c:v>
                </c:pt>
                <c:pt idx="722">
                  <c:v>143.78497390000001</c:v>
                </c:pt>
                <c:pt idx="723">
                  <c:v>143.9112275</c:v>
                </c:pt>
                <c:pt idx="724">
                  <c:v>143.9661146</c:v>
                </c:pt>
                <c:pt idx="725">
                  <c:v>144.64047239999999</c:v>
                </c:pt>
                <c:pt idx="726">
                  <c:v>144.7752308</c:v>
                </c:pt>
                <c:pt idx="727">
                  <c:v>144.78453529999999</c:v>
                </c:pt>
                <c:pt idx="728">
                  <c:v>144.9077245</c:v>
                </c:pt>
                <c:pt idx="729">
                  <c:v>144.9688677</c:v>
                </c:pt>
                <c:pt idx="730">
                  <c:v>145.6377248</c:v>
                </c:pt>
                <c:pt idx="731">
                  <c:v>145.77267219999999</c:v>
                </c:pt>
                <c:pt idx="732">
                  <c:v>145.78547800000001</c:v>
                </c:pt>
                <c:pt idx="733">
                  <c:v>145.90616940000001</c:v>
                </c:pt>
                <c:pt idx="734">
                  <c:v>145.97688880000001</c:v>
                </c:pt>
                <c:pt idx="735">
                  <c:v>146.6470065</c:v>
                </c:pt>
                <c:pt idx="736">
                  <c:v>146.77814620000001</c:v>
                </c:pt>
                <c:pt idx="737">
                  <c:v>146.78152729999999</c:v>
                </c:pt>
                <c:pt idx="738">
                  <c:v>146.905046</c:v>
                </c:pt>
                <c:pt idx="739">
                  <c:v>146.97540319999999</c:v>
                </c:pt>
                <c:pt idx="740">
                  <c:v>147.6416893</c:v>
                </c:pt>
                <c:pt idx="741">
                  <c:v>147.7764693</c:v>
                </c:pt>
                <c:pt idx="742">
                  <c:v>147.78187489999999</c:v>
                </c:pt>
                <c:pt idx="743">
                  <c:v>147.90335260000001</c:v>
                </c:pt>
                <c:pt idx="744">
                  <c:v>147.97994220000001</c:v>
                </c:pt>
                <c:pt idx="745">
                  <c:v>148.64391860000001</c:v>
                </c:pt>
                <c:pt idx="746">
                  <c:v>148.7729587</c:v>
                </c:pt>
                <c:pt idx="747">
                  <c:v>148.7846672</c:v>
                </c:pt>
                <c:pt idx="748">
                  <c:v>148.90254010000001</c:v>
                </c:pt>
                <c:pt idx="749">
                  <c:v>148.9753633</c:v>
                </c:pt>
                <c:pt idx="750">
                  <c:v>149.6405063</c:v>
                </c:pt>
                <c:pt idx="751">
                  <c:v>149.77495500000001</c:v>
                </c:pt>
                <c:pt idx="752">
                  <c:v>149.78426870000001</c:v>
                </c:pt>
                <c:pt idx="753">
                  <c:v>149.90291769999999</c:v>
                </c:pt>
                <c:pt idx="754">
                  <c:v>149.9777938</c:v>
                </c:pt>
                <c:pt idx="755">
                  <c:v>150.63976199999999</c:v>
                </c:pt>
                <c:pt idx="756">
                  <c:v>150.77451360000001</c:v>
                </c:pt>
                <c:pt idx="757">
                  <c:v>150.7818384</c:v>
                </c:pt>
                <c:pt idx="758">
                  <c:v>150.902241</c:v>
                </c:pt>
                <c:pt idx="759">
                  <c:v>150.97159490000001</c:v>
                </c:pt>
                <c:pt idx="760">
                  <c:v>151.64237840000001</c:v>
                </c:pt>
                <c:pt idx="761">
                  <c:v>151.77222829999999</c:v>
                </c:pt>
                <c:pt idx="762">
                  <c:v>151.78218810000001</c:v>
                </c:pt>
                <c:pt idx="763">
                  <c:v>151.902457</c:v>
                </c:pt>
                <c:pt idx="764">
                  <c:v>151.97008199999999</c:v>
                </c:pt>
                <c:pt idx="765">
                  <c:v>152.6369675</c:v>
                </c:pt>
                <c:pt idx="766">
                  <c:v>152.7725179</c:v>
                </c:pt>
                <c:pt idx="767">
                  <c:v>152.7845374</c:v>
                </c:pt>
                <c:pt idx="768">
                  <c:v>152.90796119999999</c:v>
                </c:pt>
                <c:pt idx="769">
                  <c:v>152.97315259999999</c:v>
                </c:pt>
                <c:pt idx="770">
                  <c:v>153.63872359999999</c:v>
                </c:pt>
                <c:pt idx="771">
                  <c:v>153.77602780000001</c:v>
                </c:pt>
                <c:pt idx="772">
                  <c:v>153.78410700000001</c:v>
                </c:pt>
                <c:pt idx="773">
                  <c:v>153.90210859999999</c:v>
                </c:pt>
                <c:pt idx="774">
                  <c:v>153.97615189999999</c:v>
                </c:pt>
                <c:pt idx="775">
                  <c:v>154.64118070000001</c:v>
                </c:pt>
                <c:pt idx="776">
                  <c:v>154.77222839999999</c:v>
                </c:pt>
                <c:pt idx="777">
                  <c:v>154.7871907</c:v>
                </c:pt>
                <c:pt idx="778">
                  <c:v>154.90743380000001</c:v>
                </c:pt>
                <c:pt idx="779">
                  <c:v>154.97663180000001</c:v>
                </c:pt>
                <c:pt idx="780">
                  <c:v>155.6395875</c:v>
                </c:pt>
                <c:pt idx="781">
                  <c:v>155.77515030000001</c:v>
                </c:pt>
                <c:pt idx="782">
                  <c:v>155.78631100000001</c:v>
                </c:pt>
                <c:pt idx="783">
                  <c:v>155.90800770000001</c:v>
                </c:pt>
                <c:pt idx="784">
                  <c:v>155.97938619999999</c:v>
                </c:pt>
                <c:pt idx="785">
                  <c:v>156.63984060000001</c:v>
                </c:pt>
                <c:pt idx="786">
                  <c:v>156.77362009999999</c:v>
                </c:pt>
                <c:pt idx="787">
                  <c:v>156.78757959999999</c:v>
                </c:pt>
                <c:pt idx="788">
                  <c:v>156.90734320000001</c:v>
                </c:pt>
                <c:pt idx="789">
                  <c:v>156.97623010000001</c:v>
                </c:pt>
                <c:pt idx="790">
                  <c:v>157.64103069999999</c:v>
                </c:pt>
                <c:pt idx="791">
                  <c:v>157.78072220000001</c:v>
                </c:pt>
                <c:pt idx="792">
                  <c:v>157.78475879999999</c:v>
                </c:pt>
                <c:pt idx="793">
                  <c:v>157.90666659999999</c:v>
                </c:pt>
                <c:pt idx="794">
                  <c:v>157.9768019</c:v>
                </c:pt>
                <c:pt idx="795">
                  <c:v>158.6434769</c:v>
                </c:pt>
                <c:pt idx="796">
                  <c:v>158.77681670000001</c:v>
                </c:pt>
                <c:pt idx="797">
                  <c:v>158.78612050000001</c:v>
                </c:pt>
                <c:pt idx="798">
                  <c:v>158.90491309999999</c:v>
                </c:pt>
                <c:pt idx="799">
                  <c:v>158.96938560000001</c:v>
                </c:pt>
                <c:pt idx="800">
                  <c:v>159.64030790000001</c:v>
                </c:pt>
                <c:pt idx="801">
                  <c:v>159.77483799999999</c:v>
                </c:pt>
                <c:pt idx="802">
                  <c:v>159.7823234</c:v>
                </c:pt>
                <c:pt idx="803">
                  <c:v>159.90468580000001</c:v>
                </c:pt>
                <c:pt idx="804">
                  <c:v>159.97148989999999</c:v>
                </c:pt>
                <c:pt idx="805">
                  <c:v>160.64326929999999</c:v>
                </c:pt>
                <c:pt idx="806">
                  <c:v>160.7780382</c:v>
                </c:pt>
                <c:pt idx="807">
                  <c:v>160.78445529999999</c:v>
                </c:pt>
                <c:pt idx="808">
                  <c:v>160.9022262</c:v>
                </c:pt>
                <c:pt idx="809">
                  <c:v>160.968942</c:v>
                </c:pt>
                <c:pt idx="810">
                  <c:v>161.6422718</c:v>
                </c:pt>
                <c:pt idx="811">
                  <c:v>161.7748388</c:v>
                </c:pt>
                <c:pt idx="812">
                  <c:v>161.78188019999999</c:v>
                </c:pt>
                <c:pt idx="813">
                  <c:v>161.90261169999999</c:v>
                </c:pt>
                <c:pt idx="814">
                  <c:v>161.96899830000001</c:v>
                </c:pt>
                <c:pt idx="815">
                  <c:v>162.64023710000001</c:v>
                </c:pt>
                <c:pt idx="816">
                  <c:v>162.77496819999999</c:v>
                </c:pt>
                <c:pt idx="817">
                  <c:v>162.78192960000001</c:v>
                </c:pt>
                <c:pt idx="818">
                  <c:v>162.9023794</c:v>
                </c:pt>
                <c:pt idx="819">
                  <c:v>162.9660907</c:v>
                </c:pt>
                <c:pt idx="820">
                  <c:v>163.6359247</c:v>
                </c:pt>
                <c:pt idx="821">
                  <c:v>163.77698179999999</c:v>
                </c:pt>
                <c:pt idx="822">
                  <c:v>163.78519990000001</c:v>
                </c:pt>
                <c:pt idx="823">
                  <c:v>163.9059872</c:v>
                </c:pt>
                <c:pt idx="824">
                  <c:v>163.96875660000001</c:v>
                </c:pt>
                <c:pt idx="825">
                  <c:v>164.6381939</c:v>
                </c:pt>
                <c:pt idx="826">
                  <c:v>164.77290410000001</c:v>
                </c:pt>
                <c:pt idx="827">
                  <c:v>164.78749239999999</c:v>
                </c:pt>
                <c:pt idx="828">
                  <c:v>164.9155256</c:v>
                </c:pt>
                <c:pt idx="829">
                  <c:v>164.97163029999999</c:v>
                </c:pt>
                <c:pt idx="830">
                  <c:v>165.6357634</c:v>
                </c:pt>
                <c:pt idx="831">
                  <c:v>165.77381500000001</c:v>
                </c:pt>
                <c:pt idx="832">
                  <c:v>165.7901531</c:v>
                </c:pt>
                <c:pt idx="833">
                  <c:v>165.9111638</c:v>
                </c:pt>
                <c:pt idx="834">
                  <c:v>165.97608349999999</c:v>
                </c:pt>
                <c:pt idx="835">
                  <c:v>166.64132119999999</c:v>
                </c:pt>
                <c:pt idx="836">
                  <c:v>166.7721995</c:v>
                </c:pt>
                <c:pt idx="837">
                  <c:v>166.7878293</c:v>
                </c:pt>
                <c:pt idx="838">
                  <c:v>166.913051</c:v>
                </c:pt>
                <c:pt idx="839">
                  <c:v>166.98555780000001</c:v>
                </c:pt>
                <c:pt idx="840">
                  <c:v>167.63364319999999</c:v>
                </c:pt>
                <c:pt idx="841">
                  <c:v>167.77546050000001</c:v>
                </c:pt>
                <c:pt idx="842">
                  <c:v>167.78498329999999</c:v>
                </c:pt>
                <c:pt idx="843">
                  <c:v>167.9143158</c:v>
                </c:pt>
                <c:pt idx="844">
                  <c:v>167.977236</c:v>
                </c:pt>
                <c:pt idx="845">
                  <c:v>168.6380992</c:v>
                </c:pt>
                <c:pt idx="846">
                  <c:v>168.77844820000001</c:v>
                </c:pt>
                <c:pt idx="847">
                  <c:v>168.7844686</c:v>
                </c:pt>
                <c:pt idx="848">
                  <c:v>168.90993330000001</c:v>
                </c:pt>
                <c:pt idx="849">
                  <c:v>168.976686</c:v>
                </c:pt>
                <c:pt idx="850">
                  <c:v>169.64240369999999</c:v>
                </c:pt>
                <c:pt idx="851">
                  <c:v>169.7781598</c:v>
                </c:pt>
                <c:pt idx="852">
                  <c:v>169.78465499999999</c:v>
                </c:pt>
                <c:pt idx="853">
                  <c:v>169.91266229999999</c:v>
                </c:pt>
                <c:pt idx="854">
                  <c:v>169.97265899999999</c:v>
                </c:pt>
                <c:pt idx="855">
                  <c:v>170.6340299</c:v>
                </c:pt>
                <c:pt idx="856">
                  <c:v>170.77823670000001</c:v>
                </c:pt>
                <c:pt idx="857">
                  <c:v>170.7850995</c:v>
                </c:pt>
                <c:pt idx="858">
                  <c:v>170.9122606</c:v>
                </c:pt>
                <c:pt idx="859">
                  <c:v>170.97540720000001</c:v>
                </c:pt>
                <c:pt idx="860">
                  <c:v>171.6328594</c:v>
                </c:pt>
                <c:pt idx="861">
                  <c:v>171.7794452</c:v>
                </c:pt>
                <c:pt idx="862">
                  <c:v>171.78182100000001</c:v>
                </c:pt>
                <c:pt idx="863">
                  <c:v>171.9070992</c:v>
                </c:pt>
                <c:pt idx="864">
                  <c:v>171.97582159999999</c:v>
                </c:pt>
                <c:pt idx="865">
                  <c:v>172.63576280000001</c:v>
                </c:pt>
                <c:pt idx="866">
                  <c:v>172.77560690000001</c:v>
                </c:pt>
                <c:pt idx="867">
                  <c:v>172.78246429999999</c:v>
                </c:pt>
                <c:pt idx="868">
                  <c:v>172.91417970000001</c:v>
                </c:pt>
                <c:pt idx="869">
                  <c:v>172.9770355</c:v>
                </c:pt>
                <c:pt idx="870">
                  <c:v>173.63712520000001</c:v>
                </c:pt>
                <c:pt idx="871">
                  <c:v>173.77488199999999</c:v>
                </c:pt>
                <c:pt idx="872">
                  <c:v>173.78206610000001</c:v>
                </c:pt>
                <c:pt idx="873">
                  <c:v>173.9019749</c:v>
                </c:pt>
                <c:pt idx="874">
                  <c:v>173.97320930000001</c:v>
                </c:pt>
                <c:pt idx="875">
                  <c:v>174.63493260000001</c:v>
                </c:pt>
                <c:pt idx="876">
                  <c:v>174.77401929999999</c:v>
                </c:pt>
                <c:pt idx="877">
                  <c:v>174.7851766</c:v>
                </c:pt>
                <c:pt idx="878">
                  <c:v>174.913534</c:v>
                </c:pt>
                <c:pt idx="879">
                  <c:v>174.97159210000001</c:v>
                </c:pt>
                <c:pt idx="880">
                  <c:v>175.6329504</c:v>
                </c:pt>
                <c:pt idx="881">
                  <c:v>175.7719098</c:v>
                </c:pt>
                <c:pt idx="882">
                  <c:v>175.78479179999999</c:v>
                </c:pt>
                <c:pt idx="883">
                  <c:v>175.91348289999999</c:v>
                </c:pt>
                <c:pt idx="884">
                  <c:v>175.9733713</c:v>
                </c:pt>
                <c:pt idx="885">
                  <c:v>176.63472379999999</c:v>
                </c:pt>
                <c:pt idx="886">
                  <c:v>176.772255</c:v>
                </c:pt>
                <c:pt idx="887">
                  <c:v>176.78249400000001</c:v>
                </c:pt>
                <c:pt idx="888">
                  <c:v>176.91445820000001</c:v>
                </c:pt>
                <c:pt idx="889">
                  <c:v>176.97619330000001</c:v>
                </c:pt>
                <c:pt idx="890">
                  <c:v>177.63292319999999</c:v>
                </c:pt>
                <c:pt idx="891">
                  <c:v>177.77462800000001</c:v>
                </c:pt>
                <c:pt idx="892">
                  <c:v>177.7875976</c:v>
                </c:pt>
                <c:pt idx="893">
                  <c:v>177.91365579999999</c:v>
                </c:pt>
                <c:pt idx="894">
                  <c:v>177.97367170000001</c:v>
                </c:pt>
                <c:pt idx="895">
                  <c:v>178.63272029999999</c:v>
                </c:pt>
                <c:pt idx="896">
                  <c:v>178.772391</c:v>
                </c:pt>
                <c:pt idx="897">
                  <c:v>178.78750170000001</c:v>
                </c:pt>
                <c:pt idx="898">
                  <c:v>178.91746000000001</c:v>
                </c:pt>
                <c:pt idx="899">
                  <c:v>178.97347339999999</c:v>
                </c:pt>
                <c:pt idx="900">
                  <c:v>179.6308899</c:v>
                </c:pt>
                <c:pt idx="901">
                  <c:v>179.7775571</c:v>
                </c:pt>
                <c:pt idx="902">
                  <c:v>179.78762660000001</c:v>
                </c:pt>
                <c:pt idx="903">
                  <c:v>179.9125258</c:v>
                </c:pt>
                <c:pt idx="904">
                  <c:v>179.97924739999999</c:v>
                </c:pt>
                <c:pt idx="905">
                  <c:v>180.63128900000001</c:v>
                </c:pt>
                <c:pt idx="906">
                  <c:v>180.77495819999999</c:v>
                </c:pt>
                <c:pt idx="907">
                  <c:v>180.78556570000001</c:v>
                </c:pt>
                <c:pt idx="908">
                  <c:v>180.9131616</c:v>
                </c:pt>
                <c:pt idx="909">
                  <c:v>180.9781242</c:v>
                </c:pt>
                <c:pt idx="910">
                  <c:v>181.62963730000001</c:v>
                </c:pt>
                <c:pt idx="911">
                  <c:v>181.7747368</c:v>
                </c:pt>
                <c:pt idx="912">
                  <c:v>181.78443519999999</c:v>
                </c:pt>
                <c:pt idx="913">
                  <c:v>181.91320469999999</c:v>
                </c:pt>
                <c:pt idx="914">
                  <c:v>181.97091309999999</c:v>
                </c:pt>
                <c:pt idx="915">
                  <c:v>182.6379652</c:v>
                </c:pt>
                <c:pt idx="916">
                  <c:v>182.77994570000001</c:v>
                </c:pt>
                <c:pt idx="917">
                  <c:v>182.78460179999999</c:v>
                </c:pt>
                <c:pt idx="918">
                  <c:v>182.9090009</c:v>
                </c:pt>
                <c:pt idx="919">
                  <c:v>182.9703543</c:v>
                </c:pt>
                <c:pt idx="920">
                  <c:v>183.6329188</c:v>
                </c:pt>
                <c:pt idx="921">
                  <c:v>183.77774339999999</c:v>
                </c:pt>
                <c:pt idx="922">
                  <c:v>183.78162320000001</c:v>
                </c:pt>
                <c:pt idx="923">
                  <c:v>183.90621250000001</c:v>
                </c:pt>
                <c:pt idx="924">
                  <c:v>183.96798570000001</c:v>
                </c:pt>
                <c:pt idx="925">
                  <c:v>184.6308099</c:v>
                </c:pt>
                <c:pt idx="926">
                  <c:v>184.77426439999999</c:v>
                </c:pt>
                <c:pt idx="927">
                  <c:v>184.78226889999999</c:v>
                </c:pt>
                <c:pt idx="928">
                  <c:v>184.9089281</c:v>
                </c:pt>
                <c:pt idx="929">
                  <c:v>184.97018059999999</c:v>
                </c:pt>
                <c:pt idx="930">
                  <c:v>185.6354632</c:v>
                </c:pt>
                <c:pt idx="931">
                  <c:v>185.7746582</c:v>
                </c:pt>
                <c:pt idx="932">
                  <c:v>185.79754199999999</c:v>
                </c:pt>
                <c:pt idx="933">
                  <c:v>185.90953020000001</c:v>
                </c:pt>
                <c:pt idx="934">
                  <c:v>185.96614389999999</c:v>
                </c:pt>
                <c:pt idx="935">
                  <c:v>186.6341123</c:v>
                </c:pt>
                <c:pt idx="936">
                  <c:v>186.77385140000001</c:v>
                </c:pt>
                <c:pt idx="937">
                  <c:v>186.79294730000001</c:v>
                </c:pt>
                <c:pt idx="938">
                  <c:v>186.913984</c:v>
                </c:pt>
                <c:pt idx="939">
                  <c:v>186.96869599999999</c:v>
                </c:pt>
                <c:pt idx="940">
                  <c:v>187.63310749999999</c:v>
                </c:pt>
                <c:pt idx="941">
                  <c:v>187.77195029999999</c:v>
                </c:pt>
                <c:pt idx="942">
                  <c:v>187.79509569999999</c:v>
                </c:pt>
                <c:pt idx="943">
                  <c:v>187.91078210000001</c:v>
                </c:pt>
                <c:pt idx="944">
                  <c:v>187.96623869999999</c:v>
                </c:pt>
                <c:pt idx="945">
                  <c:v>188.63163280000001</c:v>
                </c:pt>
                <c:pt idx="946">
                  <c:v>188.77329109999999</c:v>
                </c:pt>
                <c:pt idx="947">
                  <c:v>188.799035</c:v>
                </c:pt>
                <c:pt idx="948">
                  <c:v>188.9134608</c:v>
                </c:pt>
                <c:pt idx="949">
                  <c:v>188.9688927</c:v>
                </c:pt>
                <c:pt idx="950">
                  <c:v>189.63043070000001</c:v>
                </c:pt>
                <c:pt idx="951">
                  <c:v>189.7726921</c:v>
                </c:pt>
                <c:pt idx="952">
                  <c:v>189.7951248</c:v>
                </c:pt>
                <c:pt idx="953">
                  <c:v>189.91390089999999</c:v>
                </c:pt>
                <c:pt idx="954">
                  <c:v>189.97012129999999</c:v>
                </c:pt>
                <c:pt idx="955">
                  <c:v>190.63111140000001</c:v>
                </c:pt>
                <c:pt idx="956">
                  <c:v>190.77222900000001</c:v>
                </c:pt>
                <c:pt idx="957">
                  <c:v>190.79390649999999</c:v>
                </c:pt>
                <c:pt idx="958">
                  <c:v>190.91358959999999</c:v>
                </c:pt>
                <c:pt idx="959">
                  <c:v>190.9765146</c:v>
                </c:pt>
                <c:pt idx="960">
                  <c:v>191.63280589999999</c:v>
                </c:pt>
                <c:pt idx="961">
                  <c:v>191.77434629999999</c:v>
                </c:pt>
                <c:pt idx="962">
                  <c:v>191.79191449999999</c:v>
                </c:pt>
                <c:pt idx="963">
                  <c:v>191.90924430000001</c:v>
                </c:pt>
                <c:pt idx="964">
                  <c:v>191.97828730000001</c:v>
                </c:pt>
                <c:pt idx="965">
                  <c:v>192.63056839999999</c:v>
                </c:pt>
                <c:pt idx="966">
                  <c:v>192.7802489</c:v>
                </c:pt>
                <c:pt idx="967">
                  <c:v>192.7926497</c:v>
                </c:pt>
                <c:pt idx="968">
                  <c:v>192.91255469999999</c:v>
                </c:pt>
                <c:pt idx="969">
                  <c:v>192.97794690000001</c:v>
                </c:pt>
                <c:pt idx="970">
                  <c:v>193.6330466</c:v>
                </c:pt>
                <c:pt idx="971">
                  <c:v>193.77740299999999</c:v>
                </c:pt>
                <c:pt idx="972">
                  <c:v>193.79270310000001</c:v>
                </c:pt>
                <c:pt idx="973">
                  <c:v>193.9101824</c:v>
                </c:pt>
                <c:pt idx="974">
                  <c:v>193.9761977</c:v>
                </c:pt>
                <c:pt idx="975">
                  <c:v>194.63151439999999</c:v>
                </c:pt>
                <c:pt idx="976">
                  <c:v>194.77210260000001</c:v>
                </c:pt>
                <c:pt idx="977">
                  <c:v>194.7898126</c:v>
                </c:pt>
                <c:pt idx="978">
                  <c:v>194.90658909999999</c:v>
                </c:pt>
                <c:pt idx="979">
                  <c:v>194.97582689999999</c:v>
                </c:pt>
                <c:pt idx="980">
                  <c:v>195.63579279999999</c:v>
                </c:pt>
                <c:pt idx="981">
                  <c:v>195.7776945</c:v>
                </c:pt>
                <c:pt idx="982">
                  <c:v>195.7874386</c:v>
                </c:pt>
                <c:pt idx="983">
                  <c:v>195.90681319999999</c:v>
                </c:pt>
                <c:pt idx="984">
                  <c:v>195.97595269999999</c:v>
                </c:pt>
                <c:pt idx="985">
                  <c:v>196.6358946</c:v>
                </c:pt>
                <c:pt idx="986">
                  <c:v>196.77492179999999</c:v>
                </c:pt>
                <c:pt idx="987">
                  <c:v>196.7923619</c:v>
                </c:pt>
                <c:pt idx="988">
                  <c:v>196.90208999999999</c:v>
                </c:pt>
                <c:pt idx="989">
                  <c:v>196.97233439999999</c:v>
                </c:pt>
                <c:pt idx="990">
                  <c:v>197.63612839999999</c:v>
                </c:pt>
                <c:pt idx="991">
                  <c:v>197.77439200000001</c:v>
                </c:pt>
                <c:pt idx="992">
                  <c:v>197.78993249999999</c:v>
                </c:pt>
                <c:pt idx="993">
                  <c:v>197.90195510000001</c:v>
                </c:pt>
                <c:pt idx="994">
                  <c:v>197.97322819999999</c:v>
                </c:pt>
                <c:pt idx="995">
                  <c:v>198.6320776</c:v>
                </c:pt>
                <c:pt idx="996">
                  <c:v>198.7727888</c:v>
                </c:pt>
                <c:pt idx="997">
                  <c:v>198.79181790000001</c:v>
                </c:pt>
                <c:pt idx="998">
                  <c:v>198.90478949999999</c:v>
                </c:pt>
                <c:pt idx="999">
                  <c:v>198.97056910000001</c:v>
                </c:pt>
                <c:pt idx="1000">
                  <c:v>199.63456819999999</c:v>
                </c:pt>
                <c:pt idx="1001">
                  <c:v>199.7729276</c:v>
                </c:pt>
                <c:pt idx="1002">
                  <c:v>199.78349320000001</c:v>
                </c:pt>
                <c:pt idx="1003">
                  <c:v>199.91522399999999</c:v>
                </c:pt>
                <c:pt idx="1004">
                  <c:v>199.9778566</c:v>
                </c:pt>
                <c:pt idx="1005">
                  <c:v>200.63430539999999</c:v>
                </c:pt>
                <c:pt idx="1006">
                  <c:v>200.77216039999999</c:v>
                </c:pt>
                <c:pt idx="1007">
                  <c:v>200.79053089999999</c:v>
                </c:pt>
                <c:pt idx="1008">
                  <c:v>200.90446410000001</c:v>
                </c:pt>
                <c:pt idx="1009">
                  <c:v>200.97895370000001</c:v>
                </c:pt>
                <c:pt idx="1010">
                  <c:v>201.6305543</c:v>
                </c:pt>
                <c:pt idx="1011">
                  <c:v>201.7750145</c:v>
                </c:pt>
                <c:pt idx="1012">
                  <c:v>201.7900425</c:v>
                </c:pt>
                <c:pt idx="1013">
                  <c:v>201.91418239999999</c:v>
                </c:pt>
                <c:pt idx="1014">
                  <c:v>201.9771806</c:v>
                </c:pt>
                <c:pt idx="1015">
                  <c:v>202.6335047</c:v>
                </c:pt>
                <c:pt idx="1016">
                  <c:v>202.7748565</c:v>
                </c:pt>
                <c:pt idx="1017">
                  <c:v>202.7947546</c:v>
                </c:pt>
                <c:pt idx="1018">
                  <c:v>202.9144388</c:v>
                </c:pt>
                <c:pt idx="1019">
                  <c:v>202.9787699</c:v>
                </c:pt>
                <c:pt idx="1020">
                  <c:v>203.63056080000001</c:v>
                </c:pt>
                <c:pt idx="1021">
                  <c:v>203.77531930000001</c:v>
                </c:pt>
                <c:pt idx="1022">
                  <c:v>203.7927579</c:v>
                </c:pt>
                <c:pt idx="1023">
                  <c:v>203.91591769999999</c:v>
                </c:pt>
                <c:pt idx="1024">
                  <c:v>203.97751539999999</c:v>
                </c:pt>
                <c:pt idx="1025">
                  <c:v>204.62956149999999</c:v>
                </c:pt>
                <c:pt idx="1026">
                  <c:v>204.77265779999999</c:v>
                </c:pt>
                <c:pt idx="1027">
                  <c:v>204.79095150000001</c:v>
                </c:pt>
                <c:pt idx="1028">
                  <c:v>204.91257289999999</c:v>
                </c:pt>
                <c:pt idx="1029">
                  <c:v>204.9727944</c:v>
                </c:pt>
                <c:pt idx="1030">
                  <c:v>205.6326832</c:v>
                </c:pt>
                <c:pt idx="1031">
                  <c:v>205.7770549</c:v>
                </c:pt>
                <c:pt idx="1032">
                  <c:v>205.79279869999999</c:v>
                </c:pt>
                <c:pt idx="1033">
                  <c:v>205.91297739999999</c:v>
                </c:pt>
                <c:pt idx="1034">
                  <c:v>205.976372</c:v>
                </c:pt>
                <c:pt idx="1035">
                  <c:v>206.6311312</c:v>
                </c:pt>
                <c:pt idx="1036">
                  <c:v>206.77228880000001</c:v>
                </c:pt>
                <c:pt idx="1037">
                  <c:v>206.7886743</c:v>
                </c:pt>
                <c:pt idx="1038">
                  <c:v>206.91324940000001</c:v>
                </c:pt>
                <c:pt idx="1039">
                  <c:v>206.97648530000001</c:v>
                </c:pt>
                <c:pt idx="1040">
                  <c:v>207.63597540000001</c:v>
                </c:pt>
                <c:pt idx="1041">
                  <c:v>207.7783446</c:v>
                </c:pt>
                <c:pt idx="1042">
                  <c:v>207.79025859999999</c:v>
                </c:pt>
                <c:pt idx="1043">
                  <c:v>207.90761989999999</c:v>
                </c:pt>
                <c:pt idx="1044">
                  <c:v>207.97288119999999</c:v>
                </c:pt>
                <c:pt idx="1045">
                  <c:v>208.6358405</c:v>
                </c:pt>
                <c:pt idx="1046">
                  <c:v>208.77331290000001</c:v>
                </c:pt>
                <c:pt idx="1047">
                  <c:v>208.7873697</c:v>
                </c:pt>
                <c:pt idx="1048">
                  <c:v>208.90741109999999</c:v>
                </c:pt>
                <c:pt idx="1049">
                  <c:v>208.96956489999999</c:v>
                </c:pt>
                <c:pt idx="1050">
                  <c:v>209.6345762</c:v>
                </c:pt>
                <c:pt idx="1051">
                  <c:v>209.7723465</c:v>
                </c:pt>
                <c:pt idx="1052">
                  <c:v>209.78604369999999</c:v>
                </c:pt>
                <c:pt idx="1053">
                  <c:v>209.90750320000001</c:v>
                </c:pt>
                <c:pt idx="1054">
                  <c:v>209.97391529999999</c:v>
                </c:pt>
                <c:pt idx="1055">
                  <c:v>210.6329896</c:v>
                </c:pt>
                <c:pt idx="1056">
                  <c:v>210.7754702</c:v>
                </c:pt>
                <c:pt idx="1057">
                  <c:v>210.7847797</c:v>
                </c:pt>
                <c:pt idx="1058">
                  <c:v>210.9105678</c:v>
                </c:pt>
                <c:pt idx="1059">
                  <c:v>210.97588010000001</c:v>
                </c:pt>
                <c:pt idx="1060">
                  <c:v>211.63524620000001</c:v>
                </c:pt>
                <c:pt idx="1061">
                  <c:v>211.77194069999999</c:v>
                </c:pt>
                <c:pt idx="1062">
                  <c:v>211.78543730000001</c:v>
                </c:pt>
                <c:pt idx="1063">
                  <c:v>211.9151268</c:v>
                </c:pt>
                <c:pt idx="1064">
                  <c:v>211.9762345</c:v>
                </c:pt>
                <c:pt idx="1065">
                  <c:v>212.6329523</c:v>
                </c:pt>
                <c:pt idx="1066">
                  <c:v>212.77904950000001</c:v>
                </c:pt>
                <c:pt idx="1067">
                  <c:v>212.78239060000001</c:v>
                </c:pt>
                <c:pt idx="1068">
                  <c:v>212.91404120000001</c:v>
                </c:pt>
                <c:pt idx="1069">
                  <c:v>212.9736757</c:v>
                </c:pt>
                <c:pt idx="1070">
                  <c:v>213.63277690000001</c:v>
                </c:pt>
                <c:pt idx="1071">
                  <c:v>213.77510509999999</c:v>
                </c:pt>
                <c:pt idx="1072">
                  <c:v>213.78754050000001</c:v>
                </c:pt>
                <c:pt idx="1073">
                  <c:v>213.9154035</c:v>
                </c:pt>
                <c:pt idx="1074">
                  <c:v>213.97918569999999</c:v>
                </c:pt>
                <c:pt idx="1075">
                  <c:v>214.63024100000001</c:v>
                </c:pt>
                <c:pt idx="1076">
                  <c:v>214.77485870000001</c:v>
                </c:pt>
                <c:pt idx="1077">
                  <c:v>214.788049</c:v>
                </c:pt>
                <c:pt idx="1078">
                  <c:v>214.91513269999999</c:v>
                </c:pt>
                <c:pt idx="1079">
                  <c:v>214.97629230000001</c:v>
                </c:pt>
                <c:pt idx="1080">
                  <c:v>215.6302891</c:v>
                </c:pt>
                <c:pt idx="1081">
                  <c:v>215.77765170000001</c:v>
                </c:pt>
                <c:pt idx="1082">
                  <c:v>215.78957750000001</c:v>
                </c:pt>
                <c:pt idx="1083">
                  <c:v>215.91168949999999</c:v>
                </c:pt>
                <c:pt idx="1084">
                  <c:v>215.97173090000001</c:v>
                </c:pt>
                <c:pt idx="1085">
                  <c:v>216.63075520000001</c:v>
                </c:pt>
                <c:pt idx="1086">
                  <c:v>216.7779103</c:v>
                </c:pt>
                <c:pt idx="1087">
                  <c:v>216.7874195</c:v>
                </c:pt>
                <c:pt idx="1088">
                  <c:v>216.91234209999999</c:v>
                </c:pt>
                <c:pt idx="1089">
                  <c:v>216.97052919999999</c:v>
                </c:pt>
                <c:pt idx="1090">
                  <c:v>217.6303174</c:v>
                </c:pt>
                <c:pt idx="1091">
                  <c:v>217.77715699999999</c:v>
                </c:pt>
                <c:pt idx="1092">
                  <c:v>217.78527940000001</c:v>
                </c:pt>
                <c:pt idx="1093">
                  <c:v>217.9694734</c:v>
                </c:pt>
                <c:pt idx="1094">
                  <c:v>218.2091824</c:v>
                </c:pt>
                <c:pt idx="1095">
                  <c:v>218.64479499999999</c:v>
                </c:pt>
                <c:pt idx="1096">
                  <c:v>218.7747693</c:v>
                </c:pt>
                <c:pt idx="1097">
                  <c:v>218.78634489999999</c:v>
                </c:pt>
                <c:pt idx="1098">
                  <c:v>218.91400770000001</c:v>
                </c:pt>
                <c:pt idx="1099">
                  <c:v>218.97094290000001</c:v>
                </c:pt>
                <c:pt idx="1100">
                  <c:v>219.63925510000001</c:v>
                </c:pt>
                <c:pt idx="1101">
                  <c:v>219.77556580000001</c:v>
                </c:pt>
                <c:pt idx="1102">
                  <c:v>219.7878594</c:v>
                </c:pt>
                <c:pt idx="1103">
                  <c:v>219.91221830000001</c:v>
                </c:pt>
                <c:pt idx="1104">
                  <c:v>219.9678486</c:v>
                </c:pt>
                <c:pt idx="1105">
                  <c:v>220.64315339999999</c:v>
                </c:pt>
                <c:pt idx="1106">
                  <c:v>220.7721454</c:v>
                </c:pt>
                <c:pt idx="1107">
                  <c:v>220.78928759999999</c:v>
                </c:pt>
                <c:pt idx="1108">
                  <c:v>220.9102346</c:v>
                </c:pt>
                <c:pt idx="1109">
                  <c:v>220.96899999999999</c:v>
                </c:pt>
                <c:pt idx="1110">
                  <c:v>221.64336159999999</c:v>
                </c:pt>
                <c:pt idx="1111">
                  <c:v>221.7721501</c:v>
                </c:pt>
                <c:pt idx="1112">
                  <c:v>221.78426089999999</c:v>
                </c:pt>
                <c:pt idx="1113">
                  <c:v>221.90469490000001</c:v>
                </c:pt>
                <c:pt idx="1114">
                  <c:v>221.96851430000001</c:v>
                </c:pt>
                <c:pt idx="1115">
                  <c:v>222.64323870000001</c:v>
                </c:pt>
                <c:pt idx="1116">
                  <c:v>222.77244150000001</c:v>
                </c:pt>
                <c:pt idx="1117">
                  <c:v>222.78446980000001</c:v>
                </c:pt>
                <c:pt idx="1118">
                  <c:v>222.91267869999999</c:v>
                </c:pt>
                <c:pt idx="1119">
                  <c:v>222.966128</c:v>
                </c:pt>
                <c:pt idx="1120">
                  <c:v>223.64075410000001</c:v>
                </c:pt>
                <c:pt idx="1121">
                  <c:v>223.77246880000001</c:v>
                </c:pt>
                <c:pt idx="1122">
                  <c:v>223.78638900000001</c:v>
                </c:pt>
                <c:pt idx="1123">
                  <c:v>223.9141539</c:v>
                </c:pt>
                <c:pt idx="1124">
                  <c:v>223.968459</c:v>
                </c:pt>
                <c:pt idx="1125">
                  <c:v>224.63658330000001</c:v>
                </c:pt>
                <c:pt idx="1126">
                  <c:v>224.77692640000001</c:v>
                </c:pt>
                <c:pt idx="1127">
                  <c:v>224.7848204</c:v>
                </c:pt>
                <c:pt idx="1128">
                  <c:v>224.91443630000001</c:v>
                </c:pt>
                <c:pt idx="1129">
                  <c:v>224.9692407</c:v>
                </c:pt>
                <c:pt idx="1130">
                  <c:v>225.63035070000001</c:v>
                </c:pt>
                <c:pt idx="1131">
                  <c:v>225.7758202</c:v>
                </c:pt>
                <c:pt idx="1132">
                  <c:v>225.78257249999999</c:v>
                </c:pt>
                <c:pt idx="1133">
                  <c:v>225.9134286</c:v>
                </c:pt>
                <c:pt idx="1134">
                  <c:v>225.97586269999999</c:v>
                </c:pt>
                <c:pt idx="1135">
                  <c:v>226.63484410000001</c:v>
                </c:pt>
                <c:pt idx="1136">
                  <c:v>226.77370060000001</c:v>
                </c:pt>
                <c:pt idx="1137">
                  <c:v>226.78751800000001</c:v>
                </c:pt>
                <c:pt idx="1138">
                  <c:v>226.91166050000001</c:v>
                </c:pt>
                <c:pt idx="1139">
                  <c:v>226.9762188</c:v>
                </c:pt>
                <c:pt idx="1140">
                  <c:v>227.63090790000001</c:v>
                </c:pt>
                <c:pt idx="1141">
                  <c:v>227.77266879999999</c:v>
                </c:pt>
                <c:pt idx="1142">
                  <c:v>227.78736480000001</c:v>
                </c:pt>
                <c:pt idx="1143">
                  <c:v>227.91514839999999</c:v>
                </c:pt>
                <c:pt idx="1144">
                  <c:v>227.97584219999999</c:v>
                </c:pt>
                <c:pt idx="1145">
                  <c:v>228.6317971</c:v>
                </c:pt>
                <c:pt idx="1146">
                  <c:v>228.77772680000001</c:v>
                </c:pt>
                <c:pt idx="1147">
                  <c:v>228.78589049999999</c:v>
                </c:pt>
                <c:pt idx="1148">
                  <c:v>228.91336079999999</c:v>
                </c:pt>
                <c:pt idx="1149">
                  <c:v>228.97640369999999</c:v>
                </c:pt>
                <c:pt idx="1150">
                  <c:v>229.6354303</c:v>
                </c:pt>
                <c:pt idx="1151">
                  <c:v>229.77629519999999</c:v>
                </c:pt>
                <c:pt idx="1152">
                  <c:v>229.7817403</c:v>
                </c:pt>
                <c:pt idx="1153">
                  <c:v>229.9100814</c:v>
                </c:pt>
                <c:pt idx="1154">
                  <c:v>229.9719715</c:v>
                </c:pt>
                <c:pt idx="1155">
                  <c:v>230.63119140000001</c:v>
                </c:pt>
                <c:pt idx="1156">
                  <c:v>230.77498069999999</c:v>
                </c:pt>
                <c:pt idx="1157">
                  <c:v>230.78784880000001</c:v>
                </c:pt>
                <c:pt idx="1158">
                  <c:v>230.9042522</c:v>
                </c:pt>
                <c:pt idx="1159">
                  <c:v>230.97168669999999</c:v>
                </c:pt>
                <c:pt idx="1160">
                  <c:v>231.6361321</c:v>
                </c:pt>
                <c:pt idx="1161">
                  <c:v>231.7745429</c:v>
                </c:pt>
                <c:pt idx="1162">
                  <c:v>231.7837705</c:v>
                </c:pt>
                <c:pt idx="1163">
                  <c:v>231.90245809999999</c:v>
                </c:pt>
                <c:pt idx="1164">
                  <c:v>231.97965479999999</c:v>
                </c:pt>
                <c:pt idx="1165">
                  <c:v>232.6356437</c:v>
                </c:pt>
                <c:pt idx="1166">
                  <c:v>232.77408990000001</c:v>
                </c:pt>
                <c:pt idx="1167">
                  <c:v>232.78265500000001</c:v>
                </c:pt>
                <c:pt idx="1168">
                  <c:v>232.90681789999999</c:v>
                </c:pt>
                <c:pt idx="1169">
                  <c:v>232.97308960000001</c:v>
                </c:pt>
                <c:pt idx="1170">
                  <c:v>233.6355575</c:v>
                </c:pt>
                <c:pt idx="1171">
                  <c:v>233.7723866</c:v>
                </c:pt>
                <c:pt idx="1172">
                  <c:v>233.7820509</c:v>
                </c:pt>
                <c:pt idx="1173">
                  <c:v>233.9065664</c:v>
                </c:pt>
                <c:pt idx="1174">
                  <c:v>233.97688600000001</c:v>
                </c:pt>
                <c:pt idx="1175">
                  <c:v>234.6355652</c:v>
                </c:pt>
                <c:pt idx="1176">
                  <c:v>234.7722861</c:v>
                </c:pt>
                <c:pt idx="1177">
                  <c:v>234.78170539999999</c:v>
                </c:pt>
                <c:pt idx="1178">
                  <c:v>234.90614439999999</c:v>
                </c:pt>
                <c:pt idx="1179">
                  <c:v>234.97406849999999</c:v>
                </c:pt>
                <c:pt idx="1180">
                  <c:v>235.63556399999999</c:v>
                </c:pt>
                <c:pt idx="1181">
                  <c:v>235.77228880000001</c:v>
                </c:pt>
                <c:pt idx="1182">
                  <c:v>235.78917079999999</c:v>
                </c:pt>
                <c:pt idx="1183">
                  <c:v>235.90439689999999</c:v>
                </c:pt>
                <c:pt idx="1184">
                  <c:v>235.9794732</c:v>
                </c:pt>
                <c:pt idx="1185">
                  <c:v>236.63408229999999</c:v>
                </c:pt>
                <c:pt idx="1186">
                  <c:v>236.78062420000001</c:v>
                </c:pt>
                <c:pt idx="1187">
                  <c:v>236.78394850000001</c:v>
                </c:pt>
                <c:pt idx="1188">
                  <c:v>236.91247920000001</c:v>
                </c:pt>
                <c:pt idx="1189">
                  <c:v>236.9772299</c:v>
                </c:pt>
                <c:pt idx="1190">
                  <c:v>237.63363699999999</c:v>
                </c:pt>
                <c:pt idx="1191">
                  <c:v>237.7829782</c:v>
                </c:pt>
                <c:pt idx="1192">
                  <c:v>237.78484040000001</c:v>
                </c:pt>
                <c:pt idx="1193">
                  <c:v>237.9081075</c:v>
                </c:pt>
                <c:pt idx="1194">
                  <c:v>237.97537679999999</c:v>
                </c:pt>
                <c:pt idx="1195">
                  <c:v>238.63520930000001</c:v>
                </c:pt>
                <c:pt idx="1196">
                  <c:v>238.77457229999999</c:v>
                </c:pt>
                <c:pt idx="1197">
                  <c:v>238.7881428</c:v>
                </c:pt>
                <c:pt idx="1198">
                  <c:v>238.90645749999999</c:v>
                </c:pt>
                <c:pt idx="1199">
                  <c:v>238.97835259999999</c:v>
                </c:pt>
                <c:pt idx="1200">
                  <c:v>239.6301234</c:v>
                </c:pt>
                <c:pt idx="1201">
                  <c:v>239.78453949999999</c:v>
                </c:pt>
                <c:pt idx="1202">
                  <c:v>239.84113189999999</c:v>
                </c:pt>
                <c:pt idx="1203">
                  <c:v>239.9084618</c:v>
                </c:pt>
                <c:pt idx="1204">
                  <c:v>239.97637280000001</c:v>
                </c:pt>
                <c:pt idx="1205">
                  <c:v>240.63099059999999</c:v>
                </c:pt>
                <c:pt idx="1206">
                  <c:v>240.78420059999999</c:v>
                </c:pt>
                <c:pt idx="1207">
                  <c:v>240.78443830000001</c:v>
                </c:pt>
                <c:pt idx="1208">
                  <c:v>240.90717369999999</c:v>
                </c:pt>
                <c:pt idx="1209">
                  <c:v>240.97664399999999</c:v>
                </c:pt>
                <c:pt idx="1210">
                  <c:v>241.63028929999999</c:v>
                </c:pt>
                <c:pt idx="1211">
                  <c:v>241.78178260000001</c:v>
                </c:pt>
                <c:pt idx="1212">
                  <c:v>241.79770429999999</c:v>
                </c:pt>
                <c:pt idx="1213">
                  <c:v>241.9103743</c:v>
                </c:pt>
                <c:pt idx="1214">
                  <c:v>241.97606640000001</c:v>
                </c:pt>
                <c:pt idx="1215">
                  <c:v>242.6353379</c:v>
                </c:pt>
                <c:pt idx="1216">
                  <c:v>242.78237250000001</c:v>
                </c:pt>
                <c:pt idx="1217">
                  <c:v>242.7841426</c:v>
                </c:pt>
                <c:pt idx="1218">
                  <c:v>242.9098539</c:v>
                </c:pt>
                <c:pt idx="1219">
                  <c:v>242.97216539999999</c:v>
                </c:pt>
                <c:pt idx="1220">
                  <c:v>243.6317986</c:v>
                </c:pt>
                <c:pt idx="1221">
                  <c:v>243.78091029999999</c:v>
                </c:pt>
                <c:pt idx="1222">
                  <c:v>243.78185859999999</c:v>
                </c:pt>
                <c:pt idx="1223">
                  <c:v>243.9094686</c:v>
                </c:pt>
                <c:pt idx="1224">
                  <c:v>243.97361699999999</c:v>
                </c:pt>
                <c:pt idx="1225">
                  <c:v>244.63742360000001</c:v>
                </c:pt>
                <c:pt idx="1226">
                  <c:v>244.7720846</c:v>
                </c:pt>
                <c:pt idx="1227">
                  <c:v>244.7869805</c:v>
                </c:pt>
                <c:pt idx="1228">
                  <c:v>244.90603949999999</c:v>
                </c:pt>
                <c:pt idx="1229">
                  <c:v>244.97227179999999</c:v>
                </c:pt>
                <c:pt idx="1230">
                  <c:v>245.6380715</c:v>
                </c:pt>
                <c:pt idx="1231">
                  <c:v>245.7725198</c:v>
                </c:pt>
                <c:pt idx="1232">
                  <c:v>245.78225269999999</c:v>
                </c:pt>
                <c:pt idx="1233">
                  <c:v>245.9050091</c:v>
                </c:pt>
                <c:pt idx="1234">
                  <c:v>245.9786</c:v>
                </c:pt>
                <c:pt idx="1235">
                  <c:v>246.63593729999999</c:v>
                </c:pt>
                <c:pt idx="1236">
                  <c:v>246.77395609999999</c:v>
                </c:pt>
                <c:pt idx="1237">
                  <c:v>246.78223399999999</c:v>
                </c:pt>
                <c:pt idx="1238">
                  <c:v>246.9031511</c:v>
                </c:pt>
                <c:pt idx="1239">
                  <c:v>246.97540839999999</c:v>
                </c:pt>
                <c:pt idx="1240">
                  <c:v>247.63421120000001</c:v>
                </c:pt>
                <c:pt idx="1241">
                  <c:v>247.77223520000001</c:v>
                </c:pt>
                <c:pt idx="1242">
                  <c:v>247.7847495</c:v>
                </c:pt>
                <c:pt idx="1243">
                  <c:v>247.90770280000001</c:v>
                </c:pt>
                <c:pt idx="1244">
                  <c:v>247.97619109999999</c:v>
                </c:pt>
                <c:pt idx="1245">
                  <c:v>248.6364002</c:v>
                </c:pt>
                <c:pt idx="1246">
                  <c:v>248.78245390000001</c:v>
                </c:pt>
                <c:pt idx="1247">
                  <c:v>248.78681800000001</c:v>
                </c:pt>
                <c:pt idx="1248">
                  <c:v>248.9075565</c:v>
                </c:pt>
                <c:pt idx="1249">
                  <c:v>248.9740639</c:v>
                </c:pt>
                <c:pt idx="1250">
                  <c:v>249.63263259999999</c:v>
                </c:pt>
                <c:pt idx="1251">
                  <c:v>249.7834445</c:v>
                </c:pt>
                <c:pt idx="1252">
                  <c:v>249.78699829999999</c:v>
                </c:pt>
                <c:pt idx="1253">
                  <c:v>249.90751180000001</c:v>
                </c:pt>
                <c:pt idx="1254">
                  <c:v>249.97849249999999</c:v>
                </c:pt>
                <c:pt idx="1255">
                  <c:v>250.6340227</c:v>
                </c:pt>
                <c:pt idx="1256">
                  <c:v>250.7866262</c:v>
                </c:pt>
                <c:pt idx="1257">
                  <c:v>250.78687500000001</c:v>
                </c:pt>
                <c:pt idx="1258">
                  <c:v>250.90528760000001</c:v>
                </c:pt>
                <c:pt idx="1259">
                  <c:v>250.97613430000001</c:v>
                </c:pt>
                <c:pt idx="1260">
                  <c:v>251.6304581</c:v>
                </c:pt>
                <c:pt idx="1261">
                  <c:v>251.78296850000001</c:v>
                </c:pt>
                <c:pt idx="1262">
                  <c:v>251.78639820000001</c:v>
                </c:pt>
                <c:pt idx="1263">
                  <c:v>251.90282619999999</c:v>
                </c:pt>
                <c:pt idx="1264">
                  <c:v>251.98342310000001</c:v>
                </c:pt>
                <c:pt idx="1265">
                  <c:v>252.63348310000001</c:v>
                </c:pt>
                <c:pt idx="1266">
                  <c:v>252.78474940000001</c:v>
                </c:pt>
                <c:pt idx="1267">
                  <c:v>252.80100519999999</c:v>
                </c:pt>
                <c:pt idx="1268">
                  <c:v>252.908107</c:v>
                </c:pt>
                <c:pt idx="1269">
                  <c:v>252.9788112</c:v>
                </c:pt>
                <c:pt idx="1270">
                  <c:v>253.63328060000001</c:v>
                </c:pt>
                <c:pt idx="1271">
                  <c:v>253.78306090000001</c:v>
                </c:pt>
                <c:pt idx="1272">
                  <c:v>253.7909157</c:v>
                </c:pt>
                <c:pt idx="1273">
                  <c:v>253.90475029999999</c:v>
                </c:pt>
                <c:pt idx="1274">
                  <c:v>253.9751708</c:v>
                </c:pt>
                <c:pt idx="1275">
                  <c:v>254.630628</c:v>
                </c:pt>
                <c:pt idx="1276">
                  <c:v>254.77195280000001</c:v>
                </c:pt>
                <c:pt idx="1277">
                  <c:v>254.78192179999999</c:v>
                </c:pt>
                <c:pt idx="1278">
                  <c:v>254.9043054</c:v>
                </c:pt>
                <c:pt idx="1279">
                  <c:v>254.97728960000001</c:v>
                </c:pt>
                <c:pt idx="1280">
                  <c:v>255.63327799999999</c:v>
                </c:pt>
                <c:pt idx="1281">
                  <c:v>255.7798239</c:v>
                </c:pt>
                <c:pt idx="1282">
                  <c:v>255.78299250000001</c:v>
                </c:pt>
                <c:pt idx="1283">
                  <c:v>255.90311729999999</c:v>
                </c:pt>
                <c:pt idx="1284">
                  <c:v>255.97187750000001</c:v>
                </c:pt>
                <c:pt idx="1285">
                  <c:v>256.6324687</c:v>
                </c:pt>
                <c:pt idx="1286">
                  <c:v>256.78139800000002</c:v>
                </c:pt>
                <c:pt idx="1287">
                  <c:v>256.78201009999998</c:v>
                </c:pt>
                <c:pt idx="1288">
                  <c:v>256.90248259999998</c:v>
                </c:pt>
                <c:pt idx="1289">
                  <c:v>256.96764030000003</c:v>
                </c:pt>
                <c:pt idx="1290">
                  <c:v>257.63913609999997</c:v>
                </c:pt>
                <c:pt idx="1291">
                  <c:v>257.78108759999998</c:v>
                </c:pt>
                <c:pt idx="1292">
                  <c:v>257.78226169999999</c:v>
                </c:pt>
                <c:pt idx="1293">
                  <c:v>257.90202470000003</c:v>
                </c:pt>
                <c:pt idx="1294">
                  <c:v>257.97477450000002</c:v>
                </c:pt>
                <c:pt idx="1295">
                  <c:v>258.63869140000003</c:v>
                </c:pt>
                <c:pt idx="1296">
                  <c:v>258.78062560000001</c:v>
                </c:pt>
                <c:pt idx="1297">
                  <c:v>258.78509400000002</c:v>
                </c:pt>
                <c:pt idx="1298">
                  <c:v>258.91242060000002</c:v>
                </c:pt>
                <c:pt idx="1299">
                  <c:v>258.9751746</c:v>
                </c:pt>
                <c:pt idx="1300">
                  <c:v>259.63571289999999</c:v>
                </c:pt>
                <c:pt idx="1301">
                  <c:v>259.78452199999998</c:v>
                </c:pt>
                <c:pt idx="1302">
                  <c:v>259.78512089999998</c:v>
                </c:pt>
                <c:pt idx="1303">
                  <c:v>259.9051422</c:v>
                </c:pt>
                <c:pt idx="1304">
                  <c:v>259.98097990000002</c:v>
                </c:pt>
                <c:pt idx="1305">
                  <c:v>260.63583240000003</c:v>
                </c:pt>
                <c:pt idx="1306">
                  <c:v>260.78411649999998</c:v>
                </c:pt>
                <c:pt idx="1307">
                  <c:v>260.78737769999998</c:v>
                </c:pt>
                <c:pt idx="1308">
                  <c:v>260.90350030000002</c:v>
                </c:pt>
                <c:pt idx="1309">
                  <c:v>260.97929019999998</c:v>
                </c:pt>
                <c:pt idx="1310">
                  <c:v>261.6359195</c:v>
                </c:pt>
                <c:pt idx="1311">
                  <c:v>261.78052050000002</c:v>
                </c:pt>
                <c:pt idx="1312">
                  <c:v>261.785754</c:v>
                </c:pt>
                <c:pt idx="1313">
                  <c:v>261.90948939999998</c:v>
                </c:pt>
                <c:pt idx="1314">
                  <c:v>261.97589909999999</c:v>
                </c:pt>
                <c:pt idx="1315">
                  <c:v>262.63716090000003</c:v>
                </c:pt>
                <c:pt idx="1316">
                  <c:v>262.77634849999998</c:v>
                </c:pt>
                <c:pt idx="1317">
                  <c:v>262.78636219999999</c:v>
                </c:pt>
                <c:pt idx="1318">
                  <c:v>262.9079997</c:v>
                </c:pt>
                <c:pt idx="1319">
                  <c:v>262.97689880000001</c:v>
                </c:pt>
                <c:pt idx="1320">
                  <c:v>263.63324239999997</c:v>
                </c:pt>
                <c:pt idx="1321">
                  <c:v>263.77466440000001</c:v>
                </c:pt>
                <c:pt idx="1322">
                  <c:v>263.78456249999999</c:v>
                </c:pt>
                <c:pt idx="1323">
                  <c:v>263.90937869999999</c:v>
                </c:pt>
                <c:pt idx="1324">
                  <c:v>263.97625720000002</c:v>
                </c:pt>
                <c:pt idx="1325">
                  <c:v>264.63925449999999</c:v>
                </c:pt>
                <c:pt idx="1326">
                  <c:v>264.7728601</c:v>
                </c:pt>
                <c:pt idx="1327">
                  <c:v>264.78460189999998</c:v>
                </c:pt>
                <c:pt idx="1328">
                  <c:v>264.90788859999998</c:v>
                </c:pt>
                <c:pt idx="1329">
                  <c:v>264.97365810000002</c:v>
                </c:pt>
                <c:pt idx="1330">
                  <c:v>265.63980550000002</c:v>
                </c:pt>
                <c:pt idx="1331">
                  <c:v>265.77258660000001</c:v>
                </c:pt>
                <c:pt idx="1332">
                  <c:v>265.7822529</c:v>
                </c:pt>
                <c:pt idx="1333">
                  <c:v>265.90797170000002</c:v>
                </c:pt>
                <c:pt idx="1334">
                  <c:v>265.96787920000003</c:v>
                </c:pt>
                <c:pt idx="1335">
                  <c:v>266.64011449999998</c:v>
                </c:pt>
                <c:pt idx="1336">
                  <c:v>266.78248839999998</c:v>
                </c:pt>
                <c:pt idx="1337">
                  <c:v>266.90480839999998</c:v>
                </c:pt>
                <c:pt idx="1338">
                  <c:v>266.96706</c:v>
                </c:pt>
                <c:pt idx="1339">
                  <c:v>267.00482579999999</c:v>
                </c:pt>
                <c:pt idx="1340">
                  <c:v>267.63754410000001</c:v>
                </c:pt>
                <c:pt idx="1341">
                  <c:v>267.77476280000002</c:v>
                </c:pt>
                <c:pt idx="1342">
                  <c:v>267.78196079999998</c:v>
                </c:pt>
                <c:pt idx="1343">
                  <c:v>267.9050575</c:v>
                </c:pt>
                <c:pt idx="1344">
                  <c:v>267.96648390000001</c:v>
                </c:pt>
                <c:pt idx="1345">
                  <c:v>268.63056310000002</c:v>
                </c:pt>
                <c:pt idx="1346">
                  <c:v>268.77990030000001</c:v>
                </c:pt>
                <c:pt idx="1347">
                  <c:v>268.7820418</c:v>
                </c:pt>
                <c:pt idx="1348">
                  <c:v>268.90364319999998</c:v>
                </c:pt>
                <c:pt idx="1349">
                  <c:v>268.96612679999998</c:v>
                </c:pt>
                <c:pt idx="1350">
                  <c:v>269.63197400000001</c:v>
                </c:pt>
                <c:pt idx="1351">
                  <c:v>269.77756249999999</c:v>
                </c:pt>
                <c:pt idx="1352">
                  <c:v>269.79000869999999</c:v>
                </c:pt>
                <c:pt idx="1353">
                  <c:v>269.90245490000001</c:v>
                </c:pt>
                <c:pt idx="1354">
                  <c:v>269.96805860000001</c:v>
                </c:pt>
                <c:pt idx="1355">
                  <c:v>270.63047599999999</c:v>
                </c:pt>
                <c:pt idx="1356">
                  <c:v>270.78240060000002</c:v>
                </c:pt>
                <c:pt idx="1357">
                  <c:v>270.7845102</c:v>
                </c:pt>
                <c:pt idx="1358">
                  <c:v>270.90314769999998</c:v>
                </c:pt>
                <c:pt idx="1359">
                  <c:v>270.9735814</c:v>
                </c:pt>
                <c:pt idx="1360">
                  <c:v>271.63073209999999</c:v>
                </c:pt>
                <c:pt idx="1361">
                  <c:v>271.78030439999998</c:v>
                </c:pt>
                <c:pt idx="1362">
                  <c:v>271.78994410000001</c:v>
                </c:pt>
                <c:pt idx="1363">
                  <c:v>271.90242549999999</c:v>
                </c:pt>
                <c:pt idx="1364">
                  <c:v>271.96990360000001</c:v>
                </c:pt>
                <c:pt idx="1365">
                  <c:v>272.63362649999999</c:v>
                </c:pt>
                <c:pt idx="1366">
                  <c:v>272.7754554</c:v>
                </c:pt>
                <c:pt idx="1367">
                  <c:v>272.78615189999999</c:v>
                </c:pt>
                <c:pt idx="1368">
                  <c:v>272.9025585</c:v>
                </c:pt>
                <c:pt idx="1369">
                  <c:v>272.97552230000002</c:v>
                </c:pt>
                <c:pt idx="1370">
                  <c:v>273.63110870000003</c:v>
                </c:pt>
                <c:pt idx="1371">
                  <c:v>273.78470670000002</c:v>
                </c:pt>
                <c:pt idx="1372">
                  <c:v>273.79017870000001</c:v>
                </c:pt>
                <c:pt idx="1373">
                  <c:v>273.90517449999999</c:v>
                </c:pt>
                <c:pt idx="1374">
                  <c:v>273.96869809999998</c:v>
                </c:pt>
                <c:pt idx="1375">
                  <c:v>274.64088120000002</c:v>
                </c:pt>
                <c:pt idx="1376">
                  <c:v>274.78462189999999</c:v>
                </c:pt>
                <c:pt idx="1377">
                  <c:v>274.79293310000003</c:v>
                </c:pt>
                <c:pt idx="1378">
                  <c:v>274.90391649999998</c:v>
                </c:pt>
                <c:pt idx="1379">
                  <c:v>274.97329339999999</c:v>
                </c:pt>
                <c:pt idx="1380">
                  <c:v>275.64310089999998</c:v>
                </c:pt>
                <c:pt idx="1381">
                  <c:v>275.77309869999999</c:v>
                </c:pt>
                <c:pt idx="1382">
                  <c:v>275.78535890000001</c:v>
                </c:pt>
                <c:pt idx="1383">
                  <c:v>275.9051695</c:v>
                </c:pt>
                <c:pt idx="1384">
                  <c:v>275.9714563</c:v>
                </c:pt>
                <c:pt idx="1385">
                  <c:v>276.64101260000001</c:v>
                </c:pt>
                <c:pt idx="1386">
                  <c:v>276.77621160000001</c:v>
                </c:pt>
                <c:pt idx="1387">
                  <c:v>276.7819409</c:v>
                </c:pt>
                <c:pt idx="1388">
                  <c:v>276.90797780000003</c:v>
                </c:pt>
                <c:pt idx="1389">
                  <c:v>276.97251030000001</c:v>
                </c:pt>
                <c:pt idx="1390">
                  <c:v>277.64814569999999</c:v>
                </c:pt>
                <c:pt idx="1391">
                  <c:v>277.77967100000001</c:v>
                </c:pt>
                <c:pt idx="1392">
                  <c:v>277.78218340000001</c:v>
                </c:pt>
                <c:pt idx="1393">
                  <c:v>277.908072</c:v>
                </c:pt>
                <c:pt idx="1394">
                  <c:v>277.96809719999999</c:v>
                </c:pt>
                <c:pt idx="1395">
                  <c:v>278.6383439</c:v>
                </c:pt>
                <c:pt idx="1396">
                  <c:v>278.78189470000001</c:v>
                </c:pt>
                <c:pt idx="1397">
                  <c:v>278.7820916</c:v>
                </c:pt>
                <c:pt idx="1398">
                  <c:v>278.90650479999999</c:v>
                </c:pt>
                <c:pt idx="1399">
                  <c:v>278.96959049999998</c:v>
                </c:pt>
                <c:pt idx="1400">
                  <c:v>279.6388245</c:v>
                </c:pt>
                <c:pt idx="1401">
                  <c:v>279.78159360000001</c:v>
                </c:pt>
                <c:pt idx="1402">
                  <c:v>279.78935580000001</c:v>
                </c:pt>
                <c:pt idx="1403">
                  <c:v>279.90742490000002</c:v>
                </c:pt>
                <c:pt idx="1404">
                  <c:v>279.96606750000001</c:v>
                </c:pt>
                <c:pt idx="1405">
                  <c:v>280.63636609999998</c:v>
                </c:pt>
                <c:pt idx="1406">
                  <c:v>280.78921559999998</c:v>
                </c:pt>
                <c:pt idx="1407">
                  <c:v>280.8094079</c:v>
                </c:pt>
                <c:pt idx="1408">
                  <c:v>280.90479879999998</c:v>
                </c:pt>
                <c:pt idx="1409">
                  <c:v>280.96642309999999</c:v>
                </c:pt>
                <c:pt idx="1410">
                  <c:v>281.63066370000001</c:v>
                </c:pt>
                <c:pt idx="1411">
                  <c:v>281.78416779999998</c:v>
                </c:pt>
                <c:pt idx="1412">
                  <c:v>281.78555610000001</c:v>
                </c:pt>
                <c:pt idx="1413">
                  <c:v>281.90496419999999</c:v>
                </c:pt>
                <c:pt idx="1414">
                  <c:v>281.96623549999998</c:v>
                </c:pt>
                <c:pt idx="1415">
                  <c:v>282.63075600000002</c:v>
                </c:pt>
                <c:pt idx="1416">
                  <c:v>282.78253480000001</c:v>
                </c:pt>
                <c:pt idx="1417">
                  <c:v>282.78540120000002</c:v>
                </c:pt>
                <c:pt idx="1418">
                  <c:v>282.90782919999998</c:v>
                </c:pt>
                <c:pt idx="1419">
                  <c:v>282.96891529999999</c:v>
                </c:pt>
                <c:pt idx="1420">
                  <c:v>283.63060610000002</c:v>
                </c:pt>
                <c:pt idx="1421">
                  <c:v>283.77709069999997</c:v>
                </c:pt>
                <c:pt idx="1422">
                  <c:v>283.79491250000001</c:v>
                </c:pt>
                <c:pt idx="1423">
                  <c:v>283.90232450000002</c:v>
                </c:pt>
                <c:pt idx="1424">
                  <c:v>283.9743115</c:v>
                </c:pt>
                <c:pt idx="1425">
                  <c:v>284.63284640000001</c:v>
                </c:pt>
                <c:pt idx="1426">
                  <c:v>284.77652319999999</c:v>
                </c:pt>
                <c:pt idx="1427">
                  <c:v>284.79190799999998</c:v>
                </c:pt>
                <c:pt idx="1428">
                  <c:v>284.90203009999999</c:v>
                </c:pt>
                <c:pt idx="1429">
                  <c:v>284.97183139999999</c:v>
                </c:pt>
                <c:pt idx="1430">
                  <c:v>285.64178199999998</c:v>
                </c:pt>
                <c:pt idx="1431">
                  <c:v>285.7771851</c:v>
                </c:pt>
                <c:pt idx="1432">
                  <c:v>285.79014890000002</c:v>
                </c:pt>
                <c:pt idx="1433">
                  <c:v>285.9034345</c:v>
                </c:pt>
                <c:pt idx="1434">
                  <c:v>285.97319010000001</c:v>
                </c:pt>
                <c:pt idx="1435">
                  <c:v>286.6461453</c:v>
                </c:pt>
                <c:pt idx="1436">
                  <c:v>286.77275789999999</c:v>
                </c:pt>
                <c:pt idx="1437">
                  <c:v>286.79145720000002</c:v>
                </c:pt>
                <c:pt idx="1438">
                  <c:v>286.90352189999999</c:v>
                </c:pt>
                <c:pt idx="1439">
                  <c:v>286.97430789999999</c:v>
                </c:pt>
                <c:pt idx="1440">
                  <c:v>287.63589209999998</c:v>
                </c:pt>
                <c:pt idx="1441">
                  <c:v>287.77203909999997</c:v>
                </c:pt>
                <c:pt idx="1442">
                  <c:v>287.7920388</c:v>
                </c:pt>
                <c:pt idx="1443">
                  <c:v>287.90250379999998</c:v>
                </c:pt>
                <c:pt idx="1444">
                  <c:v>287.97402770000002</c:v>
                </c:pt>
                <c:pt idx="1445">
                  <c:v>288.64033280000001</c:v>
                </c:pt>
                <c:pt idx="1446">
                  <c:v>288.7740842</c:v>
                </c:pt>
                <c:pt idx="1447">
                  <c:v>288.78877519999998</c:v>
                </c:pt>
                <c:pt idx="1448">
                  <c:v>288.90868690000002</c:v>
                </c:pt>
                <c:pt idx="1449">
                  <c:v>288.97174180000002</c:v>
                </c:pt>
                <c:pt idx="1450">
                  <c:v>289.63923640000002</c:v>
                </c:pt>
                <c:pt idx="1451">
                  <c:v>289.77204590000002</c:v>
                </c:pt>
                <c:pt idx="1452">
                  <c:v>289.78792920000001</c:v>
                </c:pt>
                <c:pt idx="1453">
                  <c:v>289.90467460000002</c:v>
                </c:pt>
                <c:pt idx="1454">
                  <c:v>289.9684949</c:v>
                </c:pt>
                <c:pt idx="1455">
                  <c:v>290.63706630000001</c:v>
                </c:pt>
                <c:pt idx="1456">
                  <c:v>290.77691440000001</c:v>
                </c:pt>
                <c:pt idx="1457">
                  <c:v>290.78947290000002</c:v>
                </c:pt>
                <c:pt idx="1458">
                  <c:v>290.9047491</c:v>
                </c:pt>
                <c:pt idx="1459">
                  <c:v>290.96859599999999</c:v>
                </c:pt>
                <c:pt idx="1460">
                  <c:v>291.63732449999998</c:v>
                </c:pt>
                <c:pt idx="1461">
                  <c:v>291.77260009999998</c:v>
                </c:pt>
                <c:pt idx="1462">
                  <c:v>291.79645249999999</c:v>
                </c:pt>
                <c:pt idx="1463">
                  <c:v>291.90439370000001</c:v>
                </c:pt>
                <c:pt idx="1464">
                  <c:v>291.96922560000002</c:v>
                </c:pt>
                <c:pt idx="1465">
                  <c:v>292.63533569999998</c:v>
                </c:pt>
                <c:pt idx="1466">
                  <c:v>292.7805942</c:v>
                </c:pt>
                <c:pt idx="1467">
                  <c:v>292.80241280000001</c:v>
                </c:pt>
                <c:pt idx="1468">
                  <c:v>292.9028596</c:v>
                </c:pt>
                <c:pt idx="1469">
                  <c:v>292.96581850000001</c:v>
                </c:pt>
                <c:pt idx="1470">
                  <c:v>293.63657019999999</c:v>
                </c:pt>
                <c:pt idx="1471">
                  <c:v>293.77787560000002</c:v>
                </c:pt>
                <c:pt idx="1472">
                  <c:v>293.7930432</c:v>
                </c:pt>
                <c:pt idx="1473">
                  <c:v>293.90520989999999</c:v>
                </c:pt>
                <c:pt idx="1474">
                  <c:v>293.96578030000001</c:v>
                </c:pt>
                <c:pt idx="1475">
                  <c:v>294.64071389999998</c:v>
                </c:pt>
                <c:pt idx="1476">
                  <c:v>294.77737020000001</c:v>
                </c:pt>
                <c:pt idx="1477">
                  <c:v>294.79388849999998</c:v>
                </c:pt>
                <c:pt idx="1478">
                  <c:v>294.90257059999999</c:v>
                </c:pt>
                <c:pt idx="1479">
                  <c:v>294.96605090000003</c:v>
                </c:pt>
                <c:pt idx="1480">
                  <c:v>295.66416930000003</c:v>
                </c:pt>
                <c:pt idx="1481">
                  <c:v>295.77254799999997</c:v>
                </c:pt>
                <c:pt idx="1482">
                  <c:v>295.7924936</c:v>
                </c:pt>
                <c:pt idx="1483">
                  <c:v>295.90224280000001</c:v>
                </c:pt>
                <c:pt idx="1484">
                  <c:v>295.96921220000002</c:v>
                </c:pt>
                <c:pt idx="1485">
                  <c:v>296.64335249999999</c:v>
                </c:pt>
                <c:pt idx="1486">
                  <c:v>296.77728289999999</c:v>
                </c:pt>
                <c:pt idx="1487">
                  <c:v>296.7917607</c:v>
                </c:pt>
                <c:pt idx="1488">
                  <c:v>296.90603429999999</c:v>
                </c:pt>
                <c:pt idx="1489">
                  <c:v>296.96997099999999</c:v>
                </c:pt>
                <c:pt idx="1490">
                  <c:v>297.64143250000001</c:v>
                </c:pt>
                <c:pt idx="1491">
                  <c:v>297.7768355</c:v>
                </c:pt>
                <c:pt idx="1492">
                  <c:v>297.7936416</c:v>
                </c:pt>
                <c:pt idx="1493">
                  <c:v>297.90478280000002</c:v>
                </c:pt>
                <c:pt idx="1494">
                  <c:v>297.9660293</c:v>
                </c:pt>
                <c:pt idx="1495">
                  <c:v>298.64475090000002</c:v>
                </c:pt>
                <c:pt idx="1496">
                  <c:v>298.77320570000001</c:v>
                </c:pt>
                <c:pt idx="1497">
                  <c:v>298.7914083</c:v>
                </c:pt>
                <c:pt idx="1498">
                  <c:v>298.9031038</c:v>
                </c:pt>
                <c:pt idx="1499">
                  <c:v>298.97138660000002</c:v>
                </c:pt>
                <c:pt idx="1500">
                  <c:v>299.64052909999998</c:v>
                </c:pt>
                <c:pt idx="1501">
                  <c:v>299.7726285</c:v>
                </c:pt>
                <c:pt idx="1502">
                  <c:v>299.79088910000002</c:v>
                </c:pt>
                <c:pt idx="1503">
                  <c:v>299.90873319999997</c:v>
                </c:pt>
                <c:pt idx="1504">
                  <c:v>299.9707295</c:v>
                </c:pt>
                <c:pt idx="1505">
                  <c:v>300.63929309999997</c:v>
                </c:pt>
                <c:pt idx="1506">
                  <c:v>300.77364010000002</c:v>
                </c:pt>
                <c:pt idx="1507">
                  <c:v>300.78637129999998</c:v>
                </c:pt>
                <c:pt idx="1508">
                  <c:v>300.91130859999998</c:v>
                </c:pt>
                <c:pt idx="1509">
                  <c:v>300.97109540000002</c:v>
                </c:pt>
                <c:pt idx="1510">
                  <c:v>301.6405843</c:v>
                </c:pt>
                <c:pt idx="1511">
                  <c:v>301.77427230000001</c:v>
                </c:pt>
                <c:pt idx="1512">
                  <c:v>301.79169039999999</c:v>
                </c:pt>
                <c:pt idx="1513">
                  <c:v>301.90758699999998</c:v>
                </c:pt>
                <c:pt idx="1514">
                  <c:v>301.96924360000003</c:v>
                </c:pt>
                <c:pt idx="1515">
                  <c:v>302.63669349999998</c:v>
                </c:pt>
                <c:pt idx="1516">
                  <c:v>302.77911060000002</c:v>
                </c:pt>
                <c:pt idx="1517">
                  <c:v>302.78760269999998</c:v>
                </c:pt>
                <c:pt idx="1518">
                  <c:v>302.90550309999998</c:v>
                </c:pt>
                <c:pt idx="1519">
                  <c:v>302.96835320000002</c:v>
                </c:pt>
                <c:pt idx="1520">
                  <c:v>303.63231530000002</c:v>
                </c:pt>
                <c:pt idx="1521">
                  <c:v>303.77989000000002</c:v>
                </c:pt>
                <c:pt idx="1522">
                  <c:v>303.7820858</c:v>
                </c:pt>
                <c:pt idx="1523">
                  <c:v>303.90535729999999</c:v>
                </c:pt>
                <c:pt idx="1524">
                  <c:v>303.96832360000002</c:v>
                </c:pt>
                <c:pt idx="1525">
                  <c:v>304.6359764</c:v>
                </c:pt>
                <c:pt idx="1526">
                  <c:v>304.77848189999997</c:v>
                </c:pt>
                <c:pt idx="1527">
                  <c:v>304.79241439999998</c:v>
                </c:pt>
                <c:pt idx="1528">
                  <c:v>304.90529190000001</c:v>
                </c:pt>
                <c:pt idx="1529">
                  <c:v>304.96725609999999</c:v>
                </c:pt>
                <c:pt idx="1530">
                  <c:v>305.6385909</c:v>
                </c:pt>
                <c:pt idx="1531">
                  <c:v>305.77925260000001</c:v>
                </c:pt>
                <c:pt idx="1532">
                  <c:v>305.7897241</c:v>
                </c:pt>
                <c:pt idx="1533">
                  <c:v>305.90363580000002</c:v>
                </c:pt>
                <c:pt idx="1534">
                  <c:v>305.97075799999999</c:v>
                </c:pt>
                <c:pt idx="1535">
                  <c:v>306.64329040000001</c:v>
                </c:pt>
                <c:pt idx="1536">
                  <c:v>306.77775209999999</c:v>
                </c:pt>
                <c:pt idx="1537">
                  <c:v>306.79319349999997</c:v>
                </c:pt>
                <c:pt idx="1538">
                  <c:v>306.90799179999999</c:v>
                </c:pt>
                <c:pt idx="1539">
                  <c:v>306.96584890000003</c:v>
                </c:pt>
                <c:pt idx="1540">
                  <c:v>307.64365629999998</c:v>
                </c:pt>
                <c:pt idx="1541">
                  <c:v>307.79147660000001</c:v>
                </c:pt>
                <c:pt idx="1542">
                  <c:v>307.81796309999999</c:v>
                </c:pt>
                <c:pt idx="1543">
                  <c:v>307.90314460000002</c:v>
                </c:pt>
                <c:pt idx="1544">
                  <c:v>307.97434650000002</c:v>
                </c:pt>
                <c:pt idx="1545">
                  <c:v>308.64013740000001</c:v>
                </c:pt>
                <c:pt idx="1546">
                  <c:v>308.78209290000001</c:v>
                </c:pt>
                <c:pt idx="1547">
                  <c:v>308.7946599</c:v>
                </c:pt>
                <c:pt idx="1548">
                  <c:v>308.91158410000003</c:v>
                </c:pt>
                <c:pt idx="1549">
                  <c:v>308.9681405</c:v>
                </c:pt>
                <c:pt idx="1550">
                  <c:v>309.6439221</c:v>
                </c:pt>
                <c:pt idx="1551">
                  <c:v>309.77907870000001</c:v>
                </c:pt>
                <c:pt idx="1552">
                  <c:v>309.79139520000001</c:v>
                </c:pt>
                <c:pt idx="1553">
                  <c:v>309.91725750000001</c:v>
                </c:pt>
                <c:pt idx="1554">
                  <c:v>309.97226549999999</c:v>
                </c:pt>
                <c:pt idx="1555">
                  <c:v>310.64317160000002</c:v>
                </c:pt>
                <c:pt idx="1556">
                  <c:v>310.78011140000001</c:v>
                </c:pt>
                <c:pt idx="1557">
                  <c:v>310.79187630000001</c:v>
                </c:pt>
                <c:pt idx="1558">
                  <c:v>310.91313889999998</c:v>
                </c:pt>
                <c:pt idx="1559">
                  <c:v>310.97144079999998</c:v>
                </c:pt>
                <c:pt idx="1560">
                  <c:v>311.63922079999998</c:v>
                </c:pt>
                <c:pt idx="1561">
                  <c:v>311.78162509999999</c:v>
                </c:pt>
                <c:pt idx="1562">
                  <c:v>311.78781650000002</c:v>
                </c:pt>
                <c:pt idx="1563">
                  <c:v>311.91526270000003</c:v>
                </c:pt>
                <c:pt idx="1564">
                  <c:v>311.96966850000001</c:v>
                </c:pt>
                <c:pt idx="1565">
                  <c:v>312.6422149</c:v>
                </c:pt>
                <c:pt idx="1566">
                  <c:v>312.77925379999999</c:v>
                </c:pt>
                <c:pt idx="1567">
                  <c:v>312.79150870000001</c:v>
                </c:pt>
                <c:pt idx="1568">
                  <c:v>312.91555959999999</c:v>
                </c:pt>
                <c:pt idx="1569">
                  <c:v>312.96632210000001</c:v>
                </c:pt>
                <c:pt idx="1570">
                  <c:v>313.63275590000001</c:v>
                </c:pt>
                <c:pt idx="1571">
                  <c:v>313.78238049999999</c:v>
                </c:pt>
                <c:pt idx="1572">
                  <c:v>313.78817290000001</c:v>
                </c:pt>
                <c:pt idx="1573">
                  <c:v>313.91182120000002</c:v>
                </c:pt>
                <c:pt idx="1574">
                  <c:v>313.96860909999998</c:v>
                </c:pt>
                <c:pt idx="1575">
                  <c:v>314.62978759999999</c:v>
                </c:pt>
                <c:pt idx="1576">
                  <c:v>314.78329400000001</c:v>
                </c:pt>
                <c:pt idx="1577">
                  <c:v>314.79966089999999</c:v>
                </c:pt>
                <c:pt idx="1578">
                  <c:v>314.90881469999999</c:v>
                </c:pt>
                <c:pt idx="1579">
                  <c:v>314.96845050000002</c:v>
                </c:pt>
                <c:pt idx="1580">
                  <c:v>315.63749619999999</c:v>
                </c:pt>
                <c:pt idx="1581">
                  <c:v>315.78399480000002</c:v>
                </c:pt>
                <c:pt idx="1582">
                  <c:v>315.79160610000002</c:v>
                </c:pt>
                <c:pt idx="1583">
                  <c:v>315.9127264</c:v>
                </c:pt>
                <c:pt idx="1584">
                  <c:v>315.96736079999999</c:v>
                </c:pt>
                <c:pt idx="1585">
                  <c:v>316.63041720000001</c:v>
                </c:pt>
                <c:pt idx="1586">
                  <c:v>316.78292299999998</c:v>
                </c:pt>
                <c:pt idx="1587">
                  <c:v>316.79362900000001</c:v>
                </c:pt>
                <c:pt idx="1588">
                  <c:v>316.91254830000003</c:v>
                </c:pt>
                <c:pt idx="1589">
                  <c:v>316.96687179999998</c:v>
                </c:pt>
                <c:pt idx="1590">
                  <c:v>317.64154980000001</c:v>
                </c:pt>
                <c:pt idx="1591">
                  <c:v>317.7861613</c:v>
                </c:pt>
                <c:pt idx="1592">
                  <c:v>317.79267149999998</c:v>
                </c:pt>
                <c:pt idx="1593">
                  <c:v>317.90248509999998</c:v>
                </c:pt>
                <c:pt idx="1594">
                  <c:v>317.96600310000002</c:v>
                </c:pt>
                <c:pt idx="1595">
                  <c:v>318.64354040000001</c:v>
                </c:pt>
                <c:pt idx="1596">
                  <c:v>318.78228530000001</c:v>
                </c:pt>
                <c:pt idx="1597">
                  <c:v>318.79537870000001</c:v>
                </c:pt>
                <c:pt idx="1598">
                  <c:v>318.90276410000001</c:v>
                </c:pt>
                <c:pt idx="1599">
                  <c:v>318.96691879999997</c:v>
                </c:pt>
                <c:pt idx="1600">
                  <c:v>319.64211490000002</c:v>
                </c:pt>
                <c:pt idx="1601">
                  <c:v>319.77977490000001</c:v>
                </c:pt>
                <c:pt idx="1602">
                  <c:v>319.79655150000002</c:v>
                </c:pt>
                <c:pt idx="1603">
                  <c:v>319.90245270000003</c:v>
                </c:pt>
                <c:pt idx="1604">
                  <c:v>319.96862399999998</c:v>
                </c:pt>
                <c:pt idx="1605">
                  <c:v>320.64207390000001</c:v>
                </c:pt>
                <c:pt idx="1606">
                  <c:v>320.7822951</c:v>
                </c:pt>
                <c:pt idx="1607">
                  <c:v>320.79177240000001</c:v>
                </c:pt>
                <c:pt idx="1608">
                  <c:v>320.90536409999999</c:v>
                </c:pt>
                <c:pt idx="1609">
                  <c:v>320.96849959999997</c:v>
                </c:pt>
                <c:pt idx="1610">
                  <c:v>321.64137979999998</c:v>
                </c:pt>
                <c:pt idx="1611">
                  <c:v>321.77875599999999</c:v>
                </c:pt>
                <c:pt idx="1612">
                  <c:v>321.78901730000001</c:v>
                </c:pt>
                <c:pt idx="1613">
                  <c:v>321.90435609999997</c:v>
                </c:pt>
                <c:pt idx="1614">
                  <c:v>321.9712073</c:v>
                </c:pt>
                <c:pt idx="1615">
                  <c:v>322.6457039</c:v>
                </c:pt>
                <c:pt idx="1616">
                  <c:v>322.7753088</c:v>
                </c:pt>
                <c:pt idx="1617">
                  <c:v>322.78311079999997</c:v>
                </c:pt>
                <c:pt idx="1618">
                  <c:v>322.91101400000002</c:v>
                </c:pt>
                <c:pt idx="1619">
                  <c:v>322.97410619999999</c:v>
                </c:pt>
                <c:pt idx="1620">
                  <c:v>323.63985830000001</c:v>
                </c:pt>
                <c:pt idx="1621">
                  <c:v>323.7730138</c:v>
                </c:pt>
                <c:pt idx="1622">
                  <c:v>323.78226749999999</c:v>
                </c:pt>
                <c:pt idx="1623">
                  <c:v>323.90788259999999</c:v>
                </c:pt>
                <c:pt idx="1624">
                  <c:v>323.9778695</c:v>
                </c:pt>
                <c:pt idx="1625">
                  <c:v>324.64095350000002</c:v>
                </c:pt>
                <c:pt idx="1626">
                  <c:v>324.7730866</c:v>
                </c:pt>
                <c:pt idx="1627">
                  <c:v>324.78157970000001</c:v>
                </c:pt>
                <c:pt idx="1628">
                  <c:v>324.90797579999997</c:v>
                </c:pt>
                <c:pt idx="1629">
                  <c:v>324.97003480000001</c:v>
                </c:pt>
                <c:pt idx="1630">
                  <c:v>325.64036329999999</c:v>
                </c:pt>
                <c:pt idx="1631">
                  <c:v>325.7787654</c:v>
                </c:pt>
                <c:pt idx="1632">
                  <c:v>325.78158459999997</c:v>
                </c:pt>
                <c:pt idx="1633">
                  <c:v>325.90914670000001</c:v>
                </c:pt>
                <c:pt idx="1634">
                  <c:v>325.96987530000001</c:v>
                </c:pt>
                <c:pt idx="1635">
                  <c:v>326.63640240000001</c:v>
                </c:pt>
                <c:pt idx="1636">
                  <c:v>326.77839849999998</c:v>
                </c:pt>
                <c:pt idx="1637">
                  <c:v>326.78489459999997</c:v>
                </c:pt>
                <c:pt idx="1638">
                  <c:v>326.90465410000002</c:v>
                </c:pt>
                <c:pt idx="1639">
                  <c:v>326.9689204</c:v>
                </c:pt>
                <c:pt idx="1640">
                  <c:v>327.63634459999997</c:v>
                </c:pt>
                <c:pt idx="1641">
                  <c:v>327.78310190000002</c:v>
                </c:pt>
                <c:pt idx="1642">
                  <c:v>327.78480080000003</c:v>
                </c:pt>
                <c:pt idx="1643">
                  <c:v>327.91540659999998</c:v>
                </c:pt>
                <c:pt idx="1644">
                  <c:v>327.9680682</c:v>
                </c:pt>
                <c:pt idx="1645">
                  <c:v>328.63843029999998</c:v>
                </c:pt>
                <c:pt idx="1646">
                  <c:v>328.78223379999997</c:v>
                </c:pt>
                <c:pt idx="1647">
                  <c:v>328.78240090000003</c:v>
                </c:pt>
                <c:pt idx="1648">
                  <c:v>328.90963620000002</c:v>
                </c:pt>
                <c:pt idx="1649">
                  <c:v>328.96604810000002</c:v>
                </c:pt>
                <c:pt idx="1650">
                  <c:v>329.64555109999998</c:v>
                </c:pt>
                <c:pt idx="1651">
                  <c:v>329.785799</c:v>
                </c:pt>
                <c:pt idx="1652">
                  <c:v>329.7886373</c:v>
                </c:pt>
                <c:pt idx="1653">
                  <c:v>329.90891219999997</c:v>
                </c:pt>
                <c:pt idx="1654">
                  <c:v>329.96884310000002</c:v>
                </c:pt>
                <c:pt idx="1655">
                  <c:v>330.64067019999999</c:v>
                </c:pt>
                <c:pt idx="1656">
                  <c:v>330.7853283</c:v>
                </c:pt>
                <c:pt idx="1657">
                  <c:v>330.7859148</c:v>
                </c:pt>
                <c:pt idx="1658">
                  <c:v>330.90828720000002</c:v>
                </c:pt>
                <c:pt idx="1659">
                  <c:v>330.9683789</c:v>
                </c:pt>
                <c:pt idx="1660">
                  <c:v>331.65770470000001</c:v>
                </c:pt>
                <c:pt idx="1661">
                  <c:v>331.78266359999998</c:v>
                </c:pt>
                <c:pt idx="1662">
                  <c:v>331.78703230000002</c:v>
                </c:pt>
                <c:pt idx="1663">
                  <c:v>331.909963</c:v>
                </c:pt>
                <c:pt idx="1664">
                  <c:v>331.96802600000001</c:v>
                </c:pt>
                <c:pt idx="1665">
                  <c:v>332.64275520000001</c:v>
                </c:pt>
                <c:pt idx="1666">
                  <c:v>332.7795132</c:v>
                </c:pt>
                <c:pt idx="1667">
                  <c:v>332.78376020000002</c:v>
                </c:pt>
                <c:pt idx="1668">
                  <c:v>332.91311489999998</c:v>
                </c:pt>
                <c:pt idx="1669">
                  <c:v>332.9659527</c:v>
                </c:pt>
                <c:pt idx="1670">
                  <c:v>333.63980930000002</c:v>
                </c:pt>
                <c:pt idx="1671">
                  <c:v>333.77393799999999</c:v>
                </c:pt>
                <c:pt idx="1672">
                  <c:v>333.7836744</c:v>
                </c:pt>
                <c:pt idx="1673">
                  <c:v>333.90984730000002</c:v>
                </c:pt>
                <c:pt idx="1674">
                  <c:v>333.97154280000001</c:v>
                </c:pt>
                <c:pt idx="1675">
                  <c:v>334.63672789999998</c:v>
                </c:pt>
                <c:pt idx="1676">
                  <c:v>334.77610559999999</c:v>
                </c:pt>
                <c:pt idx="1677">
                  <c:v>334.78186149999999</c:v>
                </c:pt>
                <c:pt idx="1678">
                  <c:v>334.91874899999999</c:v>
                </c:pt>
                <c:pt idx="1679">
                  <c:v>334.97070919999999</c:v>
                </c:pt>
                <c:pt idx="1680">
                  <c:v>335.63836370000001</c:v>
                </c:pt>
                <c:pt idx="1681">
                  <c:v>335.78037189999998</c:v>
                </c:pt>
                <c:pt idx="1682">
                  <c:v>335.78278490000002</c:v>
                </c:pt>
                <c:pt idx="1683">
                  <c:v>335.9129681</c:v>
                </c:pt>
                <c:pt idx="1684">
                  <c:v>335.97084369999999</c:v>
                </c:pt>
                <c:pt idx="1685">
                  <c:v>336.63958869999999</c:v>
                </c:pt>
                <c:pt idx="1686">
                  <c:v>336.77688080000001</c:v>
                </c:pt>
                <c:pt idx="1687">
                  <c:v>336.78211379999999</c:v>
                </c:pt>
                <c:pt idx="1688">
                  <c:v>336.91329880000001</c:v>
                </c:pt>
                <c:pt idx="1689">
                  <c:v>336.96616820000003</c:v>
                </c:pt>
                <c:pt idx="1690">
                  <c:v>337.63934990000001</c:v>
                </c:pt>
                <c:pt idx="1691">
                  <c:v>337.77957559999999</c:v>
                </c:pt>
                <c:pt idx="1692">
                  <c:v>337.78653830000002</c:v>
                </c:pt>
                <c:pt idx="1693">
                  <c:v>337.91696489999998</c:v>
                </c:pt>
                <c:pt idx="1694">
                  <c:v>337.9685025</c:v>
                </c:pt>
                <c:pt idx="1695">
                  <c:v>338.63062939999998</c:v>
                </c:pt>
                <c:pt idx="1696">
                  <c:v>338.78091260000002</c:v>
                </c:pt>
                <c:pt idx="1697">
                  <c:v>338.78462880000001</c:v>
                </c:pt>
                <c:pt idx="1698">
                  <c:v>338.9126933</c:v>
                </c:pt>
                <c:pt idx="1699">
                  <c:v>338.96841230000001</c:v>
                </c:pt>
                <c:pt idx="1700">
                  <c:v>339.63044810000002</c:v>
                </c:pt>
                <c:pt idx="1701">
                  <c:v>339.7825752</c:v>
                </c:pt>
                <c:pt idx="1702">
                  <c:v>339.78512999999998</c:v>
                </c:pt>
                <c:pt idx="1703">
                  <c:v>339.91523569999998</c:v>
                </c:pt>
                <c:pt idx="1704">
                  <c:v>339.96577559999997</c:v>
                </c:pt>
                <c:pt idx="1705">
                  <c:v>340.64281410000001</c:v>
                </c:pt>
                <c:pt idx="1706">
                  <c:v>340.78351809999998</c:v>
                </c:pt>
                <c:pt idx="1707">
                  <c:v>340.78934939999999</c:v>
                </c:pt>
                <c:pt idx="1708">
                  <c:v>340.90964209999999</c:v>
                </c:pt>
                <c:pt idx="1709">
                  <c:v>340.96642270000001</c:v>
                </c:pt>
                <c:pt idx="1710">
                  <c:v>341.64408980000002</c:v>
                </c:pt>
                <c:pt idx="1711">
                  <c:v>341.78135109999999</c:v>
                </c:pt>
                <c:pt idx="1712">
                  <c:v>341.78336839999997</c:v>
                </c:pt>
                <c:pt idx="1713">
                  <c:v>341.90966700000001</c:v>
                </c:pt>
                <c:pt idx="1714">
                  <c:v>341.96568550000001</c:v>
                </c:pt>
                <c:pt idx="1715">
                  <c:v>342.64158040000001</c:v>
                </c:pt>
                <c:pt idx="1716">
                  <c:v>342.77885429999998</c:v>
                </c:pt>
                <c:pt idx="1717">
                  <c:v>342.78777280000003</c:v>
                </c:pt>
                <c:pt idx="1718">
                  <c:v>342.90208699999999</c:v>
                </c:pt>
                <c:pt idx="1719">
                  <c:v>342.9661782</c:v>
                </c:pt>
                <c:pt idx="1720">
                  <c:v>343.64032159999999</c:v>
                </c:pt>
                <c:pt idx="1721">
                  <c:v>343.77622170000001</c:v>
                </c:pt>
                <c:pt idx="1722">
                  <c:v>343.78471839999997</c:v>
                </c:pt>
                <c:pt idx="1723">
                  <c:v>343.9027542</c:v>
                </c:pt>
                <c:pt idx="1724">
                  <c:v>343.97283240000002</c:v>
                </c:pt>
                <c:pt idx="1725">
                  <c:v>344.64292979999999</c:v>
                </c:pt>
                <c:pt idx="1726">
                  <c:v>344.77528260000003</c:v>
                </c:pt>
                <c:pt idx="1727">
                  <c:v>344.78218500000003</c:v>
                </c:pt>
                <c:pt idx="1728">
                  <c:v>344.91215390000002</c:v>
                </c:pt>
                <c:pt idx="1729">
                  <c:v>344.96701380000002</c:v>
                </c:pt>
                <c:pt idx="1730">
                  <c:v>345.64057989999998</c:v>
                </c:pt>
                <c:pt idx="1731">
                  <c:v>345.77463030000001</c:v>
                </c:pt>
                <c:pt idx="1732">
                  <c:v>345.7823515</c:v>
                </c:pt>
                <c:pt idx="1733">
                  <c:v>345.91234439999999</c:v>
                </c:pt>
                <c:pt idx="1734">
                  <c:v>345.97143310000001</c:v>
                </c:pt>
                <c:pt idx="1735">
                  <c:v>346.63942359999999</c:v>
                </c:pt>
                <c:pt idx="1736">
                  <c:v>346.77240560000001</c:v>
                </c:pt>
                <c:pt idx="1737">
                  <c:v>346.78259580000002</c:v>
                </c:pt>
                <c:pt idx="1738">
                  <c:v>346.91969769999997</c:v>
                </c:pt>
                <c:pt idx="1739">
                  <c:v>346.97370439999997</c:v>
                </c:pt>
                <c:pt idx="1740">
                  <c:v>347.63740130000002</c:v>
                </c:pt>
                <c:pt idx="1741">
                  <c:v>347.77252579999998</c:v>
                </c:pt>
                <c:pt idx="1742">
                  <c:v>347.783322</c:v>
                </c:pt>
                <c:pt idx="1743">
                  <c:v>347.91603170000002</c:v>
                </c:pt>
                <c:pt idx="1744">
                  <c:v>347.97141360000001</c:v>
                </c:pt>
                <c:pt idx="1745">
                  <c:v>348.63812259999997</c:v>
                </c:pt>
                <c:pt idx="1746">
                  <c:v>348.77207870000001</c:v>
                </c:pt>
                <c:pt idx="1747">
                  <c:v>348.78203539999998</c:v>
                </c:pt>
                <c:pt idx="1748">
                  <c:v>348.92046570000002</c:v>
                </c:pt>
                <c:pt idx="1749">
                  <c:v>348.97152010000002</c:v>
                </c:pt>
                <c:pt idx="1750">
                  <c:v>349.63895689999998</c:v>
                </c:pt>
                <c:pt idx="1751">
                  <c:v>349.77266350000002</c:v>
                </c:pt>
                <c:pt idx="1752">
                  <c:v>349.78535369999997</c:v>
                </c:pt>
                <c:pt idx="1753">
                  <c:v>349.91371550000002</c:v>
                </c:pt>
                <c:pt idx="1754">
                  <c:v>349.97134729999999</c:v>
                </c:pt>
                <c:pt idx="1755">
                  <c:v>350.63028919999999</c:v>
                </c:pt>
                <c:pt idx="1756">
                  <c:v>350.7780889</c:v>
                </c:pt>
                <c:pt idx="1757">
                  <c:v>350.78787499999999</c:v>
                </c:pt>
                <c:pt idx="1758">
                  <c:v>350.91535979999998</c:v>
                </c:pt>
                <c:pt idx="1759">
                  <c:v>350.97295129999998</c:v>
                </c:pt>
                <c:pt idx="1760">
                  <c:v>351.63086550000003</c:v>
                </c:pt>
                <c:pt idx="1761">
                  <c:v>351.7736051</c:v>
                </c:pt>
                <c:pt idx="1762">
                  <c:v>351.84032120000001</c:v>
                </c:pt>
                <c:pt idx="1763">
                  <c:v>351.91282660000002</c:v>
                </c:pt>
                <c:pt idx="1764">
                  <c:v>351.96833229999999</c:v>
                </c:pt>
                <c:pt idx="1765">
                  <c:v>352.63571810000002</c:v>
                </c:pt>
                <c:pt idx="1766">
                  <c:v>352.78076520000002</c:v>
                </c:pt>
                <c:pt idx="1767">
                  <c:v>352.78394420000001</c:v>
                </c:pt>
                <c:pt idx="1768">
                  <c:v>352.91325840000002</c:v>
                </c:pt>
                <c:pt idx="1769">
                  <c:v>352.96958000000001</c:v>
                </c:pt>
                <c:pt idx="1770">
                  <c:v>353.64102179999998</c:v>
                </c:pt>
                <c:pt idx="1771">
                  <c:v>353.77770070000003</c:v>
                </c:pt>
                <c:pt idx="1772">
                  <c:v>353.78231820000002</c:v>
                </c:pt>
                <c:pt idx="1773">
                  <c:v>353.9112063</c:v>
                </c:pt>
                <c:pt idx="1774">
                  <c:v>353.96606389999999</c:v>
                </c:pt>
                <c:pt idx="1775">
                  <c:v>354.64278180000002</c:v>
                </c:pt>
                <c:pt idx="1776">
                  <c:v>354.77756840000001</c:v>
                </c:pt>
                <c:pt idx="1777">
                  <c:v>354.78440319999999</c:v>
                </c:pt>
                <c:pt idx="1778">
                  <c:v>354.90832949999998</c:v>
                </c:pt>
                <c:pt idx="1779">
                  <c:v>354.96623</c:v>
                </c:pt>
                <c:pt idx="1780">
                  <c:v>355.6441762</c:v>
                </c:pt>
                <c:pt idx="1781">
                  <c:v>355.77766650000001</c:v>
                </c:pt>
                <c:pt idx="1782">
                  <c:v>355.78407129999999</c:v>
                </c:pt>
                <c:pt idx="1783">
                  <c:v>355.90852460000002</c:v>
                </c:pt>
                <c:pt idx="1784">
                  <c:v>355.96614460000001</c:v>
                </c:pt>
                <c:pt idx="1785">
                  <c:v>356.6412995</c:v>
                </c:pt>
                <c:pt idx="1786">
                  <c:v>356.77633470000001</c:v>
                </c:pt>
                <c:pt idx="1787">
                  <c:v>356.78313989999998</c:v>
                </c:pt>
                <c:pt idx="1788">
                  <c:v>356.91137939999999</c:v>
                </c:pt>
                <c:pt idx="1789">
                  <c:v>356.96879510000002</c:v>
                </c:pt>
                <c:pt idx="1790">
                  <c:v>357.64548719999999</c:v>
                </c:pt>
                <c:pt idx="1791">
                  <c:v>357.77440489999998</c:v>
                </c:pt>
                <c:pt idx="1792">
                  <c:v>357.78800949999999</c:v>
                </c:pt>
                <c:pt idx="1793">
                  <c:v>357.9113183</c:v>
                </c:pt>
                <c:pt idx="1794">
                  <c:v>357.96834100000001</c:v>
                </c:pt>
                <c:pt idx="1795">
                  <c:v>358.6381844</c:v>
                </c:pt>
                <c:pt idx="1796">
                  <c:v>358.77167839999998</c:v>
                </c:pt>
                <c:pt idx="1797">
                  <c:v>358.78190970000003</c:v>
                </c:pt>
                <c:pt idx="1798">
                  <c:v>358.9091176</c:v>
                </c:pt>
                <c:pt idx="1799">
                  <c:v>358.96631380000002</c:v>
                </c:pt>
                <c:pt idx="1800">
                  <c:v>359.63986199999999</c:v>
                </c:pt>
                <c:pt idx="1801">
                  <c:v>359.77439850000002</c:v>
                </c:pt>
                <c:pt idx="1802">
                  <c:v>359.78428250000002</c:v>
                </c:pt>
                <c:pt idx="1803">
                  <c:v>359.91401780000001</c:v>
                </c:pt>
                <c:pt idx="1804">
                  <c:v>359.97380550000003</c:v>
                </c:pt>
                <c:pt idx="1805">
                  <c:v>360.64134999999999</c:v>
                </c:pt>
                <c:pt idx="1806">
                  <c:v>360.7741236</c:v>
                </c:pt>
                <c:pt idx="1807">
                  <c:v>360.78788100000003</c:v>
                </c:pt>
                <c:pt idx="1808">
                  <c:v>360.91657140000001</c:v>
                </c:pt>
                <c:pt idx="1809">
                  <c:v>360.96996769999998</c:v>
                </c:pt>
                <c:pt idx="1810">
                  <c:v>361.63838579999998</c:v>
                </c:pt>
                <c:pt idx="1811">
                  <c:v>361.77204619999998</c:v>
                </c:pt>
                <c:pt idx="1812">
                  <c:v>361.78253660000001</c:v>
                </c:pt>
                <c:pt idx="1813">
                  <c:v>361.9151713</c:v>
                </c:pt>
                <c:pt idx="1814">
                  <c:v>361.96791990000003</c:v>
                </c:pt>
                <c:pt idx="1815">
                  <c:v>362.6364562</c:v>
                </c:pt>
                <c:pt idx="1816">
                  <c:v>362.77563429999998</c:v>
                </c:pt>
                <c:pt idx="1817">
                  <c:v>362.78653530000003</c:v>
                </c:pt>
                <c:pt idx="1818">
                  <c:v>362.91433869999997</c:v>
                </c:pt>
                <c:pt idx="1819">
                  <c:v>362.97781190000001</c:v>
                </c:pt>
                <c:pt idx="1820">
                  <c:v>363.63836579999997</c:v>
                </c:pt>
                <c:pt idx="1821">
                  <c:v>363.77204999999998</c:v>
                </c:pt>
                <c:pt idx="1822">
                  <c:v>363.7872911</c:v>
                </c:pt>
                <c:pt idx="1823">
                  <c:v>363.91228719999998</c:v>
                </c:pt>
                <c:pt idx="1824">
                  <c:v>363.97476870000003</c:v>
                </c:pt>
                <c:pt idx="1825">
                  <c:v>364.638845</c:v>
                </c:pt>
                <c:pt idx="1826">
                  <c:v>364.77426860000003</c:v>
                </c:pt>
                <c:pt idx="1827">
                  <c:v>364.78735640000002</c:v>
                </c:pt>
                <c:pt idx="1828">
                  <c:v>364.9152929</c:v>
                </c:pt>
                <c:pt idx="1829">
                  <c:v>364.97217289999998</c:v>
                </c:pt>
                <c:pt idx="1830">
                  <c:v>365.64188799999999</c:v>
                </c:pt>
                <c:pt idx="1831">
                  <c:v>365.77495870000001</c:v>
                </c:pt>
                <c:pt idx="1832">
                  <c:v>365.78650770000002</c:v>
                </c:pt>
                <c:pt idx="1833">
                  <c:v>365.91013880000003</c:v>
                </c:pt>
                <c:pt idx="1834">
                  <c:v>365.9723568</c:v>
                </c:pt>
                <c:pt idx="1835">
                  <c:v>366.64198649999997</c:v>
                </c:pt>
                <c:pt idx="1836">
                  <c:v>366.77749290000003</c:v>
                </c:pt>
                <c:pt idx="1837">
                  <c:v>366.78456979999999</c:v>
                </c:pt>
                <c:pt idx="1838">
                  <c:v>366.91093480000001</c:v>
                </c:pt>
                <c:pt idx="1839">
                  <c:v>366.97319659999999</c:v>
                </c:pt>
                <c:pt idx="1840">
                  <c:v>367.64359930000001</c:v>
                </c:pt>
                <c:pt idx="1841">
                  <c:v>367.7806205</c:v>
                </c:pt>
                <c:pt idx="1842">
                  <c:v>367.78643870000002</c:v>
                </c:pt>
                <c:pt idx="1843">
                  <c:v>367.91666149999998</c:v>
                </c:pt>
                <c:pt idx="1844">
                  <c:v>367.9705007</c:v>
                </c:pt>
                <c:pt idx="1845">
                  <c:v>368.64445089999998</c:v>
                </c:pt>
                <c:pt idx="1846">
                  <c:v>368.77680600000002</c:v>
                </c:pt>
                <c:pt idx="1847">
                  <c:v>368.78463879999998</c:v>
                </c:pt>
                <c:pt idx="1848">
                  <c:v>368.9142885</c:v>
                </c:pt>
                <c:pt idx="1849">
                  <c:v>368.97621880000003</c:v>
                </c:pt>
                <c:pt idx="1850">
                  <c:v>369.6378886</c:v>
                </c:pt>
                <c:pt idx="1851">
                  <c:v>369.77307510000003</c:v>
                </c:pt>
                <c:pt idx="1852">
                  <c:v>369.78475889999999</c:v>
                </c:pt>
                <c:pt idx="1853">
                  <c:v>369.91140949999999</c:v>
                </c:pt>
                <c:pt idx="1854">
                  <c:v>370.00249700000001</c:v>
                </c:pt>
                <c:pt idx="1855">
                  <c:v>370.63433730000003</c:v>
                </c:pt>
                <c:pt idx="1856">
                  <c:v>370.77431139999999</c:v>
                </c:pt>
                <c:pt idx="1857">
                  <c:v>370.78178989999998</c:v>
                </c:pt>
                <c:pt idx="1858">
                  <c:v>370.91408860000001</c:v>
                </c:pt>
                <c:pt idx="1859">
                  <c:v>370.9796407</c:v>
                </c:pt>
                <c:pt idx="1860">
                  <c:v>371.6339825</c:v>
                </c:pt>
                <c:pt idx="1861">
                  <c:v>371.77553189999998</c:v>
                </c:pt>
                <c:pt idx="1862">
                  <c:v>371.7825148</c:v>
                </c:pt>
                <c:pt idx="1863">
                  <c:v>371.91087320000003</c:v>
                </c:pt>
                <c:pt idx="1864">
                  <c:v>371.98786819999998</c:v>
                </c:pt>
                <c:pt idx="1865">
                  <c:v>372.63495210000002</c:v>
                </c:pt>
                <c:pt idx="1866">
                  <c:v>372.77232550000002</c:v>
                </c:pt>
                <c:pt idx="1867">
                  <c:v>372.78206269999998</c:v>
                </c:pt>
                <c:pt idx="1868">
                  <c:v>372.9146533</c:v>
                </c:pt>
                <c:pt idx="1869">
                  <c:v>372.9731061</c:v>
                </c:pt>
                <c:pt idx="1870">
                  <c:v>373.77229599999998</c:v>
                </c:pt>
                <c:pt idx="1871">
                  <c:v>373.78461850000002</c:v>
                </c:pt>
                <c:pt idx="1872">
                  <c:v>373.91719699999999</c:v>
                </c:pt>
                <c:pt idx="1873">
                  <c:v>373.92565949999999</c:v>
                </c:pt>
                <c:pt idx="1874">
                  <c:v>373.96968040000002</c:v>
                </c:pt>
                <c:pt idx="1875">
                  <c:v>374.64756990000001</c:v>
                </c:pt>
                <c:pt idx="1876">
                  <c:v>374.78516660000003</c:v>
                </c:pt>
                <c:pt idx="1877">
                  <c:v>374.91623970000001</c:v>
                </c:pt>
                <c:pt idx="1878">
                  <c:v>374.97132570000002</c:v>
                </c:pt>
                <c:pt idx="1879">
                  <c:v>375.07453829999997</c:v>
                </c:pt>
                <c:pt idx="1880">
                  <c:v>375.6301459</c:v>
                </c:pt>
                <c:pt idx="1881">
                  <c:v>375.77235430000002</c:v>
                </c:pt>
                <c:pt idx="1882">
                  <c:v>375.79167230000002</c:v>
                </c:pt>
                <c:pt idx="1883">
                  <c:v>375.91090059999999</c:v>
                </c:pt>
                <c:pt idx="1884">
                  <c:v>375.97066580000001</c:v>
                </c:pt>
                <c:pt idx="1885">
                  <c:v>376.63635060000001</c:v>
                </c:pt>
                <c:pt idx="1886">
                  <c:v>376.77495750000003</c:v>
                </c:pt>
                <c:pt idx="1887">
                  <c:v>376.78765659999999</c:v>
                </c:pt>
                <c:pt idx="1888">
                  <c:v>376.91789940000001</c:v>
                </c:pt>
                <c:pt idx="1889">
                  <c:v>376.96751460000002</c:v>
                </c:pt>
                <c:pt idx="1890">
                  <c:v>377.633286</c:v>
                </c:pt>
                <c:pt idx="1891">
                  <c:v>377.77276339999997</c:v>
                </c:pt>
                <c:pt idx="1892">
                  <c:v>377.78710560000002</c:v>
                </c:pt>
                <c:pt idx="1893">
                  <c:v>377.91214830000001</c:v>
                </c:pt>
                <c:pt idx="1894">
                  <c:v>377.96573280000001</c:v>
                </c:pt>
                <c:pt idx="1895">
                  <c:v>378.63304890000001</c:v>
                </c:pt>
                <c:pt idx="1896">
                  <c:v>378.7773176</c:v>
                </c:pt>
                <c:pt idx="1897">
                  <c:v>378.78695720000002</c:v>
                </c:pt>
                <c:pt idx="1898">
                  <c:v>378.90866999999997</c:v>
                </c:pt>
                <c:pt idx="1899">
                  <c:v>378.96589299999999</c:v>
                </c:pt>
                <c:pt idx="1900">
                  <c:v>379.63550670000001</c:v>
                </c:pt>
                <c:pt idx="1901">
                  <c:v>379.77793839999998</c:v>
                </c:pt>
                <c:pt idx="1902">
                  <c:v>379.78520020000002</c:v>
                </c:pt>
                <c:pt idx="1903">
                  <c:v>379.90958890000002</c:v>
                </c:pt>
                <c:pt idx="1904">
                  <c:v>379.9660164</c:v>
                </c:pt>
                <c:pt idx="1905">
                  <c:v>380.63372909999998</c:v>
                </c:pt>
                <c:pt idx="1906">
                  <c:v>380.77805560000002</c:v>
                </c:pt>
                <c:pt idx="1907">
                  <c:v>380.78455969999999</c:v>
                </c:pt>
                <c:pt idx="1908">
                  <c:v>380.9114811</c:v>
                </c:pt>
                <c:pt idx="1909">
                  <c:v>380.97098729999999</c:v>
                </c:pt>
                <c:pt idx="1910">
                  <c:v>381.63043320000003</c:v>
                </c:pt>
                <c:pt idx="1911">
                  <c:v>381.77961970000001</c:v>
                </c:pt>
                <c:pt idx="1912">
                  <c:v>381.784807</c:v>
                </c:pt>
                <c:pt idx="1913">
                  <c:v>381.90684160000001</c:v>
                </c:pt>
                <c:pt idx="1914">
                  <c:v>381.96685059999999</c:v>
                </c:pt>
                <c:pt idx="1915">
                  <c:v>382.63262470000001</c:v>
                </c:pt>
                <c:pt idx="1916">
                  <c:v>382.77566419999999</c:v>
                </c:pt>
                <c:pt idx="1917">
                  <c:v>382.78239200000002</c:v>
                </c:pt>
                <c:pt idx="1918">
                  <c:v>382.91231240000002</c:v>
                </c:pt>
                <c:pt idx="1919">
                  <c:v>382.97160539999999</c:v>
                </c:pt>
                <c:pt idx="1920">
                  <c:v>383.63251439999999</c:v>
                </c:pt>
                <c:pt idx="1921">
                  <c:v>383.7748818</c:v>
                </c:pt>
                <c:pt idx="1922">
                  <c:v>383.78210300000001</c:v>
                </c:pt>
                <c:pt idx="1923">
                  <c:v>383.91129590000003</c:v>
                </c:pt>
                <c:pt idx="1924">
                  <c:v>383.97110509999999</c:v>
                </c:pt>
                <c:pt idx="1925">
                  <c:v>384.63301410000003</c:v>
                </c:pt>
                <c:pt idx="1926">
                  <c:v>384.77534370000001</c:v>
                </c:pt>
                <c:pt idx="1927">
                  <c:v>384.78224460000001</c:v>
                </c:pt>
                <c:pt idx="1928">
                  <c:v>384.92236500000001</c:v>
                </c:pt>
                <c:pt idx="1929">
                  <c:v>384.97104300000001</c:v>
                </c:pt>
                <c:pt idx="1930">
                  <c:v>385.63058580000001</c:v>
                </c:pt>
                <c:pt idx="1931">
                  <c:v>385.77222319999998</c:v>
                </c:pt>
                <c:pt idx="1932">
                  <c:v>385.78203689999998</c:v>
                </c:pt>
                <c:pt idx="1933">
                  <c:v>385.92456140000002</c:v>
                </c:pt>
                <c:pt idx="1934">
                  <c:v>385.96886219999999</c:v>
                </c:pt>
                <c:pt idx="1935">
                  <c:v>386.63113609999999</c:v>
                </c:pt>
                <c:pt idx="1936">
                  <c:v>386.77222560000001</c:v>
                </c:pt>
                <c:pt idx="1937">
                  <c:v>386.78239070000001</c:v>
                </c:pt>
                <c:pt idx="1938">
                  <c:v>386.9132353</c:v>
                </c:pt>
                <c:pt idx="1939">
                  <c:v>386.96599579999997</c:v>
                </c:pt>
                <c:pt idx="1940">
                  <c:v>387.62999769999999</c:v>
                </c:pt>
                <c:pt idx="1941">
                  <c:v>387.77232040000001</c:v>
                </c:pt>
                <c:pt idx="1942">
                  <c:v>387.78576070000003</c:v>
                </c:pt>
                <c:pt idx="1943">
                  <c:v>387.91179940000001</c:v>
                </c:pt>
                <c:pt idx="1944">
                  <c:v>387.96819449999998</c:v>
                </c:pt>
                <c:pt idx="1945">
                  <c:v>388.63260919999999</c:v>
                </c:pt>
                <c:pt idx="1946">
                  <c:v>388.77135120000003</c:v>
                </c:pt>
                <c:pt idx="1947">
                  <c:v>388.78274379999999</c:v>
                </c:pt>
                <c:pt idx="1948">
                  <c:v>388.90939379999998</c:v>
                </c:pt>
                <c:pt idx="1949">
                  <c:v>388.96822739999999</c:v>
                </c:pt>
                <c:pt idx="1950">
                  <c:v>389.63581699999997</c:v>
                </c:pt>
                <c:pt idx="1951">
                  <c:v>389.77471659999998</c:v>
                </c:pt>
                <c:pt idx="1952">
                  <c:v>389.78755100000001</c:v>
                </c:pt>
                <c:pt idx="1953">
                  <c:v>389.90909909999999</c:v>
                </c:pt>
                <c:pt idx="1954">
                  <c:v>389.96723609999998</c:v>
                </c:pt>
                <c:pt idx="1955">
                  <c:v>390.64042660000001</c:v>
                </c:pt>
                <c:pt idx="1956">
                  <c:v>390.77809639999998</c:v>
                </c:pt>
                <c:pt idx="1957">
                  <c:v>390.78218409999999</c:v>
                </c:pt>
                <c:pt idx="1958">
                  <c:v>390.90844199999998</c:v>
                </c:pt>
                <c:pt idx="1959">
                  <c:v>390.9661299</c:v>
                </c:pt>
                <c:pt idx="1960">
                  <c:v>391.64340549999997</c:v>
                </c:pt>
                <c:pt idx="1961">
                  <c:v>391.77491229999998</c:v>
                </c:pt>
                <c:pt idx="1962">
                  <c:v>391.78542520000002</c:v>
                </c:pt>
                <c:pt idx="1963">
                  <c:v>391.90721760000002</c:v>
                </c:pt>
                <c:pt idx="1964">
                  <c:v>391.96605970000002</c:v>
                </c:pt>
                <c:pt idx="1965">
                  <c:v>392.6404867</c:v>
                </c:pt>
                <c:pt idx="1966">
                  <c:v>392.7777547</c:v>
                </c:pt>
                <c:pt idx="1967">
                  <c:v>392.78280990000002</c:v>
                </c:pt>
                <c:pt idx="1968">
                  <c:v>392.90689830000002</c:v>
                </c:pt>
                <c:pt idx="1969">
                  <c:v>392.98300710000001</c:v>
                </c:pt>
                <c:pt idx="1970">
                  <c:v>393.64246029999998</c:v>
                </c:pt>
                <c:pt idx="1971">
                  <c:v>393.77663410000002</c:v>
                </c:pt>
                <c:pt idx="1972">
                  <c:v>393.78251710000001</c:v>
                </c:pt>
                <c:pt idx="1973">
                  <c:v>393.96797170000002</c:v>
                </c:pt>
                <c:pt idx="1974">
                  <c:v>394.20543939999999</c:v>
                </c:pt>
                <c:pt idx="1975">
                  <c:v>394.63988699999999</c:v>
                </c:pt>
                <c:pt idx="1976">
                  <c:v>394.77809150000002</c:v>
                </c:pt>
                <c:pt idx="1977">
                  <c:v>394.78246760000002</c:v>
                </c:pt>
                <c:pt idx="1978">
                  <c:v>394.90364629999999</c:v>
                </c:pt>
                <c:pt idx="1979">
                  <c:v>394.97339940000001</c:v>
                </c:pt>
                <c:pt idx="1980">
                  <c:v>395.64057860000003</c:v>
                </c:pt>
                <c:pt idx="1981">
                  <c:v>395.77443040000003</c:v>
                </c:pt>
                <c:pt idx="1982">
                  <c:v>395.78263939999999</c:v>
                </c:pt>
                <c:pt idx="1983">
                  <c:v>395.90465440000003</c:v>
                </c:pt>
                <c:pt idx="1984">
                  <c:v>395.97789560000001</c:v>
                </c:pt>
                <c:pt idx="1985">
                  <c:v>396.6389959</c:v>
                </c:pt>
                <c:pt idx="1986">
                  <c:v>396.7787366</c:v>
                </c:pt>
                <c:pt idx="1987">
                  <c:v>396.788116</c:v>
                </c:pt>
                <c:pt idx="1988">
                  <c:v>396.90773189999999</c:v>
                </c:pt>
                <c:pt idx="1989">
                  <c:v>396.97165799999999</c:v>
                </c:pt>
                <c:pt idx="1990">
                  <c:v>397.63074599999999</c:v>
                </c:pt>
                <c:pt idx="1991">
                  <c:v>397.77714839999999</c:v>
                </c:pt>
                <c:pt idx="1992">
                  <c:v>397.78783559999999</c:v>
                </c:pt>
                <c:pt idx="1993">
                  <c:v>397.9079668</c:v>
                </c:pt>
                <c:pt idx="1994">
                  <c:v>397.96771819999998</c:v>
                </c:pt>
                <c:pt idx="1995">
                  <c:v>398.63938259999998</c:v>
                </c:pt>
                <c:pt idx="1996">
                  <c:v>398.77168219999999</c:v>
                </c:pt>
                <c:pt idx="1997">
                  <c:v>398.78381760000002</c:v>
                </c:pt>
                <c:pt idx="1998">
                  <c:v>398.90824309999999</c:v>
                </c:pt>
                <c:pt idx="1999">
                  <c:v>398.96887090000001</c:v>
                </c:pt>
                <c:pt idx="2000">
                  <c:v>399.63060940000003</c:v>
                </c:pt>
                <c:pt idx="2001">
                  <c:v>399.7751288</c:v>
                </c:pt>
                <c:pt idx="2002">
                  <c:v>399.7846945</c:v>
                </c:pt>
                <c:pt idx="2003">
                  <c:v>399.90773990000002</c:v>
                </c:pt>
                <c:pt idx="2004">
                  <c:v>399.97012560000002</c:v>
                </c:pt>
                <c:pt idx="2005">
                  <c:v>400.63978900000001</c:v>
                </c:pt>
                <c:pt idx="2006">
                  <c:v>400.77435630000002</c:v>
                </c:pt>
                <c:pt idx="2007">
                  <c:v>400.79004329999998</c:v>
                </c:pt>
                <c:pt idx="2008">
                  <c:v>400.90816219999999</c:v>
                </c:pt>
                <c:pt idx="2009">
                  <c:v>400.96580970000002</c:v>
                </c:pt>
                <c:pt idx="2010">
                  <c:v>401.63836500000002</c:v>
                </c:pt>
                <c:pt idx="2011">
                  <c:v>401.77403889999999</c:v>
                </c:pt>
                <c:pt idx="2012">
                  <c:v>401.78630190000001</c:v>
                </c:pt>
                <c:pt idx="2013">
                  <c:v>401.90371320000003</c:v>
                </c:pt>
                <c:pt idx="2014">
                  <c:v>401.96585140000002</c:v>
                </c:pt>
                <c:pt idx="2015">
                  <c:v>402.64584610000003</c:v>
                </c:pt>
                <c:pt idx="2016">
                  <c:v>402.7778174</c:v>
                </c:pt>
                <c:pt idx="2017">
                  <c:v>402.78815040000001</c:v>
                </c:pt>
                <c:pt idx="2018">
                  <c:v>402.90378279999999</c:v>
                </c:pt>
                <c:pt idx="2019">
                  <c:v>402.96610509999999</c:v>
                </c:pt>
                <c:pt idx="2020">
                  <c:v>403.64257850000001</c:v>
                </c:pt>
                <c:pt idx="2021">
                  <c:v>403.77332089999999</c:v>
                </c:pt>
                <c:pt idx="2022">
                  <c:v>403.78479340000001</c:v>
                </c:pt>
                <c:pt idx="2023">
                  <c:v>403.90249940000001</c:v>
                </c:pt>
                <c:pt idx="2024">
                  <c:v>403.96565629999998</c:v>
                </c:pt>
                <c:pt idx="2025">
                  <c:v>404.64507129999998</c:v>
                </c:pt>
                <c:pt idx="2026">
                  <c:v>404.77435980000001</c:v>
                </c:pt>
                <c:pt idx="2027">
                  <c:v>404.78320789999998</c:v>
                </c:pt>
                <c:pt idx="2028">
                  <c:v>404.90278840000002</c:v>
                </c:pt>
                <c:pt idx="2029">
                  <c:v>404.96826299999998</c:v>
                </c:pt>
                <c:pt idx="2030">
                  <c:v>405.64157110000002</c:v>
                </c:pt>
                <c:pt idx="2031">
                  <c:v>405.77440230000002</c:v>
                </c:pt>
                <c:pt idx="2032">
                  <c:v>405.78193959999999</c:v>
                </c:pt>
                <c:pt idx="2033">
                  <c:v>405.90539180000002</c:v>
                </c:pt>
                <c:pt idx="2034">
                  <c:v>405.9678409</c:v>
                </c:pt>
                <c:pt idx="2035">
                  <c:v>406.64167579999997</c:v>
                </c:pt>
                <c:pt idx="2036">
                  <c:v>406.77216320000002</c:v>
                </c:pt>
                <c:pt idx="2037">
                  <c:v>406.78233160000002</c:v>
                </c:pt>
                <c:pt idx="2038">
                  <c:v>406.90248270000001</c:v>
                </c:pt>
                <c:pt idx="2039">
                  <c:v>406.97165810000001</c:v>
                </c:pt>
                <c:pt idx="2040">
                  <c:v>407.64032559999998</c:v>
                </c:pt>
                <c:pt idx="2041">
                  <c:v>407.77708180000002</c:v>
                </c:pt>
                <c:pt idx="2042">
                  <c:v>407.78380709999999</c:v>
                </c:pt>
                <c:pt idx="2043">
                  <c:v>407.90415380000002</c:v>
                </c:pt>
                <c:pt idx="2044">
                  <c:v>407.97202490000001</c:v>
                </c:pt>
                <c:pt idx="2045">
                  <c:v>408.63614369999999</c:v>
                </c:pt>
                <c:pt idx="2046">
                  <c:v>408.77197380000001</c:v>
                </c:pt>
                <c:pt idx="2047">
                  <c:v>408.78256479999999</c:v>
                </c:pt>
                <c:pt idx="2048">
                  <c:v>408.9042518</c:v>
                </c:pt>
                <c:pt idx="2049">
                  <c:v>408.97179729999999</c:v>
                </c:pt>
                <c:pt idx="2050">
                  <c:v>409.63933969999999</c:v>
                </c:pt>
                <c:pt idx="2051">
                  <c:v>409.77239400000002</c:v>
                </c:pt>
                <c:pt idx="2052">
                  <c:v>409.7854203</c:v>
                </c:pt>
                <c:pt idx="2053">
                  <c:v>409.90417079999997</c:v>
                </c:pt>
                <c:pt idx="2054">
                  <c:v>409.97264530000001</c:v>
                </c:pt>
                <c:pt idx="2055">
                  <c:v>410.63694400000003</c:v>
                </c:pt>
                <c:pt idx="2056">
                  <c:v>410.77754979999997</c:v>
                </c:pt>
                <c:pt idx="2057">
                  <c:v>410.79035420000002</c:v>
                </c:pt>
                <c:pt idx="2058">
                  <c:v>410.91071520000003</c:v>
                </c:pt>
                <c:pt idx="2059">
                  <c:v>410.9656286</c:v>
                </c:pt>
                <c:pt idx="2060">
                  <c:v>411.64154029999997</c:v>
                </c:pt>
                <c:pt idx="2061">
                  <c:v>411.77349950000001</c:v>
                </c:pt>
                <c:pt idx="2062">
                  <c:v>411.78716980000002</c:v>
                </c:pt>
                <c:pt idx="2063">
                  <c:v>411.90672360000002</c:v>
                </c:pt>
                <c:pt idx="2064">
                  <c:v>411.97744089999998</c:v>
                </c:pt>
                <c:pt idx="2065">
                  <c:v>412.63919279999999</c:v>
                </c:pt>
                <c:pt idx="2066">
                  <c:v>412.77966930000002</c:v>
                </c:pt>
                <c:pt idx="2067">
                  <c:v>412.78851229999998</c:v>
                </c:pt>
                <c:pt idx="2068">
                  <c:v>412.90247310000001</c:v>
                </c:pt>
                <c:pt idx="2069">
                  <c:v>413.01833900000003</c:v>
                </c:pt>
                <c:pt idx="2070">
                  <c:v>413.63994869999999</c:v>
                </c:pt>
                <c:pt idx="2071">
                  <c:v>413.77468090000002</c:v>
                </c:pt>
                <c:pt idx="2072">
                  <c:v>413.78572709999997</c:v>
                </c:pt>
                <c:pt idx="2073">
                  <c:v>413.90565989999999</c:v>
                </c:pt>
                <c:pt idx="2074">
                  <c:v>413.96615960000003</c:v>
                </c:pt>
                <c:pt idx="2075">
                  <c:v>414.6355724</c:v>
                </c:pt>
                <c:pt idx="2076">
                  <c:v>414.77806279999999</c:v>
                </c:pt>
                <c:pt idx="2077">
                  <c:v>414.78268600000001</c:v>
                </c:pt>
                <c:pt idx="2078">
                  <c:v>414.90437279999998</c:v>
                </c:pt>
                <c:pt idx="2079">
                  <c:v>414.96561430000003</c:v>
                </c:pt>
                <c:pt idx="2080">
                  <c:v>415.64415760000003</c:v>
                </c:pt>
                <c:pt idx="2081">
                  <c:v>415.77464709999998</c:v>
                </c:pt>
                <c:pt idx="2082">
                  <c:v>415.78750300000002</c:v>
                </c:pt>
                <c:pt idx="2083">
                  <c:v>415.9048138</c:v>
                </c:pt>
                <c:pt idx="2084">
                  <c:v>415.96742890000002</c:v>
                </c:pt>
                <c:pt idx="2085">
                  <c:v>416.640647</c:v>
                </c:pt>
                <c:pt idx="2086">
                  <c:v>416.77462939999998</c:v>
                </c:pt>
                <c:pt idx="2087">
                  <c:v>416.78624430000002</c:v>
                </c:pt>
                <c:pt idx="2088">
                  <c:v>416.90253139999999</c:v>
                </c:pt>
                <c:pt idx="2089">
                  <c:v>416.9722031</c:v>
                </c:pt>
                <c:pt idx="2090">
                  <c:v>417.63811850000002</c:v>
                </c:pt>
                <c:pt idx="2091">
                  <c:v>417.77238899999998</c:v>
                </c:pt>
                <c:pt idx="2092">
                  <c:v>417.78229649999997</c:v>
                </c:pt>
                <c:pt idx="2093">
                  <c:v>417.90210930000001</c:v>
                </c:pt>
                <c:pt idx="2094">
                  <c:v>417.96956419999998</c:v>
                </c:pt>
                <c:pt idx="2095">
                  <c:v>418.64340040000002</c:v>
                </c:pt>
                <c:pt idx="2096">
                  <c:v>418.77253189999999</c:v>
                </c:pt>
                <c:pt idx="2097">
                  <c:v>418.78218709999999</c:v>
                </c:pt>
                <c:pt idx="2098">
                  <c:v>418.90217769999998</c:v>
                </c:pt>
                <c:pt idx="2099">
                  <c:v>418.97176630000001</c:v>
                </c:pt>
                <c:pt idx="2100">
                  <c:v>419.64091259999998</c:v>
                </c:pt>
                <c:pt idx="2101">
                  <c:v>419.77231599999999</c:v>
                </c:pt>
                <c:pt idx="2102">
                  <c:v>419.78753160000002</c:v>
                </c:pt>
                <c:pt idx="2103">
                  <c:v>419.90509830000002</c:v>
                </c:pt>
                <c:pt idx="2104">
                  <c:v>419.96739459999998</c:v>
                </c:pt>
                <c:pt idx="2105">
                  <c:v>420.64185409999999</c:v>
                </c:pt>
                <c:pt idx="2106">
                  <c:v>420.77238929999999</c:v>
                </c:pt>
                <c:pt idx="2107">
                  <c:v>420.78272900000002</c:v>
                </c:pt>
                <c:pt idx="2108">
                  <c:v>420.90972399999998</c:v>
                </c:pt>
                <c:pt idx="2109">
                  <c:v>420.97100449999999</c:v>
                </c:pt>
                <c:pt idx="2110">
                  <c:v>421.63863149999997</c:v>
                </c:pt>
                <c:pt idx="2111">
                  <c:v>421.77481699999998</c:v>
                </c:pt>
                <c:pt idx="2112">
                  <c:v>421.78768869999999</c:v>
                </c:pt>
                <c:pt idx="2113">
                  <c:v>421.9104772</c:v>
                </c:pt>
                <c:pt idx="2114">
                  <c:v>421.96846929999998</c:v>
                </c:pt>
                <c:pt idx="2115">
                  <c:v>422.63331799999997</c:v>
                </c:pt>
                <c:pt idx="2116">
                  <c:v>422.77518370000001</c:v>
                </c:pt>
                <c:pt idx="2117">
                  <c:v>422.78731069999998</c:v>
                </c:pt>
                <c:pt idx="2118">
                  <c:v>422.90827880000001</c:v>
                </c:pt>
                <c:pt idx="2119">
                  <c:v>422.96609979999999</c:v>
                </c:pt>
                <c:pt idx="2120">
                  <c:v>423.63551430000001</c:v>
                </c:pt>
                <c:pt idx="2121">
                  <c:v>423.77317749999997</c:v>
                </c:pt>
                <c:pt idx="2122">
                  <c:v>423.7875899</c:v>
                </c:pt>
                <c:pt idx="2123">
                  <c:v>423.90776890000001</c:v>
                </c:pt>
                <c:pt idx="2124">
                  <c:v>423.96806550000002</c:v>
                </c:pt>
                <c:pt idx="2125">
                  <c:v>424.63904480000002</c:v>
                </c:pt>
                <c:pt idx="2126">
                  <c:v>424.77781190000002</c:v>
                </c:pt>
                <c:pt idx="2127">
                  <c:v>424.78438790000001</c:v>
                </c:pt>
                <c:pt idx="2128">
                  <c:v>424.90709459999999</c:v>
                </c:pt>
                <c:pt idx="2129">
                  <c:v>424.9655611</c:v>
                </c:pt>
                <c:pt idx="2130">
                  <c:v>425.63741809999999</c:v>
                </c:pt>
                <c:pt idx="2131">
                  <c:v>425.77747929999998</c:v>
                </c:pt>
                <c:pt idx="2132">
                  <c:v>425.78451919999998</c:v>
                </c:pt>
                <c:pt idx="2133">
                  <c:v>425.9075861</c:v>
                </c:pt>
                <c:pt idx="2134">
                  <c:v>425.96606759999997</c:v>
                </c:pt>
                <c:pt idx="2135">
                  <c:v>426.6446449</c:v>
                </c:pt>
                <c:pt idx="2136">
                  <c:v>426.78071920000002</c:v>
                </c:pt>
                <c:pt idx="2137">
                  <c:v>426.78528599999999</c:v>
                </c:pt>
                <c:pt idx="2138">
                  <c:v>426.90786229999998</c:v>
                </c:pt>
                <c:pt idx="2139">
                  <c:v>426.96873429999999</c:v>
                </c:pt>
                <c:pt idx="2140">
                  <c:v>427.64097529999998</c:v>
                </c:pt>
                <c:pt idx="2141">
                  <c:v>427.77190580000001</c:v>
                </c:pt>
                <c:pt idx="2142">
                  <c:v>427.78253419999999</c:v>
                </c:pt>
                <c:pt idx="2143">
                  <c:v>427.90539860000001</c:v>
                </c:pt>
                <c:pt idx="2144">
                  <c:v>427.96613760000002</c:v>
                </c:pt>
                <c:pt idx="2145">
                  <c:v>428.64357910000001</c:v>
                </c:pt>
                <c:pt idx="2146">
                  <c:v>428.7745693</c:v>
                </c:pt>
                <c:pt idx="2147">
                  <c:v>428.78212830000001</c:v>
                </c:pt>
                <c:pt idx="2148">
                  <c:v>428.91544759999999</c:v>
                </c:pt>
                <c:pt idx="2149">
                  <c:v>428.97326850000002</c:v>
                </c:pt>
                <c:pt idx="2150">
                  <c:v>429.64028539999998</c:v>
                </c:pt>
                <c:pt idx="2151">
                  <c:v>429.77524399999999</c:v>
                </c:pt>
                <c:pt idx="2152">
                  <c:v>429.90470829999998</c:v>
                </c:pt>
                <c:pt idx="2153">
                  <c:v>429.9693456</c:v>
                </c:pt>
                <c:pt idx="2154">
                  <c:v>430.0976076</c:v>
                </c:pt>
                <c:pt idx="2155">
                  <c:v>430.63910729999998</c:v>
                </c:pt>
                <c:pt idx="2156">
                  <c:v>430.77213690000002</c:v>
                </c:pt>
                <c:pt idx="2157">
                  <c:v>430.7827691</c:v>
                </c:pt>
                <c:pt idx="2158">
                  <c:v>430.90204110000002</c:v>
                </c:pt>
                <c:pt idx="2159">
                  <c:v>430.9684555</c:v>
                </c:pt>
                <c:pt idx="2160">
                  <c:v>431.64100400000001</c:v>
                </c:pt>
                <c:pt idx="2161">
                  <c:v>431.77486340000002</c:v>
                </c:pt>
                <c:pt idx="2162">
                  <c:v>431.7872648</c:v>
                </c:pt>
                <c:pt idx="2163">
                  <c:v>431.90523910000002</c:v>
                </c:pt>
                <c:pt idx="2164">
                  <c:v>431.96821540000002</c:v>
                </c:pt>
                <c:pt idx="2165">
                  <c:v>432.63494739999999</c:v>
                </c:pt>
                <c:pt idx="2166">
                  <c:v>432.77212989999998</c:v>
                </c:pt>
                <c:pt idx="2167">
                  <c:v>432.78239380000002</c:v>
                </c:pt>
                <c:pt idx="2168">
                  <c:v>432.90262250000001</c:v>
                </c:pt>
                <c:pt idx="2169">
                  <c:v>432.96617529999997</c:v>
                </c:pt>
                <c:pt idx="2170">
                  <c:v>433.63801810000001</c:v>
                </c:pt>
                <c:pt idx="2171">
                  <c:v>433.77223279999998</c:v>
                </c:pt>
                <c:pt idx="2172">
                  <c:v>433.78752359999999</c:v>
                </c:pt>
                <c:pt idx="2173">
                  <c:v>433.9024445</c:v>
                </c:pt>
                <c:pt idx="2174">
                  <c:v>433.9866159</c:v>
                </c:pt>
                <c:pt idx="2175">
                  <c:v>434.64063390000001</c:v>
                </c:pt>
                <c:pt idx="2176">
                  <c:v>434.7792571</c:v>
                </c:pt>
                <c:pt idx="2177">
                  <c:v>434.78442969999998</c:v>
                </c:pt>
                <c:pt idx="2178">
                  <c:v>434.90463310000001</c:v>
                </c:pt>
                <c:pt idx="2179">
                  <c:v>434.97499429999999</c:v>
                </c:pt>
                <c:pt idx="2180">
                  <c:v>435.63872450000002</c:v>
                </c:pt>
                <c:pt idx="2181">
                  <c:v>435.77371909999999</c:v>
                </c:pt>
                <c:pt idx="2182">
                  <c:v>435.78488370000002</c:v>
                </c:pt>
                <c:pt idx="2183">
                  <c:v>435.90479329999999</c:v>
                </c:pt>
                <c:pt idx="2184">
                  <c:v>435.9660111</c:v>
                </c:pt>
                <c:pt idx="2185">
                  <c:v>436.64256970000002</c:v>
                </c:pt>
                <c:pt idx="2186">
                  <c:v>436.77300050000002</c:v>
                </c:pt>
                <c:pt idx="2187">
                  <c:v>436.78472799999997</c:v>
                </c:pt>
                <c:pt idx="2188">
                  <c:v>436.90653730000002</c:v>
                </c:pt>
                <c:pt idx="2189">
                  <c:v>436.96665719999999</c:v>
                </c:pt>
                <c:pt idx="2190">
                  <c:v>437.64117659999999</c:v>
                </c:pt>
                <c:pt idx="2191">
                  <c:v>437.77790210000001</c:v>
                </c:pt>
                <c:pt idx="2192">
                  <c:v>437.78608969999999</c:v>
                </c:pt>
                <c:pt idx="2193">
                  <c:v>437.91103820000001</c:v>
                </c:pt>
                <c:pt idx="2194">
                  <c:v>437.96942739999997</c:v>
                </c:pt>
                <c:pt idx="2195">
                  <c:v>438.64266689999999</c:v>
                </c:pt>
                <c:pt idx="2196">
                  <c:v>438.77609630000001</c:v>
                </c:pt>
                <c:pt idx="2197">
                  <c:v>438.7821414</c:v>
                </c:pt>
                <c:pt idx="2198">
                  <c:v>438.907938</c:v>
                </c:pt>
                <c:pt idx="2199">
                  <c:v>438.96850949999998</c:v>
                </c:pt>
                <c:pt idx="2200">
                  <c:v>439.64578369999998</c:v>
                </c:pt>
                <c:pt idx="2201">
                  <c:v>439.77255980000001</c:v>
                </c:pt>
                <c:pt idx="2202">
                  <c:v>439.78202900000002</c:v>
                </c:pt>
                <c:pt idx="2203">
                  <c:v>439.90290659999999</c:v>
                </c:pt>
                <c:pt idx="2204">
                  <c:v>439.97116729999999</c:v>
                </c:pt>
                <c:pt idx="2205">
                  <c:v>440.67569420000001</c:v>
                </c:pt>
                <c:pt idx="2206">
                  <c:v>440.78647039999998</c:v>
                </c:pt>
                <c:pt idx="2207">
                  <c:v>440.79202120000002</c:v>
                </c:pt>
                <c:pt idx="2208">
                  <c:v>440.90492030000001</c:v>
                </c:pt>
                <c:pt idx="2209">
                  <c:v>440.96984209999999</c:v>
                </c:pt>
                <c:pt idx="2210">
                  <c:v>441.63732240000002</c:v>
                </c:pt>
                <c:pt idx="2211">
                  <c:v>441.79186129999999</c:v>
                </c:pt>
                <c:pt idx="2212">
                  <c:v>441.80838720000003</c:v>
                </c:pt>
                <c:pt idx="2213">
                  <c:v>441.90481190000003</c:v>
                </c:pt>
                <c:pt idx="2214">
                  <c:v>441.96848089999997</c:v>
                </c:pt>
                <c:pt idx="2215">
                  <c:v>442.63694600000002</c:v>
                </c:pt>
                <c:pt idx="2216">
                  <c:v>442.77389040000003</c:v>
                </c:pt>
                <c:pt idx="2217">
                  <c:v>442.78929599999998</c:v>
                </c:pt>
                <c:pt idx="2218">
                  <c:v>442.9023535</c:v>
                </c:pt>
                <c:pt idx="2219">
                  <c:v>442.96878370000002</c:v>
                </c:pt>
                <c:pt idx="2220">
                  <c:v>443.63692079999998</c:v>
                </c:pt>
                <c:pt idx="2221">
                  <c:v>443.77658700000001</c:v>
                </c:pt>
                <c:pt idx="2222">
                  <c:v>443.79648470000001</c:v>
                </c:pt>
                <c:pt idx="2223">
                  <c:v>443.90235080000002</c:v>
                </c:pt>
                <c:pt idx="2224">
                  <c:v>443.96809009999998</c:v>
                </c:pt>
                <c:pt idx="2225">
                  <c:v>444.63082689999999</c:v>
                </c:pt>
                <c:pt idx="2226">
                  <c:v>444.7726098</c:v>
                </c:pt>
                <c:pt idx="2227">
                  <c:v>444.79449160000001</c:v>
                </c:pt>
                <c:pt idx="2228">
                  <c:v>444.90232159999999</c:v>
                </c:pt>
                <c:pt idx="2229">
                  <c:v>444.96600610000002</c:v>
                </c:pt>
                <c:pt idx="2230">
                  <c:v>445.63089889999998</c:v>
                </c:pt>
                <c:pt idx="2231">
                  <c:v>445.77213669999998</c:v>
                </c:pt>
                <c:pt idx="2232">
                  <c:v>445.78723919999999</c:v>
                </c:pt>
                <c:pt idx="2233">
                  <c:v>445.90259320000001</c:v>
                </c:pt>
                <c:pt idx="2234">
                  <c:v>445.96613480000002</c:v>
                </c:pt>
                <c:pt idx="2235">
                  <c:v>446.64111279999997</c:v>
                </c:pt>
                <c:pt idx="2236">
                  <c:v>446.77614979999998</c:v>
                </c:pt>
                <c:pt idx="2237">
                  <c:v>446.7921</c:v>
                </c:pt>
                <c:pt idx="2238">
                  <c:v>446.9071849</c:v>
                </c:pt>
                <c:pt idx="2239">
                  <c:v>446.96617029999999</c:v>
                </c:pt>
                <c:pt idx="2240">
                  <c:v>447.63823819999999</c:v>
                </c:pt>
                <c:pt idx="2241">
                  <c:v>447.77459670000002</c:v>
                </c:pt>
                <c:pt idx="2242">
                  <c:v>447.79230760000002</c:v>
                </c:pt>
                <c:pt idx="2243">
                  <c:v>447.90305540000003</c:v>
                </c:pt>
                <c:pt idx="2244">
                  <c:v>447.9735809</c:v>
                </c:pt>
                <c:pt idx="2245">
                  <c:v>448.64448529999999</c:v>
                </c:pt>
                <c:pt idx="2246">
                  <c:v>448.77420710000001</c:v>
                </c:pt>
                <c:pt idx="2247">
                  <c:v>448.79023719999998</c:v>
                </c:pt>
                <c:pt idx="2248">
                  <c:v>448.90768329999997</c:v>
                </c:pt>
                <c:pt idx="2249">
                  <c:v>448.96850269999999</c:v>
                </c:pt>
                <c:pt idx="2250">
                  <c:v>449.63995299999999</c:v>
                </c:pt>
                <c:pt idx="2251">
                  <c:v>449.7802102</c:v>
                </c:pt>
                <c:pt idx="2252">
                  <c:v>449.79079309999997</c:v>
                </c:pt>
                <c:pt idx="2253">
                  <c:v>449.90658289999999</c:v>
                </c:pt>
                <c:pt idx="2254">
                  <c:v>449.97291560000002</c:v>
                </c:pt>
                <c:pt idx="2255">
                  <c:v>450.64208639999998</c:v>
                </c:pt>
                <c:pt idx="2256">
                  <c:v>450.77250600000002</c:v>
                </c:pt>
                <c:pt idx="2257">
                  <c:v>450.7870451</c:v>
                </c:pt>
                <c:pt idx="2258">
                  <c:v>450.90523539999998</c:v>
                </c:pt>
                <c:pt idx="2259">
                  <c:v>450.97118110000002</c:v>
                </c:pt>
                <c:pt idx="2260">
                  <c:v>451.63944379999998</c:v>
                </c:pt>
                <c:pt idx="2261">
                  <c:v>451.77790720000002</c:v>
                </c:pt>
                <c:pt idx="2262">
                  <c:v>451.79061990000002</c:v>
                </c:pt>
                <c:pt idx="2263">
                  <c:v>451.90268659999998</c:v>
                </c:pt>
                <c:pt idx="2264">
                  <c:v>451.96840780000002</c:v>
                </c:pt>
                <c:pt idx="2265">
                  <c:v>452.64102880000002</c:v>
                </c:pt>
                <c:pt idx="2266">
                  <c:v>452.77980780000001</c:v>
                </c:pt>
                <c:pt idx="2267">
                  <c:v>452.79069659999999</c:v>
                </c:pt>
                <c:pt idx="2268">
                  <c:v>452.90493079999999</c:v>
                </c:pt>
                <c:pt idx="2269">
                  <c:v>452.96878809999998</c:v>
                </c:pt>
                <c:pt idx="2270">
                  <c:v>453.63886450000001</c:v>
                </c:pt>
                <c:pt idx="2271">
                  <c:v>453.78087249999999</c:v>
                </c:pt>
                <c:pt idx="2272">
                  <c:v>453.79629790000001</c:v>
                </c:pt>
                <c:pt idx="2273">
                  <c:v>453.90536400000002</c:v>
                </c:pt>
                <c:pt idx="2274">
                  <c:v>453.96820530000002</c:v>
                </c:pt>
                <c:pt idx="2275">
                  <c:v>454.63945180000002</c:v>
                </c:pt>
                <c:pt idx="2276">
                  <c:v>454.77483239999998</c:v>
                </c:pt>
                <c:pt idx="2277">
                  <c:v>454.79237219999999</c:v>
                </c:pt>
                <c:pt idx="2278">
                  <c:v>454.90227110000001</c:v>
                </c:pt>
                <c:pt idx="2279">
                  <c:v>454.96606459999998</c:v>
                </c:pt>
                <c:pt idx="2280">
                  <c:v>455.6415313</c:v>
                </c:pt>
                <c:pt idx="2281">
                  <c:v>455.77528910000001</c:v>
                </c:pt>
                <c:pt idx="2282">
                  <c:v>455.79666429999997</c:v>
                </c:pt>
                <c:pt idx="2283">
                  <c:v>455.90265649999998</c:v>
                </c:pt>
                <c:pt idx="2284">
                  <c:v>455.96560310000001</c:v>
                </c:pt>
                <c:pt idx="2285">
                  <c:v>456.64073830000001</c:v>
                </c:pt>
                <c:pt idx="2286">
                  <c:v>456.77466900000002</c:v>
                </c:pt>
                <c:pt idx="2287">
                  <c:v>456.79243200000002</c:v>
                </c:pt>
                <c:pt idx="2288">
                  <c:v>456.90614140000002</c:v>
                </c:pt>
                <c:pt idx="2289">
                  <c:v>456.96620660000002</c:v>
                </c:pt>
                <c:pt idx="2290">
                  <c:v>457.63523249999997</c:v>
                </c:pt>
                <c:pt idx="2291">
                  <c:v>457.77328519999998</c:v>
                </c:pt>
                <c:pt idx="2292">
                  <c:v>457.79119550000001</c:v>
                </c:pt>
                <c:pt idx="2293">
                  <c:v>457.90195770000003</c:v>
                </c:pt>
                <c:pt idx="2294">
                  <c:v>457.96559889999997</c:v>
                </c:pt>
                <c:pt idx="2295">
                  <c:v>458.630697</c:v>
                </c:pt>
                <c:pt idx="2296">
                  <c:v>458.77218699999997</c:v>
                </c:pt>
                <c:pt idx="2297">
                  <c:v>458.78927190000002</c:v>
                </c:pt>
                <c:pt idx="2298">
                  <c:v>458.90658339999999</c:v>
                </c:pt>
                <c:pt idx="2299">
                  <c:v>458.96904799999999</c:v>
                </c:pt>
                <c:pt idx="2300">
                  <c:v>459.63126629999999</c:v>
                </c:pt>
                <c:pt idx="2301">
                  <c:v>459.772246</c:v>
                </c:pt>
                <c:pt idx="2302">
                  <c:v>459.79036209999998</c:v>
                </c:pt>
                <c:pt idx="2303">
                  <c:v>459.91173730000003</c:v>
                </c:pt>
                <c:pt idx="2304">
                  <c:v>459.96733999999998</c:v>
                </c:pt>
                <c:pt idx="2305">
                  <c:v>460.64428980000002</c:v>
                </c:pt>
                <c:pt idx="2306">
                  <c:v>460.78480350000001</c:v>
                </c:pt>
                <c:pt idx="2307">
                  <c:v>460.7896131</c:v>
                </c:pt>
                <c:pt idx="2308">
                  <c:v>460.9077633</c:v>
                </c:pt>
                <c:pt idx="2309">
                  <c:v>460.9735809</c:v>
                </c:pt>
                <c:pt idx="2310">
                  <c:v>461.6334564</c:v>
                </c:pt>
                <c:pt idx="2311">
                  <c:v>461.77933089999999</c:v>
                </c:pt>
                <c:pt idx="2312">
                  <c:v>461.7895292</c:v>
                </c:pt>
                <c:pt idx="2313">
                  <c:v>461.90772199999998</c:v>
                </c:pt>
                <c:pt idx="2314">
                  <c:v>461.97159629999999</c:v>
                </c:pt>
                <c:pt idx="2315">
                  <c:v>462.64415500000001</c:v>
                </c:pt>
                <c:pt idx="2316">
                  <c:v>462.7830012</c:v>
                </c:pt>
                <c:pt idx="2317">
                  <c:v>462.79274989999999</c:v>
                </c:pt>
                <c:pt idx="2318">
                  <c:v>462.90728799999999</c:v>
                </c:pt>
                <c:pt idx="2319">
                  <c:v>462.97109</c:v>
                </c:pt>
                <c:pt idx="2320">
                  <c:v>463.68562300000002</c:v>
                </c:pt>
                <c:pt idx="2321">
                  <c:v>463.78868820000002</c:v>
                </c:pt>
                <c:pt idx="2322">
                  <c:v>463.79048069999999</c:v>
                </c:pt>
                <c:pt idx="2323">
                  <c:v>463.90391160000001</c:v>
                </c:pt>
                <c:pt idx="2324">
                  <c:v>463.96703960000002</c:v>
                </c:pt>
                <c:pt idx="2325">
                  <c:v>464.63313119999998</c:v>
                </c:pt>
                <c:pt idx="2326">
                  <c:v>464.78289539999997</c:v>
                </c:pt>
                <c:pt idx="2327">
                  <c:v>464.79001290000002</c:v>
                </c:pt>
                <c:pt idx="2328">
                  <c:v>464.90419209999999</c:v>
                </c:pt>
                <c:pt idx="2329">
                  <c:v>464.96861489999998</c:v>
                </c:pt>
                <c:pt idx="2330">
                  <c:v>465.63467170000001</c:v>
                </c:pt>
                <c:pt idx="2331">
                  <c:v>465.7835288</c:v>
                </c:pt>
                <c:pt idx="2332">
                  <c:v>465.79499929999997</c:v>
                </c:pt>
                <c:pt idx="2333">
                  <c:v>465.90315579999998</c:v>
                </c:pt>
                <c:pt idx="2334">
                  <c:v>465.9678902</c:v>
                </c:pt>
                <c:pt idx="2335">
                  <c:v>466.6325066</c:v>
                </c:pt>
                <c:pt idx="2336">
                  <c:v>466.7793337</c:v>
                </c:pt>
                <c:pt idx="2337">
                  <c:v>466.7927962</c:v>
                </c:pt>
                <c:pt idx="2338">
                  <c:v>466.90192330000002</c:v>
                </c:pt>
                <c:pt idx="2339">
                  <c:v>466.96769260000002</c:v>
                </c:pt>
                <c:pt idx="2340">
                  <c:v>467.63089930000001</c:v>
                </c:pt>
                <c:pt idx="2341">
                  <c:v>467.78102469999999</c:v>
                </c:pt>
                <c:pt idx="2342">
                  <c:v>467.79206240000002</c:v>
                </c:pt>
                <c:pt idx="2343">
                  <c:v>467.9065392</c:v>
                </c:pt>
                <c:pt idx="2344">
                  <c:v>467.96621349999998</c:v>
                </c:pt>
                <c:pt idx="2345">
                  <c:v>468.6302713</c:v>
                </c:pt>
                <c:pt idx="2346">
                  <c:v>468.78290920000001</c:v>
                </c:pt>
                <c:pt idx="2347">
                  <c:v>468.79149310000003</c:v>
                </c:pt>
                <c:pt idx="2348">
                  <c:v>468.90149070000001</c:v>
                </c:pt>
                <c:pt idx="2349">
                  <c:v>468.96714639999999</c:v>
                </c:pt>
                <c:pt idx="2350">
                  <c:v>469.63593320000001</c:v>
                </c:pt>
                <c:pt idx="2351">
                  <c:v>469.77852109999998</c:v>
                </c:pt>
                <c:pt idx="2352">
                  <c:v>469.78791059999998</c:v>
                </c:pt>
                <c:pt idx="2353">
                  <c:v>469.9061729</c:v>
                </c:pt>
                <c:pt idx="2354">
                  <c:v>469.96601440000001</c:v>
                </c:pt>
                <c:pt idx="2355">
                  <c:v>470.63256699999999</c:v>
                </c:pt>
                <c:pt idx="2356">
                  <c:v>470.78235439999997</c:v>
                </c:pt>
                <c:pt idx="2357">
                  <c:v>470.79149100000001</c:v>
                </c:pt>
                <c:pt idx="2358">
                  <c:v>470.91117600000001</c:v>
                </c:pt>
                <c:pt idx="2359">
                  <c:v>470.97004249999998</c:v>
                </c:pt>
                <c:pt idx="2360">
                  <c:v>471.6304116</c:v>
                </c:pt>
                <c:pt idx="2361">
                  <c:v>471.77888919999998</c:v>
                </c:pt>
                <c:pt idx="2362">
                  <c:v>471.78750630000002</c:v>
                </c:pt>
                <c:pt idx="2363">
                  <c:v>471.90749740000001</c:v>
                </c:pt>
                <c:pt idx="2364">
                  <c:v>471.96636769999998</c:v>
                </c:pt>
                <c:pt idx="2365">
                  <c:v>472.63870850000001</c:v>
                </c:pt>
                <c:pt idx="2366">
                  <c:v>472.78138100000001</c:v>
                </c:pt>
                <c:pt idx="2367">
                  <c:v>472.78382470000003</c:v>
                </c:pt>
                <c:pt idx="2368">
                  <c:v>472.90761659999998</c:v>
                </c:pt>
                <c:pt idx="2369">
                  <c:v>472.97285060000002</c:v>
                </c:pt>
                <c:pt idx="2370">
                  <c:v>473.6365131</c:v>
                </c:pt>
                <c:pt idx="2371">
                  <c:v>473.78177110000001</c:v>
                </c:pt>
                <c:pt idx="2372">
                  <c:v>473.90566960000001</c:v>
                </c:pt>
                <c:pt idx="2373">
                  <c:v>473.96998550000001</c:v>
                </c:pt>
                <c:pt idx="2374">
                  <c:v>474.0180479</c:v>
                </c:pt>
                <c:pt idx="2375">
                  <c:v>474.63566359999999</c:v>
                </c:pt>
                <c:pt idx="2376">
                  <c:v>474.7781445</c:v>
                </c:pt>
                <c:pt idx="2377">
                  <c:v>474.78676789999997</c:v>
                </c:pt>
                <c:pt idx="2378">
                  <c:v>474.90975550000002</c:v>
                </c:pt>
                <c:pt idx="2379">
                  <c:v>474.97143690000001</c:v>
                </c:pt>
                <c:pt idx="2380">
                  <c:v>475.63516429999999</c:v>
                </c:pt>
                <c:pt idx="2381">
                  <c:v>475.78469899999999</c:v>
                </c:pt>
                <c:pt idx="2382">
                  <c:v>475.78569220000003</c:v>
                </c:pt>
                <c:pt idx="2383">
                  <c:v>475.90541639999998</c:v>
                </c:pt>
                <c:pt idx="2384">
                  <c:v>475.96958260000002</c:v>
                </c:pt>
                <c:pt idx="2385">
                  <c:v>476.6334966</c:v>
                </c:pt>
                <c:pt idx="2386">
                  <c:v>476.78239860000002</c:v>
                </c:pt>
                <c:pt idx="2387">
                  <c:v>476.7837126</c:v>
                </c:pt>
                <c:pt idx="2388">
                  <c:v>476.90482170000001</c:v>
                </c:pt>
                <c:pt idx="2389">
                  <c:v>476.97122009999998</c:v>
                </c:pt>
                <c:pt idx="2390">
                  <c:v>477.63868919999999</c:v>
                </c:pt>
                <c:pt idx="2391">
                  <c:v>477.78337629999999</c:v>
                </c:pt>
                <c:pt idx="2392">
                  <c:v>477.7879284</c:v>
                </c:pt>
                <c:pt idx="2393">
                  <c:v>477.90337399999999</c:v>
                </c:pt>
                <c:pt idx="2394">
                  <c:v>477.96856680000002</c:v>
                </c:pt>
                <c:pt idx="2395">
                  <c:v>478.64216110000001</c:v>
                </c:pt>
                <c:pt idx="2396">
                  <c:v>478.78357160000002</c:v>
                </c:pt>
                <c:pt idx="2397">
                  <c:v>478.78764460000002</c:v>
                </c:pt>
                <c:pt idx="2398">
                  <c:v>478.90229549999998</c:v>
                </c:pt>
                <c:pt idx="2399">
                  <c:v>478.9685073</c:v>
                </c:pt>
                <c:pt idx="2400">
                  <c:v>479.63974630000001</c:v>
                </c:pt>
                <c:pt idx="2401">
                  <c:v>479.78453789999998</c:v>
                </c:pt>
                <c:pt idx="2402">
                  <c:v>479.78772950000001</c:v>
                </c:pt>
                <c:pt idx="2403">
                  <c:v>479.90595439999998</c:v>
                </c:pt>
                <c:pt idx="2404">
                  <c:v>479.9656827</c:v>
                </c:pt>
                <c:pt idx="2405">
                  <c:v>480.63813190000002</c:v>
                </c:pt>
                <c:pt idx="2406">
                  <c:v>480.78223009999999</c:v>
                </c:pt>
                <c:pt idx="2407">
                  <c:v>480.7881314</c:v>
                </c:pt>
                <c:pt idx="2408">
                  <c:v>480.90253339999998</c:v>
                </c:pt>
                <c:pt idx="2409">
                  <c:v>480.9662553</c:v>
                </c:pt>
                <c:pt idx="2410">
                  <c:v>481.63938510000003</c:v>
                </c:pt>
                <c:pt idx="2411">
                  <c:v>481.78026620000003</c:v>
                </c:pt>
                <c:pt idx="2412">
                  <c:v>481.78748610000002</c:v>
                </c:pt>
                <c:pt idx="2413">
                  <c:v>481.90297040000002</c:v>
                </c:pt>
                <c:pt idx="2414">
                  <c:v>481.96584580000001</c:v>
                </c:pt>
                <c:pt idx="2415">
                  <c:v>482.63542200000001</c:v>
                </c:pt>
                <c:pt idx="2416">
                  <c:v>482.7824311</c:v>
                </c:pt>
                <c:pt idx="2417">
                  <c:v>482.78750059999999</c:v>
                </c:pt>
                <c:pt idx="2418">
                  <c:v>482.90563630000003</c:v>
                </c:pt>
                <c:pt idx="2419">
                  <c:v>482.97018589999999</c:v>
                </c:pt>
                <c:pt idx="2420">
                  <c:v>483.64038829999998</c:v>
                </c:pt>
                <c:pt idx="2421">
                  <c:v>483.78011500000002</c:v>
                </c:pt>
                <c:pt idx="2422">
                  <c:v>483.78643520000003</c:v>
                </c:pt>
                <c:pt idx="2423">
                  <c:v>483.9027471</c:v>
                </c:pt>
                <c:pt idx="2424">
                  <c:v>483.96848030000001</c:v>
                </c:pt>
                <c:pt idx="2425">
                  <c:v>484.63707449999998</c:v>
                </c:pt>
                <c:pt idx="2426">
                  <c:v>484.77433980000001</c:v>
                </c:pt>
                <c:pt idx="2427">
                  <c:v>484.7846715</c:v>
                </c:pt>
                <c:pt idx="2428">
                  <c:v>484.9049498</c:v>
                </c:pt>
                <c:pt idx="2429">
                  <c:v>484.96866560000001</c:v>
                </c:pt>
                <c:pt idx="2430">
                  <c:v>485.64368000000002</c:v>
                </c:pt>
                <c:pt idx="2431">
                  <c:v>485.77832219999999</c:v>
                </c:pt>
                <c:pt idx="2432">
                  <c:v>485.78444810000002</c:v>
                </c:pt>
                <c:pt idx="2433">
                  <c:v>485.90787019999999</c:v>
                </c:pt>
                <c:pt idx="2434">
                  <c:v>485.97843699999999</c:v>
                </c:pt>
                <c:pt idx="2435">
                  <c:v>486.64344130000001</c:v>
                </c:pt>
                <c:pt idx="2436">
                  <c:v>486.78446100000002</c:v>
                </c:pt>
                <c:pt idx="2437">
                  <c:v>486.7855601</c:v>
                </c:pt>
                <c:pt idx="2438">
                  <c:v>486.90830879999999</c:v>
                </c:pt>
                <c:pt idx="2439">
                  <c:v>486.97016589999998</c:v>
                </c:pt>
                <c:pt idx="2440">
                  <c:v>487.64155419999997</c:v>
                </c:pt>
                <c:pt idx="2441">
                  <c:v>487.7821156</c:v>
                </c:pt>
                <c:pt idx="2442">
                  <c:v>487.78360420000001</c:v>
                </c:pt>
                <c:pt idx="2443">
                  <c:v>487.90634260000002</c:v>
                </c:pt>
                <c:pt idx="2444">
                  <c:v>487.96589360000002</c:v>
                </c:pt>
                <c:pt idx="2445">
                  <c:v>488.64130340000003</c:v>
                </c:pt>
                <c:pt idx="2446">
                  <c:v>488.78310190000002</c:v>
                </c:pt>
                <c:pt idx="2447">
                  <c:v>488.78597869999999</c:v>
                </c:pt>
                <c:pt idx="2448">
                  <c:v>488.90502049999998</c:v>
                </c:pt>
                <c:pt idx="2449">
                  <c:v>488.96824420000002</c:v>
                </c:pt>
                <c:pt idx="2450">
                  <c:v>489.64168009999997</c:v>
                </c:pt>
                <c:pt idx="2451">
                  <c:v>489.78083989999999</c:v>
                </c:pt>
                <c:pt idx="2452">
                  <c:v>489.7823234</c:v>
                </c:pt>
                <c:pt idx="2453">
                  <c:v>489.90492410000002</c:v>
                </c:pt>
                <c:pt idx="2454">
                  <c:v>489.9655846</c:v>
                </c:pt>
                <c:pt idx="2455">
                  <c:v>490.63786800000003</c:v>
                </c:pt>
                <c:pt idx="2456">
                  <c:v>490.78395319999998</c:v>
                </c:pt>
                <c:pt idx="2457">
                  <c:v>490.78701819999998</c:v>
                </c:pt>
                <c:pt idx="2458">
                  <c:v>490.90743020000002</c:v>
                </c:pt>
                <c:pt idx="2459">
                  <c:v>490.96628779999998</c:v>
                </c:pt>
                <c:pt idx="2460">
                  <c:v>491.63787789999998</c:v>
                </c:pt>
                <c:pt idx="2461">
                  <c:v>491.78276440000002</c:v>
                </c:pt>
                <c:pt idx="2462">
                  <c:v>491.78410129999997</c:v>
                </c:pt>
                <c:pt idx="2463">
                  <c:v>491.90255459999997</c:v>
                </c:pt>
                <c:pt idx="2464">
                  <c:v>491.96603950000002</c:v>
                </c:pt>
                <c:pt idx="2465">
                  <c:v>492.63765760000001</c:v>
                </c:pt>
                <c:pt idx="2466">
                  <c:v>492.7786524</c:v>
                </c:pt>
                <c:pt idx="2467">
                  <c:v>492.78740169999998</c:v>
                </c:pt>
                <c:pt idx="2468">
                  <c:v>492.90255660000003</c:v>
                </c:pt>
                <c:pt idx="2469">
                  <c:v>492.96617600000002</c:v>
                </c:pt>
                <c:pt idx="2470">
                  <c:v>493.6347955</c:v>
                </c:pt>
                <c:pt idx="2471">
                  <c:v>493.7778027</c:v>
                </c:pt>
                <c:pt idx="2472">
                  <c:v>493.79048180000001</c:v>
                </c:pt>
                <c:pt idx="2473">
                  <c:v>493.90191850000002</c:v>
                </c:pt>
                <c:pt idx="2474">
                  <c:v>493.96842670000001</c:v>
                </c:pt>
                <c:pt idx="2475">
                  <c:v>494.64230559999999</c:v>
                </c:pt>
                <c:pt idx="2476">
                  <c:v>494.77781700000003</c:v>
                </c:pt>
                <c:pt idx="2477">
                  <c:v>494.78655400000002</c:v>
                </c:pt>
                <c:pt idx="2478">
                  <c:v>494.90511720000001</c:v>
                </c:pt>
                <c:pt idx="2479">
                  <c:v>494.97614909999999</c:v>
                </c:pt>
                <c:pt idx="2480">
                  <c:v>495.64012830000001</c:v>
                </c:pt>
                <c:pt idx="2481">
                  <c:v>495.78152060000002</c:v>
                </c:pt>
                <c:pt idx="2482">
                  <c:v>495.78263820000001</c:v>
                </c:pt>
                <c:pt idx="2483">
                  <c:v>495.9029635</c:v>
                </c:pt>
                <c:pt idx="2484">
                  <c:v>495.98224060000001</c:v>
                </c:pt>
                <c:pt idx="2485">
                  <c:v>496.64388630000002</c:v>
                </c:pt>
                <c:pt idx="2486">
                  <c:v>496.7811304</c:v>
                </c:pt>
                <c:pt idx="2487">
                  <c:v>496.78612559999999</c:v>
                </c:pt>
                <c:pt idx="2488">
                  <c:v>496.90674949999999</c:v>
                </c:pt>
                <c:pt idx="2489">
                  <c:v>496.97773410000002</c:v>
                </c:pt>
                <c:pt idx="2490">
                  <c:v>497.6400347</c:v>
                </c:pt>
                <c:pt idx="2491">
                  <c:v>497.78438160000002</c:v>
                </c:pt>
                <c:pt idx="2492">
                  <c:v>497.78516150000002</c:v>
                </c:pt>
                <c:pt idx="2493">
                  <c:v>497.90758240000002</c:v>
                </c:pt>
                <c:pt idx="2494">
                  <c:v>497.97805219999998</c:v>
                </c:pt>
                <c:pt idx="2495">
                  <c:v>498.64218240000002</c:v>
                </c:pt>
                <c:pt idx="2496">
                  <c:v>498.78233449999999</c:v>
                </c:pt>
                <c:pt idx="2497">
                  <c:v>498.7826895</c:v>
                </c:pt>
                <c:pt idx="2498">
                  <c:v>498.90795129999998</c:v>
                </c:pt>
                <c:pt idx="2499">
                  <c:v>498.97051970000001</c:v>
                </c:pt>
                <c:pt idx="2500">
                  <c:v>499.64229169999999</c:v>
                </c:pt>
                <c:pt idx="2501">
                  <c:v>499.78262080000002</c:v>
                </c:pt>
                <c:pt idx="2502">
                  <c:v>499.78459370000002</c:v>
                </c:pt>
                <c:pt idx="2503">
                  <c:v>499.90673579999998</c:v>
                </c:pt>
                <c:pt idx="2504">
                  <c:v>499.97663460000001</c:v>
                </c:pt>
                <c:pt idx="2505">
                  <c:v>500.64024910000001</c:v>
                </c:pt>
                <c:pt idx="2506">
                  <c:v>500.78594420000002</c:v>
                </c:pt>
                <c:pt idx="2507">
                  <c:v>500.78635659999998</c:v>
                </c:pt>
                <c:pt idx="2508">
                  <c:v>500.90492010000003</c:v>
                </c:pt>
                <c:pt idx="2509">
                  <c:v>500.9747911</c:v>
                </c:pt>
                <c:pt idx="2510">
                  <c:v>501.63596589999997</c:v>
                </c:pt>
                <c:pt idx="2511">
                  <c:v>501.78127940000002</c:v>
                </c:pt>
                <c:pt idx="2512">
                  <c:v>501.78203180000003</c:v>
                </c:pt>
                <c:pt idx="2513">
                  <c:v>501.90616660000001</c:v>
                </c:pt>
                <c:pt idx="2514">
                  <c:v>501.96616349999999</c:v>
                </c:pt>
                <c:pt idx="2515">
                  <c:v>502.6378163</c:v>
                </c:pt>
                <c:pt idx="2516">
                  <c:v>502.781339</c:v>
                </c:pt>
                <c:pt idx="2517">
                  <c:v>502.78232430000003</c:v>
                </c:pt>
                <c:pt idx="2518">
                  <c:v>502.90463089999997</c:v>
                </c:pt>
                <c:pt idx="2519">
                  <c:v>502.97120960000001</c:v>
                </c:pt>
                <c:pt idx="2520">
                  <c:v>503.63935129999999</c:v>
                </c:pt>
                <c:pt idx="2521">
                  <c:v>503.77605999999997</c:v>
                </c:pt>
                <c:pt idx="2522">
                  <c:v>503.786046</c:v>
                </c:pt>
                <c:pt idx="2523">
                  <c:v>503.90213240000003</c:v>
                </c:pt>
                <c:pt idx="2524">
                  <c:v>503.96594870000001</c:v>
                </c:pt>
                <c:pt idx="2525">
                  <c:v>504.6347232</c:v>
                </c:pt>
                <c:pt idx="2526">
                  <c:v>504.78236609999999</c:v>
                </c:pt>
                <c:pt idx="2527">
                  <c:v>504.78560720000002</c:v>
                </c:pt>
                <c:pt idx="2528">
                  <c:v>504.90386389999998</c:v>
                </c:pt>
                <c:pt idx="2529">
                  <c:v>504.96838120000001</c:v>
                </c:pt>
                <c:pt idx="2530">
                  <c:v>505.64200579999999</c:v>
                </c:pt>
                <c:pt idx="2531">
                  <c:v>505.78194250000001</c:v>
                </c:pt>
                <c:pt idx="2532">
                  <c:v>505.78758540000001</c:v>
                </c:pt>
                <c:pt idx="2533">
                  <c:v>505.90241420000001</c:v>
                </c:pt>
                <c:pt idx="2534">
                  <c:v>505.98324480000002</c:v>
                </c:pt>
                <c:pt idx="2535">
                  <c:v>506.63834830000002</c:v>
                </c:pt>
                <c:pt idx="2536">
                  <c:v>506.78773369999999</c:v>
                </c:pt>
                <c:pt idx="2537">
                  <c:v>506.79313839999998</c:v>
                </c:pt>
                <c:pt idx="2538">
                  <c:v>506.90224519999998</c:v>
                </c:pt>
                <c:pt idx="2539">
                  <c:v>506.96667930000001</c:v>
                </c:pt>
                <c:pt idx="2540">
                  <c:v>507.64600719999999</c:v>
                </c:pt>
                <c:pt idx="2541">
                  <c:v>507.77881969999999</c:v>
                </c:pt>
                <c:pt idx="2542">
                  <c:v>507.78330360000001</c:v>
                </c:pt>
                <c:pt idx="2543">
                  <c:v>507.90795580000002</c:v>
                </c:pt>
                <c:pt idx="2544">
                  <c:v>507.9791199</c:v>
                </c:pt>
                <c:pt idx="2545">
                  <c:v>508.64067899999998</c:v>
                </c:pt>
                <c:pt idx="2546">
                  <c:v>508.77657240000002</c:v>
                </c:pt>
                <c:pt idx="2547">
                  <c:v>508.78545550000001</c:v>
                </c:pt>
                <c:pt idx="2548">
                  <c:v>508.90502450000002</c:v>
                </c:pt>
                <c:pt idx="2549">
                  <c:v>508.97126759999998</c:v>
                </c:pt>
                <c:pt idx="2550">
                  <c:v>509.64369269999997</c:v>
                </c:pt>
                <c:pt idx="2551">
                  <c:v>509.78213340000002</c:v>
                </c:pt>
                <c:pt idx="2552">
                  <c:v>509.78437070000001</c:v>
                </c:pt>
                <c:pt idx="2553">
                  <c:v>509.91193729999998</c:v>
                </c:pt>
                <c:pt idx="2554">
                  <c:v>509.97312890000001</c:v>
                </c:pt>
                <c:pt idx="2555">
                  <c:v>510.65225989999999</c:v>
                </c:pt>
                <c:pt idx="2556">
                  <c:v>510.78194259999998</c:v>
                </c:pt>
                <c:pt idx="2557">
                  <c:v>510.78223919999999</c:v>
                </c:pt>
                <c:pt idx="2558">
                  <c:v>510.90756909999999</c:v>
                </c:pt>
                <c:pt idx="2559">
                  <c:v>510.97126429999997</c:v>
                </c:pt>
                <c:pt idx="2560">
                  <c:v>511.64028250000001</c:v>
                </c:pt>
                <c:pt idx="2561">
                  <c:v>511.78238470000002</c:v>
                </c:pt>
                <c:pt idx="2562">
                  <c:v>511.78356400000001</c:v>
                </c:pt>
                <c:pt idx="2563">
                  <c:v>511.90789050000001</c:v>
                </c:pt>
                <c:pt idx="2564">
                  <c:v>511.9692824</c:v>
                </c:pt>
                <c:pt idx="2565">
                  <c:v>512.63700500000004</c:v>
                </c:pt>
                <c:pt idx="2566">
                  <c:v>512.78124170000001</c:v>
                </c:pt>
                <c:pt idx="2567">
                  <c:v>512.78230350000001</c:v>
                </c:pt>
                <c:pt idx="2568">
                  <c:v>512.9040847</c:v>
                </c:pt>
                <c:pt idx="2569">
                  <c:v>512.9723103</c:v>
                </c:pt>
                <c:pt idx="2570">
                  <c:v>513.63457630000005</c:v>
                </c:pt>
                <c:pt idx="2571">
                  <c:v>513.77779169999997</c:v>
                </c:pt>
                <c:pt idx="2572">
                  <c:v>513.78203910000002</c:v>
                </c:pt>
                <c:pt idx="2573">
                  <c:v>513.90504959999998</c:v>
                </c:pt>
                <c:pt idx="2574">
                  <c:v>513.96755399999995</c:v>
                </c:pt>
                <c:pt idx="2575">
                  <c:v>514.63966230000005</c:v>
                </c:pt>
                <c:pt idx="2576">
                  <c:v>514.77576590000001</c:v>
                </c:pt>
                <c:pt idx="2577">
                  <c:v>514.78249340000002</c:v>
                </c:pt>
                <c:pt idx="2578">
                  <c:v>514.9050929</c:v>
                </c:pt>
                <c:pt idx="2579">
                  <c:v>514.96765089999997</c:v>
                </c:pt>
                <c:pt idx="2580">
                  <c:v>515.63314030000004</c:v>
                </c:pt>
                <c:pt idx="2581">
                  <c:v>515.77560700000004</c:v>
                </c:pt>
                <c:pt idx="2582">
                  <c:v>515.78468220000002</c:v>
                </c:pt>
                <c:pt idx="2583">
                  <c:v>515.90271740000003</c:v>
                </c:pt>
                <c:pt idx="2584">
                  <c:v>515.96629859999996</c:v>
                </c:pt>
                <c:pt idx="2585">
                  <c:v>516.63851239999997</c:v>
                </c:pt>
                <c:pt idx="2586">
                  <c:v>516.77851729999998</c:v>
                </c:pt>
                <c:pt idx="2587">
                  <c:v>516.78867479999997</c:v>
                </c:pt>
                <c:pt idx="2588">
                  <c:v>516.90669960000002</c:v>
                </c:pt>
                <c:pt idx="2589">
                  <c:v>516.96578720000002</c:v>
                </c:pt>
                <c:pt idx="2590">
                  <c:v>517.64311520000001</c:v>
                </c:pt>
                <c:pt idx="2591">
                  <c:v>517.78028370000004</c:v>
                </c:pt>
                <c:pt idx="2592">
                  <c:v>517.78575790000002</c:v>
                </c:pt>
                <c:pt idx="2593">
                  <c:v>517.90276679999999</c:v>
                </c:pt>
                <c:pt idx="2594">
                  <c:v>517.96625779999999</c:v>
                </c:pt>
                <c:pt idx="2595">
                  <c:v>518.64394270000003</c:v>
                </c:pt>
                <c:pt idx="2596">
                  <c:v>518.78168559999995</c:v>
                </c:pt>
                <c:pt idx="2597">
                  <c:v>518.78271089999998</c:v>
                </c:pt>
                <c:pt idx="2598">
                  <c:v>518.9074415</c:v>
                </c:pt>
                <c:pt idx="2599">
                  <c:v>518.96889669999996</c:v>
                </c:pt>
                <c:pt idx="2600">
                  <c:v>519.63593719999994</c:v>
                </c:pt>
                <c:pt idx="2601">
                  <c:v>519.77743399999997</c:v>
                </c:pt>
                <c:pt idx="2602">
                  <c:v>519.78473140000006</c:v>
                </c:pt>
                <c:pt idx="2603">
                  <c:v>519.9052054</c:v>
                </c:pt>
                <c:pt idx="2604">
                  <c:v>519.96730600000001</c:v>
                </c:pt>
                <c:pt idx="2605">
                  <c:v>520.63592359999996</c:v>
                </c:pt>
                <c:pt idx="2606">
                  <c:v>520.78389019999997</c:v>
                </c:pt>
                <c:pt idx="2607">
                  <c:v>520.79310050000004</c:v>
                </c:pt>
                <c:pt idx="2608">
                  <c:v>520.90477910000004</c:v>
                </c:pt>
                <c:pt idx="2609">
                  <c:v>520.97159780000004</c:v>
                </c:pt>
                <c:pt idx="2610">
                  <c:v>521.69691920000002</c:v>
                </c:pt>
                <c:pt idx="2611">
                  <c:v>521.7799536</c:v>
                </c:pt>
                <c:pt idx="2612">
                  <c:v>521.78476439999997</c:v>
                </c:pt>
                <c:pt idx="2613">
                  <c:v>521.91470760000004</c:v>
                </c:pt>
                <c:pt idx="2614">
                  <c:v>521.97178829999996</c:v>
                </c:pt>
                <c:pt idx="2615">
                  <c:v>522.63360690000002</c:v>
                </c:pt>
                <c:pt idx="2616">
                  <c:v>522.78192660000002</c:v>
                </c:pt>
                <c:pt idx="2617">
                  <c:v>522.79281760000003</c:v>
                </c:pt>
                <c:pt idx="2618">
                  <c:v>522.91356580000001</c:v>
                </c:pt>
                <c:pt idx="2619">
                  <c:v>522.97113220000006</c:v>
                </c:pt>
                <c:pt idx="2620">
                  <c:v>523.63034619999996</c:v>
                </c:pt>
                <c:pt idx="2621">
                  <c:v>523.77879110000003</c:v>
                </c:pt>
                <c:pt idx="2622">
                  <c:v>523.78220680000004</c:v>
                </c:pt>
                <c:pt idx="2623">
                  <c:v>523.90927690000001</c:v>
                </c:pt>
                <c:pt idx="2624">
                  <c:v>523.97375880000004</c:v>
                </c:pt>
                <c:pt idx="2625">
                  <c:v>524.63188950000006</c:v>
                </c:pt>
                <c:pt idx="2626">
                  <c:v>524.77738079999995</c:v>
                </c:pt>
                <c:pt idx="2627">
                  <c:v>524.78246960000001</c:v>
                </c:pt>
                <c:pt idx="2628">
                  <c:v>524.91408249999995</c:v>
                </c:pt>
                <c:pt idx="2629">
                  <c:v>524.97128729999997</c:v>
                </c:pt>
                <c:pt idx="2630">
                  <c:v>525.63474559999997</c:v>
                </c:pt>
                <c:pt idx="2631">
                  <c:v>525.77841590000003</c:v>
                </c:pt>
                <c:pt idx="2632">
                  <c:v>525.78516590000004</c:v>
                </c:pt>
                <c:pt idx="2633">
                  <c:v>525.91417130000002</c:v>
                </c:pt>
                <c:pt idx="2634">
                  <c:v>525.97057029999996</c:v>
                </c:pt>
                <c:pt idx="2635">
                  <c:v>526.63914750000004</c:v>
                </c:pt>
                <c:pt idx="2636">
                  <c:v>526.77917809999997</c:v>
                </c:pt>
                <c:pt idx="2637">
                  <c:v>526.79251650000003</c:v>
                </c:pt>
                <c:pt idx="2638">
                  <c:v>526.91246149999995</c:v>
                </c:pt>
                <c:pt idx="2639">
                  <c:v>526.96790380000004</c:v>
                </c:pt>
                <c:pt idx="2640">
                  <c:v>527.63725380000005</c:v>
                </c:pt>
                <c:pt idx="2641">
                  <c:v>527.78080560000001</c:v>
                </c:pt>
                <c:pt idx="2642">
                  <c:v>527.79524800000002</c:v>
                </c:pt>
                <c:pt idx="2643">
                  <c:v>527.90274009999996</c:v>
                </c:pt>
                <c:pt idx="2644">
                  <c:v>527.96860079999999</c:v>
                </c:pt>
                <c:pt idx="2645">
                  <c:v>528.64164000000005</c:v>
                </c:pt>
                <c:pt idx="2646">
                  <c:v>528.78170109999996</c:v>
                </c:pt>
                <c:pt idx="2647">
                  <c:v>528.79417860000001</c:v>
                </c:pt>
                <c:pt idx="2648">
                  <c:v>528.90331000000003</c:v>
                </c:pt>
                <c:pt idx="2649">
                  <c:v>528.96828010000002</c:v>
                </c:pt>
                <c:pt idx="2650">
                  <c:v>529.64330540000003</c:v>
                </c:pt>
                <c:pt idx="2651">
                  <c:v>529.77577289999999</c:v>
                </c:pt>
                <c:pt idx="2652">
                  <c:v>529.79180829999996</c:v>
                </c:pt>
                <c:pt idx="2653">
                  <c:v>529.90786869999999</c:v>
                </c:pt>
                <c:pt idx="2654">
                  <c:v>529.96829930000001</c:v>
                </c:pt>
                <c:pt idx="2655">
                  <c:v>530.64144529999999</c:v>
                </c:pt>
                <c:pt idx="2656">
                  <c:v>530.78436509999995</c:v>
                </c:pt>
                <c:pt idx="2657">
                  <c:v>530.79075399999999</c:v>
                </c:pt>
                <c:pt idx="2658">
                  <c:v>530.90499929999999</c:v>
                </c:pt>
                <c:pt idx="2659">
                  <c:v>530.99979340000004</c:v>
                </c:pt>
                <c:pt idx="2660">
                  <c:v>531.63909130000002</c:v>
                </c:pt>
                <c:pt idx="2661">
                  <c:v>531.78173809999998</c:v>
                </c:pt>
                <c:pt idx="2662">
                  <c:v>531.79227270000001</c:v>
                </c:pt>
                <c:pt idx="2663">
                  <c:v>531.91298640000002</c:v>
                </c:pt>
                <c:pt idx="2664">
                  <c:v>531.96929050000006</c:v>
                </c:pt>
                <c:pt idx="2665">
                  <c:v>532.63534119999997</c:v>
                </c:pt>
                <c:pt idx="2666">
                  <c:v>532.77723049999997</c:v>
                </c:pt>
                <c:pt idx="2667">
                  <c:v>532.788499</c:v>
                </c:pt>
                <c:pt idx="2668">
                  <c:v>532.91414239999995</c:v>
                </c:pt>
                <c:pt idx="2669">
                  <c:v>532.96584170000006</c:v>
                </c:pt>
                <c:pt idx="2670">
                  <c:v>533.63191589999997</c:v>
                </c:pt>
                <c:pt idx="2671">
                  <c:v>533.77478259999998</c:v>
                </c:pt>
                <c:pt idx="2672">
                  <c:v>533.78954160000001</c:v>
                </c:pt>
                <c:pt idx="2673">
                  <c:v>533.91421409999998</c:v>
                </c:pt>
                <c:pt idx="2674">
                  <c:v>533.97505390000003</c:v>
                </c:pt>
                <c:pt idx="2675">
                  <c:v>534.63036539999996</c:v>
                </c:pt>
                <c:pt idx="2676">
                  <c:v>534.77475909999998</c:v>
                </c:pt>
                <c:pt idx="2677">
                  <c:v>534.79213560000005</c:v>
                </c:pt>
                <c:pt idx="2678">
                  <c:v>534.90877030000001</c:v>
                </c:pt>
                <c:pt idx="2679">
                  <c:v>534.97383390000005</c:v>
                </c:pt>
                <c:pt idx="2680">
                  <c:v>535.63178549999998</c:v>
                </c:pt>
                <c:pt idx="2681">
                  <c:v>535.77264209999998</c:v>
                </c:pt>
                <c:pt idx="2682">
                  <c:v>535.78887950000001</c:v>
                </c:pt>
                <c:pt idx="2683">
                  <c:v>535.91133019999995</c:v>
                </c:pt>
                <c:pt idx="2684">
                  <c:v>535.98056350000002</c:v>
                </c:pt>
                <c:pt idx="2685">
                  <c:v>536.63465389999999</c:v>
                </c:pt>
                <c:pt idx="2686">
                  <c:v>536.77234299999998</c:v>
                </c:pt>
                <c:pt idx="2687">
                  <c:v>536.79834979999998</c:v>
                </c:pt>
                <c:pt idx="2688">
                  <c:v>536.91215590000002</c:v>
                </c:pt>
                <c:pt idx="2689">
                  <c:v>536.97691650000002</c:v>
                </c:pt>
                <c:pt idx="2690">
                  <c:v>537.63067799999999</c:v>
                </c:pt>
                <c:pt idx="2691">
                  <c:v>537.77185829999996</c:v>
                </c:pt>
                <c:pt idx="2692">
                  <c:v>537.79287139999997</c:v>
                </c:pt>
                <c:pt idx="2693">
                  <c:v>537.91012090000004</c:v>
                </c:pt>
                <c:pt idx="2694">
                  <c:v>537.97850240000002</c:v>
                </c:pt>
                <c:pt idx="2695">
                  <c:v>538.63574249999999</c:v>
                </c:pt>
                <c:pt idx="2696">
                  <c:v>538.77285280000001</c:v>
                </c:pt>
                <c:pt idx="2697">
                  <c:v>538.78806520000001</c:v>
                </c:pt>
                <c:pt idx="2698">
                  <c:v>538.90884670000003</c:v>
                </c:pt>
                <c:pt idx="2699">
                  <c:v>538.97913860000006</c:v>
                </c:pt>
                <c:pt idx="2700">
                  <c:v>539.63325310000005</c:v>
                </c:pt>
                <c:pt idx="2701">
                  <c:v>539.77465700000005</c:v>
                </c:pt>
                <c:pt idx="2702">
                  <c:v>539.7866755</c:v>
                </c:pt>
                <c:pt idx="2703">
                  <c:v>539.90634260000002</c:v>
                </c:pt>
                <c:pt idx="2704">
                  <c:v>539.9745097</c:v>
                </c:pt>
                <c:pt idx="2705">
                  <c:v>540.63648509999996</c:v>
                </c:pt>
                <c:pt idx="2706">
                  <c:v>540.77270999999996</c:v>
                </c:pt>
                <c:pt idx="2707">
                  <c:v>540.79016999999999</c:v>
                </c:pt>
                <c:pt idx="2708">
                  <c:v>540.90584000000001</c:v>
                </c:pt>
                <c:pt idx="2709">
                  <c:v>540.9760685</c:v>
                </c:pt>
                <c:pt idx="2710">
                  <c:v>541.63541429999998</c:v>
                </c:pt>
                <c:pt idx="2711">
                  <c:v>541.77927950000003</c:v>
                </c:pt>
                <c:pt idx="2712">
                  <c:v>541.78549069999997</c:v>
                </c:pt>
                <c:pt idx="2713">
                  <c:v>541.90877490000003</c:v>
                </c:pt>
                <c:pt idx="2714">
                  <c:v>541.97511829999996</c:v>
                </c:pt>
                <c:pt idx="2715">
                  <c:v>542.6439633</c:v>
                </c:pt>
                <c:pt idx="2716">
                  <c:v>542.77723730000002</c:v>
                </c:pt>
                <c:pt idx="2717">
                  <c:v>542.78197160000002</c:v>
                </c:pt>
                <c:pt idx="2718">
                  <c:v>542.90336779999996</c:v>
                </c:pt>
                <c:pt idx="2719">
                  <c:v>542.9691133</c:v>
                </c:pt>
                <c:pt idx="2720">
                  <c:v>543.63694880000003</c:v>
                </c:pt>
                <c:pt idx="2721">
                  <c:v>543.77322939999999</c:v>
                </c:pt>
                <c:pt idx="2722">
                  <c:v>543.78436199999999</c:v>
                </c:pt>
                <c:pt idx="2723">
                  <c:v>543.9098371</c:v>
                </c:pt>
                <c:pt idx="2724">
                  <c:v>543.97164359999999</c:v>
                </c:pt>
                <c:pt idx="2725">
                  <c:v>544.63359590000005</c:v>
                </c:pt>
                <c:pt idx="2726">
                  <c:v>544.7747468</c:v>
                </c:pt>
                <c:pt idx="2727">
                  <c:v>544.78797039999995</c:v>
                </c:pt>
                <c:pt idx="2728">
                  <c:v>544.90771619999998</c:v>
                </c:pt>
                <c:pt idx="2729">
                  <c:v>544.96866409999996</c:v>
                </c:pt>
                <c:pt idx="2730">
                  <c:v>545.63265130000002</c:v>
                </c:pt>
                <c:pt idx="2731">
                  <c:v>545.77443070000004</c:v>
                </c:pt>
                <c:pt idx="2732">
                  <c:v>545.79247989999999</c:v>
                </c:pt>
                <c:pt idx="2733">
                  <c:v>545.90908709999997</c:v>
                </c:pt>
                <c:pt idx="2734">
                  <c:v>545.96911420000004</c:v>
                </c:pt>
                <c:pt idx="2735">
                  <c:v>546.63040079999996</c:v>
                </c:pt>
                <c:pt idx="2736">
                  <c:v>546.77289949999999</c:v>
                </c:pt>
                <c:pt idx="2737">
                  <c:v>546.79365629999995</c:v>
                </c:pt>
                <c:pt idx="2738">
                  <c:v>546.90916319999997</c:v>
                </c:pt>
                <c:pt idx="2739">
                  <c:v>546.96846430000005</c:v>
                </c:pt>
                <c:pt idx="2740">
                  <c:v>547.63150050000002</c:v>
                </c:pt>
                <c:pt idx="2741">
                  <c:v>547.77483889999996</c:v>
                </c:pt>
                <c:pt idx="2742">
                  <c:v>547.80259650000005</c:v>
                </c:pt>
                <c:pt idx="2743">
                  <c:v>547.90512590000003</c:v>
                </c:pt>
                <c:pt idx="2744">
                  <c:v>547.97483620000003</c:v>
                </c:pt>
                <c:pt idx="2745">
                  <c:v>548.63070189999996</c:v>
                </c:pt>
                <c:pt idx="2746">
                  <c:v>548.7761352</c:v>
                </c:pt>
                <c:pt idx="2747">
                  <c:v>548.79308360000005</c:v>
                </c:pt>
                <c:pt idx="2748">
                  <c:v>548.90525609999997</c:v>
                </c:pt>
                <c:pt idx="2749">
                  <c:v>548.97121609999999</c:v>
                </c:pt>
                <c:pt idx="2750">
                  <c:v>549.63032980000003</c:v>
                </c:pt>
                <c:pt idx="2751">
                  <c:v>549.77534349999996</c:v>
                </c:pt>
                <c:pt idx="2752">
                  <c:v>549.79533879999997</c:v>
                </c:pt>
                <c:pt idx="2753">
                  <c:v>549.90638230000002</c:v>
                </c:pt>
                <c:pt idx="2754">
                  <c:v>549.9727719</c:v>
                </c:pt>
                <c:pt idx="2755">
                  <c:v>550.63515299999995</c:v>
                </c:pt>
                <c:pt idx="2756">
                  <c:v>550.77711539999996</c:v>
                </c:pt>
                <c:pt idx="2757">
                  <c:v>550.79319810000004</c:v>
                </c:pt>
                <c:pt idx="2758">
                  <c:v>550.9025633</c:v>
                </c:pt>
                <c:pt idx="2759">
                  <c:v>550.97301570000002</c:v>
                </c:pt>
                <c:pt idx="2760">
                  <c:v>551.64006879999999</c:v>
                </c:pt>
                <c:pt idx="2761">
                  <c:v>551.77310580000005</c:v>
                </c:pt>
                <c:pt idx="2762">
                  <c:v>551.79362830000002</c:v>
                </c:pt>
                <c:pt idx="2763">
                  <c:v>551.90590970000005</c:v>
                </c:pt>
                <c:pt idx="2764">
                  <c:v>551.97109869999997</c:v>
                </c:pt>
                <c:pt idx="2765">
                  <c:v>552.63573389999999</c:v>
                </c:pt>
                <c:pt idx="2766">
                  <c:v>552.77760760000001</c:v>
                </c:pt>
                <c:pt idx="2767">
                  <c:v>552.79228269999999</c:v>
                </c:pt>
                <c:pt idx="2768">
                  <c:v>552.90832409999996</c:v>
                </c:pt>
                <c:pt idx="2769">
                  <c:v>552.97654069999999</c:v>
                </c:pt>
                <c:pt idx="2770">
                  <c:v>553.63557300000002</c:v>
                </c:pt>
                <c:pt idx="2771">
                  <c:v>553.77754149999998</c:v>
                </c:pt>
                <c:pt idx="2772">
                  <c:v>553.79124409999997</c:v>
                </c:pt>
                <c:pt idx="2773">
                  <c:v>553.91100110000002</c:v>
                </c:pt>
                <c:pt idx="2774">
                  <c:v>553.97538250000002</c:v>
                </c:pt>
                <c:pt idx="2775">
                  <c:v>554.63323539999999</c:v>
                </c:pt>
                <c:pt idx="2776">
                  <c:v>554.77762800000005</c:v>
                </c:pt>
                <c:pt idx="2777">
                  <c:v>554.79076280000004</c:v>
                </c:pt>
                <c:pt idx="2778">
                  <c:v>554.91085539999995</c:v>
                </c:pt>
                <c:pt idx="2779">
                  <c:v>554.96905670000001</c:v>
                </c:pt>
                <c:pt idx="2780">
                  <c:v>555.63714119999997</c:v>
                </c:pt>
                <c:pt idx="2781">
                  <c:v>555.77767960000006</c:v>
                </c:pt>
                <c:pt idx="2782">
                  <c:v>555.79188399999998</c:v>
                </c:pt>
                <c:pt idx="2783">
                  <c:v>555.91534209999998</c:v>
                </c:pt>
                <c:pt idx="2784">
                  <c:v>555.96699739999997</c:v>
                </c:pt>
                <c:pt idx="2785">
                  <c:v>556.63282449999997</c:v>
                </c:pt>
                <c:pt idx="2786">
                  <c:v>556.77489479999997</c:v>
                </c:pt>
                <c:pt idx="2787">
                  <c:v>556.78745379999998</c:v>
                </c:pt>
                <c:pt idx="2788">
                  <c:v>556.91245979999997</c:v>
                </c:pt>
                <c:pt idx="2789">
                  <c:v>556.96600230000001</c:v>
                </c:pt>
                <c:pt idx="2790">
                  <c:v>557.63102070000002</c:v>
                </c:pt>
                <c:pt idx="2791">
                  <c:v>557.77455469999995</c:v>
                </c:pt>
                <c:pt idx="2792">
                  <c:v>557.79211569999995</c:v>
                </c:pt>
                <c:pt idx="2793">
                  <c:v>557.95521010000004</c:v>
                </c:pt>
                <c:pt idx="2794">
                  <c:v>557.9662045</c:v>
                </c:pt>
                <c:pt idx="2795">
                  <c:v>558.63039920000006</c:v>
                </c:pt>
                <c:pt idx="2796">
                  <c:v>558.77244299999995</c:v>
                </c:pt>
                <c:pt idx="2797">
                  <c:v>558.79127919999996</c:v>
                </c:pt>
                <c:pt idx="2798">
                  <c:v>558.91692720000003</c:v>
                </c:pt>
                <c:pt idx="2799">
                  <c:v>558.97910400000001</c:v>
                </c:pt>
                <c:pt idx="2800">
                  <c:v>559.63588219999997</c:v>
                </c:pt>
                <c:pt idx="2801">
                  <c:v>559.77491759999998</c:v>
                </c:pt>
                <c:pt idx="2802">
                  <c:v>559.79304639999998</c:v>
                </c:pt>
                <c:pt idx="2803">
                  <c:v>559.917282</c:v>
                </c:pt>
                <c:pt idx="2804">
                  <c:v>559.96800440000004</c:v>
                </c:pt>
                <c:pt idx="2805">
                  <c:v>560.63355000000001</c:v>
                </c:pt>
                <c:pt idx="2806">
                  <c:v>560.7724819</c:v>
                </c:pt>
                <c:pt idx="2807">
                  <c:v>560.79265710000004</c:v>
                </c:pt>
                <c:pt idx="2808">
                  <c:v>560.91096709999999</c:v>
                </c:pt>
                <c:pt idx="2809">
                  <c:v>560.96937219999995</c:v>
                </c:pt>
                <c:pt idx="2810">
                  <c:v>561.63294550000001</c:v>
                </c:pt>
                <c:pt idx="2811">
                  <c:v>561.77215690000003</c:v>
                </c:pt>
                <c:pt idx="2812">
                  <c:v>561.79463759999999</c:v>
                </c:pt>
                <c:pt idx="2813">
                  <c:v>561.91062520000003</c:v>
                </c:pt>
                <c:pt idx="2814">
                  <c:v>561.97604590000003</c:v>
                </c:pt>
                <c:pt idx="2815">
                  <c:v>562.63207669999997</c:v>
                </c:pt>
                <c:pt idx="2816">
                  <c:v>562.77462609999998</c:v>
                </c:pt>
                <c:pt idx="2817">
                  <c:v>562.79234039999994</c:v>
                </c:pt>
                <c:pt idx="2818">
                  <c:v>562.90987050000001</c:v>
                </c:pt>
                <c:pt idx="2819">
                  <c:v>562.9712025</c:v>
                </c:pt>
                <c:pt idx="2820">
                  <c:v>563.63910580000004</c:v>
                </c:pt>
                <c:pt idx="2821">
                  <c:v>563.78092570000001</c:v>
                </c:pt>
                <c:pt idx="2822">
                  <c:v>563.79087619999996</c:v>
                </c:pt>
                <c:pt idx="2823">
                  <c:v>563.90238739999995</c:v>
                </c:pt>
                <c:pt idx="2824">
                  <c:v>564.03636410000001</c:v>
                </c:pt>
                <c:pt idx="2825">
                  <c:v>564.63544479999996</c:v>
                </c:pt>
                <c:pt idx="2826">
                  <c:v>564.77464529999997</c:v>
                </c:pt>
                <c:pt idx="2827">
                  <c:v>564.79257559999996</c:v>
                </c:pt>
                <c:pt idx="2828">
                  <c:v>564.91222889999995</c:v>
                </c:pt>
                <c:pt idx="2829">
                  <c:v>565.00222780000001</c:v>
                </c:pt>
                <c:pt idx="2830">
                  <c:v>565.63468799999998</c:v>
                </c:pt>
                <c:pt idx="2831">
                  <c:v>565.77794960000006</c:v>
                </c:pt>
                <c:pt idx="2832">
                  <c:v>565.78799160000005</c:v>
                </c:pt>
                <c:pt idx="2833">
                  <c:v>565.91601709999998</c:v>
                </c:pt>
                <c:pt idx="2834">
                  <c:v>565.96773959999996</c:v>
                </c:pt>
                <c:pt idx="2835">
                  <c:v>566.64625160000003</c:v>
                </c:pt>
                <c:pt idx="2836">
                  <c:v>566.7838471</c:v>
                </c:pt>
                <c:pt idx="2837">
                  <c:v>566.82873600000005</c:v>
                </c:pt>
                <c:pt idx="2838">
                  <c:v>566.9130212</c:v>
                </c:pt>
                <c:pt idx="2839">
                  <c:v>566.97190680000006</c:v>
                </c:pt>
                <c:pt idx="2840">
                  <c:v>567.65977959999998</c:v>
                </c:pt>
                <c:pt idx="2841">
                  <c:v>567.77642900000001</c:v>
                </c:pt>
                <c:pt idx="2842">
                  <c:v>567.78383240000005</c:v>
                </c:pt>
                <c:pt idx="2843">
                  <c:v>567.91328720000001</c:v>
                </c:pt>
                <c:pt idx="2844">
                  <c:v>567.96846479999999</c:v>
                </c:pt>
                <c:pt idx="2845">
                  <c:v>568.63525460000005</c:v>
                </c:pt>
                <c:pt idx="2846">
                  <c:v>568.77908319999995</c:v>
                </c:pt>
                <c:pt idx="2847">
                  <c:v>568.78752429999997</c:v>
                </c:pt>
                <c:pt idx="2848">
                  <c:v>568.91516260000003</c:v>
                </c:pt>
                <c:pt idx="2849">
                  <c:v>568.96721760000003</c:v>
                </c:pt>
                <c:pt idx="2850">
                  <c:v>569.63068450000003</c:v>
                </c:pt>
                <c:pt idx="2851">
                  <c:v>569.77406800000006</c:v>
                </c:pt>
                <c:pt idx="2852">
                  <c:v>569.78482589999999</c:v>
                </c:pt>
                <c:pt idx="2853">
                  <c:v>569.91357870000002</c:v>
                </c:pt>
                <c:pt idx="2854">
                  <c:v>569.96578199999999</c:v>
                </c:pt>
                <c:pt idx="2855">
                  <c:v>570.63079649999997</c:v>
                </c:pt>
                <c:pt idx="2856">
                  <c:v>570.77311039999995</c:v>
                </c:pt>
                <c:pt idx="2857">
                  <c:v>570.78251009999997</c:v>
                </c:pt>
                <c:pt idx="2858">
                  <c:v>570.91702320000002</c:v>
                </c:pt>
                <c:pt idx="2859">
                  <c:v>570.96837259999995</c:v>
                </c:pt>
                <c:pt idx="2860">
                  <c:v>571.63028770000005</c:v>
                </c:pt>
                <c:pt idx="2861">
                  <c:v>571.77228779999996</c:v>
                </c:pt>
                <c:pt idx="2862">
                  <c:v>571.78972599999997</c:v>
                </c:pt>
                <c:pt idx="2863">
                  <c:v>571.91097070000001</c:v>
                </c:pt>
                <c:pt idx="2864">
                  <c:v>571.96594210000001</c:v>
                </c:pt>
                <c:pt idx="2865">
                  <c:v>572.63586169999996</c:v>
                </c:pt>
                <c:pt idx="2866">
                  <c:v>572.77647609999997</c:v>
                </c:pt>
                <c:pt idx="2867">
                  <c:v>572.79031069999996</c:v>
                </c:pt>
                <c:pt idx="2868">
                  <c:v>572.9077479</c:v>
                </c:pt>
                <c:pt idx="2869">
                  <c:v>572.96619369999996</c:v>
                </c:pt>
                <c:pt idx="2870">
                  <c:v>573.63351130000001</c:v>
                </c:pt>
                <c:pt idx="2871">
                  <c:v>573.77159340000003</c:v>
                </c:pt>
                <c:pt idx="2872">
                  <c:v>573.79197720000002</c:v>
                </c:pt>
                <c:pt idx="2873">
                  <c:v>573.90915689999997</c:v>
                </c:pt>
                <c:pt idx="2874">
                  <c:v>573.99017919999994</c:v>
                </c:pt>
                <c:pt idx="2875">
                  <c:v>574.63467449999996</c:v>
                </c:pt>
                <c:pt idx="2876">
                  <c:v>574.77681529999995</c:v>
                </c:pt>
                <c:pt idx="2877">
                  <c:v>574.7875497</c:v>
                </c:pt>
                <c:pt idx="2878">
                  <c:v>574.90784810000002</c:v>
                </c:pt>
                <c:pt idx="2879">
                  <c:v>574.96713999999997</c:v>
                </c:pt>
                <c:pt idx="2880">
                  <c:v>575.63632600000005</c:v>
                </c:pt>
                <c:pt idx="2881">
                  <c:v>575.77753619999999</c:v>
                </c:pt>
                <c:pt idx="2882">
                  <c:v>575.7871083</c:v>
                </c:pt>
                <c:pt idx="2883">
                  <c:v>575.91334570000004</c:v>
                </c:pt>
                <c:pt idx="2884">
                  <c:v>575.97224249999999</c:v>
                </c:pt>
                <c:pt idx="2885">
                  <c:v>576.63651849999997</c:v>
                </c:pt>
                <c:pt idx="2886">
                  <c:v>576.77790979999997</c:v>
                </c:pt>
                <c:pt idx="2887">
                  <c:v>576.78638350000006</c:v>
                </c:pt>
                <c:pt idx="2888">
                  <c:v>576.90230229999997</c:v>
                </c:pt>
                <c:pt idx="2889">
                  <c:v>576.97138529999995</c:v>
                </c:pt>
                <c:pt idx="2890">
                  <c:v>577.63029089999998</c:v>
                </c:pt>
                <c:pt idx="2891">
                  <c:v>577.77731530000005</c:v>
                </c:pt>
                <c:pt idx="2892">
                  <c:v>577.79109970000002</c:v>
                </c:pt>
                <c:pt idx="2893">
                  <c:v>577.9050929</c:v>
                </c:pt>
                <c:pt idx="2894">
                  <c:v>577.96825609999996</c:v>
                </c:pt>
                <c:pt idx="2895">
                  <c:v>578.6334852</c:v>
                </c:pt>
                <c:pt idx="2896">
                  <c:v>578.77497159999996</c:v>
                </c:pt>
                <c:pt idx="2897">
                  <c:v>578.78689129999998</c:v>
                </c:pt>
                <c:pt idx="2898">
                  <c:v>578.91944469999999</c:v>
                </c:pt>
                <c:pt idx="2899">
                  <c:v>578.96841229999995</c:v>
                </c:pt>
                <c:pt idx="2900">
                  <c:v>579.63305060000005</c:v>
                </c:pt>
                <c:pt idx="2901">
                  <c:v>579.77965070000005</c:v>
                </c:pt>
                <c:pt idx="2902">
                  <c:v>579.79256269999996</c:v>
                </c:pt>
                <c:pt idx="2903">
                  <c:v>579.91256520000002</c:v>
                </c:pt>
                <c:pt idx="2904">
                  <c:v>579.96630740000001</c:v>
                </c:pt>
                <c:pt idx="2905">
                  <c:v>580.63001459999998</c:v>
                </c:pt>
                <c:pt idx="2906">
                  <c:v>580.78300899999999</c:v>
                </c:pt>
                <c:pt idx="2907">
                  <c:v>580.80030959999999</c:v>
                </c:pt>
                <c:pt idx="2908">
                  <c:v>580.91368460000001</c:v>
                </c:pt>
                <c:pt idx="2909">
                  <c:v>580.96613579999996</c:v>
                </c:pt>
                <c:pt idx="2910">
                  <c:v>581.63089709999997</c:v>
                </c:pt>
                <c:pt idx="2911">
                  <c:v>581.77076160000001</c:v>
                </c:pt>
                <c:pt idx="2912">
                  <c:v>581.79499999999996</c:v>
                </c:pt>
                <c:pt idx="2913">
                  <c:v>581.91605010000001</c:v>
                </c:pt>
                <c:pt idx="2914">
                  <c:v>581.96617500000002</c:v>
                </c:pt>
                <c:pt idx="2915">
                  <c:v>582.6307223</c:v>
                </c:pt>
                <c:pt idx="2916">
                  <c:v>582.77270180000005</c:v>
                </c:pt>
                <c:pt idx="2917">
                  <c:v>582.79273620000004</c:v>
                </c:pt>
                <c:pt idx="2918">
                  <c:v>582.90683290000004</c:v>
                </c:pt>
                <c:pt idx="2919">
                  <c:v>582.96916069999997</c:v>
                </c:pt>
                <c:pt idx="2920">
                  <c:v>583.6315578</c:v>
                </c:pt>
                <c:pt idx="2921">
                  <c:v>583.7721477</c:v>
                </c:pt>
                <c:pt idx="2922">
                  <c:v>583.78966990000004</c:v>
                </c:pt>
                <c:pt idx="2923">
                  <c:v>583.90507449999996</c:v>
                </c:pt>
                <c:pt idx="2924">
                  <c:v>583.9683837</c:v>
                </c:pt>
                <c:pt idx="2925">
                  <c:v>584.63308070000005</c:v>
                </c:pt>
                <c:pt idx="2926">
                  <c:v>584.77478459999998</c:v>
                </c:pt>
                <c:pt idx="2927">
                  <c:v>584.79570880000006</c:v>
                </c:pt>
                <c:pt idx="2928">
                  <c:v>584.9166146</c:v>
                </c:pt>
                <c:pt idx="2929">
                  <c:v>584.97592010000005</c:v>
                </c:pt>
                <c:pt idx="2930">
                  <c:v>585.63835640000002</c:v>
                </c:pt>
                <c:pt idx="2931">
                  <c:v>585.77481139999998</c:v>
                </c:pt>
                <c:pt idx="2932">
                  <c:v>585.79214990000003</c:v>
                </c:pt>
                <c:pt idx="2933">
                  <c:v>585.91245479999998</c:v>
                </c:pt>
                <c:pt idx="2934">
                  <c:v>585.96618469999999</c:v>
                </c:pt>
                <c:pt idx="2935">
                  <c:v>586.64372289999994</c:v>
                </c:pt>
                <c:pt idx="2936">
                  <c:v>586.7725398</c:v>
                </c:pt>
                <c:pt idx="2937">
                  <c:v>586.79480290000004</c:v>
                </c:pt>
                <c:pt idx="2938">
                  <c:v>586.90255390000004</c:v>
                </c:pt>
                <c:pt idx="2939">
                  <c:v>586.9752896</c:v>
                </c:pt>
                <c:pt idx="2940">
                  <c:v>587.64061119999997</c:v>
                </c:pt>
                <c:pt idx="2941">
                  <c:v>587.77723130000004</c:v>
                </c:pt>
                <c:pt idx="2942">
                  <c:v>587.78899730000001</c:v>
                </c:pt>
                <c:pt idx="2943">
                  <c:v>587.90320770000005</c:v>
                </c:pt>
                <c:pt idx="2944">
                  <c:v>587.98351660000003</c:v>
                </c:pt>
                <c:pt idx="2945">
                  <c:v>588.64006749999999</c:v>
                </c:pt>
                <c:pt idx="2946">
                  <c:v>588.77763890000006</c:v>
                </c:pt>
                <c:pt idx="2947">
                  <c:v>588.78863320000005</c:v>
                </c:pt>
                <c:pt idx="2948">
                  <c:v>588.90726510000002</c:v>
                </c:pt>
                <c:pt idx="2949">
                  <c:v>588.96621240000002</c:v>
                </c:pt>
                <c:pt idx="2950">
                  <c:v>589.64348840000002</c:v>
                </c:pt>
                <c:pt idx="2951">
                  <c:v>589.77535969999997</c:v>
                </c:pt>
                <c:pt idx="2952">
                  <c:v>589.79175359999999</c:v>
                </c:pt>
                <c:pt idx="2953">
                  <c:v>589.90233669999998</c:v>
                </c:pt>
                <c:pt idx="2954">
                  <c:v>589.97172460000002</c:v>
                </c:pt>
                <c:pt idx="2955">
                  <c:v>590.64150840000002</c:v>
                </c:pt>
                <c:pt idx="2956">
                  <c:v>590.78143699999998</c:v>
                </c:pt>
                <c:pt idx="2957">
                  <c:v>590.78841669999997</c:v>
                </c:pt>
                <c:pt idx="2958">
                  <c:v>590.90467769999998</c:v>
                </c:pt>
                <c:pt idx="2959">
                  <c:v>590.96853450000003</c:v>
                </c:pt>
                <c:pt idx="2960">
                  <c:v>591.63742439999999</c:v>
                </c:pt>
                <c:pt idx="2961">
                  <c:v>591.78183590000003</c:v>
                </c:pt>
                <c:pt idx="2962">
                  <c:v>591.79212210000003</c:v>
                </c:pt>
                <c:pt idx="2963">
                  <c:v>591.90290900000002</c:v>
                </c:pt>
                <c:pt idx="2964">
                  <c:v>591.96988380000005</c:v>
                </c:pt>
                <c:pt idx="2965">
                  <c:v>592.65395890000002</c:v>
                </c:pt>
                <c:pt idx="2966">
                  <c:v>592.78271659999996</c:v>
                </c:pt>
                <c:pt idx="2967">
                  <c:v>592.79103840000005</c:v>
                </c:pt>
                <c:pt idx="2968">
                  <c:v>592.91341839999995</c:v>
                </c:pt>
                <c:pt idx="2969">
                  <c:v>592.96655639999994</c:v>
                </c:pt>
                <c:pt idx="2970">
                  <c:v>593.63257490000001</c:v>
                </c:pt>
                <c:pt idx="2971">
                  <c:v>593.7802719</c:v>
                </c:pt>
                <c:pt idx="2972">
                  <c:v>593.7890281</c:v>
                </c:pt>
                <c:pt idx="2973">
                  <c:v>593.91555189999997</c:v>
                </c:pt>
                <c:pt idx="2974">
                  <c:v>593.96606919999999</c:v>
                </c:pt>
                <c:pt idx="2975">
                  <c:v>594.63047280000001</c:v>
                </c:pt>
                <c:pt idx="2976">
                  <c:v>594.7730335</c:v>
                </c:pt>
                <c:pt idx="2977">
                  <c:v>594.78783659999999</c:v>
                </c:pt>
                <c:pt idx="2978">
                  <c:v>594.91480779999995</c:v>
                </c:pt>
                <c:pt idx="2979">
                  <c:v>594.96670289999997</c:v>
                </c:pt>
                <c:pt idx="2980">
                  <c:v>595.63659170000005</c:v>
                </c:pt>
                <c:pt idx="2981">
                  <c:v>595.77785410000001</c:v>
                </c:pt>
                <c:pt idx="2982">
                  <c:v>595.79738740000005</c:v>
                </c:pt>
                <c:pt idx="2983">
                  <c:v>595.91256569999996</c:v>
                </c:pt>
                <c:pt idx="2984">
                  <c:v>595.96611610000002</c:v>
                </c:pt>
                <c:pt idx="2985">
                  <c:v>596.64270099999999</c:v>
                </c:pt>
                <c:pt idx="2986">
                  <c:v>596.77999260000001</c:v>
                </c:pt>
                <c:pt idx="2987">
                  <c:v>596.79341220000003</c:v>
                </c:pt>
                <c:pt idx="2988">
                  <c:v>596.91091889999996</c:v>
                </c:pt>
                <c:pt idx="2989">
                  <c:v>596.968299</c:v>
                </c:pt>
                <c:pt idx="2990">
                  <c:v>597.63741300000004</c:v>
                </c:pt>
                <c:pt idx="2991">
                  <c:v>597.77185550000002</c:v>
                </c:pt>
                <c:pt idx="2992">
                  <c:v>597.78984609999998</c:v>
                </c:pt>
                <c:pt idx="2993">
                  <c:v>597.91328439999995</c:v>
                </c:pt>
                <c:pt idx="2994">
                  <c:v>597.96722209999996</c:v>
                </c:pt>
                <c:pt idx="2995">
                  <c:v>598.64220330000001</c:v>
                </c:pt>
                <c:pt idx="2996">
                  <c:v>598.78271459999996</c:v>
                </c:pt>
                <c:pt idx="2997">
                  <c:v>598.78550389999998</c:v>
                </c:pt>
                <c:pt idx="2998">
                  <c:v>598.90999260000001</c:v>
                </c:pt>
                <c:pt idx="2999">
                  <c:v>598.97376829999996</c:v>
                </c:pt>
                <c:pt idx="3000">
                  <c:v>599.64286930000003</c:v>
                </c:pt>
                <c:pt idx="3001">
                  <c:v>599.78129239999998</c:v>
                </c:pt>
                <c:pt idx="3002">
                  <c:v>599.78901570000005</c:v>
                </c:pt>
                <c:pt idx="3003">
                  <c:v>599.90795070000001</c:v>
                </c:pt>
                <c:pt idx="3004">
                  <c:v>599.97134570000003</c:v>
                </c:pt>
                <c:pt idx="3005">
                  <c:v>600.64433659999997</c:v>
                </c:pt>
                <c:pt idx="3006">
                  <c:v>600.78545450000001</c:v>
                </c:pt>
                <c:pt idx="3007">
                  <c:v>600.78974930000004</c:v>
                </c:pt>
                <c:pt idx="3008">
                  <c:v>600.97127669999998</c:v>
                </c:pt>
                <c:pt idx="3009">
                  <c:v>601.64293510000005</c:v>
                </c:pt>
                <c:pt idx="3010">
                  <c:v>601.78177219999998</c:v>
                </c:pt>
                <c:pt idx="3011">
                  <c:v>601.78907600000002</c:v>
                </c:pt>
                <c:pt idx="3012">
                  <c:v>601.96974320000004</c:v>
                </c:pt>
                <c:pt idx="3013">
                  <c:v>602.64091140000005</c:v>
                </c:pt>
                <c:pt idx="3014">
                  <c:v>602.78396610000004</c:v>
                </c:pt>
                <c:pt idx="3015">
                  <c:v>602.79112880000002</c:v>
                </c:pt>
                <c:pt idx="3016">
                  <c:v>603.63898389999997</c:v>
                </c:pt>
                <c:pt idx="3017">
                  <c:v>603.78197030000001</c:v>
                </c:pt>
                <c:pt idx="3018">
                  <c:v>604.63702149999995</c:v>
                </c:pt>
                <c:pt idx="3019">
                  <c:v>604.78278739999996</c:v>
                </c:pt>
                <c:pt idx="3020">
                  <c:v>605.63755790000005</c:v>
                </c:pt>
              </c:numCache>
            </c:numRef>
          </c:xVal>
          <c:yVal>
            <c:numRef>
              <c:f>Efficiency_1!$C$2:$C$3022</c:f>
              <c:numCache>
                <c:formatCode>General</c:formatCode>
                <c:ptCount val="3021"/>
                <c:pt idx="0">
                  <c:v>35.193183623773677</c:v>
                </c:pt>
                <c:pt idx="1">
                  <c:v>35.193183687706799</c:v>
                </c:pt>
                <c:pt idx="2">
                  <c:v>35.193183815573036</c:v>
                </c:pt>
                <c:pt idx="3">
                  <c:v>35.193184167205189</c:v>
                </c:pt>
                <c:pt idx="4">
                  <c:v>35.193185030302303</c:v>
                </c:pt>
                <c:pt idx="5">
                  <c:v>35.39631925050616</c:v>
                </c:pt>
                <c:pt idx="6">
                  <c:v>35.443795281575682</c:v>
                </c:pt>
                <c:pt idx="7">
                  <c:v>35.444974016494768</c:v>
                </c:pt>
                <c:pt idx="8">
                  <c:v>35.47297541328453</c:v>
                </c:pt>
                <c:pt idx="9">
                  <c:v>35.487709869675513</c:v>
                </c:pt>
                <c:pt idx="10">
                  <c:v>35.646770857258204</c:v>
                </c:pt>
                <c:pt idx="11">
                  <c:v>35.682330787357017</c:v>
                </c:pt>
                <c:pt idx="12">
                  <c:v>35.683114388761794</c:v>
                </c:pt>
                <c:pt idx="13">
                  <c:v>35.711591313459387</c:v>
                </c:pt>
                <c:pt idx="14">
                  <c:v>35.7275356506035</c:v>
                </c:pt>
                <c:pt idx="15">
                  <c:v>35.885641924496625</c:v>
                </c:pt>
                <c:pt idx="16">
                  <c:v>35.920231414288416</c:v>
                </c:pt>
                <c:pt idx="17">
                  <c:v>35.921303952173673</c:v>
                </c:pt>
                <c:pt idx="18">
                  <c:v>35.948589134251542</c:v>
                </c:pt>
                <c:pt idx="19">
                  <c:v>35.964235971447827</c:v>
                </c:pt>
                <c:pt idx="20">
                  <c:v>36.116807764019896</c:v>
                </c:pt>
                <c:pt idx="21">
                  <c:v>36.149120592720713</c:v>
                </c:pt>
                <c:pt idx="22">
                  <c:v>36.151581248174807</c:v>
                </c:pt>
                <c:pt idx="23">
                  <c:v>36.178928692345636</c:v>
                </c:pt>
                <c:pt idx="24">
                  <c:v>36.194439301274869</c:v>
                </c:pt>
                <c:pt idx="25">
                  <c:v>36.340314713337698</c:v>
                </c:pt>
                <c:pt idx="26">
                  <c:v>36.373651298428513</c:v>
                </c:pt>
                <c:pt idx="27">
                  <c:v>36.374228043971193</c:v>
                </c:pt>
                <c:pt idx="28">
                  <c:v>36.39882277556449</c:v>
                </c:pt>
                <c:pt idx="29">
                  <c:v>36.414651434724078</c:v>
                </c:pt>
                <c:pt idx="30">
                  <c:v>36.555299479398833</c:v>
                </c:pt>
                <c:pt idx="31">
                  <c:v>36.585827822937866</c:v>
                </c:pt>
                <c:pt idx="32">
                  <c:v>36.587878877228434</c:v>
                </c:pt>
                <c:pt idx="33">
                  <c:v>36.613424655791533</c:v>
                </c:pt>
                <c:pt idx="34">
                  <c:v>36.628377455996947</c:v>
                </c:pt>
                <c:pt idx="35">
                  <c:v>36.764158939889818</c:v>
                </c:pt>
                <c:pt idx="36">
                  <c:v>36.793523898463626</c:v>
                </c:pt>
                <c:pt idx="37">
                  <c:v>36.795946598677631</c:v>
                </c:pt>
                <c:pt idx="38">
                  <c:v>36.821690829859449</c:v>
                </c:pt>
                <c:pt idx="39">
                  <c:v>36.83799644415317</c:v>
                </c:pt>
                <c:pt idx="40">
                  <c:v>36.975764960140303</c:v>
                </c:pt>
                <c:pt idx="41">
                  <c:v>37.00626072778168</c:v>
                </c:pt>
                <c:pt idx="42">
                  <c:v>37.024686620775526</c:v>
                </c:pt>
                <c:pt idx="43">
                  <c:v>37.03389068910748</c:v>
                </c:pt>
                <c:pt idx="44">
                  <c:v>37.047925174860531</c:v>
                </c:pt>
                <c:pt idx="45">
                  <c:v>37.174598453545343</c:v>
                </c:pt>
                <c:pt idx="46">
                  <c:v>37.202885176991501</c:v>
                </c:pt>
                <c:pt idx="47">
                  <c:v>37.206933963757649</c:v>
                </c:pt>
                <c:pt idx="48">
                  <c:v>37.227521187034789</c:v>
                </c:pt>
                <c:pt idx="49">
                  <c:v>37.242101836419202</c:v>
                </c:pt>
                <c:pt idx="50">
                  <c:v>37.370761193301128</c:v>
                </c:pt>
                <c:pt idx="51">
                  <c:v>37.399199436475499</c:v>
                </c:pt>
                <c:pt idx="52">
                  <c:v>37.39963343753567</c:v>
                </c:pt>
                <c:pt idx="53">
                  <c:v>37.423143766196588</c:v>
                </c:pt>
                <c:pt idx="54">
                  <c:v>37.43671714917015</c:v>
                </c:pt>
                <c:pt idx="55">
                  <c:v>37.561767185649778</c:v>
                </c:pt>
                <c:pt idx="56">
                  <c:v>37.590302581866844</c:v>
                </c:pt>
                <c:pt idx="57">
                  <c:v>37.591538202821255</c:v>
                </c:pt>
                <c:pt idx="58">
                  <c:v>37.612906395361705</c:v>
                </c:pt>
                <c:pt idx="59">
                  <c:v>37.624829029037699</c:v>
                </c:pt>
                <c:pt idx="60">
                  <c:v>37.757262627916958</c:v>
                </c:pt>
                <c:pt idx="61">
                  <c:v>37.770776200773582</c:v>
                </c:pt>
                <c:pt idx="62">
                  <c:v>37.770850693996771</c:v>
                </c:pt>
                <c:pt idx="63">
                  <c:v>37.800343115738777</c:v>
                </c:pt>
                <c:pt idx="64">
                  <c:v>37.803146901729995</c:v>
                </c:pt>
                <c:pt idx="65">
                  <c:v>37.917892402422183</c:v>
                </c:pt>
                <c:pt idx="66">
                  <c:v>37.943112773460754</c:v>
                </c:pt>
                <c:pt idx="67">
                  <c:v>37.9436469957962</c:v>
                </c:pt>
                <c:pt idx="68">
                  <c:v>37.963430663367376</c:v>
                </c:pt>
                <c:pt idx="69">
                  <c:v>37.974842152887</c:v>
                </c:pt>
                <c:pt idx="70">
                  <c:v>38.086925273995455</c:v>
                </c:pt>
                <c:pt idx="71">
                  <c:v>38.112230129091394</c:v>
                </c:pt>
                <c:pt idx="72">
                  <c:v>38.112465004705427</c:v>
                </c:pt>
                <c:pt idx="73">
                  <c:v>38.132847146246682</c:v>
                </c:pt>
                <c:pt idx="74">
                  <c:v>38.143231716280219</c:v>
                </c:pt>
                <c:pt idx="75">
                  <c:v>38.252078544876007</c:v>
                </c:pt>
                <c:pt idx="76">
                  <c:v>38.276544324714187</c:v>
                </c:pt>
                <c:pt idx="77">
                  <c:v>38.276917892868937</c:v>
                </c:pt>
                <c:pt idx="78">
                  <c:v>38.296342451305883</c:v>
                </c:pt>
                <c:pt idx="79">
                  <c:v>38.307451734319955</c:v>
                </c:pt>
                <c:pt idx="80">
                  <c:v>38.411578220454864</c:v>
                </c:pt>
                <c:pt idx="81">
                  <c:v>38.43438797276815</c:v>
                </c:pt>
                <c:pt idx="82">
                  <c:v>38.435694808115329</c:v>
                </c:pt>
                <c:pt idx="83">
                  <c:v>38.453782956645135</c:v>
                </c:pt>
                <c:pt idx="84">
                  <c:v>38.465291091261072</c:v>
                </c:pt>
                <c:pt idx="85">
                  <c:v>38.56586493896048</c:v>
                </c:pt>
                <c:pt idx="86">
                  <c:v>38.587483164230633</c:v>
                </c:pt>
                <c:pt idx="87">
                  <c:v>38.588809662437825</c:v>
                </c:pt>
                <c:pt idx="88">
                  <c:v>38.6075736631933</c:v>
                </c:pt>
                <c:pt idx="89">
                  <c:v>38.619357527085747</c:v>
                </c:pt>
                <c:pt idx="90">
                  <c:v>38.720773501230781</c:v>
                </c:pt>
                <c:pt idx="91">
                  <c:v>38.741907683419342</c:v>
                </c:pt>
                <c:pt idx="92">
                  <c:v>38.743506302979767</c:v>
                </c:pt>
                <c:pt idx="93">
                  <c:v>38.76055987288624</c:v>
                </c:pt>
                <c:pt idx="94">
                  <c:v>38.771529662715388</c:v>
                </c:pt>
                <c:pt idx="95">
                  <c:v>38.864245336965077</c:v>
                </c:pt>
                <c:pt idx="96">
                  <c:v>38.884483937221312</c:v>
                </c:pt>
                <c:pt idx="97">
                  <c:v>38.885973584760791</c:v>
                </c:pt>
                <c:pt idx="98">
                  <c:v>38.903448374058812</c:v>
                </c:pt>
                <c:pt idx="99">
                  <c:v>38.913544532333404</c:v>
                </c:pt>
                <c:pt idx="100">
                  <c:v>39.007393716233182</c:v>
                </c:pt>
                <c:pt idx="101">
                  <c:v>39.029053266938149</c:v>
                </c:pt>
                <c:pt idx="102">
                  <c:v>39.036160368629275</c:v>
                </c:pt>
                <c:pt idx="103">
                  <c:v>39.04726930579281</c:v>
                </c:pt>
                <c:pt idx="104">
                  <c:v>39.056783761524386</c:v>
                </c:pt>
                <c:pt idx="105">
                  <c:v>39.150177177733369</c:v>
                </c:pt>
                <c:pt idx="106">
                  <c:v>39.171437985537011</c:v>
                </c:pt>
                <c:pt idx="107">
                  <c:v>39.172573322134291</c:v>
                </c:pt>
                <c:pt idx="108">
                  <c:v>39.186749532779942</c:v>
                </c:pt>
                <c:pt idx="109">
                  <c:v>39.195716197101689</c:v>
                </c:pt>
                <c:pt idx="110">
                  <c:v>39.279615969664796</c:v>
                </c:pt>
                <c:pt idx="111">
                  <c:v>39.29865295251733</c:v>
                </c:pt>
                <c:pt idx="112">
                  <c:v>39.299006211332319</c:v>
                </c:pt>
                <c:pt idx="113">
                  <c:v>39.313750367160381</c:v>
                </c:pt>
                <c:pt idx="114">
                  <c:v>39.322223349918389</c:v>
                </c:pt>
                <c:pt idx="115">
                  <c:v>39.401776155403439</c:v>
                </c:pt>
                <c:pt idx="116">
                  <c:v>39.41968607231</c:v>
                </c:pt>
                <c:pt idx="117">
                  <c:v>39.420580100580764</c:v>
                </c:pt>
                <c:pt idx="118">
                  <c:v>39.435765498182882</c:v>
                </c:pt>
                <c:pt idx="119">
                  <c:v>39.44375056092067</c:v>
                </c:pt>
                <c:pt idx="120">
                  <c:v>39.52927755013765</c:v>
                </c:pt>
                <c:pt idx="121">
                  <c:v>39.548415153493075</c:v>
                </c:pt>
                <c:pt idx="122">
                  <c:v>39.548717656621818</c:v>
                </c:pt>
                <c:pt idx="123">
                  <c:v>39.562586907542503</c:v>
                </c:pt>
                <c:pt idx="124">
                  <c:v>39.570053821201924</c:v>
                </c:pt>
                <c:pt idx="125">
                  <c:v>39.64759912901728</c:v>
                </c:pt>
                <c:pt idx="126">
                  <c:v>39.663085996646487</c:v>
                </c:pt>
                <c:pt idx="127">
                  <c:v>39.663690709944206</c:v>
                </c:pt>
                <c:pt idx="128">
                  <c:v>39.676990732798586</c:v>
                </c:pt>
                <c:pt idx="129">
                  <c:v>39.684392376702959</c:v>
                </c:pt>
                <c:pt idx="130">
                  <c:v>39.759598646552163</c:v>
                </c:pt>
                <c:pt idx="131">
                  <c:v>39.775355289094705</c:v>
                </c:pt>
                <c:pt idx="132">
                  <c:v>39.775508581581107</c:v>
                </c:pt>
                <c:pt idx="133">
                  <c:v>39.788204343128633</c:v>
                </c:pt>
                <c:pt idx="134">
                  <c:v>39.794133454839105</c:v>
                </c:pt>
                <c:pt idx="135">
                  <c:v>39.862372030119424</c:v>
                </c:pt>
                <c:pt idx="136">
                  <c:v>39.877885547182501</c:v>
                </c:pt>
                <c:pt idx="137">
                  <c:v>39.878137931946185</c:v>
                </c:pt>
                <c:pt idx="138">
                  <c:v>39.890084437941567</c:v>
                </c:pt>
                <c:pt idx="139">
                  <c:v>39.897199208821192</c:v>
                </c:pt>
                <c:pt idx="140">
                  <c:v>39.963897691761012</c:v>
                </c:pt>
                <c:pt idx="141">
                  <c:v>39.977861620266339</c:v>
                </c:pt>
                <c:pt idx="142">
                  <c:v>39.978605337377303</c:v>
                </c:pt>
                <c:pt idx="143">
                  <c:v>39.990878602489296</c:v>
                </c:pt>
                <c:pt idx="144">
                  <c:v>39.997098615019105</c:v>
                </c:pt>
                <c:pt idx="145">
                  <c:v>40.060761595420438</c:v>
                </c:pt>
                <c:pt idx="146">
                  <c:v>40.074799172264136</c:v>
                </c:pt>
                <c:pt idx="147">
                  <c:v>40.075118411718279</c:v>
                </c:pt>
                <c:pt idx="148">
                  <c:v>40.086568598055877</c:v>
                </c:pt>
                <c:pt idx="149">
                  <c:v>40.09386972977893</c:v>
                </c:pt>
                <c:pt idx="150">
                  <c:v>40.155505620031875</c:v>
                </c:pt>
                <c:pt idx="151">
                  <c:v>40.168779431502202</c:v>
                </c:pt>
                <c:pt idx="152">
                  <c:v>40.169981455685161</c:v>
                </c:pt>
                <c:pt idx="153">
                  <c:v>40.18126217822072</c:v>
                </c:pt>
                <c:pt idx="154">
                  <c:v>40.18745198342463</c:v>
                </c:pt>
                <c:pt idx="155">
                  <c:v>40.250173514219441</c:v>
                </c:pt>
                <c:pt idx="156">
                  <c:v>40.263657888803884</c:v>
                </c:pt>
                <c:pt idx="157">
                  <c:v>40.264502664423958</c:v>
                </c:pt>
                <c:pt idx="158">
                  <c:v>40.275361185110647</c:v>
                </c:pt>
                <c:pt idx="159">
                  <c:v>40.281298293277402</c:v>
                </c:pt>
                <c:pt idx="160">
                  <c:v>40.337777186878249</c:v>
                </c:pt>
                <c:pt idx="161">
                  <c:v>40.350207262520783</c:v>
                </c:pt>
                <c:pt idx="162">
                  <c:v>40.350808366493311</c:v>
                </c:pt>
                <c:pt idx="163">
                  <c:v>40.362726637199373</c:v>
                </c:pt>
                <c:pt idx="164">
                  <c:v>40.368079048673799</c:v>
                </c:pt>
                <c:pt idx="165">
                  <c:v>40.427914600745645</c:v>
                </c:pt>
                <c:pt idx="166">
                  <c:v>40.441441071744201</c:v>
                </c:pt>
                <c:pt idx="167">
                  <c:v>40.442029677754363</c:v>
                </c:pt>
                <c:pt idx="168">
                  <c:v>40.452034782095915</c:v>
                </c:pt>
                <c:pt idx="169">
                  <c:v>40.457055869581154</c:v>
                </c:pt>
                <c:pt idx="170">
                  <c:v>40.510858564963257</c:v>
                </c:pt>
                <c:pt idx="171">
                  <c:v>40.523071378837983</c:v>
                </c:pt>
                <c:pt idx="172">
                  <c:v>40.523124958892339</c:v>
                </c:pt>
                <c:pt idx="173">
                  <c:v>40.533666090867982</c:v>
                </c:pt>
                <c:pt idx="174">
                  <c:v>40.53850344497851</c:v>
                </c:pt>
                <c:pt idx="175">
                  <c:v>40.591659846659795</c:v>
                </c:pt>
                <c:pt idx="176">
                  <c:v>40.60377631145559</c:v>
                </c:pt>
                <c:pt idx="177">
                  <c:v>40.604001296246402</c:v>
                </c:pt>
                <c:pt idx="178">
                  <c:v>40.613793751242802</c:v>
                </c:pt>
                <c:pt idx="179">
                  <c:v>40.618537375630311</c:v>
                </c:pt>
                <c:pt idx="180">
                  <c:v>40.670828542516993</c:v>
                </c:pt>
                <c:pt idx="181">
                  <c:v>40.682176375824021</c:v>
                </c:pt>
                <c:pt idx="182">
                  <c:v>40.682511289337469</c:v>
                </c:pt>
                <c:pt idx="183">
                  <c:v>40.692077235913764</c:v>
                </c:pt>
                <c:pt idx="184">
                  <c:v>40.697117390002113</c:v>
                </c:pt>
                <c:pt idx="185">
                  <c:v>40.750592977432952</c:v>
                </c:pt>
                <c:pt idx="186">
                  <c:v>40.762799415862247</c:v>
                </c:pt>
                <c:pt idx="187">
                  <c:v>40.763205146489497</c:v>
                </c:pt>
                <c:pt idx="188">
                  <c:v>40.771869221471398</c:v>
                </c:pt>
                <c:pt idx="189">
                  <c:v>40.776419251416414</c:v>
                </c:pt>
                <c:pt idx="190">
                  <c:v>40.824730588206108</c:v>
                </c:pt>
                <c:pt idx="191">
                  <c:v>40.835198475650124</c:v>
                </c:pt>
                <c:pt idx="192">
                  <c:v>40.835695670029509</c:v>
                </c:pt>
                <c:pt idx="193">
                  <c:v>40.84384095088263</c:v>
                </c:pt>
                <c:pt idx="194">
                  <c:v>40.848398850246923</c:v>
                </c:pt>
                <c:pt idx="195">
                  <c:v>40.893299958392262</c:v>
                </c:pt>
                <c:pt idx="196">
                  <c:v>40.902977606940269</c:v>
                </c:pt>
                <c:pt idx="197">
                  <c:v>40.903590999499613</c:v>
                </c:pt>
                <c:pt idx="198">
                  <c:v>40.911421086091941</c:v>
                </c:pt>
                <c:pt idx="199">
                  <c:v>40.915559680881103</c:v>
                </c:pt>
                <c:pt idx="200">
                  <c:v>40.959165854647374</c:v>
                </c:pt>
                <c:pt idx="201">
                  <c:v>40.968725241199671</c:v>
                </c:pt>
                <c:pt idx="202">
                  <c:v>40.969189230506913</c:v>
                </c:pt>
                <c:pt idx="203">
                  <c:v>40.977747326878173</c:v>
                </c:pt>
                <c:pt idx="204">
                  <c:v>40.982346590249186</c:v>
                </c:pt>
                <c:pt idx="205">
                  <c:v>41.029922938778924</c:v>
                </c:pt>
                <c:pt idx="206">
                  <c:v>41.040220599514925</c:v>
                </c:pt>
                <c:pt idx="207">
                  <c:v>41.040685159294185</c:v>
                </c:pt>
                <c:pt idx="208">
                  <c:v>41.048893765919466</c:v>
                </c:pt>
                <c:pt idx="209">
                  <c:v>41.053555261886935</c:v>
                </c:pt>
                <c:pt idx="210">
                  <c:v>41.098913922184472</c:v>
                </c:pt>
                <c:pt idx="211">
                  <c:v>41.109229880324563</c:v>
                </c:pt>
                <c:pt idx="212">
                  <c:v>41.109302591398283</c:v>
                </c:pt>
                <c:pt idx="213">
                  <c:v>41.116907617714006</c:v>
                </c:pt>
                <c:pt idx="214">
                  <c:v>41.12226587819665</c:v>
                </c:pt>
                <c:pt idx="215">
                  <c:v>41.16311580326532</c:v>
                </c:pt>
                <c:pt idx="216">
                  <c:v>41.17264356162304</c:v>
                </c:pt>
                <c:pt idx="217">
                  <c:v>41.172851168869386</c:v>
                </c:pt>
                <c:pt idx="218">
                  <c:v>41.181043617936666</c:v>
                </c:pt>
                <c:pt idx="219">
                  <c:v>41.185263025466725</c:v>
                </c:pt>
                <c:pt idx="220">
                  <c:v>41.228416080903344</c:v>
                </c:pt>
                <c:pt idx="221">
                  <c:v>41.238437300197802</c:v>
                </c:pt>
                <c:pt idx="222">
                  <c:v>41.238758172992164</c:v>
                </c:pt>
                <c:pt idx="223">
                  <c:v>41.246959350656866</c:v>
                </c:pt>
                <c:pt idx="224">
                  <c:v>41.251947478671113</c:v>
                </c:pt>
                <c:pt idx="225">
                  <c:v>41.297862595976476</c:v>
                </c:pt>
                <c:pt idx="226">
                  <c:v>41.308085391441104</c:v>
                </c:pt>
                <c:pt idx="227">
                  <c:v>41.308285200679052</c:v>
                </c:pt>
                <c:pt idx="228">
                  <c:v>41.315886465649065</c:v>
                </c:pt>
                <c:pt idx="229">
                  <c:v>41.319911890961869</c:v>
                </c:pt>
                <c:pt idx="230">
                  <c:v>41.359945117583912</c:v>
                </c:pt>
                <c:pt idx="231">
                  <c:v>41.368725752390269</c:v>
                </c:pt>
                <c:pt idx="232">
                  <c:v>41.369280825480018</c:v>
                </c:pt>
                <c:pt idx="233">
                  <c:v>41.376052914230037</c:v>
                </c:pt>
                <c:pt idx="234">
                  <c:v>41.380056549838564</c:v>
                </c:pt>
                <c:pt idx="235">
                  <c:v>41.416813930023501</c:v>
                </c:pt>
                <c:pt idx="236">
                  <c:v>41.425042159018972</c:v>
                </c:pt>
                <c:pt idx="237">
                  <c:v>41.425354675470999</c:v>
                </c:pt>
                <c:pt idx="238">
                  <c:v>41.432069923540233</c:v>
                </c:pt>
                <c:pt idx="239">
                  <c:v>41.43592378188896</c:v>
                </c:pt>
                <c:pt idx="240">
                  <c:v>41.471662927784713</c:v>
                </c:pt>
                <c:pt idx="241">
                  <c:v>41.479584944986797</c:v>
                </c:pt>
                <c:pt idx="242">
                  <c:v>41.479788615137579</c:v>
                </c:pt>
                <c:pt idx="243">
                  <c:v>41.486641091384847</c:v>
                </c:pt>
                <c:pt idx="244">
                  <c:v>41.490159921406757</c:v>
                </c:pt>
                <c:pt idx="245">
                  <c:v>41.525591334355035</c:v>
                </c:pt>
                <c:pt idx="246">
                  <c:v>41.533302243263456</c:v>
                </c:pt>
                <c:pt idx="247">
                  <c:v>41.533564497587008</c:v>
                </c:pt>
                <c:pt idx="248">
                  <c:v>41.540394515966057</c:v>
                </c:pt>
                <c:pt idx="249">
                  <c:v>41.544605713558752</c:v>
                </c:pt>
                <c:pt idx="250">
                  <c:v>41.582171090075718</c:v>
                </c:pt>
                <c:pt idx="251">
                  <c:v>41.590453634564099</c:v>
                </c:pt>
                <c:pt idx="252">
                  <c:v>41.590948683767408</c:v>
                </c:pt>
                <c:pt idx="253">
                  <c:v>41.5976443986617</c:v>
                </c:pt>
                <c:pt idx="254">
                  <c:v>41.601268790357288</c:v>
                </c:pt>
                <c:pt idx="255">
                  <c:v>41.637715539908953</c:v>
                </c:pt>
                <c:pt idx="256">
                  <c:v>41.645659919530871</c:v>
                </c:pt>
                <c:pt idx="257">
                  <c:v>41.646035873519679</c:v>
                </c:pt>
                <c:pt idx="258">
                  <c:v>41.651854214017092</c:v>
                </c:pt>
                <c:pt idx="259">
                  <c:v>41.654845890209096</c:v>
                </c:pt>
                <c:pt idx="260">
                  <c:v>41.686770152166126</c:v>
                </c:pt>
                <c:pt idx="261">
                  <c:v>41.693579043264805</c:v>
                </c:pt>
                <c:pt idx="262">
                  <c:v>41.693911765393807</c:v>
                </c:pt>
                <c:pt idx="263">
                  <c:v>41.699521149603335</c:v>
                </c:pt>
                <c:pt idx="264">
                  <c:v>41.702521090828284</c:v>
                </c:pt>
                <c:pt idx="265">
                  <c:v>41.733823087242207</c:v>
                </c:pt>
                <c:pt idx="266">
                  <c:v>41.740454456338014</c:v>
                </c:pt>
                <c:pt idx="267">
                  <c:v>41.740799817588311</c:v>
                </c:pt>
                <c:pt idx="268">
                  <c:v>41.747224712884034</c:v>
                </c:pt>
                <c:pt idx="269">
                  <c:v>41.750464790654306</c:v>
                </c:pt>
                <c:pt idx="270">
                  <c:v>41.784431649358062</c:v>
                </c:pt>
                <c:pt idx="271">
                  <c:v>41.791795062825891</c:v>
                </c:pt>
                <c:pt idx="272">
                  <c:v>41.792281378718769</c:v>
                </c:pt>
                <c:pt idx="273">
                  <c:v>41.798350770542633</c:v>
                </c:pt>
                <c:pt idx="274">
                  <c:v>41.801626603998038</c:v>
                </c:pt>
                <c:pt idx="275">
                  <c:v>41.835245962062935</c:v>
                </c:pt>
                <c:pt idx="276">
                  <c:v>41.842541625867746</c:v>
                </c:pt>
                <c:pt idx="277">
                  <c:v>41.843435920559443</c:v>
                </c:pt>
                <c:pt idx="278">
                  <c:v>41.848536983432048</c:v>
                </c:pt>
                <c:pt idx="279">
                  <c:v>41.851654228185126</c:v>
                </c:pt>
                <c:pt idx="280">
                  <c:v>41.881890932297246</c:v>
                </c:pt>
                <c:pt idx="281">
                  <c:v>41.88873274652785</c:v>
                </c:pt>
                <c:pt idx="282">
                  <c:v>41.88901561173401</c:v>
                </c:pt>
                <c:pt idx="283">
                  <c:v>41.894541098798314</c:v>
                </c:pt>
                <c:pt idx="284">
                  <c:v>41.897696073525623</c:v>
                </c:pt>
                <c:pt idx="285">
                  <c:v>41.92794332328576</c:v>
                </c:pt>
                <c:pt idx="286">
                  <c:v>41.934561475104076</c:v>
                </c:pt>
                <c:pt idx="287">
                  <c:v>41.935577304424783</c:v>
                </c:pt>
                <c:pt idx="288">
                  <c:v>41.939746518198284</c:v>
                </c:pt>
                <c:pt idx="289">
                  <c:v>41.942422769066823</c:v>
                </c:pt>
                <c:pt idx="290">
                  <c:v>41.968375712697522</c:v>
                </c:pt>
                <c:pt idx="291">
                  <c:v>41.974025395749322</c:v>
                </c:pt>
                <c:pt idx="292">
                  <c:v>41.974600784687823</c:v>
                </c:pt>
                <c:pt idx="293">
                  <c:v>41.979523799915135</c:v>
                </c:pt>
                <c:pt idx="294">
                  <c:v>41.982139517217576</c:v>
                </c:pt>
                <c:pt idx="295">
                  <c:v>42.010246771723139</c:v>
                </c:pt>
                <c:pt idx="296">
                  <c:v>42.016460613144417</c:v>
                </c:pt>
                <c:pt idx="297">
                  <c:v>42.017230338328432</c:v>
                </c:pt>
                <c:pt idx="298">
                  <c:v>42.021814817215919</c:v>
                </c:pt>
                <c:pt idx="299">
                  <c:v>42.024438163011204</c:v>
                </c:pt>
                <c:pt idx="300">
                  <c:v>42.051505675402005</c:v>
                </c:pt>
                <c:pt idx="301">
                  <c:v>42.05738692920621</c:v>
                </c:pt>
                <c:pt idx="302">
                  <c:v>42.057890768520224</c:v>
                </c:pt>
                <c:pt idx="303">
                  <c:v>42.062656058371928</c:v>
                </c:pt>
                <c:pt idx="304">
                  <c:v>42.065360251271244</c:v>
                </c:pt>
                <c:pt idx="305">
                  <c:v>42.093567167841243</c:v>
                </c:pt>
                <c:pt idx="306">
                  <c:v>42.099711742714696</c:v>
                </c:pt>
                <c:pt idx="307">
                  <c:v>42.100194057251542</c:v>
                </c:pt>
                <c:pt idx="308">
                  <c:v>42.105550120907083</c:v>
                </c:pt>
                <c:pt idx="309">
                  <c:v>42.108298316279964</c:v>
                </c:pt>
                <c:pt idx="310">
                  <c:v>42.138467275768932</c:v>
                </c:pt>
                <c:pt idx="311">
                  <c:v>42.145065401498897</c:v>
                </c:pt>
                <c:pt idx="312">
                  <c:v>42.145449312583992</c:v>
                </c:pt>
                <c:pt idx="313">
                  <c:v>42.150078576620679</c:v>
                </c:pt>
                <c:pt idx="314">
                  <c:v>42.152434598153981</c:v>
                </c:pt>
                <c:pt idx="315">
                  <c:v>42.178311363323822</c:v>
                </c:pt>
                <c:pt idx="316">
                  <c:v>42.183921318506279</c:v>
                </c:pt>
                <c:pt idx="317">
                  <c:v>42.184144854142176</c:v>
                </c:pt>
                <c:pt idx="318">
                  <c:v>42.188947186815412</c:v>
                </c:pt>
                <c:pt idx="319">
                  <c:v>42.191541396698454</c:v>
                </c:pt>
                <c:pt idx="320">
                  <c:v>42.218653788137679</c:v>
                </c:pt>
                <c:pt idx="321">
                  <c:v>42.224415389899185</c:v>
                </c:pt>
                <c:pt idx="322">
                  <c:v>42.224807606390186</c:v>
                </c:pt>
                <c:pt idx="323">
                  <c:v>42.229570590928155</c:v>
                </c:pt>
                <c:pt idx="324">
                  <c:v>42.232119035438863</c:v>
                </c:pt>
                <c:pt idx="325">
                  <c:v>42.258886499517416</c:v>
                </c:pt>
                <c:pt idx="326">
                  <c:v>42.264863874134704</c:v>
                </c:pt>
                <c:pt idx="327">
                  <c:v>42.265146888225445</c:v>
                </c:pt>
                <c:pt idx="328">
                  <c:v>42.269254299177341</c:v>
                </c:pt>
                <c:pt idx="329">
                  <c:v>42.271507951444669</c:v>
                </c:pt>
                <c:pt idx="330">
                  <c:v>42.29487783532511</c:v>
                </c:pt>
                <c:pt idx="331">
                  <c:v>42.299947515615408</c:v>
                </c:pt>
                <c:pt idx="332">
                  <c:v>42.300235196586186</c:v>
                </c:pt>
                <c:pt idx="333">
                  <c:v>42.304515458825072</c:v>
                </c:pt>
                <c:pt idx="334">
                  <c:v>42.306656384954231</c:v>
                </c:pt>
                <c:pt idx="335">
                  <c:v>42.330092591797644</c:v>
                </c:pt>
                <c:pt idx="336">
                  <c:v>42.334969503571237</c:v>
                </c:pt>
                <c:pt idx="337">
                  <c:v>42.335327191398505</c:v>
                </c:pt>
                <c:pt idx="338">
                  <c:v>42.339679988072433</c:v>
                </c:pt>
                <c:pt idx="339">
                  <c:v>42.342116356332632</c:v>
                </c:pt>
                <c:pt idx="340">
                  <c:v>42.366316102384388</c:v>
                </c:pt>
                <c:pt idx="341">
                  <c:v>42.371520108349713</c:v>
                </c:pt>
                <c:pt idx="342">
                  <c:v>42.371732024193818</c:v>
                </c:pt>
                <c:pt idx="343">
                  <c:v>42.375655943436733</c:v>
                </c:pt>
                <c:pt idx="344">
                  <c:v>42.377496266456873</c:v>
                </c:pt>
                <c:pt idx="345">
                  <c:v>42.398376526800803</c:v>
                </c:pt>
                <c:pt idx="346">
                  <c:v>42.40273729487344</c:v>
                </c:pt>
                <c:pt idx="347">
                  <c:v>42.403215945665636</c:v>
                </c:pt>
                <c:pt idx="348">
                  <c:v>42.406906947321396</c:v>
                </c:pt>
                <c:pt idx="349">
                  <c:v>42.408778827517295</c:v>
                </c:pt>
                <c:pt idx="350">
                  <c:v>42.428651452544486</c:v>
                </c:pt>
                <c:pt idx="351">
                  <c:v>42.432878363479666</c:v>
                </c:pt>
                <c:pt idx="352">
                  <c:v>42.433394355612847</c:v>
                </c:pt>
                <c:pt idx="353">
                  <c:v>42.436953557924603</c:v>
                </c:pt>
                <c:pt idx="354">
                  <c:v>42.438842439606582</c:v>
                </c:pt>
                <c:pt idx="355">
                  <c:v>42.458794144846216</c:v>
                </c:pt>
                <c:pt idx="356">
                  <c:v>42.4627430364826</c:v>
                </c:pt>
                <c:pt idx="357">
                  <c:v>42.463239834010551</c:v>
                </c:pt>
                <c:pt idx="358">
                  <c:v>42.46663124583128</c:v>
                </c:pt>
                <c:pt idx="359">
                  <c:v>42.468461566732628</c:v>
                </c:pt>
                <c:pt idx="360">
                  <c:v>42.487501601030601</c:v>
                </c:pt>
                <c:pt idx="361">
                  <c:v>42.491562624722498</c:v>
                </c:pt>
                <c:pt idx="362">
                  <c:v>42.491773564010316</c:v>
                </c:pt>
                <c:pt idx="363">
                  <c:v>42.494876770028306</c:v>
                </c:pt>
                <c:pt idx="364">
                  <c:v>42.496402374903674</c:v>
                </c:pt>
                <c:pt idx="365">
                  <c:v>42.51330066070993</c:v>
                </c:pt>
                <c:pt idx="366">
                  <c:v>42.516746058616853</c:v>
                </c:pt>
                <c:pt idx="367">
                  <c:v>42.517028557149331</c:v>
                </c:pt>
                <c:pt idx="368">
                  <c:v>42.520887669105591</c:v>
                </c:pt>
                <c:pt idx="369">
                  <c:v>42.523357716355292</c:v>
                </c:pt>
                <c:pt idx="370">
                  <c:v>42.544396134606693</c:v>
                </c:pt>
                <c:pt idx="371">
                  <c:v>42.549057148434891</c:v>
                </c:pt>
                <c:pt idx="372">
                  <c:v>42.54917300968566</c:v>
                </c:pt>
                <c:pt idx="373">
                  <c:v>42.552362847689693</c:v>
                </c:pt>
                <c:pt idx="374">
                  <c:v>42.554131087635824</c:v>
                </c:pt>
                <c:pt idx="375">
                  <c:v>42.572134133741322</c:v>
                </c:pt>
                <c:pt idx="376">
                  <c:v>42.575941895190915</c:v>
                </c:pt>
                <c:pt idx="377">
                  <c:v>42.576068671871724</c:v>
                </c:pt>
                <c:pt idx="378">
                  <c:v>42.579464063825327</c:v>
                </c:pt>
                <c:pt idx="379">
                  <c:v>42.581258617323634</c:v>
                </c:pt>
                <c:pt idx="380">
                  <c:v>42.600226692267661</c:v>
                </c:pt>
                <c:pt idx="381">
                  <c:v>42.604128164524298</c:v>
                </c:pt>
                <c:pt idx="382">
                  <c:v>42.604277244673767</c:v>
                </c:pt>
                <c:pt idx="383">
                  <c:v>42.607259112332436</c:v>
                </c:pt>
                <c:pt idx="384">
                  <c:v>42.608743939555815</c:v>
                </c:pt>
                <c:pt idx="385">
                  <c:v>42.62468372090548</c:v>
                </c:pt>
                <c:pt idx="386">
                  <c:v>42.628000613729746</c:v>
                </c:pt>
                <c:pt idx="387">
                  <c:v>42.628224879431912</c:v>
                </c:pt>
                <c:pt idx="388">
                  <c:v>42.631607238179285</c:v>
                </c:pt>
                <c:pt idx="389">
                  <c:v>42.63298171486538</c:v>
                </c:pt>
                <c:pt idx="390">
                  <c:v>42.650256120421247</c:v>
                </c:pt>
                <c:pt idx="391">
                  <c:v>42.653895066694993</c:v>
                </c:pt>
                <c:pt idx="392">
                  <c:v>42.654136982843909</c:v>
                </c:pt>
                <c:pt idx="393">
                  <c:v>42.657561819596175</c:v>
                </c:pt>
                <c:pt idx="394">
                  <c:v>42.659205907209753</c:v>
                </c:pt>
                <c:pt idx="395">
                  <c:v>42.677138263058147</c:v>
                </c:pt>
                <c:pt idx="396">
                  <c:v>42.680950878786334</c:v>
                </c:pt>
                <c:pt idx="397">
                  <c:v>42.68136516725599</c:v>
                </c:pt>
                <c:pt idx="398">
                  <c:v>42.68425669412759</c:v>
                </c:pt>
                <c:pt idx="399">
                  <c:v>42.685464051052357</c:v>
                </c:pt>
                <c:pt idx="400">
                  <c:v>42.700591036492206</c:v>
                </c:pt>
                <c:pt idx="401">
                  <c:v>42.703757039193142</c:v>
                </c:pt>
                <c:pt idx="402">
                  <c:v>42.703998636622202</c:v>
                </c:pt>
                <c:pt idx="403">
                  <c:v>42.707411698733523</c:v>
                </c:pt>
                <c:pt idx="404">
                  <c:v>42.708719228970921</c:v>
                </c:pt>
                <c:pt idx="405">
                  <c:v>42.725293189566003</c:v>
                </c:pt>
                <c:pt idx="406">
                  <c:v>42.728811671733794</c:v>
                </c:pt>
                <c:pt idx="407">
                  <c:v>42.729257572588836</c:v>
                </c:pt>
                <c:pt idx="408">
                  <c:v>42.732463671214568</c:v>
                </c:pt>
                <c:pt idx="409">
                  <c:v>42.733997933443582</c:v>
                </c:pt>
                <c:pt idx="410">
                  <c:v>42.751097269030822</c:v>
                </c:pt>
                <c:pt idx="411">
                  <c:v>42.754958799013579</c:v>
                </c:pt>
                <c:pt idx="412">
                  <c:v>42.75517486040809</c:v>
                </c:pt>
                <c:pt idx="413">
                  <c:v>42.758020803981594</c:v>
                </c:pt>
                <c:pt idx="414">
                  <c:v>42.75921720265849</c:v>
                </c:pt>
                <c:pt idx="415">
                  <c:v>42.774017369660115</c:v>
                </c:pt>
                <c:pt idx="416">
                  <c:v>42.777151165534136</c:v>
                </c:pt>
                <c:pt idx="417">
                  <c:v>42.777482344752002</c:v>
                </c:pt>
                <c:pt idx="418">
                  <c:v>42.780453575214885</c:v>
                </c:pt>
                <c:pt idx="419">
                  <c:v>42.781880089491075</c:v>
                </c:pt>
                <c:pt idx="420">
                  <c:v>42.797447096638983</c:v>
                </c:pt>
                <c:pt idx="421">
                  <c:v>42.800904688998635</c:v>
                </c:pt>
                <c:pt idx="422">
                  <c:v>42.801102869063413</c:v>
                </c:pt>
                <c:pt idx="423">
                  <c:v>42.804336911319481</c:v>
                </c:pt>
                <c:pt idx="424">
                  <c:v>42.805816060337996</c:v>
                </c:pt>
                <c:pt idx="425">
                  <c:v>42.822816117612952</c:v>
                </c:pt>
                <c:pt idx="426">
                  <c:v>42.826520982948679</c:v>
                </c:pt>
                <c:pt idx="427">
                  <c:v>42.826691300372602</c:v>
                </c:pt>
                <c:pt idx="428">
                  <c:v>42.830038890890044</c:v>
                </c:pt>
                <c:pt idx="429">
                  <c:v>42.831578031705902</c:v>
                </c:pt>
                <c:pt idx="430">
                  <c:v>42.848972055854126</c:v>
                </c:pt>
                <c:pt idx="431">
                  <c:v>42.852710997987941</c:v>
                </c:pt>
                <c:pt idx="432">
                  <c:v>42.852938205701946</c:v>
                </c:pt>
                <c:pt idx="433">
                  <c:v>42.856056630522581</c:v>
                </c:pt>
                <c:pt idx="434">
                  <c:v>42.857578473132477</c:v>
                </c:pt>
                <c:pt idx="435">
                  <c:v>42.874201176091788</c:v>
                </c:pt>
                <c:pt idx="436">
                  <c:v>42.877684320368914</c:v>
                </c:pt>
                <c:pt idx="437">
                  <c:v>42.877873049793322</c:v>
                </c:pt>
                <c:pt idx="438">
                  <c:v>42.880915359348293</c:v>
                </c:pt>
                <c:pt idx="439">
                  <c:v>42.882396126591388</c:v>
                </c:pt>
                <c:pt idx="440">
                  <c:v>42.898899605787292</c:v>
                </c:pt>
                <c:pt idx="441">
                  <c:v>42.902281036366752</c:v>
                </c:pt>
                <c:pt idx="442">
                  <c:v>42.902477984614279</c:v>
                </c:pt>
                <c:pt idx="443">
                  <c:v>42.904641205839937</c:v>
                </c:pt>
                <c:pt idx="444">
                  <c:v>42.905795339257857</c:v>
                </c:pt>
                <c:pt idx="445">
                  <c:v>42.917813059455618</c:v>
                </c:pt>
                <c:pt idx="446">
                  <c:v>42.920375173689393</c:v>
                </c:pt>
                <c:pt idx="447">
                  <c:v>42.92052588820053</c:v>
                </c:pt>
                <c:pt idx="448">
                  <c:v>42.923576777573864</c:v>
                </c:pt>
                <c:pt idx="449">
                  <c:v>42.924950783051301</c:v>
                </c:pt>
                <c:pt idx="450">
                  <c:v>42.941121935821883</c:v>
                </c:pt>
                <c:pt idx="451">
                  <c:v>42.944496717846491</c:v>
                </c:pt>
                <c:pt idx="452">
                  <c:v>42.944804423138237</c:v>
                </c:pt>
                <c:pt idx="453">
                  <c:v>42.947137392782714</c:v>
                </c:pt>
                <c:pt idx="454">
                  <c:v>42.948434515722084</c:v>
                </c:pt>
                <c:pt idx="455">
                  <c:v>42.961265402353014</c:v>
                </c:pt>
                <c:pt idx="456">
                  <c:v>42.96396672346922</c:v>
                </c:pt>
                <c:pt idx="457">
                  <c:v>42.964162807775779</c:v>
                </c:pt>
                <c:pt idx="458">
                  <c:v>42.966990046623188</c:v>
                </c:pt>
                <c:pt idx="459">
                  <c:v>42.968198862720257</c:v>
                </c:pt>
                <c:pt idx="460">
                  <c:v>42.982715797581641</c:v>
                </c:pt>
                <c:pt idx="461">
                  <c:v>42.985811399710514</c:v>
                </c:pt>
                <c:pt idx="462">
                  <c:v>42.986147254152115</c:v>
                </c:pt>
                <c:pt idx="463">
                  <c:v>42.989334214578825</c:v>
                </c:pt>
                <c:pt idx="464">
                  <c:v>42.990737453266703</c:v>
                </c:pt>
                <c:pt idx="465">
                  <c:v>43.007156764531672</c:v>
                </c:pt>
                <c:pt idx="466">
                  <c:v>43.010795153811173</c:v>
                </c:pt>
                <c:pt idx="467">
                  <c:v>43.011085395477892</c:v>
                </c:pt>
                <c:pt idx="468">
                  <c:v>43.012852732182722</c:v>
                </c:pt>
                <c:pt idx="469">
                  <c:v>43.013624521952806</c:v>
                </c:pt>
                <c:pt idx="470">
                  <c:v>43.022727603830035</c:v>
                </c:pt>
                <c:pt idx="471">
                  <c:v>43.024703518408472</c:v>
                </c:pt>
                <c:pt idx="472">
                  <c:v>43.024866061360967</c:v>
                </c:pt>
                <c:pt idx="473">
                  <c:v>43.027346565442308</c:v>
                </c:pt>
                <c:pt idx="474">
                  <c:v>43.028431421470941</c:v>
                </c:pt>
                <c:pt idx="475">
                  <c:v>43.041254266726135</c:v>
                </c:pt>
                <c:pt idx="476">
                  <c:v>43.044210689689145</c:v>
                </c:pt>
                <c:pt idx="477">
                  <c:v>43.044226061731024</c:v>
                </c:pt>
                <c:pt idx="478">
                  <c:v>43.047336393416771</c:v>
                </c:pt>
                <c:pt idx="479">
                  <c:v>43.048696993647674</c:v>
                </c:pt>
                <c:pt idx="480">
                  <c:v>43.064785576358943</c:v>
                </c:pt>
                <c:pt idx="481">
                  <c:v>43.068348573474815</c:v>
                </c:pt>
                <c:pt idx="482">
                  <c:v>43.068510816946002</c:v>
                </c:pt>
                <c:pt idx="483">
                  <c:v>43.071379925864221</c:v>
                </c:pt>
                <c:pt idx="484">
                  <c:v>43.072587744451155</c:v>
                </c:pt>
                <c:pt idx="485">
                  <c:v>43.087167532434442</c:v>
                </c:pt>
                <c:pt idx="486">
                  <c:v>43.090288405214167</c:v>
                </c:pt>
                <c:pt idx="487">
                  <c:v>43.090497714872015</c:v>
                </c:pt>
                <c:pt idx="488">
                  <c:v>43.092461698881735</c:v>
                </c:pt>
                <c:pt idx="489">
                  <c:v>43.093383713665077</c:v>
                </c:pt>
                <c:pt idx="490">
                  <c:v>43.104164720000483</c:v>
                </c:pt>
                <c:pt idx="491">
                  <c:v>43.106502666037265</c:v>
                </c:pt>
                <c:pt idx="492">
                  <c:v>43.106578119192932</c:v>
                </c:pt>
                <c:pt idx="493">
                  <c:v>43.109187222590684</c:v>
                </c:pt>
                <c:pt idx="494">
                  <c:v>43.110374917232896</c:v>
                </c:pt>
                <c:pt idx="495">
                  <c:v>43.124173950097855</c:v>
                </c:pt>
                <c:pt idx="496">
                  <c:v>43.127130901961436</c:v>
                </c:pt>
                <c:pt idx="497">
                  <c:v>43.127252913852999</c:v>
                </c:pt>
                <c:pt idx="498">
                  <c:v>43.129981050737513</c:v>
                </c:pt>
                <c:pt idx="499">
                  <c:v>43.131221228080008</c:v>
                </c:pt>
                <c:pt idx="500">
                  <c:v>43.145589812286964</c:v>
                </c:pt>
                <c:pt idx="501">
                  <c:v>43.148812610273339</c:v>
                </c:pt>
                <c:pt idx="502">
                  <c:v>43.148910689331672</c:v>
                </c:pt>
                <c:pt idx="503">
                  <c:v>43.150774478322269</c:v>
                </c:pt>
                <c:pt idx="504">
                  <c:v>43.151771633893837</c:v>
                </c:pt>
                <c:pt idx="505">
                  <c:v>43.162379184613712</c:v>
                </c:pt>
                <c:pt idx="506">
                  <c:v>43.164651277437571</c:v>
                </c:pt>
                <c:pt idx="507">
                  <c:v>43.164664669549325</c:v>
                </c:pt>
                <c:pt idx="508">
                  <c:v>43.166430774553518</c:v>
                </c:pt>
                <c:pt idx="509">
                  <c:v>43.167371866794106</c:v>
                </c:pt>
                <c:pt idx="510">
                  <c:v>43.176954890906764</c:v>
                </c:pt>
                <c:pt idx="511">
                  <c:v>43.179070847196925</c:v>
                </c:pt>
                <c:pt idx="512">
                  <c:v>43.179105817349011</c:v>
                </c:pt>
                <c:pt idx="513">
                  <c:v>43.181056588147996</c:v>
                </c:pt>
                <c:pt idx="514">
                  <c:v>43.182026322333314</c:v>
                </c:pt>
                <c:pt idx="515">
                  <c:v>43.192714890854504</c:v>
                </c:pt>
                <c:pt idx="516">
                  <c:v>43.19510219520965</c:v>
                </c:pt>
                <c:pt idx="517">
                  <c:v>43.195187875375723</c:v>
                </c:pt>
                <c:pt idx="518">
                  <c:v>43.196689315611742</c:v>
                </c:pt>
                <c:pt idx="519">
                  <c:v>43.197529198691001</c:v>
                </c:pt>
                <c:pt idx="520">
                  <c:v>43.205797804101437</c:v>
                </c:pt>
                <c:pt idx="521">
                  <c:v>43.207545617621527</c:v>
                </c:pt>
                <c:pt idx="522">
                  <c:v>43.207658249877568</c:v>
                </c:pt>
                <c:pt idx="523">
                  <c:v>43.209160273619474</c:v>
                </c:pt>
                <c:pt idx="524">
                  <c:v>43.20979527065878</c:v>
                </c:pt>
                <c:pt idx="525">
                  <c:v>43.217657039931886</c:v>
                </c:pt>
                <c:pt idx="526">
                  <c:v>43.219461681169797</c:v>
                </c:pt>
                <c:pt idx="527">
                  <c:v>43.219473763718497</c:v>
                </c:pt>
                <c:pt idx="528">
                  <c:v>43.22098831268768</c:v>
                </c:pt>
                <c:pt idx="529">
                  <c:v>43.221679598817019</c:v>
                </c:pt>
                <c:pt idx="530">
                  <c:v>43.229743450799958</c:v>
                </c:pt>
                <c:pt idx="531">
                  <c:v>43.231559126533263</c:v>
                </c:pt>
                <c:pt idx="532">
                  <c:v>43.23161697734372</c:v>
                </c:pt>
                <c:pt idx="533">
                  <c:v>43.233528204126472</c:v>
                </c:pt>
                <c:pt idx="534">
                  <c:v>43.23437910595041</c:v>
                </c:pt>
                <c:pt idx="535">
                  <c:v>43.244703873637427</c:v>
                </c:pt>
                <c:pt idx="536">
                  <c:v>43.247006925652265</c:v>
                </c:pt>
                <c:pt idx="537">
                  <c:v>43.247044991434279</c:v>
                </c:pt>
                <c:pt idx="538">
                  <c:v>43.249208727968593</c:v>
                </c:pt>
                <c:pt idx="539">
                  <c:v>43.250055203480002</c:v>
                </c:pt>
                <c:pt idx="540">
                  <c:v>43.260897863552678</c:v>
                </c:pt>
                <c:pt idx="541">
                  <c:v>43.263400406295361</c:v>
                </c:pt>
                <c:pt idx="542">
                  <c:v>43.263455927756524</c:v>
                </c:pt>
                <c:pt idx="543">
                  <c:v>43.265286274170762</c:v>
                </c:pt>
                <c:pt idx="544">
                  <c:v>43.266165395930919</c:v>
                </c:pt>
                <c:pt idx="545">
                  <c:v>43.276233229839228</c:v>
                </c:pt>
                <c:pt idx="546">
                  <c:v>43.278553917137231</c:v>
                </c:pt>
                <c:pt idx="547">
                  <c:v>43.278631689070664</c:v>
                </c:pt>
                <c:pt idx="548">
                  <c:v>43.280553152421241</c:v>
                </c:pt>
                <c:pt idx="549">
                  <c:v>43.281604302029386</c:v>
                </c:pt>
                <c:pt idx="550">
                  <c:v>43.292784638413259</c:v>
                </c:pt>
                <c:pt idx="551">
                  <c:v>43.295278204064644</c:v>
                </c:pt>
                <c:pt idx="552">
                  <c:v>43.295293061711277</c:v>
                </c:pt>
                <c:pt idx="553">
                  <c:v>43.296692480146788</c:v>
                </c:pt>
                <c:pt idx="554">
                  <c:v>43.297394771003297</c:v>
                </c:pt>
                <c:pt idx="555">
                  <c:v>43.305103333836371</c:v>
                </c:pt>
                <c:pt idx="556">
                  <c:v>43.306782311140637</c:v>
                </c:pt>
                <c:pt idx="557">
                  <c:v>43.306827656618566</c:v>
                </c:pt>
                <c:pt idx="558">
                  <c:v>43.308150320696861</c:v>
                </c:pt>
                <c:pt idx="559">
                  <c:v>43.308866480495169</c:v>
                </c:pt>
                <c:pt idx="560">
                  <c:v>43.316270989437548</c:v>
                </c:pt>
                <c:pt idx="561">
                  <c:v>43.317941459594657</c:v>
                </c:pt>
                <c:pt idx="562">
                  <c:v>43.317944165787594</c:v>
                </c:pt>
                <c:pt idx="563">
                  <c:v>43.319066358316853</c:v>
                </c:pt>
                <c:pt idx="564">
                  <c:v>43.31968582852209</c:v>
                </c:pt>
                <c:pt idx="565">
                  <c:v>43.32576682169563</c:v>
                </c:pt>
                <c:pt idx="566">
                  <c:v>43.3271103401893</c:v>
                </c:pt>
                <c:pt idx="567">
                  <c:v>43.327134585103806</c:v>
                </c:pt>
                <c:pt idx="568">
                  <c:v>43.328332838401515</c:v>
                </c:pt>
                <c:pt idx="569">
                  <c:v>43.328987028031179</c:v>
                </c:pt>
                <c:pt idx="570">
                  <c:v>43.335492206181996</c:v>
                </c:pt>
                <c:pt idx="571">
                  <c:v>43.33693645456038</c:v>
                </c:pt>
                <c:pt idx="572">
                  <c:v>43.336983351352501</c:v>
                </c:pt>
                <c:pt idx="573">
                  <c:v>43.338128668933386</c:v>
                </c:pt>
                <c:pt idx="574">
                  <c:v>43.338732121149953</c:v>
                </c:pt>
                <c:pt idx="575">
                  <c:v>43.34502329919242</c:v>
                </c:pt>
                <c:pt idx="576">
                  <c:v>43.346424074410578</c:v>
                </c:pt>
                <c:pt idx="577">
                  <c:v>43.346501577339609</c:v>
                </c:pt>
                <c:pt idx="578">
                  <c:v>43.348209467031054</c:v>
                </c:pt>
                <c:pt idx="579">
                  <c:v>43.349056630022012</c:v>
                </c:pt>
                <c:pt idx="580">
                  <c:v>43.358384269432989</c:v>
                </c:pt>
                <c:pt idx="581">
                  <c:v>43.360521205719174</c:v>
                </c:pt>
                <c:pt idx="582">
                  <c:v>43.36061843979536</c:v>
                </c:pt>
                <c:pt idx="583">
                  <c:v>43.361472409135786</c:v>
                </c:pt>
                <c:pt idx="584">
                  <c:v>43.361906251417096</c:v>
                </c:pt>
                <c:pt idx="585">
                  <c:v>43.366762489695553</c:v>
                </c:pt>
                <c:pt idx="586">
                  <c:v>43.367819162931006</c:v>
                </c:pt>
                <c:pt idx="587">
                  <c:v>43.367837673417341</c:v>
                </c:pt>
                <c:pt idx="588">
                  <c:v>43.369456988787029</c:v>
                </c:pt>
                <c:pt idx="589">
                  <c:v>43.370271491910884</c:v>
                </c:pt>
                <c:pt idx="590">
                  <c:v>43.379245471548643</c:v>
                </c:pt>
                <c:pt idx="591">
                  <c:v>43.381241331142775</c:v>
                </c:pt>
                <c:pt idx="592">
                  <c:v>43.381299752907751</c:v>
                </c:pt>
                <c:pt idx="593">
                  <c:v>43.383340587573407</c:v>
                </c:pt>
                <c:pt idx="594">
                  <c:v>43.384330875740552</c:v>
                </c:pt>
                <c:pt idx="595">
                  <c:v>43.395466827027484</c:v>
                </c:pt>
                <c:pt idx="596">
                  <c:v>43.398041160664263</c:v>
                </c:pt>
                <c:pt idx="597">
                  <c:v>43.398081917037061</c:v>
                </c:pt>
                <c:pt idx="598">
                  <c:v>43.399699363788173</c:v>
                </c:pt>
                <c:pt idx="599">
                  <c:v>43.400542797996408</c:v>
                </c:pt>
                <c:pt idx="600">
                  <c:v>43.409752168945303</c:v>
                </c:pt>
                <c:pt idx="601">
                  <c:v>43.411793568850555</c:v>
                </c:pt>
                <c:pt idx="602">
                  <c:v>43.411828307263249</c:v>
                </c:pt>
                <c:pt idx="603">
                  <c:v>43.413333518725892</c:v>
                </c:pt>
                <c:pt idx="604">
                  <c:v>43.414176645670409</c:v>
                </c:pt>
                <c:pt idx="605">
                  <c:v>43.422408324873814</c:v>
                </c:pt>
                <c:pt idx="606">
                  <c:v>43.424305266447561</c:v>
                </c:pt>
                <c:pt idx="607">
                  <c:v>43.424317299729914</c:v>
                </c:pt>
                <c:pt idx="608">
                  <c:v>43.424706379463863</c:v>
                </c:pt>
                <c:pt idx="609">
                  <c:v>43.424923456299325</c:v>
                </c:pt>
                <c:pt idx="610">
                  <c:v>43.427098706292249</c:v>
                </c:pt>
                <c:pt idx="611">
                  <c:v>43.427579271805335</c:v>
                </c:pt>
                <c:pt idx="612">
                  <c:v>43.427587573829726</c:v>
                </c:pt>
                <c:pt idx="613">
                  <c:v>43.428316852613854</c:v>
                </c:pt>
                <c:pt idx="614">
                  <c:v>43.428665277219878</c:v>
                </c:pt>
                <c:pt idx="615">
                  <c:v>43.432631667625365</c:v>
                </c:pt>
                <c:pt idx="616">
                  <c:v>43.433470946348194</c:v>
                </c:pt>
                <c:pt idx="617">
                  <c:v>43.433497001068474</c:v>
                </c:pt>
                <c:pt idx="618">
                  <c:v>43.434561707557762</c:v>
                </c:pt>
                <c:pt idx="619">
                  <c:v>43.434783907367077</c:v>
                </c:pt>
                <c:pt idx="620">
                  <c:v>43.43910373040621</c:v>
                </c:pt>
                <c:pt idx="621">
                  <c:v>43.4400281453144</c:v>
                </c:pt>
                <c:pt idx="622">
                  <c:v>43.440061714658725</c:v>
                </c:pt>
                <c:pt idx="623">
                  <c:v>43.440426052482408</c:v>
                </c:pt>
                <c:pt idx="624">
                  <c:v>43.440639477847853</c:v>
                </c:pt>
                <c:pt idx="625">
                  <c:v>43.44256235652923</c:v>
                </c:pt>
                <c:pt idx="626">
                  <c:v>43.442966975995269</c:v>
                </c:pt>
                <c:pt idx="627">
                  <c:v>43.443016473546891</c:v>
                </c:pt>
                <c:pt idx="628">
                  <c:v>43.443690621404009</c:v>
                </c:pt>
                <c:pt idx="629">
                  <c:v>43.444118653626795</c:v>
                </c:pt>
                <c:pt idx="630">
                  <c:v>43.448193364747205</c:v>
                </c:pt>
                <c:pt idx="631">
                  <c:v>43.448856111431219</c:v>
                </c:pt>
                <c:pt idx="632">
                  <c:v>43.448926027981088</c:v>
                </c:pt>
                <c:pt idx="633">
                  <c:v>43.449890581528727</c:v>
                </c:pt>
                <c:pt idx="634">
                  <c:v>43.450502572729427</c:v>
                </c:pt>
                <c:pt idx="635">
                  <c:v>43.455964226100363</c:v>
                </c:pt>
                <c:pt idx="636">
                  <c:v>43.457059240708453</c:v>
                </c:pt>
                <c:pt idx="637">
                  <c:v>43.457135197518028</c:v>
                </c:pt>
                <c:pt idx="638">
                  <c:v>43.457853584619379</c:v>
                </c:pt>
                <c:pt idx="639">
                  <c:v>43.458305900252427</c:v>
                </c:pt>
                <c:pt idx="640">
                  <c:v>43.46213675188465</c:v>
                </c:pt>
                <c:pt idx="641">
                  <c:v>43.462935888548685</c:v>
                </c:pt>
                <c:pt idx="642">
                  <c:v>43.463044869325472</c:v>
                </c:pt>
                <c:pt idx="643">
                  <c:v>43.464245061474656</c:v>
                </c:pt>
                <c:pt idx="644">
                  <c:v>43.464967433745883</c:v>
                </c:pt>
                <c:pt idx="645">
                  <c:v>43.471942677595699</c:v>
                </c:pt>
                <c:pt idx="646">
                  <c:v>43.473421205166801</c:v>
                </c:pt>
                <c:pt idx="647">
                  <c:v>43.473550731202863</c:v>
                </c:pt>
                <c:pt idx="648">
                  <c:v>43.474648885942159</c:v>
                </c:pt>
                <c:pt idx="649">
                  <c:v>43.475339500820709</c:v>
                </c:pt>
                <c:pt idx="650">
                  <c:v>43.481644961971519</c:v>
                </c:pt>
                <c:pt idx="651">
                  <c:v>43.482976201469768</c:v>
                </c:pt>
                <c:pt idx="652">
                  <c:v>43.483070741661038</c:v>
                </c:pt>
                <c:pt idx="653">
                  <c:v>43.484494208002708</c:v>
                </c:pt>
                <c:pt idx="654">
                  <c:v>43.485181455250718</c:v>
                </c:pt>
                <c:pt idx="655">
                  <c:v>43.493149204414919</c:v>
                </c:pt>
                <c:pt idx="656">
                  <c:v>43.494764229071038</c:v>
                </c:pt>
                <c:pt idx="657">
                  <c:v>43.494890571496796</c:v>
                </c:pt>
                <c:pt idx="658">
                  <c:v>43.495790959445394</c:v>
                </c:pt>
                <c:pt idx="659">
                  <c:v>43.49630992145083</c:v>
                </c:pt>
                <c:pt idx="660">
                  <c:v>43.501348731761631</c:v>
                </c:pt>
                <c:pt idx="661">
                  <c:v>43.50238792981564</c:v>
                </c:pt>
                <c:pt idx="662">
                  <c:v>43.502444982255099</c:v>
                </c:pt>
                <c:pt idx="663">
                  <c:v>43.503122505950927</c:v>
                </c:pt>
                <c:pt idx="664">
                  <c:v>43.503494140245031</c:v>
                </c:pt>
                <c:pt idx="665">
                  <c:v>43.507235367102652</c:v>
                </c:pt>
                <c:pt idx="666">
                  <c:v>43.507986278277023</c:v>
                </c:pt>
                <c:pt idx="667">
                  <c:v>43.508024295201153</c:v>
                </c:pt>
                <c:pt idx="668">
                  <c:v>43.508803474732865</c:v>
                </c:pt>
                <c:pt idx="669">
                  <c:v>43.50926609114758</c:v>
                </c:pt>
                <c:pt idx="670">
                  <c:v>43.513637196723266</c:v>
                </c:pt>
                <c:pt idx="671">
                  <c:v>43.514535496562445</c:v>
                </c:pt>
                <c:pt idx="672">
                  <c:v>43.514592796291026</c:v>
                </c:pt>
                <c:pt idx="673">
                  <c:v>43.515532853544833</c:v>
                </c:pt>
                <c:pt idx="674">
                  <c:v>43.51611860218236</c:v>
                </c:pt>
                <c:pt idx="675">
                  <c:v>43.521332797475729</c:v>
                </c:pt>
                <c:pt idx="676">
                  <c:v>43.522422263903501</c:v>
                </c:pt>
                <c:pt idx="677">
                  <c:v>43.522471989401424</c:v>
                </c:pt>
                <c:pt idx="678">
                  <c:v>43.52366972885762</c:v>
                </c:pt>
                <c:pt idx="679">
                  <c:v>43.524319612698484</c:v>
                </c:pt>
                <c:pt idx="680">
                  <c:v>43.530601948218077</c:v>
                </c:pt>
                <c:pt idx="681">
                  <c:v>43.53194977337651</c:v>
                </c:pt>
                <c:pt idx="682">
                  <c:v>43.531995764540738</c:v>
                </c:pt>
                <c:pt idx="683">
                  <c:v>43.53271042059086</c:v>
                </c:pt>
                <c:pt idx="684">
                  <c:v>43.533156609613179</c:v>
                </c:pt>
                <c:pt idx="685">
                  <c:v>43.537017209043718</c:v>
                </c:pt>
                <c:pt idx="686">
                  <c:v>43.537847374101922</c:v>
                </c:pt>
                <c:pt idx="687">
                  <c:v>43.537906074308921</c:v>
                </c:pt>
                <c:pt idx="688">
                  <c:v>43.538892835939834</c:v>
                </c:pt>
                <c:pt idx="689">
                  <c:v>43.539478442416524</c:v>
                </c:pt>
                <c:pt idx="690">
                  <c:v>43.544929008135298</c:v>
                </c:pt>
                <c:pt idx="691">
                  <c:v>43.546032138842278</c:v>
                </c:pt>
                <c:pt idx="692">
                  <c:v>43.546113205982408</c:v>
                </c:pt>
                <c:pt idx="693">
                  <c:v>43.547113533313471</c:v>
                </c:pt>
                <c:pt idx="694">
                  <c:v>43.547726848459668</c:v>
                </c:pt>
                <c:pt idx="695">
                  <c:v>43.553387846541092</c:v>
                </c:pt>
                <c:pt idx="696">
                  <c:v>43.554544469896925</c:v>
                </c:pt>
                <c:pt idx="697">
                  <c:v>43.554651201713853</c:v>
                </c:pt>
                <c:pt idx="698">
                  <c:v>43.555038148822234</c:v>
                </c:pt>
                <c:pt idx="699">
                  <c:v>43.555278897361838</c:v>
                </c:pt>
                <c:pt idx="700">
                  <c:v>43.557440363164837</c:v>
                </c:pt>
                <c:pt idx="701">
                  <c:v>43.557883679969947</c:v>
                </c:pt>
                <c:pt idx="702">
                  <c:v>43.557934123905341</c:v>
                </c:pt>
                <c:pt idx="703">
                  <c:v>43.558892605894606</c:v>
                </c:pt>
                <c:pt idx="704">
                  <c:v>43.559396140933565</c:v>
                </c:pt>
                <c:pt idx="705">
                  <c:v>43.564644057617144</c:v>
                </c:pt>
                <c:pt idx="706">
                  <c:v>43.565684281095884</c:v>
                </c:pt>
                <c:pt idx="707">
                  <c:v>43.565813820988637</c:v>
                </c:pt>
                <c:pt idx="708">
                  <c:v>43.566264770882945</c:v>
                </c:pt>
                <c:pt idx="709">
                  <c:v>43.5665180802715</c:v>
                </c:pt>
                <c:pt idx="710">
                  <c:v>43.569173324523447</c:v>
                </c:pt>
                <c:pt idx="711">
                  <c:v>43.56970495500083</c:v>
                </c:pt>
                <c:pt idx="712">
                  <c:v>43.569755250001265</c:v>
                </c:pt>
                <c:pt idx="713">
                  <c:v>43.570265837395702</c:v>
                </c:pt>
                <c:pt idx="714">
                  <c:v>43.570525534301474</c:v>
                </c:pt>
                <c:pt idx="715">
                  <c:v>43.573488753568739</c:v>
                </c:pt>
                <c:pt idx="716">
                  <c:v>43.573956530926637</c:v>
                </c:pt>
                <c:pt idx="717">
                  <c:v>43.574024384877134</c:v>
                </c:pt>
                <c:pt idx="718">
                  <c:v>43.575177535005821</c:v>
                </c:pt>
                <c:pt idx="719">
                  <c:v>43.575788594170348</c:v>
                </c:pt>
                <c:pt idx="720">
                  <c:v>43.582576348812836</c:v>
                </c:pt>
                <c:pt idx="721">
                  <c:v>43.583774574678536</c:v>
                </c:pt>
                <c:pt idx="722">
                  <c:v>43.583876577004162</c:v>
                </c:pt>
                <c:pt idx="723">
                  <c:v>43.584664550370022</c:v>
                </c:pt>
                <c:pt idx="724">
                  <c:v>43.585007111476635</c:v>
                </c:pt>
                <c:pt idx="725">
                  <c:v>43.589215910160092</c:v>
                </c:pt>
                <c:pt idx="726">
                  <c:v>43.590056963643129</c:v>
                </c:pt>
                <c:pt idx="727">
                  <c:v>43.590115034844132</c:v>
                </c:pt>
                <c:pt idx="728">
                  <c:v>43.591691341494965</c:v>
                </c:pt>
                <c:pt idx="729">
                  <c:v>43.592473718787893</c:v>
                </c:pt>
                <c:pt idx="730">
                  <c:v>43.601032292877086</c:v>
                </c:pt>
                <c:pt idx="731">
                  <c:v>43.602759055321627</c:v>
                </c:pt>
                <c:pt idx="732">
                  <c:v>43.602922916014847</c:v>
                </c:pt>
                <c:pt idx="733">
                  <c:v>43.604156092636849</c:v>
                </c:pt>
                <c:pt idx="734">
                  <c:v>43.604878675279878</c:v>
                </c:pt>
                <c:pt idx="735">
                  <c:v>43.611725670853971</c:v>
                </c:pt>
                <c:pt idx="736">
                  <c:v>43.613065604041061</c:v>
                </c:pt>
                <c:pt idx="737">
                  <c:v>43.613100150773278</c:v>
                </c:pt>
                <c:pt idx="738">
                  <c:v>43.614803443517118</c:v>
                </c:pt>
                <c:pt idx="739">
                  <c:v>43.615773652143318</c:v>
                </c:pt>
                <c:pt idx="740">
                  <c:v>43.624961574939249</c:v>
                </c:pt>
                <c:pt idx="741">
                  <c:v>43.626820158263186</c:v>
                </c:pt>
                <c:pt idx="742">
                  <c:v>43.626894700168634</c:v>
                </c:pt>
                <c:pt idx="743">
                  <c:v>43.627809643382996</c:v>
                </c:pt>
                <c:pt idx="744">
                  <c:v>43.628386499339356</c:v>
                </c:pt>
                <c:pt idx="745">
                  <c:v>43.633387422979453</c:v>
                </c:pt>
                <c:pt idx="746">
                  <c:v>43.634359324520844</c:v>
                </c:pt>
                <c:pt idx="747">
                  <c:v>43.634447510357631</c:v>
                </c:pt>
                <c:pt idx="748">
                  <c:v>43.636228794791869</c:v>
                </c:pt>
                <c:pt idx="749">
                  <c:v>43.637329292299029</c:v>
                </c:pt>
                <c:pt idx="750">
                  <c:v>43.647380872199427</c:v>
                </c:pt>
                <c:pt idx="751">
                  <c:v>43.649412648600226</c:v>
                </c:pt>
                <c:pt idx="752">
                  <c:v>43.649553396378849</c:v>
                </c:pt>
                <c:pt idx="753">
                  <c:v>43.650998554491551</c:v>
                </c:pt>
                <c:pt idx="754">
                  <c:v>43.651910553778208</c:v>
                </c:pt>
                <c:pt idx="755">
                  <c:v>43.659973400617041</c:v>
                </c:pt>
                <c:pt idx="756">
                  <c:v>43.66161469020178</c:v>
                </c:pt>
                <c:pt idx="757">
                  <c:v>43.661703907086405</c:v>
                </c:pt>
                <c:pt idx="758">
                  <c:v>43.663126930567969</c:v>
                </c:pt>
                <c:pt idx="759">
                  <c:v>43.663946615759471</c:v>
                </c:pt>
                <c:pt idx="760">
                  <c:v>43.671874523226144</c:v>
                </c:pt>
                <c:pt idx="761">
                  <c:v>43.673409203181386</c:v>
                </c:pt>
                <c:pt idx="762">
                  <c:v>43.67352691682936</c:v>
                </c:pt>
                <c:pt idx="763">
                  <c:v>43.674787882436952</c:v>
                </c:pt>
                <c:pt idx="764">
                  <c:v>43.675496900306186</c:v>
                </c:pt>
                <c:pt idx="765">
                  <c:v>43.682488896405779</c:v>
                </c:pt>
                <c:pt idx="766">
                  <c:v>43.683910081703857</c:v>
                </c:pt>
                <c:pt idx="767">
                  <c:v>43.684036100783771</c:v>
                </c:pt>
                <c:pt idx="768">
                  <c:v>43.685374614987168</c:v>
                </c:pt>
                <c:pt idx="769">
                  <c:v>43.68608160678972</c:v>
                </c:pt>
                <c:pt idx="770">
                  <c:v>43.693299633109376</c:v>
                </c:pt>
                <c:pt idx="771">
                  <c:v>43.694788678349326</c:v>
                </c:pt>
                <c:pt idx="772">
                  <c:v>43.694876296166569</c:v>
                </c:pt>
                <c:pt idx="773">
                  <c:v>43.696267214623063</c:v>
                </c:pt>
                <c:pt idx="774">
                  <c:v>43.697139984081687</c:v>
                </c:pt>
                <c:pt idx="775">
                  <c:v>43.704978867893587</c:v>
                </c:pt>
                <c:pt idx="776">
                  <c:v>43.706523564445249</c:v>
                </c:pt>
                <c:pt idx="777">
                  <c:v>43.7066999293354</c:v>
                </c:pt>
                <c:pt idx="778">
                  <c:v>43.707609016801669</c:v>
                </c:pt>
                <c:pt idx="779">
                  <c:v>43.708132182243098</c:v>
                </c:pt>
                <c:pt idx="780">
                  <c:v>43.713144400969661</c:v>
                </c:pt>
                <c:pt idx="781">
                  <c:v>43.714169311691123</c:v>
                </c:pt>
                <c:pt idx="782">
                  <c:v>43.714253691189697</c:v>
                </c:pt>
                <c:pt idx="783">
                  <c:v>43.714972247207136</c:v>
                </c:pt>
                <c:pt idx="784">
                  <c:v>43.715393700300687</c:v>
                </c:pt>
                <c:pt idx="785">
                  <c:v>43.719293341649731</c:v>
                </c:pt>
                <c:pt idx="786">
                  <c:v>43.720083240346526</c:v>
                </c:pt>
                <c:pt idx="787">
                  <c:v>43.720165663967919</c:v>
                </c:pt>
                <c:pt idx="788">
                  <c:v>43.721072908517677</c:v>
                </c:pt>
                <c:pt idx="789">
                  <c:v>43.721594747077766</c:v>
                </c:pt>
                <c:pt idx="790">
                  <c:v>43.726630807458605</c:v>
                </c:pt>
                <c:pt idx="791">
                  <c:v>43.727689011721196</c:v>
                </c:pt>
                <c:pt idx="792">
                  <c:v>43.727719590155289</c:v>
                </c:pt>
                <c:pt idx="793">
                  <c:v>43.727999283460896</c:v>
                </c:pt>
                <c:pt idx="794">
                  <c:v>43.728160195017807</c:v>
                </c:pt>
                <c:pt idx="795">
                  <c:v>43.729689748783166</c:v>
                </c:pt>
                <c:pt idx="796">
                  <c:v>43.729995670548895</c:v>
                </c:pt>
                <c:pt idx="797">
                  <c:v>43.730017016275553</c:v>
                </c:pt>
                <c:pt idx="798">
                  <c:v>43.730918170265802</c:v>
                </c:pt>
                <c:pt idx="799">
                  <c:v>43.731407255028962</c:v>
                </c:pt>
                <c:pt idx="800">
                  <c:v>43.736496833906699</c:v>
                </c:pt>
                <c:pt idx="801">
                  <c:v>43.737517371687872</c:v>
                </c:pt>
                <c:pt idx="802">
                  <c:v>43.737574155511766</c:v>
                </c:pt>
                <c:pt idx="803">
                  <c:v>43.738416111335397</c:v>
                </c:pt>
                <c:pt idx="804">
                  <c:v>43.738875779509911</c:v>
                </c:pt>
                <c:pt idx="805">
                  <c:v>43.743498184579003</c:v>
                </c:pt>
                <c:pt idx="806">
                  <c:v>43.744425507516439</c:v>
                </c:pt>
                <c:pt idx="807">
                  <c:v>43.744469662540496</c:v>
                </c:pt>
                <c:pt idx="808">
                  <c:v>43.745206454641789</c:v>
                </c:pt>
                <c:pt idx="809">
                  <c:v>43.745623838515655</c:v>
                </c:pt>
                <c:pt idx="810">
                  <c:v>43.749836288944437</c:v>
                </c:pt>
                <c:pt idx="811">
                  <c:v>43.750665647627201</c:v>
                </c:pt>
                <c:pt idx="812">
                  <c:v>43.750709699662991</c:v>
                </c:pt>
                <c:pt idx="813">
                  <c:v>43.751978958070893</c:v>
                </c:pt>
                <c:pt idx="814">
                  <c:v>43.752676884877253</c:v>
                </c:pt>
                <c:pt idx="815">
                  <c:v>43.759733663684862</c:v>
                </c:pt>
                <c:pt idx="816">
                  <c:v>43.761150100832431</c:v>
                </c:pt>
                <c:pt idx="817">
                  <c:v>43.761223286500467</c:v>
                </c:pt>
                <c:pt idx="818">
                  <c:v>43.762366738695086</c:v>
                </c:pt>
                <c:pt idx="819">
                  <c:v>43.762971561831421</c:v>
                </c:pt>
                <c:pt idx="820">
                  <c:v>43.769330419690291</c:v>
                </c:pt>
                <c:pt idx="821">
                  <c:v>43.770669500789317</c:v>
                </c:pt>
                <c:pt idx="822">
                  <c:v>43.770747516730239</c:v>
                </c:pt>
                <c:pt idx="823">
                  <c:v>43.77189530963328</c:v>
                </c:pt>
                <c:pt idx="824">
                  <c:v>43.772491781877029</c:v>
                </c:pt>
                <c:pt idx="825">
                  <c:v>43.778853174026438</c:v>
                </c:pt>
                <c:pt idx="826">
                  <c:v>43.78013327062208</c:v>
                </c:pt>
                <c:pt idx="827">
                  <c:v>43.780271897342004</c:v>
                </c:pt>
                <c:pt idx="828">
                  <c:v>43.781866018569147</c:v>
                </c:pt>
                <c:pt idx="829">
                  <c:v>43.782564569360751</c:v>
                </c:pt>
                <c:pt idx="830">
                  <c:v>43.790833586087317</c:v>
                </c:pt>
                <c:pt idx="831">
                  <c:v>43.79255244483646</c:v>
                </c:pt>
                <c:pt idx="832">
                  <c:v>43.792755867948756</c:v>
                </c:pt>
                <c:pt idx="833">
                  <c:v>43.79482750635556</c:v>
                </c:pt>
                <c:pt idx="834">
                  <c:v>43.795938896867959</c:v>
                </c:pt>
                <c:pt idx="835">
                  <c:v>43.807327410189295</c:v>
                </c:pt>
                <c:pt idx="836">
                  <c:v>43.809567976625964</c:v>
                </c:pt>
                <c:pt idx="837">
                  <c:v>43.809835550435309</c:v>
                </c:pt>
                <c:pt idx="838">
                  <c:v>43.811898518289475</c:v>
                </c:pt>
                <c:pt idx="839">
                  <c:v>43.813093033278562</c:v>
                </c:pt>
                <c:pt idx="840">
                  <c:v>43.823769931507499</c:v>
                </c:pt>
                <c:pt idx="841">
                  <c:v>43.826106303965823</c:v>
                </c:pt>
                <c:pt idx="842">
                  <c:v>43.826263187559334</c:v>
                </c:pt>
                <c:pt idx="843">
                  <c:v>43.828388568276686</c:v>
                </c:pt>
                <c:pt idx="844">
                  <c:v>43.829422564989123</c:v>
                </c:pt>
                <c:pt idx="845">
                  <c:v>43.840282835238952</c:v>
                </c:pt>
                <c:pt idx="846">
                  <c:v>43.84258925518985</c:v>
                </c:pt>
                <c:pt idx="847">
                  <c:v>43.842688191204161</c:v>
                </c:pt>
                <c:pt idx="848">
                  <c:v>43.844336609831743</c:v>
                </c:pt>
                <c:pt idx="849">
                  <c:v>43.84521364053537</c:v>
                </c:pt>
                <c:pt idx="850">
                  <c:v>43.85396017607399</c:v>
                </c:pt>
                <c:pt idx="851">
                  <c:v>43.855743808315161</c:v>
                </c:pt>
                <c:pt idx="852">
                  <c:v>43.855829145534869</c:v>
                </c:pt>
                <c:pt idx="853">
                  <c:v>43.858014733450538</c:v>
                </c:pt>
                <c:pt idx="854">
                  <c:v>43.859039113017175</c:v>
                </c:pt>
                <c:pt idx="855">
                  <c:v>43.870331314687043</c:v>
                </c:pt>
                <c:pt idx="856">
                  <c:v>43.872793491761605</c:v>
                </c:pt>
                <c:pt idx="857">
                  <c:v>43.872910666741063</c:v>
                </c:pt>
                <c:pt idx="858">
                  <c:v>43.874168213584895</c:v>
                </c:pt>
                <c:pt idx="859">
                  <c:v>43.874792695502158</c:v>
                </c:pt>
                <c:pt idx="860">
                  <c:v>43.881294502572736</c:v>
                </c:pt>
                <c:pt idx="861">
                  <c:v>43.88274414802359</c:v>
                </c:pt>
                <c:pt idx="862">
                  <c:v>43.882767643257523</c:v>
                </c:pt>
                <c:pt idx="863">
                  <c:v>43.884248400886968</c:v>
                </c:pt>
                <c:pt idx="864">
                  <c:v>43.885060682817212</c:v>
                </c:pt>
                <c:pt idx="865">
                  <c:v>43.89286102610825</c:v>
                </c:pt>
                <c:pt idx="866">
                  <c:v>43.89451394910688</c:v>
                </c:pt>
                <c:pt idx="867">
                  <c:v>43.894595001894743</c:v>
                </c:pt>
                <c:pt idx="868">
                  <c:v>43.896369915474722</c:v>
                </c:pt>
                <c:pt idx="869">
                  <c:v>43.897216920555373</c:v>
                </c:pt>
                <c:pt idx="870">
                  <c:v>43.906111872645518</c:v>
                </c:pt>
                <c:pt idx="871">
                  <c:v>43.907968196318031</c:v>
                </c:pt>
                <c:pt idx="872">
                  <c:v>43.908065004714388</c:v>
                </c:pt>
                <c:pt idx="873">
                  <c:v>43.909243350659729</c:v>
                </c:pt>
                <c:pt idx="874">
                  <c:v>43.90994337239632</c:v>
                </c:pt>
                <c:pt idx="875">
                  <c:v>43.916446139228221</c:v>
                </c:pt>
                <c:pt idx="876">
                  <c:v>43.917812946743567</c:v>
                </c:pt>
                <c:pt idx="877">
                  <c:v>43.91792258973237</c:v>
                </c:pt>
                <c:pt idx="878">
                  <c:v>43.920074110904977</c:v>
                </c:pt>
                <c:pt idx="879">
                  <c:v>43.921047278259501</c:v>
                </c:pt>
                <c:pt idx="880">
                  <c:v>43.93213293740444</c:v>
                </c:pt>
                <c:pt idx="881">
                  <c:v>43.934462168841293</c:v>
                </c:pt>
                <c:pt idx="882">
                  <c:v>43.934678096366667</c:v>
                </c:pt>
                <c:pt idx="883">
                  <c:v>43.935949661735066</c:v>
                </c:pt>
                <c:pt idx="884">
                  <c:v>43.936541404407315</c:v>
                </c:pt>
                <c:pt idx="885">
                  <c:v>43.943076067140801</c:v>
                </c:pt>
                <c:pt idx="886">
                  <c:v>43.944434979380993</c:v>
                </c:pt>
                <c:pt idx="887">
                  <c:v>43.944536148442467</c:v>
                </c:pt>
                <c:pt idx="888">
                  <c:v>43.944665295847663</c:v>
                </c:pt>
                <c:pt idx="889">
                  <c:v>43.944725713203084</c:v>
                </c:pt>
                <c:pt idx="890">
                  <c:v>43.945368425109045</c:v>
                </c:pt>
                <c:pt idx="891">
                  <c:v>43.945507105199738</c:v>
                </c:pt>
                <c:pt idx="892">
                  <c:v>43.945519797961765</c:v>
                </c:pt>
                <c:pt idx="893">
                  <c:v>43.945437125283902</c:v>
                </c:pt>
                <c:pt idx="894">
                  <c:v>43.945397765090227</c:v>
                </c:pt>
                <c:pt idx="895">
                  <c:v>43.944965541620419</c:v>
                </c:pt>
                <c:pt idx="896">
                  <c:v>43.944873941464401</c:v>
                </c:pt>
                <c:pt idx="897">
                  <c:v>43.944864031422583</c:v>
                </c:pt>
                <c:pt idx="898">
                  <c:v>43.944479776306849</c:v>
                </c:pt>
                <c:pt idx="899">
                  <c:v>43.944314158293231</c:v>
                </c:pt>
                <c:pt idx="900">
                  <c:v>43.942370337442313</c:v>
                </c:pt>
                <c:pt idx="901">
                  <c:v>43.94193667816922</c:v>
                </c:pt>
                <c:pt idx="902">
                  <c:v>43.941906905104418</c:v>
                </c:pt>
                <c:pt idx="903">
                  <c:v>43.941783408007282</c:v>
                </c:pt>
                <c:pt idx="904">
                  <c:v>43.941717435415654</c:v>
                </c:pt>
                <c:pt idx="905">
                  <c:v>43.941072713553446</c:v>
                </c:pt>
                <c:pt idx="906">
                  <c:v>43.940930657165993</c:v>
                </c:pt>
                <c:pt idx="907">
                  <c:v>43.940920168744469</c:v>
                </c:pt>
                <c:pt idx="908">
                  <c:v>43.940878285167017</c:v>
                </c:pt>
                <c:pt idx="909">
                  <c:v>43.940856961079888</c:v>
                </c:pt>
                <c:pt idx="910">
                  <c:v>43.940643100764724</c:v>
                </c:pt>
                <c:pt idx="911">
                  <c:v>43.940595471599941</c:v>
                </c:pt>
                <c:pt idx="912">
                  <c:v>43.940592288083167</c:v>
                </c:pt>
                <c:pt idx="913">
                  <c:v>43.940803756557322</c:v>
                </c:pt>
                <c:pt idx="914">
                  <c:v>43.94089852672645</c:v>
                </c:pt>
                <c:pt idx="915">
                  <c:v>43.941993976268208</c:v>
                </c:pt>
                <c:pt idx="916">
                  <c:v>43.942227140174992</c:v>
                </c:pt>
                <c:pt idx="917">
                  <c:v>43.942234786538165</c:v>
                </c:pt>
                <c:pt idx="918">
                  <c:v>43.943095832046922</c:v>
                </c:pt>
                <c:pt idx="919">
                  <c:v>43.943520498057509</c:v>
                </c:pt>
                <c:pt idx="920">
                  <c:v>43.948106529523884</c:v>
                </c:pt>
                <c:pt idx="921">
                  <c:v>43.949108952944854</c:v>
                </c:pt>
                <c:pt idx="922">
                  <c:v>43.949135807515063</c:v>
                </c:pt>
                <c:pt idx="923">
                  <c:v>43.950076707155709</c:v>
                </c:pt>
                <c:pt idx="924">
                  <c:v>43.950543218980414</c:v>
                </c:pt>
                <c:pt idx="925">
                  <c:v>43.955548873973186</c:v>
                </c:pt>
                <c:pt idx="926">
                  <c:v>43.956632243793059</c:v>
                </c:pt>
                <c:pt idx="927">
                  <c:v>43.956692693857178</c:v>
                </c:pt>
                <c:pt idx="928">
                  <c:v>43.957348343276976</c:v>
                </c:pt>
                <c:pt idx="929">
                  <c:v>43.957665415910355</c:v>
                </c:pt>
                <c:pt idx="930">
                  <c:v>43.961109241157075</c:v>
                </c:pt>
                <c:pt idx="931">
                  <c:v>43.961829781954656</c:v>
                </c:pt>
                <c:pt idx="932">
                  <c:v>43.961948239596836</c:v>
                </c:pt>
                <c:pt idx="933">
                  <c:v>43.96231818137116</c:v>
                </c:pt>
                <c:pt idx="934">
                  <c:v>43.962505199044713</c:v>
                </c:pt>
                <c:pt idx="935">
                  <c:v>43.964711765585541</c:v>
                </c:pt>
                <c:pt idx="936">
                  <c:v>43.96517337967164</c:v>
                </c:pt>
                <c:pt idx="937">
                  <c:v>43.965236461059931</c:v>
                </c:pt>
                <c:pt idx="938">
                  <c:v>43.966069608190622</c:v>
                </c:pt>
                <c:pt idx="939">
                  <c:v>43.966446214177182</c:v>
                </c:pt>
                <c:pt idx="940">
                  <c:v>43.971019641367626</c:v>
                </c:pt>
                <c:pt idx="941">
                  <c:v>43.971975355464565</c:v>
                </c:pt>
                <c:pt idx="942">
                  <c:v>43.972134675105622</c:v>
                </c:pt>
                <c:pt idx="943">
                  <c:v>43.972589161737488</c:v>
                </c:pt>
                <c:pt idx="944">
                  <c:v>43.972807029035195</c:v>
                </c:pt>
                <c:pt idx="945">
                  <c:v>43.975421102282994</c:v>
                </c:pt>
                <c:pt idx="946">
                  <c:v>43.975977622354868</c:v>
                </c:pt>
                <c:pt idx="947">
                  <c:v>43.976078760072028</c:v>
                </c:pt>
                <c:pt idx="948">
                  <c:v>43.976984567866964</c:v>
                </c:pt>
                <c:pt idx="949">
                  <c:v>43.977423373163568</c:v>
                </c:pt>
                <c:pt idx="950">
                  <c:v>43.982660184066773</c:v>
                </c:pt>
                <c:pt idx="951">
                  <c:v>43.983786341673174</c:v>
                </c:pt>
                <c:pt idx="952">
                  <c:v>43.983963921506756</c:v>
                </c:pt>
                <c:pt idx="953">
                  <c:v>43.985253710239739</c:v>
                </c:pt>
                <c:pt idx="954">
                  <c:v>43.985864207119867</c:v>
                </c:pt>
                <c:pt idx="955">
                  <c:v>43.993041893401831</c:v>
                </c:pt>
                <c:pt idx="956">
                  <c:v>43.994574288307085</c:v>
                </c:pt>
                <c:pt idx="957">
                  <c:v>43.994809684108588</c:v>
                </c:pt>
                <c:pt idx="958">
                  <c:v>43.994730665269778</c:v>
                </c:pt>
                <c:pt idx="959">
                  <c:v>43.994689120052179</c:v>
                </c:pt>
                <c:pt idx="960">
                  <c:v>43.994255814293474</c:v>
                </c:pt>
                <c:pt idx="961">
                  <c:v>43.994162364524435</c:v>
                </c:pt>
                <c:pt idx="962">
                  <c:v>43.99415076540339</c:v>
                </c:pt>
                <c:pt idx="963">
                  <c:v>43.994574756831753</c:v>
                </c:pt>
                <c:pt idx="964">
                  <c:v>43.994824255596676</c:v>
                </c:pt>
                <c:pt idx="965">
                  <c:v>43.997181385629133</c:v>
                </c:pt>
                <c:pt idx="966">
                  <c:v>43.997722281880499</c:v>
                </c:pt>
                <c:pt idx="967">
                  <c:v>43.997767094305857</c:v>
                </c:pt>
                <c:pt idx="968">
                  <c:v>43.99788504390456</c:v>
                </c:pt>
                <c:pt idx="969">
                  <c:v>43.997949369693714</c:v>
                </c:pt>
                <c:pt idx="970">
                  <c:v>43.998593786079418</c:v>
                </c:pt>
                <c:pt idx="971">
                  <c:v>43.99873578832662</c:v>
                </c:pt>
                <c:pt idx="972">
                  <c:v>43.998750838913793</c:v>
                </c:pt>
                <c:pt idx="973">
                  <c:v>43.998789473843779</c:v>
                </c:pt>
                <c:pt idx="974">
                  <c:v>43.998811184021598</c:v>
                </c:pt>
                <c:pt idx="975">
                  <c:v>43.999026695305908</c:v>
                </c:pt>
                <c:pt idx="976">
                  <c:v>43.999072929963965</c:v>
                </c:pt>
                <c:pt idx="977">
                  <c:v>43.999078754178186</c:v>
                </c:pt>
                <c:pt idx="978">
                  <c:v>43.999886632437914</c:v>
                </c:pt>
                <c:pt idx="979">
                  <c:v>44.000365630467236</c:v>
                </c:pt>
                <c:pt idx="980">
                  <c:v>44.004931378736558</c:v>
                </c:pt>
                <c:pt idx="981">
                  <c:v>44.005913077095805</c:v>
                </c:pt>
                <c:pt idx="982">
                  <c:v>44.005980488317675</c:v>
                </c:pt>
                <c:pt idx="983">
                  <c:v>44.006253898248723</c:v>
                </c:pt>
                <c:pt idx="984">
                  <c:v>44.006412252085539</c:v>
                </c:pt>
                <c:pt idx="985">
                  <c:v>44.007923751762824</c:v>
                </c:pt>
                <c:pt idx="986">
                  <c:v>44.008242173078301</c:v>
                </c:pt>
                <c:pt idx="987">
                  <c:v>44.00828211705749</c:v>
                </c:pt>
                <c:pt idx="988">
                  <c:v>44.008788116791287</c:v>
                </c:pt>
                <c:pt idx="989">
                  <c:v>44.009112041544384</c:v>
                </c:pt>
                <c:pt idx="990">
                  <c:v>44.01217305861563</c:v>
                </c:pt>
                <c:pt idx="991">
                  <c:v>44.012810646843199</c:v>
                </c:pt>
                <c:pt idx="992">
                  <c:v>44.012882310244493</c:v>
                </c:pt>
                <c:pt idx="993">
                  <c:v>44.013029319272214</c:v>
                </c:pt>
                <c:pt idx="994">
                  <c:v>44.013122852087321</c:v>
                </c:pt>
                <c:pt idx="995">
                  <c:v>44.013987470563507</c:v>
                </c:pt>
                <c:pt idx="996">
                  <c:v>44.014172128094231</c:v>
                </c:pt>
                <c:pt idx="997">
                  <c:v>44.014197100282786</c:v>
                </c:pt>
                <c:pt idx="998">
                  <c:v>44.014833232273716</c:v>
                </c:pt>
                <c:pt idx="999">
                  <c:v>44.01520363074475</c:v>
                </c:pt>
                <c:pt idx="1000">
                  <c:v>44.018942544502337</c:v>
                </c:pt>
                <c:pt idx="1001">
                  <c:v>44.019721632703138</c:v>
                </c:pt>
                <c:pt idx="1002">
                  <c:v>44.019781126559678</c:v>
                </c:pt>
                <c:pt idx="1003">
                  <c:v>44.019953116700648</c:v>
                </c:pt>
                <c:pt idx="1004">
                  <c:v>44.02003489096834</c:v>
                </c:pt>
                <c:pt idx="1005">
                  <c:v>44.020891962523741</c:v>
                </c:pt>
                <c:pt idx="1006">
                  <c:v>44.021071948532196</c:v>
                </c:pt>
                <c:pt idx="1007">
                  <c:v>44.021095933392871</c:v>
                </c:pt>
                <c:pt idx="1008">
                  <c:v>44.021133666269847</c:v>
                </c:pt>
                <c:pt idx="1009">
                  <c:v>44.021158336049261</c:v>
                </c:pt>
                <c:pt idx="1010">
                  <c:v>44.021374135879995</c:v>
                </c:pt>
                <c:pt idx="1011">
                  <c:v>44.021421978817386</c:v>
                </c:pt>
                <c:pt idx="1012">
                  <c:v>44.021426955853713</c:v>
                </c:pt>
                <c:pt idx="1013">
                  <c:v>44.022076395914937</c:v>
                </c:pt>
                <c:pt idx="1014">
                  <c:v>44.02240597210168</c:v>
                </c:pt>
                <c:pt idx="1015">
                  <c:v>44.025839543126679</c:v>
                </c:pt>
                <c:pt idx="1016">
                  <c:v>44.026579027544223</c:v>
                </c:pt>
                <c:pt idx="1017">
                  <c:v>44.026683124802901</c:v>
                </c:pt>
                <c:pt idx="1018">
                  <c:v>44.027392495394217</c:v>
                </c:pt>
                <c:pt idx="1019">
                  <c:v>44.027773787080569</c:v>
                </c:pt>
                <c:pt idx="1020">
                  <c:v>44.031636964476995</c:v>
                </c:pt>
                <c:pt idx="1021">
                  <c:v>44.032494950934215</c:v>
                </c:pt>
                <c:pt idx="1022">
                  <c:v>44.032598309857065</c:v>
                </c:pt>
                <c:pt idx="1023">
                  <c:v>44.033287687259175</c:v>
                </c:pt>
                <c:pt idx="1024">
                  <c:v>44.033632475594345</c:v>
                </c:pt>
                <c:pt idx="1025">
                  <c:v>44.037282252928144</c:v>
                </c:pt>
                <c:pt idx="1026">
                  <c:v>44.038083223338504</c:v>
                </c:pt>
                <c:pt idx="1027">
                  <c:v>44.038185620901515</c:v>
                </c:pt>
                <c:pt idx="1028">
                  <c:v>44.039741643930128</c:v>
                </c:pt>
                <c:pt idx="1029">
                  <c:v>44.040512117225269</c:v>
                </c:pt>
                <c:pt idx="1030">
                  <c:v>44.048954728222398</c:v>
                </c:pt>
                <c:pt idx="1031">
                  <c:v>44.050801818371667</c:v>
                </c:pt>
                <c:pt idx="1032">
                  <c:v>44.051003244398316</c:v>
                </c:pt>
                <c:pt idx="1033">
                  <c:v>44.051399747020042</c:v>
                </c:pt>
                <c:pt idx="1034">
                  <c:v>44.051608903260735</c:v>
                </c:pt>
                <c:pt idx="1035">
                  <c:v>44.053769134145234</c:v>
                </c:pt>
                <c:pt idx="1036">
                  <c:v>44.054234851934467</c:v>
                </c:pt>
                <c:pt idx="1037">
                  <c:v>44.054288912210609</c:v>
                </c:pt>
                <c:pt idx="1038">
                  <c:v>44.054901914369701</c:v>
                </c:pt>
                <c:pt idx="1039">
                  <c:v>44.055213082036687</c:v>
                </c:pt>
                <c:pt idx="1040">
                  <c:v>44.058458263900469</c:v>
                </c:pt>
                <c:pt idx="1041">
                  <c:v>44.059158826267975</c:v>
                </c:pt>
                <c:pt idx="1042">
                  <c:v>44.059217452010387</c:v>
                </c:pt>
                <c:pt idx="1043">
                  <c:v>44.05979755307537</c:v>
                </c:pt>
                <c:pt idx="1044">
                  <c:v>44.060120130872583</c:v>
                </c:pt>
                <c:pt idx="1045">
                  <c:v>44.063397049209122</c:v>
                </c:pt>
                <c:pt idx="1046">
                  <c:v>44.064076556726896</c:v>
                </c:pt>
                <c:pt idx="1047">
                  <c:v>44.064146037591968</c:v>
                </c:pt>
                <c:pt idx="1048">
                  <c:v>44.065094367121908</c:v>
                </c:pt>
                <c:pt idx="1049">
                  <c:v>44.06558538342076</c:v>
                </c:pt>
                <c:pt idx="1050">
                  <c:v>44.070838986373843</c:v>
                </c:pt>
                <c:pt idx="1051">
                  <c:v>44.071927374578571</c:v>
                </c:pt>
                <c:pt idx="1052">
                  <c:v>44.072035582740398</c:v>
                </c:pt>
                <c:pt idx="1053">
                  <c:v>44.072914924104623</c:v>
                </c:pt>
                <c:pt idx="1054">
                  <c:v>44.073395733811687</c:v>
                </c:pt>
                <c:pt idx="1055">
                  <c:v>44.078167293830369</c:v>
                </c:pt>
                <c:pt idx="1056">
                  <c:v>44.079198823559864</c:v>
                </c:pt>
                <c:pt idx="1057">
                  <c:v>44.079266222391823</c:v>
                </c:pt>
                <c:pt idx="1058">
                  <c:v>44.080009866904049</c:v>
                </c:pt>
                <c:pt idx="1059">
                  <c:v>44.080395985570888</c:v>
                </c:pt>
                <c:pt idx="1060">
                  <c:v>44.084294080715146</c:v>
                </c:pt>
                <c:pt idx="1061">
                  <c:v>44.08510220258659</c:v>
                </c:pt>
                <c:pt idx="1062">
                  <c:v>44.085181992904779</c:v>
                </c:pt>
                <c:pt idx="1063">
                  <c:v>44.086379010824679</c:v>
                </c:pt>
                <c:pt idx="1064">
                  <c:v>44.086943027278934</c:v>
                </c:pt>
                <c:pt idx="1065">
                  <c:v>44.093004450716577</c:v>
                </c:pt>
                <c:pt idx="1066">
                  <c:v>44.094352909662348</c:v>
                </c:pt>
                <c:pt idx="1067">
                  <c:v>44.094383747598897</c:v>
                </c:pt>
                <c:pt idx="1068">
                  <c:v>44.095115637206924</c:v>
                </c:pt>
                <c:pt idx="1069">
                  <c:v>44.095447165288299</c:v>
                </c:pt>
                <c:pt idx="1070">
                  <c:v>44.099111328755214</c:v>
                </c:pt>
                <c:pt idx="1071">
                  <c:v>44.099902578704011</c:v>
                </c:pt>
                <c:pt idx="1072">
                  <c:v>44.099971711241437</c:v>
                </c:pt>
                <c:pt idx="1073">
                  <c:v>44.101147710522056</c:v>
                </c:pt>
                <c:pt idx="1074">
                  <c:v>44.101734336999748</c:v>
                </c:pt>
                <c:pt idx="1075">
                  <c:v>44.107722312914944</c:v>
                </c:pt>
                <c:pt idx="1076">
                  <c:v>44.109052410841358</c:v>
                </c:pt>
                <c:pt idx="1077">
                  <c:v>44.109173726494134</c:v>
                </c:pt>
                <c:pt idx="1078">
                  <c:v>44.109715936874181</c:v>
                </c:pt>
                <c:pt idx="1079">
                  <c:v>44.109976878048855</c:v>
                </c:pt>
                <c:pt idx="1080">
                  <c:v>44.112767195402512</c:v>
                </c:pt>
                <c:pt idx="1081">
                  <c:v>44.113395926949913</c:v>
                </c:pt>
                <c:pt idx="1082">
                  <c:v>44.113446809105142</c:v>
                </c:pt>
                <c:pt idx="1083">
                  <c:v>44.114251081620495</c:v>
                </c:pt>
                <c:pt idx="1084">
                  <c:v>44.114646535366269</c:v>
                </c:pt>
                <c:pt idx="1085">
                  <c:v>44.11898710084256</c:v>
                </c:pt>
                <c:pt idx="1086">
                  <c:v>44.119956316009166</c:v>
                </c:pt>
                <c:pt idx="1087">
                  <c:v>44.120018946939808</c:v>
                </c:pt>
                <c:pt idx="1088">
                  <c:v>44.119854314759962</c:v>
                </c:pt>
                <c:pt idx="1089">
                  <c:v>44.119777631524805</c:v>
                </c:pt>
                <c:pt idx="1090">
                  <c:v>44.118908114162828</c:v>
                </c:pt>
                <c:pt idx="1091">
                  <c:v>44.118714598150227</c:v>
                </c:pt>
                <c:pt idx="1092">
                  <c:v>44.118703893854786</c:v>
                </c:pt>
                <c:pt idx="1093">
                  <c:v>44.119792465853486</c:v>
                </c:pt>
                <c:pt idx="1094">
                  <c:v>44.121209127119513</c:v>
                </c:pt>
                <c:pt idx="1095">
                  <c:v>44.123783563195822</c:v>
                </c:pt>
                <c:pt idx="1096">
                  <c:v>44.124551701047928</c:v>
                </c:pt>
                <c:pt idx="1097">
                  <c:v>44.124620111930085</c:v>
                </c:pt>
                <c:pt idx="1098">
                  <c:v>44.124620111930085</c:v>
                </c:pt>
                <c:pt idx="1099">
                  <c:v>44.124620111930085</c:v>
                </c:pt>
                <c:pt idx="1100">
                  <c:v>44.124620111930085</c:v>
                </c:pt>
                <c:pt idx="1101">
                  <c:v>44.124620111930085</c:v>
                </c:pt>
                <c:pt idx="1102">
                  <c:v>44.124620111930085</c:v>
                </c:pt>
                <c:pt idx="1103">
                  <c:v>44.12392654131272</c:v>
                </c:pt>
                <c:pt idx="1104">
                  <c:v>44.123616281721212</c:v>
                </c:pt>
                <c:pt idx="1105">
                  <c:v>44.119849992641427</c:v>
                </c:pt>
                <c:pt idx="1106">
                  <c:v>44.119130582441798</c:v>
                </c:pt>
                <c:pt idx="1107">
                  <c:v>44.119034977493243</c:v>
                </c:pt>
                <c:pt idx="1108">
                  <c:v>44.119234702739242</c:v>
                </c:pt>
                <c:pt idx="1109">
                  <c:v>44.119331744699537</c:v>
                </c:pt>
                <c:pt idx="1110">
                  <c:v>44.120445348480146</c:v>
                </c:pt>
                <c:pt idx="1111">
                  <c:v>44.12065802274941</c:v>
                </c:pt>
                <c:pt idx="1112">
                  <c:v>44.12067802186067</c:v>
                </c:pt>
                <c:pt idx="1113">
                  <c:v>44.120163497737046</c:v>
                </c:pt>
                <c:pt idx="1114">
                  <c:v>44.119890845322821</c:v>
                </c:pt>
                <c:pt idx="1115">
                  <c:v>44.117008254189123</c:v>
                </c:pt>
                <c:pt idx="1116">
                  <c:v>44.1164562675621</c:v>
                </c:pt>
                <c:pt idx="1117">
                  <c:v>44.116404879660706</c:v>
                </c:pt>
                <c:pt idx="1118">
                  <c:v>44.116236602285511</c:v>
                </c:pt>
                <c:pt idx="1119">
                  <c:v>44.116166448747727</c:v>
                </c:pt>
                <c:pt idx="1120">
                  <c:v>44.115280985185152</c:v>
                </c:pt>
                <c:pt idx="1121">
                  <c:v>44.115108106360118</c:v>
                </c:pt>
                <c:pt idx="1122">
                  <c:v>44.115089835750837</c:v>
                </c:pt>
                <c:pt idx="1123">
                  <c:v>44.114837613899489</c:v>
                </c:pt>
                <c:pt idx="1124">
                  <c:v>44.114730409707569</c:v>
                </c:pt>
                <c:pt idx="1125">
                  <c:v>44.113411459449111</c:v>
                </c:pt>
                <c:pt idx="1126">
                  <c:v>44.11313440685872</c:v>
                </c:pt>
                <c:pt idx="1127">
                  <c:v>44.113118823241507</c:v>
                </c:pt>
                <c:pt idx="1128">
                  <c:v>44.114015203958985</c:v>
                </c:pt>
                <c:pt idx="1129">
                  <c:v>44.114394213072785</c:v>
                </c:pt>
                <c:pt idx="1130">
                  <c:v>44.11896623129072</c:v>
                </c:pt>
                <c:pt idx="1131">
                  <c:v>44.119972250265107</c:v>
                </c:pt>
                <c:pt idx="1132">
                  <c:v>44.120018946939808</c:v>
                </c:pt>
                <c:pt idx="1133">
                  <c:v>44.120789312291294</c:v>
                </c:pt>
                <c:pt idx="1134">
                  <c:v>44.121156869228962</c:v>
                </c:pt>
                <c:pt idx="1135">
                  <c:v>44.125036370741178</c:v>
                </c:pt>
                <c:pt idx="1136">
                  <c:v>44.125853835394551</c:v>
                </c:pt>
                <c:pt idx="1137">
                  <c:v>44.125935180064062</c:v>
                </c:pt>
                <c:pt idx="1138">
                  <c:v>44.126261743033041</c:v>
                </c:pt>
                <c:pt idx="1139">
                  <c:v>44.126431566825218</c:v>
                </c:pt>
                <c:pt idx="1140">
                  <c:v>44.128153758792159</c:v>
                </c:pt>
                <c:pt idx="1141">
                  <c:v>44.128526667831281</c:v>
                </c:pt>
                <c:pt idx="1142">
                  <c:v>44.128565326384091</c:v>
                </c:pt>
                <c:pt idx="1143">
                  <c:v>44.129490748179158</c:v>
                </c:pt>
                <c:pt idx="1144">
                  <c:v>44.12993029883625</c:v>
                </c:pt>
                <c:pt idx="1145">
                  <c:v>44.134680790769799</c:v>
                </c:pt>
                <c:pt idx="1146">
                  <c:v>44.135737628462017</c:v>
                </c:pt>
                <c:pt idx="1147">
                  <c:v>44.135796750805639</c:v>
                </c:pt>
                <c:pt idx="1148">
                  <c:v>44.136469694856778</c:v>
                </c:pt>
                <c:pt idx="1149">
                  <c:v>44.136802512340708</c:v>
                </c:pt>
                <c:pt idx="1150">
                  <c:v>44.14028166026781</c:v>
                </c:pt>
                <c:pt idx="1151">
                  <c:v>44.141025317390053</c:v>
                </c:pt>
                <c:pt idx="1152">
                  <c:v>44.141054063283434</c:v>
                </c:pt>
                <c:pt idx="1153">
                  <c:v>44.141096298769092</c:v>
                </c:pt>
                <c:pt idx="1154">
                  <c:v>44.141116666043729</c:v>
                </c:pt>
                <c:pt idx="1155">
                  <c:v>44.141333607246743</c:v>
                </c:pt>
                <c:pt idx="1156">
                  <c:v>44.141380926545999</c:v>
                </c:pt>
                <c:pt idx="1157">
                  <c:v>44.141385161280255</c:v>
                </c:pt>
                <c:pt idx="1158">
                  <c:v>44.141423498391951</c:v>
                </c:pt>
                <c:pt idx="1159">
                  <c:v>44.141445707742875</c:v>
                </c:pt>
                <c:pt idx="1160">
                  <c:v>44.141664540848424</c:v>
                </c:pt>
                <c:pt idx="1161">
                  <c:v>44.141710126031505</c:v>
                </c:pt>
                <c:pt idx="1162">
                  <c:v>44.14171316511397</c:v>
                </c:pt>
                <c:pt idx="1163">
                  <c:v>44.141517930376452</c:v>
                </c:pt>
                <c:pt idx="1164">
                  <c:v>44.141390945944529</c:v>
                </c:pt>
                <c:pt idx="1165">
                  <c:v>44.140311879380654</c:v>
                </c:pt>
                <c:pt idx="1166">
                  <c:v>44.140084142805662</c:v>
                </c:pt>
                <c:pt idx="1167">
                  <c:v>44.140070053675458</c:v>
                </c:pt>
                <c:pt idx="1168">
                  <c:v>44.140274190475729</c:v>
                </c:pt>
                <c:pt idx="1169">
                  <c:v>44.140383148085341</c:v>
                </c:pt>
                <c:pt idx="1170">
                  <c:v>44.141472314634989</c:v>
                </c:pt>
                <c:pt idx="1171">
                  <c:v>44.141697275993479</c:v>
                </c:pt>
                <c:pt idx="1172">
                  <c:v>44.14171316511397</c:v>
                </c:pt>
                <c:pt idx="1173">
                  <c:v>44.141958685157157</c:v>
                </c:pt>
                <c:pt idx="1174">
                  <c:v>44.142097341559207</c:v>
                </c:pt>
                <c:pt idx="1175">
                  <c:v>44.143396127217478</c:v>
                </c:pt>
                <c:pt idx="1176">
                  <c:v>44.143665713905662</c:v>
                </c:pt>
                <c:pt idx="1177">
                  <c:v>44.143684286910172</c:v>
                </c:pt>
                <c:pt idx="1178">
                  <c:v>44.143887240366958</c:v>
                </c:pt>
                <c:pt idx="1179">
                  <c:v>44.143998020997586</c:v>
                </c:pt>
                <c:pt idx="1180">
                  <c:v>44.14507688532769</c:v>
                </c:pt>
                <c:pt idx="1181">
                  <c:v>44.145299876277377</c:v>
                </c:pt>
                <c:pt idx="1182">
                  <c:v>44.145327409930474</c:v>
                </c:pt>
                <c:pt idx="1183">
                  <c:v>44.145213430159473</c:v>
                </c:pt>
                <c:pt idx="1184">
                  <c:v>44.145139165913079</c:v>
                </c:pt>
                <c:pt idx="1185">
                  <c:v>44.144491637312242</c:v>
                </c:pt>
                <c:pt idx="1186">
                  <c:v>44.144346680464757</c:v>
                </c:pt>
                <c:pt idx="1187">
                  <c:v>44.144343392121641</c:v>
                </c:pt>
                <c:pt idx="1188">
                  <c:v>44.145187411503287</c:v>
                </c:pt>
                <c:pt idx="1189">
                  <c:v>44.145612608329998</c:v>
                </c:pt>
                <c:pt idx="1190">
                  <c:v>44.149923020664545</c:v>
                </c:pt>
                <c:pt idx="1191">
                  <c:v>44.150903695843915</c:v>
                </c:pt>
                <c:pt idx="1192">
                  <c:v>44.150915924306787</c:v>
                </c:pt>
                <c:pt idx="1193">
                  <c:v>44.151844726023022</c:v>
                </c:pt>
                <c:pt idx="1194">
                  <c:v>44.15235159153125</c:v>
                </c:pt>
                <c:pt idx="1195">
                  <c:v>44.157323344403075</c:v>
                </c:pt>
                <c:pt idx="1196">
                  <c:v>44.158373426651941</c:v>
                </c:pt>
                <c:pt idx="1197">
                  <c:v>44.15847567862096</c:v>
                </c:pt>
                <c:pt idx="1198">
                  <c:v>44.158217339546965</c:v>
                </c:pt>
                <c:pt idx="1199">
                  <c:v>44.158060357248409</c:v>
                </c:pt>
                <c:pt idx="1200">
                  <c:v>44.156637221620045</c:v>
                </c:pt>
                <c:pt idx="1201">
                  <c:v>44.156300055466694</c:v>
                </c:pt>
                <c:pt idx="1202">
                  <c:v>44.156176486474749</c:v>
                </c:pt>
                <c:pt idx="1203">
                  <c:v>44.156504924620592</c:v>
                </c:pt>
                <c:pt idx="1204">
                  <c:v>44.156836197397205</c:v>
                </c:pt>
                <c:pt idx="1205">
                  <c:v>44.160029451159133</c:v>
                </c:pt>
                <c:pt idx="1206">
                  <c:v>44.160776816123644</c:v>
                </c:pt>
                <c:pt idx="1207">
                  <c:v>44.16077797563446</c:v>
                </c:pt>
                <c:pt idx="1208">
                  <c:v>44.161136315332357</c:v>
                </c:pt>
                <c:pt idx="1209">
                  <c:v>44.161339141626279</c:v>
                </c:pt>
                <c:pt idx="1210">
                  <c:v>44.16324753202818</c:v>
                </c:pt>
                <c:pt idx="1211">
                  <c:v>44.163689833624581</c:v>
                </c:pt>
                <c:pt idx="1212">
                  <c:v>44.163736318804638</c:v>
                </c:pt>
                <c:pt idx="1213">
                  <c:v>44.164299370372923</c:v>
                </c:pt>
                <c:pt idx="1214">
                  <c:v>44.164627656872696</c:v>
                </c:pt>
                <c:pt idx="1215">
                  <c:v>44.167922268144579</c:v>
                </c:pt>
                <c:pt idx="1216">
                  <c:v>44.168657051690531</c:v>
                </c:pt>
                <c:pt idx="1217">
                  <c:v>44.168665897502024</c:v>
                </c:pt>
                <c:pt idx="1218">
                  <c:v>44.170074265178009</c:v>
                </c:pt>
                <c:pt idx="1219">
                  <c:v>44.170772352799744</c:v>
                </c:pt>
                <c:pt idx="1220">
                  <c:v>44.178162349378312</c:v>
                </c:pt>
                <c:pt idx="1221">
                  <c:v>44.179832876199619</c:v>
                </c:pt>
                <c:pt idx="1222">
                  <c:v>44.179843500185427</c:v>
                </c:pt>
                <c:pt idx="1223">
                  <c:v>44.180761692219463</c:v>
                </c:pt>
                <c:pt idx="1224">
                  <c:v>44.181223259101969</c:v>
                </c:pt>
                <c:pt idx="1225">
                  <c:v>44.185999545695971</c:v>
                </c:pt>
                <c:pt idx="1226">
                  <c:v>44.186968471779316</c:v>
                </c:pt>
                <c:pt idx="1227">
                  <c:v>44.18707565222536</c:v>
                </c:pt>
                <c:pt idx="1228">
                  <c:v>44.187901196076687</c:v>
                </c:pt>
                <c:pt idx="1229">
                  <c:v>44.188360444583935</c:v>
                </c:pt>
                <c:pt idx="1230">
                  <c:v>44.192977036765541</c:v>
                </c:pt>
                <c:pt idx="1231">
                  <c:v>44.193909288568314</c:v>
                </c:pt>
                <c:pt idx="1232">
                  <c:v>44.193976775576857</c:v>
                </c:pt>
                <c:pt idx="1233">
                  <c:v>44.19438023151335</c:v>
                </c:pt>
                <c:pt idx="1234">
                  <c:v>44.194622098214204</c:v>
                </c:pt>
                <c:pt idx="1235">
                  <c:v>44.196782528431783</c:v>
                </c:pt>
                <c:pt idx="1236">
                  <c:v>44.197236146362968</c:v>
                </c:pt>
                <c:pt idx="1237">
                  <c:v>44.197263352829566</c:v>
                </c:pt>
                <c:pt idx="1238">
                  <c:v>44.19769970129645</c:v>
                </c:pt>
                <c:pt idx="1239">
                  <c:v>44.197960453184116</c:v>
                </c:pt>
                <c:pt idx="1240">
                  <c:v>44.20033784721489</c:v>
                </c:pt>
                <c:pt idx="1241">
                  <c:v>44.200835928634248</c:v>
                </c:pt>
                <c:pt idx="1242">
                  <c:v>44.200881088463746</c:v>
                </c:pt>
                <c:pt idx="1243">
                  <c:v>44.201569871362182</c:v>
                </c:pt>
                <c:pt idx="1244">
                  <c:v>44.201953541989838</c:v>
                </c:pt>
                <c:pt idx="1245">
                  <c:v>44.205652025377212</c:v>
                </c:pt>
                <c:pt idx="1246">
                  <c:v>44.206470216436855</c:v>
                </c:pt>
                <c:pt idx="1247">
                  <c:v>44.206498773376268</c:v>
                </c:pt>
                <c:pt idx="1248">
                  <c:v>44.207288838230212</c:v>
                </c:pt>
                <c:pt idx="1249">
                  <c:v>44.207724036276133</c:v>
                </c:pt>
                <c:pt idx="1250">
                  <c:v>44.212033448632425</c:v>
                </c:pt>
                <c:pt idx="1251">
                  <c:v>44.213020301887575</c:v>
                </c:pt>
                <c:pt idx="1252">
                  <c:v>44.213043556545188</c:v>
                </c:pt>
                <c:pt idx="1253">
                  <c:v>44.213241626653627</c:v>
                </c:pt>
                <c:pt idx="1254">
                  <c:v>44.213358287068822</c:v>
                </c:pt>
                <c:pt idx="1255">
                  <c:v>44.214435684520552</c:v>
                </c:pt>
                <c:pt idx="1256">
                  <c:v>44.214686496187241</c:v>
                </c:pt>
                <c:pt idx="1257">
                  <c:v>44.214686905102781</c:v>
                </c:pt>
                <c:pt idx="1258">
                  <c:v>44.215232102653204</c:v>
                </c:pt>
                <c:pt idx="1259">
                  <c:v>44.215558296380017</c:v>
                </c:pt>
                <c:pt idx="1260">
                  <c:v>44.218570946494495</c:v>
                </c:pt>
                <c:pt idx="1261">
                  <c:v>44.219273137785741</c:v>
                </c:pt>
                <c:pt idx="1262">
                  <c:v>44.219288928875869</c:v>
                </c:pt>
                <c:pt idx="1263">
                  <c:v>44.21963397183859</c:v>
                </c:pt>
                <c:pt idx="1264">
                  <c:v>44.219872826694484</c:v>
                </c:pt>
                <c:pt idx="1265">
                  <c:v>44.221799327436123</c:v>
                </c:pt>
                <c:pt idx="1266">
                  <c:v>44.222247616269669</c:v>
                </c:pt>
                <c:pt idx="1267">
                  <c:v>44.222408225734348</c:v>
                </c:pt>
                <c:pt idx="1268">
                  <c:v>44.22346640575406</c:v>
                </c:pt>
                <c:pt idx="1269">
                  <c:v>44.224164972647884</c:v>
                </c:pt>
                <c:pt idx="1270">
                  <c:v>44.230631217310346</c:v>
                </c:pt>
                <c:pt idx="1271">
                  <c:v>44.232111066582775</c:v>
                </c:pt>
                <c:pt idx="1272">
                  <c:v>44.232108486777307</c:v>
                </c:pt>
                <c:pt idx="1273">
                  <c:v>44.232071099304228</c:v>
                </c:pt>
                <c:pt idx="1274">
                  <c:v>44.232047970619732</c:v>
                </c:pt>
                <c:pt idx="1275">
                  <c:v>44.231832694346792</c:v>
                </c:pt>
                <c:pt idx="1276">
                  <c:v>44.231786278080072</c:v>
                </c:pt>
                <c:pt idx="1277">
                  <c:v>44.231783003893497</c:v>
                </c:pt>
                <c:pt idx="1278">
                  <c:v>44.231823110444353</c:v>
                </c:pt>
                <c:pt idx="1279">
                  <c:v>44.231847028228508</c:v>
                </c:pt>
                <c:pt idx="1280">
                  <c:v>44.232062003373258</c:v>
                </c:pt>
                <c:pt idx="1281">
                  <c:v>44.232110028195137</c:v>
                </c:pt>
                <c:pt idx="1282">
                  <c:v>44.232111066582775</c:v>
                </c:pt>
                <c:pt idx="1283">
                  <c:v>44.23294132494749</c:v>
                </c:pt>
                <c:pt idx="1284">
                  <c:v>44.23341657011926</c:v>
                </c:pt>
                <c:pt idx="1285">
                  <c:v>44.237982333137872</c:v>
                </c:pt>
                <c:pt idx="1286">
                  <c:v>44.239011677595272</c:v>
                </c:pt>
                <c:pt idx="1287">
                  <c:v>44.239015908204976</c:v>
                </c:pt>
                <c:pt idx="1288">
                  <c:v>44.239015908204976</c:v>
                </c:pt>
                <c:pt idx="1289">
                  <c:v>44.239015908204976</c:v>
                </c:pt>
                <c:pt idx="1290">
                  <c:v>44.239015908204976</c:v>
                </c:pt>
                <c:pt idx="1291">
                  <c:v>44.239015908204976</c:v>
                </c:pt>
                <c:pt idx="1292">
                  <c:v>44.239015908204976</c:v>
                </c:pt>
                <c:pt idx="1293">
                  <c:v>44.239683070054475</c:v>
                </c:pt>
                <c:pt idx="1294">
                  <c:v>44.240088336214463</c:v>
                </c:pt>
                <c:pt idx="1295">
                  <c:v>44.243786807586403</c:v>
                </c:pt>
                <c:pt idx="1296">
                  <c:v>44.244577478189001</c:v>
                </c:pt>
                <c:pt idx="1297">
                  <c:v>44.24460237023419</c:v>
                </c:pt>
                <c:pt idx="1298">
                  <c:v>44.244979324734736</c:v>
                </c:pt>
                <c:pt idx="1299">
                  <c:v>44.245165109973073</c:v>
                </c:pt>
                <c:pt idx="1300">
                  <c:v>44.247120654886452</c:v>
                </c:pt>
                <c:pt idx="1301">
                  <c:v>44.247561209020205</c:v>
                </c:pt>
                <c:pt idx="1302">
                  <c:v>44.247563959354899</c:v>
                </c:pt>
                <c:pt idx="1303">
                  <c:v>44.248115134417674</c:v>
                </c:pt>
                <c:pt idx="1304">
                  <c:v>44.248463404675192</c:v>
                </c:pt>
                <c:pt idx="1305">
                  <c:v>44.251470690613594</c:v>
                </c:pt>
                <c:pt idx="1306">
                  <c:v>44.252151657226413</c:v>
                </c:pt>
                <c:pt idx="1307">
                  <c:v>44.252166633669049</c:v>
                </c:pt>
                <c:pt idx="1308">
                  <c:v>44.252395948200906</c:v>
                </c:pt>
                <c:pt idx="1309">
                  <c:v>44.252545615237629</c:v>
                </c:pt>
                <c:pt idx="1310">
                  <c:v>44.253842302019834</c:v>
                </c:pt>
                <c:pt idx="1311">
                  <c:v>44.254127854622176</c:v>
                </c:pt>
                <c:pt idx="1312">
                  <c:v>44.25413818954064</c:v>
                </c:pt>
                <c:pt idx="1313">
                  <c:v>44.254585227992813</c:v>
                </c:pt>
                <c:pt idx="1314">
                  <c:v>44.254825156820758</c:v>
                </c:pt>
                <c:pt idx="1315">
                  <c:v>44.257214201924697</c:v>
                </c:pt>
                <c:pt idx="1316">
                  <c:v>44.25771706698405</c:v>
                </c:pt>
                <c:pt idx="1317">
                  <c:v>44.25775324506202</c:v>
                </c:pt>
                <c:pt idx="1318">
                  <c:v>44.258153788381932</c:v>
                </c:pt>
                <c:pt idx="1319">
                  <c:v>44.258380668038726</c:v>
                </c:pt>
                <c:pt idx="1320">
                  <c:v>44.260541959125327</c:v>
                </c:pt>
                <c:pt idx="1321">
                  <c:v>44.261007651345146</c:v>
                </c:pt>
                <c:pt idx="1322">
                  <c:v>44.261040245058723</c:v>
                </c:pt>
                <c:pt idx="1323">
                  <c:v>44.261163476523649</c:v>
                </c:pt>
                <c:pt idx="1324">
                  <c:v>44.261229505897454</c:v>
                </c:pt>
                <c:pt idx="1325">
                  <c:v>44.261884085419332</c:v>
                </c:pt>
                <c:pt idx="1326">
                  <c:v>44.2620159946892</c:v>
                </c:pt>
                <c:pt idx="1327">
                  <c:v>44.262027587408852</c:v>
                </c:pt>
                <c:pt idx="1328">
                  <c:v>44.262474714746929</c:v>
                </c:pt>
                <c:pt idx="1329">
                  <c:v>44.262713242840078</c:v>
                </c:pt>
                <c:pt idx="1330">
                  <c:v>44.265129178328081</c:v>
                </c:pt>
                <c:pt idx="1331">
                  <c:v>44.265610739273342</c:v>
                </c:pt>
                <c:pt idx="1332">
                  <c:v>44.265645796315084</c:v>
                </c:pt>
                <c:pt idx="1333">
                  <c:v>44.266844008289091</c:v>
                </c:pt>
                <c:pt idx="1334">
                  <c:v>44.267414980043775</c:v>
                </c:pt>
                <c:pt idx="1335">
                  <c:v>44.273821980315873</c:v>
                </c:pt>
                <c:pt idx="1336">
                  <c:v>44.275178930205357</c:v>
                </c:pt>
                <c:pt idx="1337">
                  <c:v>44.27566190874667</c:v>
                </c:pt>
                <c:pt idx="1338">
                  <c:v>44.275907708182274</c:v>
                </c:pt>
                <c:pt idx="1339">
                  <c:v>44.276056825832661</c:v>
                </c:pt>
                <c:pt idx="1340">
                  <c:v>44.278555103805175</c:v>
                </c:pt>
                <c:pt idx="1341">
                  <c:v>44.279096909622432</c:v>
                </c:pt>
                <c:pt idx="1342">
                  <c:v>44.279125330808995</c:v>
                </c:pt>
                <c:pt idx="1343">
                  <c:v>44.279206098958745</c:v>
                </c:pt>
                <c:pt idx="1344">
                  <c:v>44.279246403017865</c:v>
                </c:pt>
                <c:pt idx="1345">
                  <c:v>44.279682129144341</c:v>
                </c:pt>
                <c:pt idx="1346">
                  <c:v>44.279780114625133</c:v>
                </c:pt>
                <c:pt idx="1347">
                  <c:v>44.279781519739913</c:v>
                </c:pt>
                <c:pt idx="1348">
                  <c:v>44.280059337241489</c:v>
                </c:pt>
                <c:pt idx="1349">
                  <c:v>44.280202090841712</c:v>
                </c:pt>
                <c:pt idx="1350">
                  <c:v>44.281723323373058</c:v>
                </c:pt>
                <c:pt idx="1351">
                  <c:v>44.2820559431729</c:v>
                </c:pt>
                <c:pt idx="1352">
                  <c:v>44.282084378472064</c:v>
                </c:pt>
                <c:pt idx="1353">
                  <c:v>44.281972737149246</c:v>
                </c:pt>
                <c:pt idx="1354">
                  <c:v>44.281907603033112</c:v>
                </c:pt>
                <c:pt idx="1355">
                  <c:v>44.281249927141957</c:v>
                </c:pt>
                <c:pt idx="1356">
                  <c:v>44.281099090001064</c:v>
                </c:pt>
                <c:pt idx="1357">
                  <c:v>44.281096995501343</c:v>
                </c:pt>
                <c:pt idx="1358">
                  <c:v>44.280786553324234</c:v>
                </c:pt>
                <c:pt idx="1359">
                  <c:v>44.280602247424582</c:v>
                </c:pt>
                <c:pt idx="1360">
                  <c:v>44.27888266218384</c:v>
                </c:pt>
                <c:pt idx="1361">
                  <c:v>44.278491272020972</c:v>
                </c:pt>
                <c:pt idx="1362">
                  <c:v>44.278466047539212</c:v>
                </c:pt>
                <c:pt idx="1363">
                  <c:v>44.278466047539212</c:v>
                </c:pt>
                <c:pt idx="1364">
                  <c:v>44.278466047539212</c:v>
                </c:pt>
                <c:pt idx="1365">
                  <c:v>44.278466047539212</c:v>
                </c:pt>
                <c:pt idx="1366">
                  <c:v>44.278466047539212</c:v>
                </c:pt>
                <c:pt idx="1367">
                  <c:v>44.278466047539212</c:v>
                </c:pt>
                <c:pt idx="1368">
                  <c:v>44.278351304978308</c:v>
                </c:pt>
                <c:pt idx="1369">
                  <c:v>44.278279384200061</c:v>
                </c:pt>
                <c:pt idx="1370">
                  <c:v>44.277633169445679</c:v>
                </c:pt>
                <c:pt idx="1371">
                  <c:v>44.277481767137999</c:v>
                </c:pt>
                <c:pt idx="1372">
                  <c:v>44.277497960365238</c:v>
                </c:pt>
                <c:pt idx="1373">
                  <c:v>44.277838266125642</c:v>
                </c:pt>
                <c:pt idx="1374">
                  <c:v>44.278026250791186</c:v>
                </c:pt>
                <c:pt idx="1375">
                  <c:v>44.280015434578566</c:v>
                </c:pt>
                <c:pt idx="1376">
                  <c:v>44.280440804793955</c:v>
                </c:pt>
                <c:pt idx="1377">
                  <c:v>44.280421679434582</c:v>
                </c:pt>
                <c:pt idx="1378">
                  <c:v>44.280166289429651</c:v>
                </c:pt>
                <c:pt idx="1379">
                  <c:v>44.280006642429889</c:v>
                </c:pt>
                <c:pt idx="1380">
                  <c:v>44.278465311557618</c:v>
                </c:pt>
                <c:pt idx="1381">
                  <c:v>44.278166166471209</c:v>
                </c:pt>
                <c:pt idx="1382">
                  <c:v>44.278137953850774</c:v>
                </c:pt>
                <c:pt idx="1383">
                  <c:v>44.278335545835496</c:v>
                </c:pt>
                <c:pt idx="1384">
                  <c:v>44.278444866215935</c:v>
                </c:pt>
                <c:pt idx="1385">
                  <c:v>44.279549100383861</c:v>
                </c:pt>
                <c:pt idx="1386">
                  <c:v>44.27977207096194</c:v>
                </c:pt>
                <c:pt idx="1387">
                  <c:v>44.279781519739913</c:v>
                </c:pt>
                <c:pt idx="1388">
                  <c:v>44.279947278030527</c:v>
                </c:pt>
                <c:pt idx="1389">
                  <c:v>44.280032148389033</c:v>
                </c:pt>
                <c:pt idx="1390">
                  <c:v>44.280920714903921</c:v>
                </c:pt>
                <c:pt idx="1391">
                  <c:v>44.281093691301308</c:v>
                </c:pt>
                <c:pt idx="1392">
                  <c:v>44.281096995501343</c:v>
                </c:pt>
                <c:pt idx="1393">
                  <c:v>44.281469614956535</c:v>
                </c:pt>
                <c:pt idx="1394">
                  <c:v>44.281647284398574</c:v>
                </c:pt>
                <c:pt idx="1395">
                  <c:v>44.283631157125697</c:v>
                </c:pt>
                <c:pt idx="1396">
                  <c:v>44.28405605517753</c:v>
                </c:pt>
                <c:pt idx="1397">
                  <c:v>44.28405586070248</c:v>
                </c:pt>
                <c:pt idx="1398">
                  <c:v>44.283932979729101</c:v>
                </c:pt>
                <c:pt idx="1399">
                  <c:v>44.283870670969087</c:v>
                </c:pt>
                <c:pt idx="1400">
                  <c:v>44.283209679005736</c:v>
                </c:pt>
                <c:pt idx="1401">
                  <c:v>44.28306866819679</c:v>
                </c:pt>
                <c:pt idx="1402">
                  <c:v>44.283108407268827</c:v>
                </c:pt>
                <c:pt idx="1403">
                  <c:v>44.28371286946637</c:v>
                </c:pt>
                <c:pt idx="1404">
                  <c:v>44.284013093952417</c:v>
                </c:pt>
                <c:pt idx="1405">
                  <c:v>44.287444729873826</c:v>
                </c:pt>
                <c:pt idx="1406">
                  <c:v>44.288227252520855</c:v>
                </c:pt>
                <c:pt idx="1407">
                  <c:v>44.288330628273116</c:v>
                </c:pt>
                <c:pt idx="1408">
                  <c:v>44.288974008542169</c:v>
                </c:pt>
                <c:pt idx="1409">
                  <c:v>44.289389644192056</c:v>
                </c:pt>
                <c:pt idx="1410">
                  <c:v>44.293869728727849</c:v>
                </c:pt>
                <c:pt idx="1411">
                  <c:v>44.294905063431258</c:v>
                </c:pt>
                <c:pt idx="1412">
                  <c:v>44.294916039421778</c:v>
                </c:pt>
                <c:pt idx="1413">
                  <c:v>44.295860087663094</c:v>
                </c:pt>
                <c:pt idx="1414">
                  <c:v>44.296344502564665</c:v>
                </c:pt>
                <c:pt idx="1415">
                  <c:v>44.301598245060738</c:v>
                </c:pt>
                <c:pt idx="1416">
                  <c:v>44.302798218171517</c:v>
                </c:pt>
                <c:pt idx="1417">
                  <c:v>44.302825211922318</c:v>
                </c:pt>
                <c:pt idx="1418">
                  <c:v>44.303978153215631</c:v>
                </c:pt>
                <c:pt idx="1419">
                  <c:v>44.304553419389528</c:v>
                </c:pt>
                <c:pt idx="1420">
                  <c:v>44.310784760640935</c:v>
                </c:pt>
                <c:pt idx="1421">
                  <c:v>44.312164250170902</c:v>
                </c:pt>
                <c:pt idx="1422">
                  <c:v>44.312332083420984</c:v>
                </c:pt>
                <c:pt idx="1423">
                  <c:v>44.312969719338398</c:v>
                </c:pt>
                <c:pt idx="1424">
                  <c:v>44.313397059829093</c:v>
                </c:pt>
                <c:pt idx="1425">
                  <c:v>44.317306357720483</c:v>
                </c:pt>
                <c:pt idx="1426">
                  <c:v>44.318159274416743</c:v>
                </c:pt>
                <c:pt idx="1427">
                  <c:v>44.318250604073228</c:v>
                </c:pt>
                <c:pt idx="1428">
                  <c:v>44.318431931021252</c:v>
                </c:pt>
                <c:pt idx="1429">
                  <c:v>44.318546865777286</c:v>
                </c:pt>
                <c:pt idx="1430">
                  <c:v>44.31965000581571</c:v>
                </c:pt>
                <c:pt idx="1431">
                  <c:v>44.319872960434957</c:v>
                </c:pt>
                <c:pt idx="1432">
                  <c:v>44.31989430661605</c:v>
                </c:pt>
                <c:pt idx="1433">
                  <c:v>44.320340834228944</c:v>
                </c:pt>
                <c:pt idx="1434">
                  <c:v>44.320615783574254</c:v>
                </c:pt>
                <c:pt idx="1435">
                  <c:v>44.323268310277015</c:v>
                </c:pt>
                <c:pt idx="1436">
                  <c:v>44.323767367721565</c:v>
                </c:pt>
                <c:pt idx="1437">
                  <c:v>44.323841073062681</c:v>
                </c:pt>
                <c:pt idx="1438">
                  <c:v>44.323583131548496</c:v>
                </c:pt>
                <c:pt idx="1439">
                  <c:v>44.323420202026327</c:v>
                </c:pt>
                <c:pt idx="1440">
                  <c:v>44.321897420719552</c:v>
                </c:pt>
                <c:pt idx="1441">
                  <c:v>44.321584048503929</c:v>
                </c:pt>
                <c:pt idx="1442">
                  <c:v>44.321538014802854</c:v>
                </c:pt>
                <c:pt idx="1443">
                  <c:v>44.322521931889533</c:v>
                </c:pt>
                <c:pt idx="1444">
                  <c:v>44.323158998718988</c:v>
                </c:pt>
                <c:pt idx="1445">
                  <c:v>44.329093810404402</c:v>
                </c:pt>
                <c:pt idx="1446">
                  <c:v>44.330285140579811</c:v>
                </c:pt>
                <c:pt idx="1447">
                  <c:v>44.330415994025884</c:v>
                </c:pt>
                <c:pt idx="1448">
                  <c:v>44.330968429057485</c:v>
                </c:pt>
                <c:pt idx="1449">
                  <c:v>44.331258923943928</c:v>
                </c:pt>
                <c:pt idx="1450">
                  <c:v>44.334334081751251</c:v>
                </c:pt>
                <c:pt idx="1451">
                  <c:v>44.334945937144255</c:v>
                </c:pt>
                <c:pt idx="1452">
                  <c:v>44.335019111749716</c:v>
                </c:pt>
                <c:pt idx="1453">
                  <c:v>44.335517432206707</c:v>
                </c:pt>
                <c:pt idx="1454">
                  <c:v>44.33578984517596</c:v>
                </c:pt>
                <c:pt idx="1455">
                  <c:v>44.338643600489469</c:v>
                </c:pt>
                <c:pt idx="1456">
                  <c:v>44.339240533380192</c:v>
                </c:pt>
                <c:pt idx="1457">
                  <c:v>44.33929413855401</c:v>
                </c:pt>
                <c:pt idx="1458">
                  <c:v>44.338993272919218</c:v>
                </c:pt>
                <c:pt idx="1459">
                  <c:v>44.338826635416439</c:v>
                </c:pt>
                <c:pt idx="1460">
                  <c:v>44.337081284471019</c:v>
                </c:pt>
                <c:pt idx="1461">
                  <c:v>44.336728221312576</c:v>
                </c:pt>
                <c:pt idx="1462">
                  <c:v>44.336665967634303</c:v>
                </c:pt>
                <c:pt idx="1463">
                  <c:v>44.336242461700742</c:v>
                </c:pt>
                <c:pt idx="1464">
                  <c:v>44.335988094560719</c:v>
                </c:pt>
                <c:pt idx="1465">
                  <c:v>44.333374620004605</c:v>
                </c:pt>
                <c:pt idx="1466">
                  <c:v>44.33280470011627</c:v>
                </c:pt>
                <c:pt idx="1467">
                  <c:v>44.33271909511501</c:v>
                </c:pt>
                <c:pt idx="1468">
                  <c:v>44.333319240066032</c:v>
                </c:pt>
                <c:pt idx="1469">
                  <c:v>44.333695404025036</c:v>
                </c:pt>
                <c:pt idx="1470">
                  <c:v>44.337702980634191</c:v>
                </c:pt>
                <c:pt idx="1471">
                  <c:v>44.338547245681582</c:v>
                </c:pt>
                <c:pt idx="1472">
                  <c:v>44.338637868365026</c:v>
                </c:pt>
                <c:pt idx="1473">
                  <c:v>44.339780325457838</c:v>
                </c:pt>
                <c:pt idx="1474">
                  <c:v>44.340397256178761</c:v>
                </c:pt>
                <c:pt idx="1475">
                  <c:v>44.347271691091251</c:v>
                </c:pt>
                <c:pt idx="1476">
                  <c:v>44.348663583330328</c:v>
                </c:pt>
                <c:pt idx="1477">
                  <c:v>44.348831827996491</c:v>
                </c:pt>
                <c:pt idx="1478">
                  <c:v>44.349332822740202</c:v>
                </c:pt>
                <c:pt idx="1479">
                  <c:v>44.349625449553905</c:v>
                </c:pt>
                <c:pt idx="1480">
                  <c:v>44.352843584360713</c:v>
                </c:pt>
                <c:pt idx="1481">
                  <c:v>44.353343180513441</c:v>
                </c:pt>
                <c:pt idx="1482">
                  <c:v>44.353435124271982</c:v>
                </c:pt>
                <c:pt idx="1483">
                  <c:v>44.354157290843965</c:v>
                </c:pt>
                <c:pt idx="1484">
                  <c:v>44.35459795976935</c:v>
                </c:pt>
                <c:pt idx="1485">
                  <c:v>44.359033906359258</c:v>
                </c:pt>
                <c:pt idx="1486">
                  <c:v>44.359915188936739</c:v>
                </c:pt>
                <c:pt idx="1487">
                  <c:v>44.360010455081692</c:v>
                </c:pt>
                <c:pt idx="1488">
                  <c:v>44.359522828195423</c:v>
                </c:pt>
                <c:pt idx="1489">
                  <c:v>44.35924999830349</c:v>
                </c:pt>
                <c:pt idx="1490">
                  <c:v>44.356384746132434</c:v>
                </c:pt>
                <c:pt idx="1491">
                  <c:v>44.355806956132987</c:v>
                </c:pt>
                <c:pt idx="1492">
                  <c:v>44.355735241351852</c:v>
                </c:pt>
                <c:pt idx="1493">
                  <c:v>44.356321459966267</c:v>
                </c:pt>
                <c:pt idx="1494">
                  <c:v>44.356644507030431</c:v>
                </c:pt>
                <c:pt idx="1495">
                  <c:v>44.360224450705012</c:v>
                </c:pt>
                <c:pt idx="1496">
                  <c:v>44.360901990581048</c:v>
                </c:pt>
                <c:pt idx="1497">
                  <c:v>44.360998000908012</c:v>
                </c:pt>
                <c:pt idx="1498">
                  <c:v>44.36052022971473</c:v>
                </c:pt>
                <c:pt idx="1499">
                  <c:v>44.360228153893978</c:v>
                </c:pt>
                <c:pt idx="1500">
                  <c:v>44.35736593463983</c:v>
                </c:pt>
                <c:pt idx="1501">
                  <c:v>44.356800886916595</c:v>
                </c:pt>
                <c:pt idx="1502">
                  <c:v>44.356722778231358</c:v>
                </c:pt>
                <c:pt idx="1503">
                  <c:v>44.356800836218149</c:v>
                </c:pt>
                <c:pt idx="1504">
                  <c:v>44.356841901544001</c:v>
                </c:pt>
                <c:pt idx="1505">
                  <c:v>44.357284747037816</c:v>
                </c:pt>
                <c:pt idx="1506">
                  <c:v>44.357373736273182</c:v>
                </c:pt>
                <c:pt idx="1507">
                  <c:v>44.357382169209927</c:v>
                </c:pt>
                <c:pt idx="1508">
                  <c:v>44.356932425880501</c:v>
                </c:pt>
                <c:pt idx="1509">
                  <c:v>44.356717208211421</c:v>
                </c:pt>
                <c:pt idx="1510">
                  <c:v>44.354307214023137</c:v>
                </c:pt>
                <c:pt idx="1511">
                  <c:v>44.353825970341518</c:v>
                </c:pt>
                <c:pt idx="1512">
                  <c:v>44.353763269496483</c:v>
                </c:pt>
                <c:pt idx="1513">
                  <c:v>44.353840003857236</c:v>
                </c:pt>
                <c:pt idx="1514">
                  <c:v>44.353880826278143</c:v>
                </c:pt>
                <c:pt idx="1515">
                  <c:v>44.354322740375814</c:v>
                </c:pt>
                <c:pt idx="1516">
                  <c:v>44.354417033781559</c:v>
                </c:pt>
                <c:pt idx="1517">
                  <c:v>44.354422656343957</c:v>
                </c:pt>
                <c:pt idx="1518">
                  <c:v>44.354344483096895</c:v>
                </c:pt>
                <c:pt idx="1519">
                  <c:v>44.354302810664954</c:v>
                </c:pt>
                <c:pt idx="1520">
                  <c:v>44.353862574047604</c:v>
                </c:pt>
                <c:pt idx="1521">
                  <c:v>44.353764725410251</c:v>
                </c:pt>
                <c:pt idx="1522">
                  <c:v>44.353763269496483</c:v>
                </c:pt>
                <c:pt idx="1523">
                  <c:v>44.353883759646251</c:v>
                </c:pt>
                <c:pt idx="1524">
                  <c:v>44.353945305250207</c:v>
                </c:pt>
                <c:pt idx="1525">
                  <c:v>44.354597893933445</c:v>
                </c:pt>
                <c:pt idx="1526">
                  <c:v>44.35473718411032</c:v>
                </c:pt>
                <c:pt idx="1527">
                  <c:v>44.354750802254102</c:v>
                </c:pt>
                <c:pt idx="1528">
                  <c:v>44.355234678457691</c:v>
                </c:pt>
                <c:pt idx="1529">
                  <c:v>44.355500302712784</c:v>
                </c:pt>
                <c:pt idx="1530">
                  <c:v>44.358378138724042</c:v>
                </c:pt>
                <c:pt idx="1531">
                  <c:v>44.358981118497574</c:v>
                </c:pt>
                <c:pt idx="1532">
                  <c:v>44.359026007068508</c:v>
                </c:pt>
                <c:pt idx="1533">
                  <c:v>44.359026007068508</c:v>
                </c:pt>
                <c:pt idx="1534">
                  <c:v>44.359026007068508</c:v>
                </c:pt>
                <c:pt idx="1535">
                  <c:v>44.359026007068508</c:v>
                </c:pt>
                <c:pt idx="1536">
                  <c:v>44.359026007068508</c:v>
                </c:pt>
                <c:pt idx="1537">
                  <c:v>44.359026007068508</c:v>
                </c:pt>
                <c:pt idx="1538">
                  <c:v>44.358156312133566</c:v>
                </c:pt>
                <c:pt idx="1539">
                  <c:v>44.357717995304654</c:v>
                </c:pt>
                <c:pt idx="1540">
                  <c:v>44.352583026732418</c:v>
                </c:pt>
                <c:pt idx="1541">
                  <c:v>44.351463162011498</c:v>
                </c:pt>
                <c:pt idx="1542">
                  <c:v>44.351575955385798</c:v>
                </c:pt>
                <c:pt idx="1543">
                  <c:v>44.351938702778355</c:v>
                </c:pt>
                <c:pt idx="1544">
                  <c:v>44.352241917720214</c:v>
                </c:pt>
                <c:pt idx="1545">
                  <c:v>44.355077203703232</c:v>
                </c:pt>
                <c:pt idx="1546">
                  <c:v>44.355681724491006</c:v>
                </c:pt>
                <c:pt idx="1547">
                  <c:v>44.355735241351852</c:v>
                </c:pt>
                <c:pt idx="1548">
                  <c:v>44.355465421120272</c:v>
                </c:pt>
                <c:pt idx="1549">
                  <c:v>44.355334908694736</c:v>
                </c:pt>
                <c:pt idx="1550">
                  <c:v>44.353775440699152</c:v>
                </c:pt>
                <c:pt idx="1551">
                  <c:v>44.353463546453895</c:v>
                </c:pt>
                <c:pt idx="1552">
                  <c:v>44.353435124271982</c:v>
                </c:pt>
                <c:pt idx="1553">
                  <c:v>44.353517686805205</c:v>
                </c:pt>
                <c:pt idx="1554">
                  <c:v>44.353553770682801</c:v>
                </c:pt>
                <c:pt idx="1555">
                  <c:v>44.35399386837026</c:v>
                </c:pt>
                <c:pt idx="1556">
                  <c:v>44.354083697467509</c:v>
                </c:pt>
                <c:pt idx="1557">
                  <c:v>44.354091414948812</c:v>
                </c:pt>
                <c:pt idx="1558">
                  <c:v>44.354331893238708</c:v>
                </c:pt>
                <c:pt idx="1559">
                  <c:v>44.354447512903874</c:v>
                </c:pt>
                <c:pt idx="1560">
                  <c:v>44.355771800791693</c:v>
                </c:pt>
                <c:pt idx="1561">
                  <c:v>44.356054205610143</c:v>
                </c:pt>
                <c:pt idx="1562">
                  <c:v>44.35606648389944</c:v>
                </c:pt>
                <c:pt idx="1563">
                  <c:v>44.355106179705409</c:v>
                </c:pt>
                <c:pt idx="1564">
                  <c:v>44.354696233250202</c:v>
                </c:pt>
                <c:pt idx="1565">
                  <c:v>44.34962861155099</c:v>
                </c:pt>
                <c:pt idx="1566">
                  <c:v>44.34859602658247</c:v>
                </c:pt>
                <c:pt idx="1567">
                  <c:v>44.348503686192032</c:v>
                </c:pt>
                <c:pt idx="1568">
                  <c:v>44.348789969795838</c:v>
                </c:pt>
                <c:pt idx="1569">
                  <c:v>44.348907119058261</c:v>
                </c:pt>
                <c:pt idx="1570">
                  <c:v>44.350445109270019</c:v>
                </c:pt>
                <c:pt idx="1571">
                  <c:v>44.350790411639501</c:v>
                </c:pt>
                <c:pt idx="1572">
                  <c:v>44.350803779290572</c:v>
                </c:pt>
                <c:pt idx="1573">
                  <c:v>44.350723552276072</c:v>
                </c:pt>
                <c:pt idx="1574">
                  <c:v>44.350686706450638</c:v>
                </c:pt>
                <c:pt idx="1575">
                  <c:v>44.350257712464405</c:v>
                </c:pt>
                <c:pt idx="1576">
                  <c:v>44.350158112549337</c:v>
                </c:pt>
                <c:pt idx="1577">
                  <c:v>44.350147493175484</c:v>
                </c:pt>
                <c:pt idx="1578">
                  <c:v>44.350726260529989</c:v>
                </c:pt>
                <c:pt idx="1579">
                  <c:v>44.35104246806651</c:v>
                </c:pt>
                <c:pt idx="1580">
                  <c:v>44.354589956196385</c:v>
                </c:pt>
                <c:pt idx="1581">
                  <c:v>44.355366737281059</c:v>
                </c:pt>
                <c:pt idx="1582">
                  <c:v>44.355407094757993</c:v>
                </c:pt>
                <c:pt idx="1583">
                  <c:v>44.355923864194629</c:v>
                </c:pt>
                <c:pt idx="1584">
                  <c:v>44.356156966227147</c:v>
                </c:pt>
                <c:pt idx="1585">
                  <c:v>44.358985949331448</c:v>
                </c:pt>
                <c:pt idx="1586">
                  <c:v>44.359636627511328</c:v>
                </c:pt>
                <c:pt idx="1587">
                  <c:v>44.359682305515662</c:v>
                </c:pt>
                <c:pt idx="1588">
                  <c:v>44.35964324482552</c:v>
                </c:pt>
                <c:pt idx="1589">
                  <c:v>44.359625401520006</c:v>
                </c:pt>
                <c:pt idx="1590">
                  <c:v>44.359403794192133</c:v>
                </c:pt>
                <c:pt idx="1591">
                  <c:v>44.359356294543275</c:v>
                </c:pt>
                <c:pt idx="1592">
                  <c:v>44.359354156177972</c:v>
                </c:pt>
                <c:pt idx="1593">
                  <c:v>44.359462309197546</c:v>
                </c:pt>
                <c:pt idx="1594">
                  <c:v>44.3595248666904</c:v>
                </c:pt>
                <c:pt idx="1595">
                  <c:v>44.360192158399897</c:v>
                </c:pt>
                <c:pt idx="1596">
                  <c:v>44.360328805225841</c:v>
                </c:pt>
                <c:pt idx="1597">
                  <c:v>44.360341700629931</c:v>
                </c:pt>
                <c:pt idx="1598">
                  <c:v>44.360553216502282</c:v>
                </c:pt>
                <c:pt idx="1599">
                  <c:v>44.360679581327815</c:v>
                </c:pt>
                <c:pt idx="1600">
                  <c:v>44.362009507855063</c:v>
                </c:pt>
                <c:pt idx="1601">
                  <c:v>44.36228065528281</c:v>
                </c:pt>
                <c:pt idx="1602">
                  <c:v>44.362313699972162</c:v>
                </c:pt>
                <c:pt idx="1603">
                  <c:v>44.362348618477995</c:v>
                </c:pt>
                <c:pt idx="1604">
                  <c:v>44.362370436955267</c:v>
                </c:pt>
                <c:pt idx="1605">
                  <c:v>44.362592491703118</c:v>
                </c:pt>
                <c:pt idx="1606">
                  <c:v>44.362638726446349</c:v>
                </c:pt>
                <c:pt idx="1607">
                  <c:v>44.362641851369915</c:v>
                </c:pt>
                <c:pt idx="1608">
                  <c:v>44.362941583609349</c:v>
                </c:pt>
                <c:pt idx="1609">
                  <c:v>44.363108178041891</c:v>
                </c:pt>
                <c:pt idx="1610">
                  <c:v>44.364883694115854</c:v>
                </c:pt>
                <c:pt idx="1611">
                  <c:v>44.36524618605911</c:v>
                </c:pt>
                <c:pt idx="1612">
                  <c:v>44.365273262354549</c:v>
                </c:pt>
                <c:pt idx="1613">
                  <c:v>44.365578571142905</c:v>
                </c:pt>
                <c:pt idx="1614">
                  <c:v>44.36575553031772</c:v>
                </c:pt>
                <c:pt idx="1615">
                  <c:v>44.367540963664503</c:v>
                </c:pt>
                <c:pt idx="1616">
                  <c:v>44.367884035683495</c:v>
                </c:pt>
                <c:pt idx="1617">
                  <c:v>44.367904688049975</c:v>
                </c:pt>
                <c:pt idx="1618">
                  <c:v>44.368157130013003</c:v>
                </c:pt>
                <c:pt idx="1619">
                  <c:v>44.368281654800654</c:v>
                </c:pt>
                <c:pt idx="1620">
                  <c:v>44.369595646686804</c:v>
                </c:pt>
                <c:pt idx="1621">
                  <c:v>44.369858455090409</c:v>
                </c:pt>
                <c:pt idx="1622">
                  <c:v>44.369876719075933</c:v>
                </c:pt>
                <c:pt idx="1623">
                  <c:v>44.369876719075933</c:v>
                </c:pt>
                <c:pt idx="1624">
                  <c:v>44.369876719075933</c:v>
                </c:pt>
                <c:pt idx="1625">
                  <c:v>44.369876719075933</c:v>
                </c:pt>
                <c:pt idx="1626">
                  <c:v>44.369876719075933</c:v>
                </c:pt>
                <c:pt idx="1627">
                  <c:v>44.369876719075933</c:v>
                </c:pt>
                <c:pt idx="1628">
                  <c:v>44.370375625134166</c:v>
                </c:pt>
                <c:pt idx="1629">
                  <c:v>44.370620582146834</c:v>
                </c:pt>
                <c:pt idx="1630">
                  <c:v>44.373266478259595</c:v>
                </c:pt>
                <c:pt idx="1631">
                  <c:v>44.373812773961461</c:v>
                </c:pt>
                <c:pt idx="1632">
                  <c:v>44.373823901804485</c:v>
                </c:pt>
                <c:pt idx="1633">
                  <c:v>44.373531057176159</c:v>
                </c:pt>
                <c:pt idx="1634">
                  <c:v>44.373391642379005</c:v>
                </c:pt>
                <c:pt idx="1635">
                  <c:v>44.371861494467758</c:v>
                </c:pt>
                <c:pt idx="1636">
                  <c:v>44.371535513669947</c:v>
                </c:pt>
                <c:pt idx="1637">
                  <c:v>44.371520600557119</c:v>
                </c:pt>
                <c:pt idx="1638">
                  <c:v>44.371441993233077</c:v>
                </c:pt>
                <c:pt idx="1639">
                  <c:v>44.371399810342623</c:v>
                </c:pt>
                <c:pt idx="1640">
                  <c:v>44.370961728767774</c:v>
                </c:pt>
                <c:pt idx="1641">
                  <c:v>44.370865400721677</c:v>
                </c:pt>
                <c:pt idx="1642">
                  <c:v>44.370864285603602</c:v>
                </c:pt>
                <c:pt idx="1643">
                  <c:v>44.370907255161264</c:v>
                </c:pt>
                <c:pt idx="1644">
                  <c:v>44.370924580928246</c:v>
                </c:pt>
                <c:pt idx="1645">
                  <c:v>44.371145131339539</c:v>
                </c:pt>
                <c:pt idx="1646">
                  <c:v>44.371192442965707</c:v>
                </c:pt>
                <c:pt idx="1647">
                  <c:v>44.371192224507148</c:v>
                </c:pt>
                <c:pt idx="1648">
                  <c:v>44.371025883150189</c:v>
                </c:pt>
                <c:pt idx="1649">
                  <c:v>44.370952132925261</c:v>
                </c:pt>
                <c:pt idx="1650">
                  <c:v>44.370063783142818</c:v>
                </c:pt>
                <c:pt idx="1651">
                  <c:v>44.369880429733854</c:v>
                </c:pt>
                <c:pt idx="1652">
                  <c:v>44.369876719075933</c:v>
                </c:pt>
                <c:pt idx="1653">
                  <c:v>44.369837142344899</c:v>
                </c:pt>
                <c:pt idx="1654">
                  <c:v>44.369817421945136</c:v>
                </c:pt>
                <c:pt idx="1655">
                  <c:v>44.369596355700757</c:v>
                </c:pt>
                <c:pt idx="1656">
                  <c:v>44.369548755621985</c:v>
                </c:pt>
                <c:pt idx="1657">
                  <c:v>44.369548562632815</c:v>
                </c:pt>
                <c:pt idx="1658">
                  <c:v>44.36970939108469</c:v>
                </c:pt>
                <c:pt idx="1659">
                  <c:v>44.369788366859304</c:v>
                </c:pt>
                <c:pt idx="1660">
                  <c:v>44.37069431625028</c:v>
                </c:pt>
                <c:pt idx="1661">
                  <c:v>44.370858544020876</c:v>
                </c:pt>
                <c:pt idx="1662">
                  <c:v>44.370864285603602</c:v>
                </c:pt>
                <c:pt idx="1663">
                  <c:v>44.371147979343142</c:v>
                </c:pt>
                <c:pt idx="1664">
                  <c:v>44.371281974428165</c:v>
                </c:pt>
                <c:pt idx="1665">
                  <c:v>44.372839083026122</c:v>
                </c:pt>
                <c:pt idx="1666">
                  <c:v>44.373154686764089</c:v>
                </c:pt>
                <c:pt idx="1667">
                  <c:v>44.373164487792735</c:v>
                </c:pt>
                <c:pt idx="1668">
                  <c:v>44.373547362785715</c:v>
                </c:pt>
                <c:pt idx="1669">
                  <c:v>44.373703756579715</c:v>
                </c:pt>
                <c:pt idx="1670">
                  <c:v>44.375698294397019</c:v>
                </c:pt>
                <c:pt idx="1671">
                  <c:v>44.376095299879395</c:v>
                </c:pt>
                <c:pt idx="1672">
                  <c:v>44.376124118500456</c:v>
                </c:pt>
                <c:pt idx="1673">
                  <c:v>44.376415263367363</c:v>
                </c:pt>
                <c:pt idx="1674">
                  <c:v>44.376557626173764</c:v>
                </c:pt>
                <c:pt idx="1675">
                  <c:v>44.378092545537648</c:v>
                </c:pt>
                <c:pt idx="1676">
                  <c:v>44.378414160574764</c:v>
                </c:pt>
                <c:pt idx="1677">
                  <c:v>44.378427442355076</c:v>
                </c:pt>
                <c:pt idx="1678">
                  <c:v>44.379461805559842</c:v>
                </c:pt>
                <c:pt idx="1679">
                  <c:v>44.37985443249066</c:v>
                </c:pt>
                <c:pt idx="1680">
                  <c:v>44.384899431108479</c:v>
                </c:pt>
                <c:pt idx="1681">
                  <c:v>44.385972487865715</c:v>
                </c:pt>
                <c:pt idx="1682">
                  <c:v>44.385990721220935</c:v>
                </c:pt>
                <c:pt idx="1683">
                  <c:v>44.386976010235408</c:v>
                </c:pt>
                <c:pt idx="1684">
                  <c:v>44.387414040587146</c:v>
                </c:pt>
                <c:pt idx="1685">
                  <c:v>44.392475424098883</c:v>
                </c:pt>
                <c:pt idx="1686">
                  <c:v>44.393514516684597</c:v>
                </c:pt>
                <c:pt idx="1687">
                  <c:v>44.393554122543208</c:v>
                </c:pt>
                <c:pt idx="1688">
                  <c:v>44.394584835178748</c:v>
                </c:pt>
                <c:pt idx="1689">
                  <c:v>44.395000226866919</c:v>
                </c:pt>
                <c:pt idx="1690">
                  <c:v>44.400289374896062</c:v>
                </c:pt>
                <c:pt idx="1691">
                  <c:v>44.401391119766416</c:v>
                </c:pt>
                <c:pt idx="1692">
                  <c:v>44.401445825280518</c:v>
                </c:pt>
                <c:pt idx="1693">
                  <c:v>44.403336846072257</c:v>
                </c:pt>
                <c:pt idx="1694">
                  <c:v>44.404084076109356</c:v>
                </c:pt>
                <c:pt idx="1695">
                  <c:v>44.413684078982023</c:v>
                </c:pt>
                <c:pt idx="1696">
                  <c:v>44.415862995367554</c:v>
                </c:pt>
                <c:pt idx="1697">
                  <c:v>44.415916875568882</c:v>
                </c:pt>
                <c:pt idx="1698">
                  <c:v>44.417056398318103</c:v>
                </c:pt>
                <c:pt idx="1699">
                  <c:v>44.417552188080791</c:v>
                </c:pt>
                <c:pt idx="1700">
                  <c:v>44.423443007588915</c:v>
                </c:pt>
                <c:pt idx="1701">
                  <c:v>44.424796640260126</c:v>
                </c:pt>
                <c:pt idx="1702">
                  <c:v>44.424810829910861</c:v>
                </c:pt>
                <c:pt idx="1703">
                  <c:v>44.425533451815312</c:v>
                </c:pt>
                <c:pt idx="1704">
                  <c:v>44.425814156187137</c:v>
                </c:pt>
                <c:pt idx="1705">
                  <c:v>44.42957450527453</c:v>
                </c:pt>
                <c:pt idx="1706">
                  <c:v>44.43035599134658</c:v>
                </c:pt>
                <c:pt idx="1707">
                  <c:v>44.430388379052204</c:v>
                </c:pt>
                <c:pt idx="1708">
                  <c:v>44.430786305153902</c:v>
                </c:pt>
                <c:pt idx="1709">
                  <c:v>44.430974134363908</c:v>
                </c:pt>
                <c:pt idx="1710">
                  <c:v>44.433215845019269</c:v>
                </c:pt>
                <c:pt idx="1711">
                  <c:v>44.433669902946505</c:v>
                </c:pt>
                <c:pt idx="1712">
                  <c:v>44.433676576138851</c:v>
                </c:pt>
                <c:pt idx="1713">
                  <c:v>44.434793203226725</c:v>
                </c:pt>
                <c:pt idx="1714">
                  <c:v>44.435288472172878</c:v>
                </c:pt>
                <c:pt idx="1715">
                  <c:v>44.441264172251088</c:v>
                </c:pt>
                <c:pt idx="1716">
                  <c:v>44.442477833805519</c:v>
                </c:pt>
                <c:pt idx="1717">
                  <c:v>44.442556683758596</c:v>
                </c:pt>
                <c:pt idx="1718">
                  <c:v>44.44251904998908</c:v>
                </c:pt>
                <c:pt idx="1719">
                  <c:v>44.442497950305501</c:v>
                </c:pt>
                <c:pt idx="1720">
                  <c:v>44.442276013246627</c:v>
                </c:pt>
                <c:pt idx="1721">
                  <c:v>44.442231273109002</c:v>
                </c:pt>
                <c:pt idx="1722">
                  <c:v>44.442228475881279</c:v>
                </c:pt>
                <c:pt idx="1723">
                  <c:v>44.442500713583343</c:v>
                </c:pt>
                <c:pt idx="1724">
                  <c:v>44.442662341904011</c:v>
                </c:pt>
                <c:pt idx="1725">
                  <c:v>44.444207854166685</c:v>
                </c:pt>
                <c:pt idx="1726">
                  <c:v>44.444513112589419</c:v>
                </c:pt>
                <c:pt idx="1727">
                  <c:v>44.444529032280855</c:v>
                </c:pt>
                <c:pt idx="1728">
                  <c:v>44.44397378126606</c:v>
                </c:pt>
                <c:pt idx="1729">
                  <c:v>44.443739409696043</c:v>
                </c:pt>
                <c:pt idx="1730">
                  <c:v>44.440861811589457</c:v>
                </c:pt>
                <c:pt idx="1731">
                  <c:v>44.440289123656939</c:v>
                </c:pt>
                <c:pt idx="1732">
                  <c:v>44.440256137272229</c:v>
                </c:pt>
                <c:pt idx="1733">
                  <c:v>44.440213080816555</c:v>
                </c:pt>
                <c:pt idx="1734">
                  <c:v>44.440193509363098</c:v>
                </c:pt>
                <c:pt idx="1735">
                  <c:v>44.439972256484275</c:v>
                </c:pt>
                <c:pt idx="1736">
                  <c:v>44.439928209974134</c:v>
                </c:pt>
                <c:pt idx="1737">
                  <c:v>44.439924834759836</c:v>
                </c:pt>
                <c:pt idx="1738">
                  <c:v>44.439023843878815</c:v>
                </c:pt>
                <c:pt idx="1739">
                  <c:v>44.438668928708324</c:v>
                </c:pt>
                <c:pt idx="1740">
                  <c:v>44.434307319900128</c:v>
                </c:pt>
                <c:pt idx="1741">
                  <c:v>44.433419323874524</c:v>
                </c:pt>
                <c:pt idx="1742">
                  <c:v>44.433348374618902</c:v>
                </c:pt>
                <c:pt idx="1743">
                  <c:v>44.433698091445322</c:v>
                </c:pt>
                <c:pt idx="1744">
                  <c:v>44.433844033922092</c:v>
                </c:pt>
                <c:pt idx="1745">
                  <c:v>44.435600946609149</c:v>
                </c:pt>
                <c:pt idx="1746">
                  <c:v>44.435953947950964</c:v>
                </c:pt>
                <c:pt idx="1747">
                  <c:v>44.435980185863684</c:v>
                </c:pt>
                <c:pt idx="1748">
                  <c:v>44.437159691285025</c:v>
                </c:pt>
                <c:pt idx="1749">
                  <c:v>44.437594704006834</c:v>
                </c:pt>
                <c:pt idx="1750">
                  <c:v>44.443281647717882</c:v>
                </c:pt>
                <c:pt idx="1751">
                  <c:v>44.44442090451043</c:v>
                </c:pt>
                <c:pt idx="1752">
                  <c:v>44.444529032280855</c:v>
                </c:pt>
                <c:pt idx="1753">
                  <c:v>44.444571452341762</c:v>
                </c:pt>
                <c:pt idx="1754">
                  <c:v>44.444590498073957</c:v>
                </c:pt>
                <c:pt idx="1755">
                  <c:v>44.444808260332927</c:v>
                </c:pt>
                <c:pt idx="1756">
                  <c:v>44.44485710408766</c:v>
                </c:pt>
                <c:pt idx="1757">
                  <c:v>44.444860338125807</c:v>
                </c:pt>
                <c:pt idx="1758">
                  <c:v>44.44549757347378</c:v>
                </c:pt>
                <c:pt idx="1759">
                  <c:v>44.445785445749863</c:v>
                </c:pt>
                <c:pt idx="1760">
                  <c:v>44.449074043168316</c:v>
                </c:pt>
                <c:pt idx="1761">
                  <c:v>44.449787529942235</c:v>
                </c:pt>
                <c:pt idx="1762">
                  <c:v>44.450121011715737</c:v>
                </c:pt>
                <c:pt idx="1763">
                  <c:v>44.450601128014689</c:v>
                </c:pt>
                <c:pt idx="1764">
                  <c:v>44.450968675690511</c:v>
                </c:pt>
                <c:pt idx="1765">
                  <c:v>44.45538797136048</c:v>
                </c:pt>
                <c:pt idx="1766">
                  <c:v>44.456348444329748</c:v>
                </c:pt>
                <c:pt idx="1767">
                  <c:v>44.456369495033755</c:v>
                </c:pt>
                <c:pt idx="1768">
                  <c:v>44.456241958081257</c:v>
                </c:pt>
                <c:pt idx="1769">
                  <c:v>44.456186410544923</c:v>
                </c:pt>
                <c:pt idx="1770">
                  <c:v>44.455524196797718</c:v>
                </c:pt>
                <c:pt idx="1771">
                  <c:v>44.455389396362989</c:v>
                </c:pt>
                <c:pt idx="1772">
                  <c:v>44.455384842324236</c:v>
                </c:pt>
                <c:pt idx="1773">
                  <c:v>44.455469272933854</c:v>
                </c:pt>
                <c:pt idx="1774">
                  <c:v>44.45550520845164</c:v>
                </c:pt>
                <c:pt idx="1775">
                  <c:v>44.455948505426583</c:v>
                </c:pt>
                <c:pt idx="1776">
                  <c:v>44.456036799961197</c:v>
                </c:pt>
                <c:pt idx="1777">
                  <c:v>44.456041277227371</c:v>
                </c:pt>
                <c:pt idx="1778">
                  <c:v>44.455511180152762</c:v>
                </c:pt>
                <c:pt idx="1779">
                  <c:v>44.455263509677096</c:v>
                </c:pt>
                <c:pt idx="1780">
                  <c:v>44.452363582080103</c:v>
                </c:pt>
                <c:pt idx="1781">
                  <c:v>44.451792574815954</c:v>
                </c:pt>
                <c:pt idx="1782">
                  <c:v>44.451765178163726</c:v>
                </c:pt>
                <c:pt idx="1783">
                  <c:v>44.450986816675247</c:v>
                </c:pt>
                <c:pt idx="1784">
                  <c:v>44.450626447050929</c:v>
                </c:pt>
                <c:pt idx="1785">
                  <c:v>44.446403862572097</c:v>
                </c:pt>
                <c:pt idx="1786">
                  <c:v>44.445559319283419</c:v>
                </c:pt>
                <c:pt idx="1787">
                  <c:v>44.445516757892108</c:v>
                </c:pt>
                <c:pt idx="1788">
                  <c:v>44.444761242550911</c:v>
                </c:pt>
                <c:pt idx="1789">
                  <c:v>44.444422981389764</c:v>
                </c:pt>
                <c:pt idx="1790">
                  <c:v>44.440436290371665</c:v>
                </c:pt>
                <c:pt idx="1791">
                  <c:v>44.439676779455752</c:v>
                </c:pt>
                <c:pt idx="1792">
                  <c:v>44.439596628768868</c:v>
                </c:pt>
                <c:pt idx="1793">
                  <c:v>44.439678451070684</c:v>
                </c:pt>
                <c:pt idx="1794">
                  <c:v>44.439716288828976</c:v>
                </c:pt>
                <c:pt idx="1795">
                  <c:v>44.440160767478062</c:v>
                </c:pt>
                <c:pt idx="1796">
                  <c:v>44.440249348231085</c:v>
                </c:pt>
                <c:pt idx="1797">
                  <c:v>44.440256137272229</c:v>
                </c:pt>
                <c:pt idx="1798">
                  <c:v>44.440756744617282</c:v>
                </c:pt>
                <c:pt idx="1799">
                  <c:v>44.440981831564152</c:v>
                </c:pt>
                <c:pt idx="1800">
                  <c:v>44.443632478074051</c:v>
                </c:pt>
                <c:pt idx="1801">
                  <c:v>44.44416192600989</c:v>
                </c:pt>
                <c:pt idx="1802">
                  <c:v>44.444200822988762</c:v>
                </c:pt>
                <c:pt idx="1803">
                  <c:v>44.444030712413351</c:v>
                </c:pt>
                <c:pt idx="1804">
                  <c:v>44.443952318020692</c:v>
                </c:pt>
                <c:pt idx="1805">
                  <c:v>44.443077025182056</c:v>
                </c:pt>
                <c:pt idx="1806">
                  <c:v>44.442902930749042</c:v>
                </c:pt>
                <c:pt idx="1807">
                  <c:v>44.442884891871188</c:v>
                </c:pt>
                <c:pt idx="1808">
                  <c:v>44.44373618490534</c:v>
                </c:pt>
                <c:pt idx="1809">
                  <c:v>44.444089403935187</c:v>
                </c:pt>
                <c:pt idx="1810">
                  <c:v>44.448511021028843</c:v>
                </c:pt>
                <c:pt idx="1811">
                  <c:v>44.44939519084619</c:v>
                </c:pt>
                <c:pt idx="1812">
                  <c:v>44.449464585334397</c:v>
                </c:pt>
                <c:pt idx="1813">
                  <c:v>44.450029482734422</c:v>
                </c:pt>
                <c:pt idx="1814">
                  <c:v>44.450254141492607</c:v>
                </c:pt>
                <c:pt idx="1815">
                  <c:v>44.453101468909118</c:v>
                </c:pt>
                <c:pt idx="1816">
                  <c:v>44.453694234956238</c:v>
                </c:pt>
                <c:pt idx="1817">
                  <c:v>44.453740662825851</c:v>
                </c:pt>
                <c:pt idx="1818">
                  <c:v>44.454748619383373</c:v>
                </c:pt>
                <c:pt idx="1819">
                  <c:v>44.455249218179389</c:v>
                </c:pt>
                <c:pt idx="1820">
                  <c:v>44.460458857634215</c:v>
                </c:pt>
                <c:pt idx="1821">
                  <c:v>44.461513194733435</c:v>
                </c:pt>
                <c:pt idx="1822">
                  <c:v>44.461633397847663</c:v>
                </c:pt>
                <c:pt idx="1823">
                  <c:v>44.461797880127506</c:v>
                </c:pt>
                <c:pt idx="1824">
                  <c:v>44.461880099489292</c:v>
                </c:pt>
                <c:pt idx="1825">
                  <c:v>44.462753957024148</c:v>
                </c:pt>
                <c:pt idx="1826">
                  <c:v>44.462932160843891</c:v>
                </c:pt>
                <c:pt idx="1827">
                  <c:v>44.462949383070679</c:v>
                </c:pt>
                <c:pt idx="1828">
                  <c:v>44.463159916578249</c:v>
                </c:pt>
                <c:pt idx="1829">
                  <c:v>44.463253518841171</c:v>
                </c:pt>
                <c:pt idx="1830">
                  <c:v>44.464355608308011</c:v>
                </c:pt>
                <c:pt idx="1831">
                  <c:v>44.464574590703386</c:v>
                </c:pt>
                <c:pt idx="1832">
                  <c:v>44.464593595846395</c:v>
                </c:pt>
                <c:pt idx="1833">
                  <c:v>44.46483792473996</c:v>
                </c:pt>
                <c:pt idx="1834">
                  <c:v>44.464960884538101</c:v>
                </c:pt>
                <c:pt idx="1835">
                  <c:v>44.466284256114506</c:v>
                </c:pt>
                <c:pt idx="1836">
                  <c:v>44.466552053851345</c:v>
                </c:pt>
                <c:pt idx="1837">
                  <c:v>44.466566039742816</c:v>
                </c:pt>
                <c:pt idx="1838">
                  <c:v>44.466317256820247</c:v>
                </c:pt>
                <c:pt idx="1839">
                  <c:v>44.466194678000413</c:v>
                </c:pt>
                <c:pt idx="1840">
                  <c:v>44.464874812982387</c:v>
                </c:pt>
                <c:pt idx="1841">
                  <c:v>44.46460505051185</c:v>
                </c:pt>
                <c:pt idx="1842">
                  <c:v>44.464593595846395</c:v>
                </c:pt>
                <c:pt idx="1843">
                  <c:v>44.465022598317034</c:v>
                </c:pt>
                <c:pt idx="1844">
                  <c:v>44.465199964721506</c:v>
                </c:pt>
                <c:pt idx="1845">
                  <c:v>44.467420208034397</c:v>
                </c:pt>
                <c:pt idx="1846">
                  <c:v>44.467856235096491</c:v>
                </c:pt>
                <c:pt idx="1847">
                  <c:v>44.467882039260985</c:v>
                </c:pt>
                <c:pt idx="1848">
                  <c:v>44.468265787239375</c:v>
                </c:pt>
                <c:pt idx="1849">
                  <c:v>44.468449093698446</c:v>
                </c:pt>
                <c:pt idx="1850">
                  <c:v>44.470407559071766</c:v>
                </c:pt>
                <c:pt idx="1851">
                  <c:v>44.470807695331864</c:v>
                </c:pt>
                <c:pt idx="1852">
                  <c:v>44.47084227801605</c:v>
                </c:pt>
                <c:pt idx="1853">
                  <c:v>44.471260007326478</c:v>
                </c:pt>
                <c:pt idx="1854">
                  <c:v>44.471560439527856</c:v>
                </c:pt>
                <c:pt idx="1855">
                  <c:v>44.473644426597964</c:v>
                </c:pt>
                <c:pt idx="1856">
                  <c:v>44.474106100559801</c:v>
                </c:pt>
                <c:pt idx="1857">
                  <c:v>44.474130766756787</c:v>
                </c:pt>
                <c:pt idx="1858">
                  <c:v>44.474913484215413</c:v>
                </c:pt>
                <c:pt idx="1859">
                  <c:v>44.475301309440596</c:v>
                </c:pt>
                <c:pt idx="1860">
                  <c:v>44.479172585203457</c:v>
                </c:pt>
                <c:pt idx="1861">
                  <c:v>44.480010032484785</c:v>
                </c:pt>
                <c:pt idx="1862">
                  <c:v>44.480051345345316</c:v>
                </c:pt>
                <c:pt idx="1863">
                  <c:v>44.481023207418644</c:v>
                </c:pt>
                <c:pt idx="1864">
                  <c:v>44.481606172930334</c:v>
                </c:pt>
                <c:pt idx="1865">
                  <c:v>44.486505550771369</c:v>
                </c:pt>
                <c:pt idx="1866">
                  <c:v>44.487545669667703</c:v>
                </c:pt>
                <c:pt idx="1867">
                  <c:v>44.487619394608032</c:v>
                </c:pt>
                <c:pt idx="1868">
                  <c:v>44.488880774476797</c:v>
                </c:pt>
                <c:pt idx="1869">
                  <c:v>44.489436856017967</c:v>
                </c:pt>
                <c:pt idx="1870">
                  <c:v>44.497039823733473</c:v>
                </c:pt>
                <c:pt idx="1871">
                  <c:v>44.497157051903741</c:v>
                </c:pt>
                <c:pt idx="1872">
                  <c:v>44.498639173698002</c:v>
                </c:pt>
                <c:pt idx="1873">
                  <c:v>44.4987337776925</c:v>
                </c:pt>
                <c:pt idx="1874">
                  <c:v>44.499225896213176</c:v>
                </c:pt>
                <c:pt idx="1875">
                  <c:v>44.506804159672583</c:v>
                </c:pt>
                <c:pt idx="1876">
                  <c:v>44.508342380936881</c:v>
                </c:pt>
                <c:pt idx="1877">
                  <c:v>44.509241696270209</c:v>
                </c:pt>
                <c:pt idx="1878">
                  <c:v>44.509619650895928</c:v>
                </c:pt>
                <c:pt idx="1879">
                  <c:v>44.510327810493685</c:v>
                </c:pt>
                <c:pt idx="1880">
                  <c:v>44.514139930860068</c:v>
                </c:pt>
                <c:pt idx="1881">
                  <c:v>44.51511564742318</c:v>
                </c:pt>
                <c:pt idx="1882">
                  <c:v>44.515248191580667</c:v>
                </c:pt>
                <c:pt idx="1883">
                  <c:v>44.515445041545874</c:v>
                </c:pt>
                <c:pt idx="1884">
                  <c:v>44.515543715917147</c:v>
                </c:pt>
                <c:pt idx="1885">
                  <c:v>44.516642784089036</c:v>
                </c:pt>
                <c:pt idx="1886">
                  <c:v>44.516871628779789</c:v>
                </c:pt>
                <c:pt idx="1887">
                  <c:v>44.516892595424395</c:v>
                </c:pt>
                <c:pt idx="1888">
                  <c:v>44.517492691880264</c:v>
                </c:pt>
                <c:pt idx="1889">
                  <c:v>44.517721294963721</c:v>
                </c:pt>
                <c:pt idx="1890">
                  <c:v>44.520788850771503</c:v>
                </c:pt>
                <c:pt idx="1891">
                  <c:v>44.521431495842201</c:v>
                </c:pt>
                <c:pt idx="1892">
                  <c:v>44.521497577832065</c:v>
                </c:pt>
                <c:pt idx="1893">
                  <c:v>44.521045218944003</c:v>
                </c:pt>
                <c:pt idx="1894">
                  <c:v>44.520851369764188</c:v>
                </c:pt>
                <c:pt idx="1895">
                  <c:v>44.518437263471057</c:v>
                </c:pt>
                <c:pt idx="1896">
                  <c:v>44.517915351926334</c:v>
                </c:pt>
                <c:pt idx="1897">
                  <c:v>44.517880479368898</c:v>
                </c:pt>
                <c:pt idx="1898">
                  <c:v>44.519163908830784</c:v>
                </c:pt>
                <c:pt idx="1899">
                  <c:v>44.519767310314421</c:v>
                </c:pt>
                <c:pt idx="1900">
                  <c:v>44.526828210652454</c:v>
                </c:pt>
                <c:pt idx="1901">
                  <c:v>44.528330115465145</c:v>
                </c:pt>
                <c:pt idx="1902">
                  <c:v>44.528406689236078</c:v>
                </c:pt>
                <c:pt idx="1903">
                  <c:v>44.528611371640459</c:v>
                </c:pt>
                <c:pt idx="1904">
                  <c:v>44.52870422345395</c:v>
                </c:pt>
                <c:pt idx="1905">
                  <c:v>44.529802948988262</c:v>
                </c:pt>
                <c:pt idx="1906">
                  <c:v>44.530040439170534</c:v>
                </c:pt>
                <c:pt idx="1907">
                  <c:v>44.530051141708839</c:v>
                </c:pt>
                <c:pt idx="1908">
                  <c:v>44.530802497888551</c:v>
                </c:pt>
                <c:pt idx="1909">
                  <c:v>44.531154765915069</c:v>
                </c:pt>
                <c:pt idx="1910">
                  <c:v>44.53505858947949</c:v>
                </c:pt>
                <c:pt idx="1911">
                  <c:v>44.535941751804394</c:v>
                </c:pt>
                <c:pt idx="1912">
                  <c:v>44.535972459863956</c:v>
                </c:pt>
                <c:pt idx="1913">
                  <c:v>44.53657634900447</c:v>
                </c:pt>
                <c:pt idx="1914">
                  <c:v>44.536873303994554</c:v>
                </c:pt>
                <c:pt idx="1915">
                  <c:v>44.540167892160738</c:v>
                </c:pt>
                <c:pt idx="1916">
                  <c:v>44.540875724207673</c:v>
                </c:pt>
                <c:pt idx="1917">
                  <c:v>44.540909016776823</c:v>
                </c:pt>
                <c:pt idx="1918">
                  <c:v>44.540609574623801</c:v>
                </c:pt>
                <c:pt idx="1919">
                  <c:v>44.540472915380299</c:v>
                </c:pt>
                <c:pt idx="1920">
                  <c:v>44.538949644101017</c:v>
                </c:pt>
                <c:pt idx="1921">
                  <c:v>44.53862151394766</c:v>
                </c:pt>
                <c:pt idx="1922">
                  <c:v>44.538604870436131</c:v>
                </c:pt>
                <c:pt idx="1923">
                  <c:v>44.53953979251083</c:v>
                </c:pt>
                <c:pt idx="1924">
                  <c:v>44.539972609959392</c:v>
                </c:pt>
                <c:pt idx="1925">
                  <c:v>44.544762604885911</c:v>
                </c:pt>
                <c:pt idx="1926">
                  <c:v>44.545792592485256</c:v>
                </c:pt>
                <c:pt idx="1927">
                  <c:v>44.545842531791095</c:v>
                </c:pt>
                <c:pt idx="1928">
                  <c:v>44.547087385179495</c:v>
                </c:pt>
                <c:pt idx="1929">
                  <c:v>44.547519848783942</c:v>
                </c:pt>
                <c:pt idx="1930">
                  <c:v>44.553379338832329</c:v>
                </c:pt>
                <c:pt idx="1931">
                  <c:v>44.554637669505908</c:v>
                </c:pt>
                <c:pt idx="1932">
                  <c:v>44.554724856080441</c:v>
                </c:pt>
                <c:pt idx="1933">
                  <c:v>44.555615311136926</c:v>
                </c:pt>
                <c:pt idx="1934">
                  <c:v>44.555892090717741</c:v>
                </c:pt>
                <c:pt idx="1935">
                  <c:v>44.560029801378228</c:v>
                </c:pt>
                <c:pt idx="1936">
                  <c:v>44.560911290937511</c:v>
                </c:pt>
                <c:pt idx="1937">
                  <c:v>44.56097479977069</c:v>
                </c:pt>
                <c:pt idx="1938">
                  <c:v>44.561489749532264</c:v>
                </c:pt>
                <c:pt idx="1939">
                  <c:v>44.561697392850341</c:v>
                </c:pt>
                <c:pt idx="1940">
                  <c:v>44.564310627329185</c:v>
                </c:pt>
                <c:pt idx="1941">
                  <c:v>44.564870750104085</c:v>
                </c:pt>
                <c:pt idx="1942">
                  <c:v>44.564923645518036</c:v>
                </c:pt>
                <c:pt idx="1943">
                  <c:v>44.56529796067781</c:v>
                </c:pt>
                <c:pt idx="1944">
                  <c:v>44.565465445274747</c:v>
                </c:pt>
                <c:pt idx="1945">
                  <c:v>44.567438652667306</c:v>
                </c:pt>
                <c:pt idx="1946">
                  <c:v>44.567850694634558</c:v>
                </c:pt>
                <c:pt idx="1947">
                  <c:v>44.567884528868717</c:v>
                </c:pt>
                <c:pt idx="1948">
                  <c:v>44.567967289446685</c:v>
                </c:pt>
                <c:pt idx="1949">
                  <c:v>44.56800573479007</c:v>
                </c:pt>
                <c:pt idx="1950">
                  <c:v>44.568441977199384</c:v>
                </c:pt>
                <c:pt idx="1951">
                  <c:v>44.568532742388285</c:v>
                </c:pt>
                <c:pt idx="1952">
                  <c:v>44.568541129142034</c:v>
                </c:pt>
                <c:pt idx="1953">
                  <c:v>44.568420770460364</c:v>
                </c:pt>
                <c:pt idx="1954">
                  <c:v>44.568363202364466</c:v>
                </c:pt>
                <c:pt idx="1955">
                  <c:v>44.567696599422142</c:v>
                </c:pt>
                <c:pt idx="1956">
                  <c:v>44.567560276800613</c:v>
                </c:pt>
                <c:pt idx="1957">
                  <c:v>44.567556229101115</c:v>
                </c:pt>
                <c:pt idx="1958">
                  <c:v>44.567970175339816</c:v>
                </c:pt>
                <c:pt idx="1959">
                  <c:v>44.568159309558133</c:v>
                </c:pt>
                <c:pt idx="1960">
                  <c:v>44.570379809718389</c:v>
                </c:pt>
                <c:pt idx="1961">
                  <c:v>44.570810964879556</c:v>
                </c:pt>
                <c:pt idx="1962">
                  <c:v>44.57084543223101</c:v>
                </c:pt>
                <c:pt idx="1963">
                  <c:v>44.571126438010467</c:v>
                </c:pt>
                <c:pt idx="1964">
                  <c:v>44.571262201573511</c:v>
                </c:pt>
                <c:pt idx="1965">
                  <c:v>44.572818274734246</c:v>
                </c:pt>
                <c:pt idx="1966">
                  <c:v>44.573134986625419</c:v>
                </c:pt>
                <c:pt idx="1967">
                  <c:v>44.573146650246599</c:v>
                </c:pt>
                <c:pt idx="1968">
                  <c:v>44.573881704321074</c:v>
                </c:pt>
                <c:pt idx="1969">
                  <c:v>44.574332544879439</c:v>
                </c:pt>
                <c:pt idx="1970">
                  <c:v>44.57823890326253</c:v>
                </c:pt>
                <c:pt idx="1971">
                  <c:v>44.579033699539842</c:v>
                </c:pt>
                <c:pt idx="1972">
                  <c:v>44.579068548269618</c:v>
                </c:pt>
                <c:pt idx="1973">
                  <c:v>44.580105970667226</c:v>
                </c:pt>
                <c:pt idx="1974">
                  <c:v>44.581434351363569</c:v>
                </c:pt>
                <c:pt idx="1975">
                  <c:v>44.583864626324811</c:v>
                </c:pt>
                <c:pt idx="1976">
                  <c:v>44.584637734372549</c:v>
                </c:pt>
                <c:pt idx="1977">
                  <c:v>44.584662214025002</c:v>
                </c:pt>
                <c:pt idx="1978">
                  <c:v>44.584901255716041</c:v>
                </c:pt>
                <c:pt idx="1979">
                  <c:v>44.58503885332172</c:v>
                </c:pt>
                <c:pt idx="1980">
                  <c:v>44.586354956268814</c:v>
                </c:pt>
                <c:pt idx="1981">
                  <c:v>44.586618997396677</c:v>
                </c:pt>
                <c:pt idx="1982">
                  <c:v>44.586635190780839</c:v>
                </c:pt>
                <c:pt idx="1983">
                  <c:v>44.587274154686831</c:v>
                </c:pt>
                <c:pt idx="1984">
                  <c:v>44.587657701654265</c:v>
                </c:pt>
                <c:pt idx="1985">
                  <c:v>44.591119728699624</c:v>
                </c:pt>
                <c:pt idx="1986">
                  <c:v>44.591851517934536</c:v>
                </c:pt>
                <c:pt idx="1987">
                  <c:v>44.591900635650063</c:v>
                </c:pt>
                <c:pt idx="1988">
                  <c:v>44.59253065086537</c:v>
                </c:pt>
                <c:pt idx="1989">
                  <c:v>44.592867348709518</c:v>
                </c:pt>
                <c:pt idx="1990">
                  <c:v>44.596338755673202</c:v>
                </c:pt>
                <c:pt idx="1991">
                  <c:v>44.597109854996603</c:v>
                </c:pt>
                <c:pt idx="1992">
                  <c:v>44.597166144324433</c:v>
                </c:pt>
                <c:pt idx="1993">
                  <c:v>44.59795966122266</c:v>
                </c:pt>
                <c:pt idx="1994">
                  <c:v>44.598354344249159</c:v>
                </c:pt>
                <c:pt idx="1995">
                  <c:v>44.602790968967284</c:v>
                </c:pt>
                <c:pt idx="1996">
                  <c:v>44.603664863244781</c:v>
                </c:pt>
                <c:pt idx="1997">
                  <c:v>44.603745022645228</c:v>
                </c:pt>
                <c:pt idx="1998">
                  <c:v>44.603949490346807</c:v>
                </c:pt>
                <c:pt idx="1999">
                  <c:v>44.60404911965847</c:v>
                </c:pt>
                <c:pt idx="2000">
                  <c:v>44.605136550692642</c:v>
                </c:pt>
                <c:pt idx="2001">
                  <c:v>44.605374038583399</c:v>
                </c:pt>
                <c:pt idx="2002">
                  <c:v>44.605389757842659</c:v>
                </c:pt>
                <c:pt idx="2003">
                  <c:v>44.605832924664561</c:v>
                </c:pt>
                <c:pt idx="2004">
                  <c:v>44.60605761630196</c:v>
                </c:pt>
                <c:pt idx="2005">
                  <c:v>44.608469511429455</c:v>
                </c:pt>
                <c:pt idx="2006">
                  <c:v>44.608954176135924</c:v>
                </c:pt>
                <c:pt idx="2007">
                  <c:v>44.609010675264983</c:v>
                </c:pt>
                <c:pt idx="2008">
                  <c:v>44.608464220955966</c:v>
                </c:pt>
                <c:pt idx="2009">
                  <c:v>44.608197525915806</c:v>
                </c:pt>
                <c:pt idx="2010">
                  <c:v>44.605086078537461</c:v>
                </c:pt>
                <c:pt idx="2011">
                  <c:v>44.60445840940681</c:v>
                </c:pt>
                <c:pt idx="2012">
                  <c:v>44.6044016770025</c:v>
                </c:pt>
                <c:pt idx="2013">
                  <c:v>44.603823417944533</c:v>
                </c:pt>
                <c:pt idx="2014">
                  <c:v>44.603517382861064</c:v>
                </c:pt>
                <c:pt idx="2015">
                  <c:v>44.600168360282787</c:v>
                </c:pt>
                <c:pt idx="2016">
                  <c:v>44.599518392182475</c:v>
                </c:pt>
                <c:pt idx="2017">
                  <c:v>44.599467501417735</c:v>
                </c:pt>
                <c:pt idx="2018">
                  <c:v>44.600154612774389</c:v>
                </c:pt>
                <c:pt idx="2019">
                  <c:v>44.600524944619984</c:v>
                </c:pt>
                <c:pt idx="2020">
                  <c:v>44.604544687837404</c:v>
                </c:pt>
                <c:pt idx="2021">
                  <c:v>44.605321585902622</c:v>
                </c:pt>
                <c:pt idx="2022">
                  <c:v>44.605389757842659</c:v>
                </c:pt>
                <c:pt idx="2023">
                  <c:v>44.605971470169393</c:v>
                </c:pt>
                <c:pt idx="2024">
                  <c:v>44.606283596545694</c:v>
                </c:pt>
                <c:pt idx="2025">
                  <c:v>44.609641319010741</c:v>
                </c:pt>
                <c:pt idx="2026">
                  <c:v>44.610280272965134</c:v>
                </c:pt>
                <c:pt idx="2027">
                  <c:v>44.610324000972525</c:v>
                </c:pt>
                <c:pt idx="2028">
                  <c:v>44.610836171531041</c:v>
                </c:pt>
                <c:pt idx="2029">
                  <c:v>44.611116603227259</c:v>
                </c:pt>
                <c:pt idx="2030">
                  <c:v>44.614000422793396</c:v>
                </c:pt>
                <c:pt idx="2031">
                  <c:v>44.614569346906372</c:v>
                </c:pt>
                <c:pt idx="2032">
                  <c:v>44.61460162962095</c:v>
                </c:pt>
                <c:pt idx="2033">
                  <c:v>44.614317623413143</c:v>
                </c:pt>
                <c:pt idx="2034">
                  <c:v>44.614173957021848</c:v>
                </c:pt>
                <c:pt idx="2035">
                  <c:v>44.612623775699554</c:v>
                </c:pt>
                <c:pt idx="2036">
                  <c:v>44.612323584762173</c:v>
                </c:pt>
                <c:pt idx="2037">
                  <c:v>44.612300191993768</c:v>
                </c:pt>
                <c:pt idx="2038">
                  <c:v>44.61245812985468</c:v>
                </c:pt>
                <c:pt idx="2039">
                  <c:v>44.612549060480404</c:v>
                </c:pt>
                <c:pt idx="2040">
                  <c:v>44.613428019679382</c:v>
                </c:pt>
                <c:pt idx="2041">
                  <c:v>44.613607784839211</c:v>
                </c:pt>
                <c:pt idx="2042">
                  <c:v>44.61361662520352</c:v>
                </c:pt>
                <c:pt idx="2043">
                  <c:v>44.61238757050976</c:v>
                </c:pt>
                <c:pt idx="2044">
                  <c:v>44.611694428994241</c:v>
                </c:pt>
                <c:pt idx="2045">
                  <c:v>44.604912038381514</c:v>
                </c:pt>
                <c:pt idx="2046">
                  <c:v>44.603524857661483</c:v>
                </c:pt>
                <c:pt idx="2047">
                  <c:v>44.603416695840167</c:v>
                </c:pt>
                <c:pt idx="2048">
                  <c:v>44.603416695840167</c:v>
                </c:pt>
                <c:pt idx="2049">
                  <c:v>44.603416695840167</c:v>
                </c:pt>
                <c:pt idx="2050">
                  <c:v>44.603416695840167</c:v>
                </c:pt>
                <c:pt idx="2051">
                  <c:v>44.603416695840167</c:v>
                </c:pt>
                <c:pt idx="2052">
                  <c:v>44.603416695840167</c:v>
                </c:pt>
                <c:pt idx="2053">
                  <c:v>44.602678083959553</c:v>
                </c:pt>
                <c:pt idx="2054">
                  <c:v>44.602252181927824</c:v>
                </c:pt>
                <c:pt idx="2055">
                  <c:v>44.598120334802175</c:v>
                </c:pt>
                <c:pt idx="2056">
                  <c:v>44.597245785942484</c:v>
                </c:pt>
                <c:pt idx="2057">
                  <c:v>44.597166144324433</c:v>
                </c:pt>
                <c:pt idx="2058">
                  <c:v>44.596609643730609</c:v>
                </c:pt>
                <c:pt idx="2059">
                  <c:v>44.59635574637425</c:v>
                </c:pt>
                <c:pt idx="2060">
                  <c:v>44.593230603990726</c:v>
                </c:pt>
                <c:pt idx="2061">
                  <c:v>44.592620478010041</c:v>
                </c:pt>
                <c:pt idx="2062">
                  <c:v>44.592557272070678</c:v>
                </c:pt>
                <c:pt idx="2063">
                  <c:v>44.592439674920378</c:v>
                </c:pt>
                <c:pt idx="2064">
                  <c:v>44.592370114998765</c:v>
                </c:pt>
                <c:pt idx="2065">
                  <c:v>44.591719193508659</c:v>
                </c:pt>
                <c:pt idx="2066">
                  <c:v>44.591581016084902</c:v>
                </c:pt>
                <c:pt idx="2067">
                  <c:v>44.591572317811824</c:v>
                </c:pt>
                <c:pt idx="2068">
                  <c:v>44.591684877488341</c:v>
                </c:pt>
                <c:pt idx="2069">
                  <c:v>44.591799318842057</c:v>
                </c:pt>
                <c:pt idx="2070">
                  <c:v>44.592413285984705</c:v>
                </c:pt>
                <c:pt idx="2071">
                  <c:v>44.592546361681329</c:v>
                </c:pt>
                <c:pt idx="2072">
                  <c:v>44.592557272070678</c:v>
                </c:pt>
                <c:pt idx="2073">
                  <c:v>44.5932697001086</c:v>
                </c:pt>
                <c:pt idx="2074">
                  <c:v>44.593629082050541</c:v>
                </c:pt>
                <c:pt idx="2075">
                  <c:v>44.597605545934186</c:v>
                </c:pt>
                <c:pt idx="2076">
                  <c:v>44.598451971233139</c:v>
                </c:pt>
                <c:pt idx="2077">
                  <c:v>44.598479434089882</c:v>
                </c:pt>
                <c:pt idx="2078">
                  <c:v>44.598320390175388</c:v>
                </c:pt>
                <c:pt idx="2079">
                  <c:v>44.59824034790384</c:v>
                </c:pt>
                <c:pt idx="2080">
                  <c:v>44.597353495898645</c:v>
                </c:pt>
                <c:pt idx="2081">
                  <c:v>44.597182946908283</c:v>
                </c:pt>
                <c:pt idx="2082">
                  <c:v>44.597166144324433</c:v>
                </c:pt>
                <c:pt idx="2083">
                  <c:v>44.597513951396223</c:v>
                </c:pt>
                <c:pt idx="2084">
                  <c:v>44.5976995947861</c:v>
                </c:pt>
                <c:pt idx="2085">
                  <c:v>44.59969557483258</c:v>
                </c:pt>
                <c:pt idx="2086">
                  <c:v>44.600092810434212</c:v>
                </c:pt>
                <c:pt idx="2087">
                  <c:v>44.600127246686952</c:v>
                </c:pt>
                <c:pt idx="2088">
                  <c:v>44.599819874859122</c:v>
                </c:pt>
                <c:pt idx="2089">
                  <c:v>44.599635717564148</c:v>
                </c:pt>
                <c:pt idx="2090">
                  <c:v>44.597875559871021</c:v>
                </c:pt>
                <c:pt idx="2091">
                  <c:v>44.597520654047344</c:v>
                </c:pt>
                <c:pt idx="2092">
                  <c:v>44.597494466392959</c:v>
                </c:pt>
                <c:pt idx="2093">
                  <c:v>44.597060598207491</c:v>
                </c:pt>
                <c:pt idx="2094">
                  <c:v>44.596816329355889</c:v>
                </c:pt>
                <c:pt idx="2095">
                  <c:v>44.594376222043529</c:v>
                </c:pt>
                <c:pt idx="2096">
                  <c:v>44.593908608820307</c:v>
                </c:pt>
                <c:pt idx="2097">
                  <c:v>44.593873645242923</c:v>
                </c:pt>
                <c:pt idx="2098">
                  <c:v>44.594187872107661</c:v>
                </c:pt>
                <c:pt idx="2099">
                  <c:v>44.594370108112813</c:v>
                </c:pt>
                <c:pt idx="2100">
                  <c:v>44.596122443244894</c:v>
                </c:pt>
                <c:pt idx="2101">
                  <c:v>44.596466557520493</c:v>
                </c:pt>
                <c:pt idx="2102">
                  <c:v>44.596506403560795</c:v>
                </c:pt>
                <c:pt idx="2103">
                  <c:v>44.596467617633287</c:v>
                </c:pt>
                <c:pt idx="2104">
                  <c:v>44.596447065727212</c:v>
                </c:pt>
                <c:pt idx="2105">
                  <c:v>44.596224557676251</c:v>
                </c:pt>
                <c:pt idx="2106">
                  <c:v>44.596181493366338</c:v>
                </c:pt>
                <c:pt idx="2107">
                  <c:v>44.596178082240101</c:v>
                </c:pt>
                <c:pt idx="2108">
                  <c:v>44.595970244347271</c:v>
                </c:pt>
                <c:pt idx="2109">
                  <c:v>44.595869953705972</c:v>
                </c:pt>
                <c:pt idx="2110">
                  <c:v>44.59477732652477</c:v>
                </c:pt>
                <c:pt idx="2111">
                  <c:v>44.594554447613362</c:v>
                </c:pt>
                <c:pt idx="2112">
                  <c:v>44.594533382004443</c:v>
                </c:pt>
                <c:pt idx="2113">
                  <c:v>44.594290646675887</c:v>
                </c:pt>
                <c:pt idx="2114">
                  <c:v>44.594176004576283</c:v>
                </c:pt>
                <c:pt idx="2115">
                  <c:v>44.592861693646228</c:v>
                </c:pt>
                <c:pt idx="2116">
                  <c:v>44.592581245417769</c:v>
                </c:pt>
                <c:pt idx="2117">
                  <c:v>44.592557272070678</c:v>
                </c:pt>
                <c:pt idx="2118">
                  <c:v>44.59156278423616</c:v>
                </c:pt>
                <c:pt idx="2119">
                  <c:v>44.591087433452941</c:v>
                </c:pt>
                <c:pt idx="2120">
                  <c:v>44.585584126577018</c:v>
                </c:pt>
                <c:pt idx="2121">
                  <c:v>44.584452387071643</c:v>
                </c:pt>
                <c:pt idx="2122">
                  <c:v>44.584333901648904</c:v>
                </c:pt>
                <c:pt idx="2123">
                  <c:v>44.583461216147441</c:v>
                </c:pt>
                <c:pt idx="2124">
                  <c:v>44.583023369530252</c:v>
                </c:pt>
                <c:pt idx="2125">
                  <c:v>44.578151021558554</c:v>
                </c:pt>
                <c:pt idx="2126">
                  <c:v>44.577143357688414</c:v>
                </c:pt>
                <c:pt idx="2127">
                  <c:v>44.577095605752902</c:v>
                </c:pt>
                <c:pt idx="2128">
                  <c:v>44.576893825352577</c:v>
                </c:pt>
                <c:pt idx="2129">
                  <c:v>44.576797682323914</c:v>
                </c:pt>
                <c:pt idx="2130">
                  <c:v>44.575692872444584</c:v>
                </c:pt>
                <c:pt idx="2131">
                  <c:v>44.575462554091914</c:v>
                </c:pt>
                <c:pt idx="2132">
                  <c:v>44.57545097759413</c:v>
                </c:pt>
                <c:pt idx="2133">
                  <c:v>44.574520511686742</c:v>
                </c:pt>
                <c:pt idx="2134">
                  <c:v>44.574078353462532</c:v>
                </c:pt>
                <c:pt idx="2135">
                  <c:v>44.568947867172739</c:v>
                </c:pt>
                <c:pt idx="2136">
                  <c:v>44.567919056850698</c:v>
                </c:pt>
                <c:pt idx="2137">
                  <c:v>44.567884528868717</c:v>
                </c:pt>
                <c:pt idx="2138">
                  <c:v>44.567035222721223</c:v>
                </c:pt>
                <c:pt idx="2139">
                  <c:v>44.566613453065827</c:v>
                </c:pt>
                <c:pt idx="2140">
                  <c:v>44.561955632476547</c:v>
                </c:pt>
                <c:pt idx="2141">
                  <c:v>44.561048441783527</c:v>
                </c:pt>
                <c:pt idx="2142">
                  <c:v>44.56097479977069</c:v>
                </c:pt>
                <c:pt idx="2143">
                  <c:v>44.560449082825492</c:v>
                </c:pt>
                <c:pt idx="2144">
                  <c:v>44.560189190443857</c:v>
                </c:pt>
                <c:pt idx="2145">
                  <c:v>44.557290527560809</c:v>
                </c:pt>
                <c:pt idx="2146">
                  <c:v>44.556730041628398</c:v>
                </c:pt>
                <c:pt idx="2147">
                  <c:v>44.556697697886932</c:v>
                </c:pt>
                <c:pt idx="2148">
                  <c:v>44.556031023029135</c:v>
                </c:pt>
                <c:pt idx="2149">
                  <c:v>44.555741884545164</c:v>
                </c:pt>
                <c:pt idx="2150">
                  <c:v>44.552406408009077</c:v>
                </c:pt>
                <c:pt idx="2151">
                  <c:v>44.551731535687786</c:v>
                </c:pt>
                <c:pt idx="2152">
                  <c:v>44.551084138095746</c:v>
                </c:pt>
                <c:pt idx="2153">
                  <c:v>44.550760913605473</c:v>
                </c:pt>
                <c:pt idx="2154">
                  <c:v>44.55011952822008</c:v>
                </c:pt>
                <c:pt idx="2155">
                  <c:v>44.5454396176223</c:v>
                </c:pt>
                <c:pt idx="2156">
                  <c:v>44.544289909441737</c:v>
                </c:pt>
                <c:pt idx="2157">
                  <c:v>44.544198020664226</c:v>
                </c:pt>
                <c:pt idx="2158">
                  <c:v>44.543299658078219</c:v>
                </c:pt>
                <c:pt idx="2159">
                  <c:v>44.542799421542128</c:v>
                </c:pt>
                <c:pt idx="2160">
                  <c:v>44.537733753072771</c:v>
                </c:pt>
                <c:pt idx="2161">
                  <c:v>44.536725517470572</c:v>
                </c:pt>
                <c:pt idx="2162">
                  <c:v>44.536632109514187</c:v>
                </c:pt>
                <c:pt idx="2163">
                  <c:v>44.536437153876797</c:v>
                </c:pt>
                <c:pt idx="2164">
                  <c:v>44.536333083882681</c:v>
                </c:pt>
                <c:pt idx="2165">
                  <c:v>44.535231291695517</c:v>
                </c:pt>
                <c:pt idx="2166">
                  <c:v>44.535004594001819</c:v>
                </c:pt>
                <c:pt idx="2167">
                  <c:v>44.534987632636785</c:v>
                </c:pt>
                <c:pt idx="2168">
                  <c:v>44.535223603752343</c:v>
                </c:pt>
                <c:pt idx="2169">
                  <c:v>44.535348337905781</c:v>
                </c:pt>
                <c:pt idx="2170">
                  <c:v>44.5366669539683</c:v>
                </c:pt>
                <c:pt idx="2171">
                  <c:v>44.536930375202033</c:v>
                </c:pt>
                <c:pt idx="2172">
                  <c:v>44.536960386232124</c:v>
                </c:pt>
                <c:pt idx="2173">
                  <c:v>44.536656929498605</c:v>
                </c:pt>
                <c:pt idx="2174">
                  <c:v>44.536434668986381</c:v>
                </c:pt>
                <c:pt idx="2175">
                  <c:v>44.534707688376741</c:v>
                </c:pt>
                <c:pt idx="2176">
                  <c:v>44.534341644050059</c:v>
                </c:pt>
                <c:pt idx="2177">
                  <c:v>44.534327985435311</c:v>
                </c:pt>
                <c:pt idx="2178">
                  <c:v>44.534841848260093</c:v>
                </c:pt>
                <c:pt idx="2179">
                  <c:v>44.535142638462261</c:v>
                </c:pt>
                <c:pt idx="2180">
                  <c:v>44.537980048015299</c:v>
                </c:pt>
                <c:pt idx="2181">
                  <c:v>44.538557142394382</c:v>
                </c:pt>
                <c:pt idx="2182">
                  <c:v>44.538604870436131</c:v>
                </c:pt>
                <c:pt idx="2183">
                  <c:v>44.539275647282679</c:v>
                </c:pt>
                <c:pt idx="2184">
                  <c:v>44.539618100954748</c:v>
                </c:pt>
                <c:pt idx="2185">
                  <c:v>44.543402784117824</c:v>
                </c:pt>
                <c:pt idx="2186">
                  <c:v>44.5441324167804</c:v>
                </c:pt>
                <c:pt idx="2187">
                  <c:v>44.544198020664226</c:v>
                </c:pt>
                <c:pt idx="2188">
                  <c:v>44.544718288215208</c:v>
                </c:pt>
                <c:pt idx="2189">
                  <c:v>44.544975070194404</c:v>
                </c:pt>
                <c:pt idx="2190">
                  <c:v>44.547856053471776</c:v>
                </c:pt>
                <c:pt idx="2191">
                  <c:v>44.548440030565821</c:v>
                </c:pt>
                <c:pt idx="2192">
                  <c:v>44.548475001151814</c:v>
                </c:pt>
                <c:pt idx="2193">
                  <c:v>44.548681296859549</c:v>
                </c:pt>
                <c:pt idx="2194">
                  <c:v>44.548777700108388</c:v>
                </c:pt>
                <c:pt idx="2195">
                  <c:v>44.549889249419707</c:v>
                </c:pt>
                <c:pt idx="2196">
                  <c:v>44.550109547482556</c:v>
                </c:pt>
                <c:pt idx="2197">
                  <c:v>44.55011952822008</c:v>
                </c:pt>
                <c:pt idx="2198">
                  <c:v>44.550409032496681</c:v>
                </c:pt>
                <c:pt idx="2199">
                  <c:v>44.550548429811791</c:v>
                </c:pt>
                <c:pt idx="2200">
                  <c:v>44.552107087019799</c:v>
                </c:pt>
                <c:pt idx="2201">
                  <c:v>44.552398845486408</c:v>
                </c:pt>
                <c:pt idx="2202">
                  <c:v>44.55242063760079</c:v>
                </c:pt>
                <c:pt idx="2203">
                  <c:v>44.552460298388283</c:v>
                </c:pt>
                <c:pt idx="2204">
                  <c:v>44.552482695202222</c:v>
                </c:pt>
                <c:pt idx="2205">
                  <c:v>44.55271385541441</c:v>
                </c:pt>
                <c:pt idx="2206">
                  <c:v>44.552750201861791</c:v>
                </c:pt>
                <c:pt idx="2207">
                  <c:v>44.55275202311816</c:v>
                </c:pt>
                <c:pt idx="2208">
                  <c:v>44.552454769282527</c:v>
                </c:pt>
                <c:pt idx="2209">
                  <c:v>44.55228383564296</c:v>
                </c:pt>
                <c:pt idx="2210">
                  <c:v>44.550526416147264</c:v>
                </c:pt>
                <c:pt idx="2211">
                  <c:v>44.55011952822008</c:v>
                </c:pt>
                <c:pt idx="2212">
                  <c:v>44.550124967407072</c:v>
                </c:pt>
                <c:pt idx="2213">
                  <c:v>44.550156703770853</c:v>
                </c:pt>
                <c:pt idx="2214">
                  <c:v>44.550177659216352</c:v>
                </c:pt>
                <c:pt idx="2215">
                  <c:v>44.550397671843683</c:v>
                </c:pt>
                <c:pt idx="2216">
                  <c:v>44.550442744499293</c:v>
                </c:pt>
                <c:pt idx="2217">
                  <c:v>44.550447814960762</c:v>
                </c:pt>
                <c:pt idx="2218">
                  <c:v>44.55004176709415</c:v>
                </c:pt>
                <c:pt idx="2219">
                  <c:v>44.549803181940675</c:v>
                </c:pt>
                <c:pt idx="2220">
                  <c:v>44.547403556581351</c:v>
                </c:pt>
                <c:pt idx="2221">
                  <c:v>44.546901943132021</c:v>
                </c:pt>
                <c:pt idx="2222">
                  <c:v>44.546830480215931</c:v>
                </c:pt>
                <c:pt idx="2223">
                  <c:v>44.546690857613321</c:v>
                </c:pt>
                <c:pt idx="2224">
                  <c:v>44.546604156656549</c:v>
                </c:pt>
                <c:pt idx="2225">
                  <c:v>44.545730099362835</c:v>
                </c:pt>
                <c:pt idx="2226">
                  <c:v>44.545543107516494</c:v>
                </c:pt>
                <c:pt idx="2227">
                  <c:v>44.5455142484779</c:v>
                </c:pt>
                <c:pt idx="2228">
                  <c:v>44.545085352687337</c:v>
                </c:pt>
                <c:pt idx="2229">
                  <c:v>44.544832046427729</c:v>
                </c:pt>
                <c:pt idx="2230">
                  <c:v>44.542187423195855</c:v>
                </c:pt>
                <c:pt idx="2231">
                  <c:v>44.541625647271822</c:v>
                </c:pt>
                <c:pt idx="2232">
                  <c:v>44.541565576802782</c:v>
                </c:pt>
                <c:pt idx="2233">
                  <c:v>44.541603262076997</c:v>
                </c:pt>
                <c:pt idx="2234">
                  <c:v>44.541624020634316</c:v>
                </c:pt>
                <c:pt idx="2235">
                  <c:v>44.541844530811865</c:v>
                </c:pt>
                <c:pt idx="2236">
                  <c:v>44.541888646372442</c:v>
                </c:pt>
                <c:pt idx="2237">
                  <c:v>44.541893857181435</c:v>
                </c:pt>
                <c:pt idx="2238">
                  <c:v>44.541969758154515</c:v>
                </c:pt>
                <c:pt idx="2239">
                  <c:v>44.542008660297689</c:v>
                </c:pt>
                <c:pt idx="2240">
                  <c:v>44.542451903569265</c:v>
                </c:pt>
                <c:pt idx="2241">
                  <c:v>44.542541834940259</c:v>
                </c:pt>
                <c:pt idx="2242">
                  <c:v>44.5425535156607</c:v>
                </c:pt>
                <c:pt idx="2243">
                  <c:v>44.542626379366702</c:v>
                </c:pt>
                <c:pt idx="2244">
                  <c:v>44.54267277983061</c:v>
                </c:pt>
                <c:pt idx="2245">
                  <c:v>44.543114184363752</c:v>
                </c:pt>
                <c:pt idx="2246">
                  <c:v>44.543199531531798</c:v>
                </c:pt>
                <c:pt idx="2247">
                  <c:v>44.543210078129505</c:v>
                </c:pt>
                <c:pt idx="2248">
                  <c:v>44.543171544185519</c:v>
                </c:pt>
                <c:pt idx="2249">
                  <c:v>44.543151589403259</c:v>
                </c:pt>
                <c:pt idx="2250">
                  <c:v>44.542931287254007</c:v>
                </c:pt>
                <c:pt idx="2251">
                  <c:v>44.542885269011691</c:v>
                </c:pt>
                <c:pt idx="2252">
                  <c:v>44.542881796773145</c:v>
                </c:pt>
                <c:pt idx="2253">
                  <c:v>44.543340734136486</c:v>
                </c:pt>
                <c:pt idx="2254">
                  <c:v>44.543603646365725</c:v>
                </c:pt>
                <c:pt idx="2255">
                  <c:v>44.546255930786089</c:v>
                </c:pt>
                <c:pt idx="2256">
                  <c:v>44.546772853929163</c:v>
                </c:pt>
                <c:pt idx="2257">
                  <c:v>44.546830480215931</c:v>
                </c:pt>
                <c:pt idx="2258">
                  <c:v>44.546675468527724</c:v>
                </c:pt>
                <c:pt idx="2259">
                  <c:v>44.546588977891126</c:v>
                </c:pt>
                <c:pt idx="2260">
                  <c:v>44.545712522468889</c:v>
                </c:pt>
                <c:pt idx="2261">
                  <c:v>44.545530921733565</c:v>
                </c:pt>
                <c:pt idx="2262">
                  <c:v>44.5455142484779</c:v>
                </c:pt>
                <c:pt idx="2263">
                  <c:v>44.545919598945488</c:v>
                </c:pt>
                <c:pt idx="2264">
                  <c:v>44.546157315583443</c:v>
                </c:pt>
                <c:pt idx="2265">
                  <c:v>44.548590217032846</c:v>
                </c:pt>
                <c:pt idx="2266">
                  <c:v>44.549092187132267</c:v>
                </c:pt>
                <c:pt idx="2267">
                  <c:v>44.54913157242845</c:v>
                </c:pt>
                <c:pt idx="2268">
                  <c:v>44.548645715686476</c:v>
                </c:pt>
                <c:pt idx="2269">
                  <c:v>44.548374120142149</c:v>
                </c:pt>
                <c:pt idx="2270">
                  <c:v>44.545524175584568</c:v>
                </c:pt>
                <c:pt idx="2271">
                  <c:v>44.54492019232724</c:v>
                </c:pt>
                <c:pt idx="2272">
                  <c:v>44.544854585577355</c:v>
                </c:pt>
                <c:pt idx="2273">
                  <c:v>44.544422561780181</c:v>
                </c:pt>
                <c:pt idx="2274">
                  <c:v>44.544173639914945</c:v>
                </c:pt>
                <c:pt idx="2275">
                  <c:v>44.541514752673436</c:v>
                </c:pt>
                <c:pt idx="2276">
                  <c:v>44.540978494011249</c:v>
                </c:pt>
                <c:pt idx="2277">
                  <c:v>44.540909016776823</c:v>
                </c:pt>
                <c:pt idx="2278">
                  <c:v>44.540909016776823</c:v>
                </c:pt>
                <c:pt idx="2279">
                  <c:v>44.540909016776823</c:v>
                </c:pt>
                <c:pt idx="2280">
                  <c:v>44.540909016776823</c:v>
                </c:pt>
                <c:pt idx="2281">
                  <c:v>44.540909016776823</c:v>
                </c:pt>
                <c:pt idx="2282">
                  <c:v>44.540909016776823</c:v>
                </c:pt>
                <c:pt idx="2283">
                  <c:v>44.540733642881165</c:v>
                </c:pt>
                <c:pt idx="2284">
                  <c:v>44.540629491910991</c:v>
                </c:pt>
                <c:pt idx="2285">
                  <c:v>44.53951241829499</c:v>
                </c:pt>
                <c:pt idx="2286">
                  <c:v>44.539290817567696</c:v>
                </c:pt>
                <c:pt idx="2287">
                  <c:v>44.539261427041708</c:v>
                </c:pt>
                <c:pt idx="2288">
                  <c:v>44.538774854797623</c:v>
                </c:pt>
                <c:pt idx="2289">
                  <c:v>44.538517830671601</c:v>
                </c:pt>
                <c:pt idx="2290">
                  <c:v>44.535655011647705</c:v>
                </c:pt>
                <c:pt idx="2291">
                  <c:v>44.535064272341714</c:v>
                </c:pt>
                <c:pt idx="2292">
                  <c:v>44.534987632636785</c:v>
                </c:pt>
                <c:pt idx="2293">
                  <c:v>44.534987632636785</c:v>
                </c:pt>
                <c:pt idx="2294">
                  <c:v>44.534987632636785</c:v>
                </c:pt>
                <c:pt idx="2295">
                  <c:v>44.534987632636785</c:v>
                </c:pt>
                <c:pt idx="2296">
                  <c:v>44.534987632636785</c:v>
                </c:pt>
                <c:pt idx="2297">
                  <c:v>44.534987632636785</c:v>
                </c:pt>
                <c:pt idx="2298">
                  <c:v>44.534717627747355</c:v>
                </c:pt>
                <c:pt idx="2299">
                  <c:v>44.534573858829418</c:v>
                </c:pt>
                <c:pt idx="2300">
                  <c:v>44.533049693007058</c:v>
                </c:pt>
                <c:pt idx="2301">
                  <c:v>44.532725213239004</c:v>
                </c:pt>
                <c:pt idx="2302">
                  <c:v>44.532683517108808</c:v>
                </c:pt>
                <c:pt idx="2303">
                  <c:v>44.532803515858348</c:v>
                </c:pt>
                <c:pt idx="2304">
                  <c:v>44.532858487998212</c:v>
                </c:pt>
                <c:pt idx="2305">
                  <c:v>44.533527760876851</c:v>
                </c:pt>
                <c:pt idx="2306">
                  <c:v>44.53366668108702</c:v>
                </c:pt>
                <c:pt idx="2307">
                  <c:v>44.533671436143948</c:v>
                </c:pt>
                <c:pt idx="2308">
                  <c:v>44.533321604978667</c:v>
                </c:pt>
                <c:pt idx="2309">
                  <c:v>44.533126725514187</c:v>
                </c:pt>
                <c:pt idx="2310">
                  <c:v>44.531172898816436</c:v>
                </c:pt>
                <c:pt idx="2311">
                  <c:v>44.530740978715421</c:v>
                </c:pt>
                <c:pt idx="2312">
                  <c:v>44.530710782548397</c:v>
                </c:pt>
                <c:pt idx="2313">
                  <c:v>44.530826807232259</c:v>
                </c:pt>
                <c:pt idx="2314">
                  <c:v>44.530889509828903</c:v>
                </c:pt>
                <c:pt idx="2315">
                  <c:v>44.531549731183723</c:v>
                </c:pt>
                <c:pt idx="2316">
                  <c:v>44.531686030403819</c:v>
                </c:pt>
                <c:pt idx="2317">
                  <c:v>44.531695600274702</c:v>
                </c:pt>
                <c:pt idx="2318">
                  <c:v>44.531280352907665</c:v>
                </c:pt>
                <c:pt idx="2319">
                  <c:v>44.531049044613646</c:v>
                </c:pt>
                <c:pt idx="2320">
                  <c:v>44.528458570815758</c:v>
                </c:pt>
                <c:pt idx="2321">
                  <c:v>44.528084917394473</c:v>
                </c:pt>
                <c:pt idx="2322">
                  <c:v>44.528078418850271</c:v>
                </c:pt>
                <c:pt idx="2323">
                  <c:v>44.528041165445345</c:v>
                </c:pt>
                <c:pt idx="2324">
                  <c:v>44.528020432708971</c:v>
                </c:pt>
                <c:pt idx="2325">
                  <c:v>44.527801672387973</c:v>
                </c:pt>
                <c:pt idx="2326">
                  <c:v>44.527752486263324</c:v>
                </c:pt>
                <c:pt idx="2327">
                  <c:v>44.527750148707071</c:v>
                </c:pt>
                <c:pt idx="2328">
                  <c:v>44.527936979086199</c:v>
                </c:pt>
                <c:pt idx="2329">
                  <c:v>44.528042393523762</c:v>
                </c:pt>
                <c:pt idx="2330">
                  <c:v>44.529132256164829</c:v>
                </c:pt>
                <c:pt idx="2331">
                  <c:v>44.529375829674095</c:v>
                </c:pt>
                <c:pt idx="2332">
                  <c:v>44.529394598748183</c:v>
                </c:pt>
                <c:pt idx="2333">
                  <c:v>44.528823930394623</c:v>
                </c:pt>
                <c:pt idx="2334">
                  <c:v>44.528482370955594</c:v>
                </c:pt>
                <c:pt idx="2335">
                  <c:v>44.524975641847867</c:v>
                </c:pt>
                <c:pt idx="2336">
                  <c:v>44.524200935016417</c:v>
                </c:pt>
                <c:pt idx="2337">
                  <c:v>44.524129902552261</c:v>
                </c:pt>
                <c:pt idx="2338">
                  <c:v>44.524596958606118</c:v>
                </c:pt>
                <c:pt idx="2339">
                  <c:v>44.524878446428325</c:v>
                </c:pt>
                <c:pt idx="2340">
                  <c:v>44.527716922885524</c:v>
                </c:pt>
                <c:pt idx="2341">
                  <c:v>44.528359448682579</c:v>
                </c:pt>
                <c:pt idx="2342">
                  <c:v>44.528406689236078</c:v>
                </c:pt>
                <c:pt idx="2343">
                  <c:v>44.528783407713092</c:v>
                </c:pt>
                <c:pt idx="2344">
                  <c:v>44.528979782973522</c:v>
                </c:pt>
                <c:pt idx="2345">
                  <c:v>44.531165054077064</c:v>
                </c:pt>
                <c:pt idx="2346">
                  <c:v>44.531667352509785</c:v>
                </c:pt>
                <c:pt idx="2347">
                  <c:v>44.531695600274702</c:v>
                </c:pt>
                <c:pt idx="2348">
                  <c:v>44.531623122204408</c:v>
                </c:pt>
                <c:pt idx="2349">
                  <c:v>44.531579861274714</c:v>
                </c:pt>
                <c:pt idx="2350">
                  <c:v>44.531139193690137</c:v>
                </c:pt>
                <c:pt idx="2351">
                  <c:v>44.531045241678093</c:v>
                </c:pt>
                <c:pt idx="2352">
                  <c:v>44.531039054880921</c:v>
                </c:pt>
                <c:pt idx="2353">
                  <c:v>44.531271522851668</c:v>
                </c:pt>
                <c:pt idx="2354">
                  <c:v>44.531389153170643</c:v>
                </c:pt>
                <c:pt idx="2355">
                  <c:v>44.53269939430681</c:v>
                </c:pt>
                <c:pt idx="2356">
                  <c:v>44.53299383110469</c:v>
                </c:pt>
                <c:pt idx="2357">
                  <c:v>44.533011790901355</c:v>
                </c:pt>
                <c:pt idx="2358">
                  <c:v>44.532932897666846</c:v>
                </c:pt>
                <c:pt idx="2359">
                  <c:v>44.532894094403368</c:v>
                </c:pt>
                <c:pt idx="2360">
                  <c:v>44.532458796293589</c:v>
                </c:pt>
                <c:pt idx="2361">
                  <c:v>44.532360923727133</c:v>
                </c:pt>
                <c:pt idx="2362">
                  <c:v>44.532355243559266</c:v>
                </c:pt>
                <c:pt idx="2363">
                  <c:v>44.531959144641569</c:v>
                </c:pt>
                <c:pt idx="2364">
                  <c:v>44.531764809710772</c:v>
                </c:pt>
                <c:pt idx="2365">
                  <c:v>44.529545366242026</c:v>
                </c:pt>
                <c:pt idx="2366">
                  <c:v>44.529074394454661</c:v>
                </c:pt>
                <c:pt idx="2367">
                  <c:v>44.529066327631995</c:v>
                </c:pt>
                <c:pt idx="2368">
                  <c:v>44.528637367671251</c:v>
                </c:pt>
                <c:pt idx="2369">
                  <c:v>44.528411320780634</c:v>
                </c:pt>
                <c:pt idx="2370">
                  <c:v>44.526111617488681</c:v>
                </c:pt>
                <c:pt idx="2371">
                  <c:v>44.525608273845215</c:v>
                </c:pt>
                <c:pt idx="2372">
                  <c:v>44.52517894449737</c:v>
                </c:pt>
                <c:pt idx="2373">
                  <c:v>44.524956078979194</c:v>
                </c:pt>
                <c:pt idx="2374">
                  <c:v>44.524789534599336</c:v>
                </c:pt>
                <c:pt idx="2375">
                  <c:v>44.524259563857719</c:v>
                </c:pt>
                <c:pt idx="2376">
                  <c:v>44.52413730221793</c:v>
                </c:pt>
                <c:pt idx="2377">
                  <c:v>44.524129902552261</c:v>
                </c:pt>
                <c:pt idx="2378">
                  <c:v>44.523319251606083</c:v>
                </c:pt>
                <c:pt idx="2379">
                  <c:v>44.522912689600872</c:v>
                </c:pt>
                <c:pt idx="2380">
                  <c:v>44.518537848195606</c:v>
                </c:pt>
                <c:pt idx="2381">
                  <c:v>44.517552216749493</c:v>
                </c:pt>
                <c:pt idx="2382">
                  <c:v>44.517548947081686</c:v>
                </c:pt>
                <c:pt idx="2383">
                  <c:v>44.517154808577565</c:v>
                </c:pt>
                <c:pt idx="2384">
                  <c:v>44.516943569996869</c:v>
                </c:pt>
                <c:pt idx="2385">
                  <c:v>44.514757929409377</c:v>
                </c:pt>
                <c:pt idx="2386">
                  <c:v>44.514267736018724</c:v>
                </c:pt>
                <c:pt idx="2387">
                  <c:v>44.514263410260071</c:v>
                </c:pt>
                <c:pt idx="2388">
                  <c:v>44.514421764036634</c:v>
                </c:pt>
                <c:pt idx="2389">
                  <c:v>44.514508581933868</c:v>
                </c:pt>
                <c:pt idx="2390">
                  <c:v>44.515381317778861</c:v>
                </c:pt>
                <c:pt idx="2391">
                  <c:v>44.515570500496793</c:v>
                </c:pt>
                <c:pt idx="2392">
                  <c:v>44.515576452503922</c:v>
                </c:pt>
                <c:pt idx="2393">
                  <c:v>44.515918332327111</c:v>
                </c:pt>
                <c:pt idx="2394">
                  <c:v>44.516111393846451</c:v>
                </c:pt>
                <c:pt idx="2395">
                  <c:v>44.518106171474919</c:v>
                </c:pt>
                <c:pt idx="2396">
                  <c:v>44.518524943578285</c:v>
                </c:pt>
                <c:pt idx="2397">
                  <c:v>44.518537005333087</c:v>
                </c:pt>
                <c:pt idx="2398">
                  <c:v>44.518084707539025</c:v>
                </c:pt>
                <c:pt idx="2399">
                  <c:v>44.517823501991742</c:v>
                </c:pt>
                <c:pt idx="2400">
                  <c:v>44.515175464174433</c:v>
                </c:pt>
                <c:pt idx="2401">
                  <c:v>44.514604261320564</c:v>
                </c:pt>
                <c:pt idx="2402">
                  <c:v>44.514591670458742</c:v>
                </c:pt>
                <c:pt idx="2403">
                  <c:v>44.514008315510296</c:v>
                </c:pt>
                <c:pt idx="2404">
                  <c:v>44.513713599258757</c:v>
                </c:pt>
                <c:pt idx="2405">
                  <c:v>44.510395545545897</c:v>
                </c:pt>
                <c:pt idx="2406">
                  <c:v>44.509684524449391</c:v>
                </c:pt>
                <c:pt idx="2407">
                  <c:v>44.509655405773401</c:v>
                </c:pt>
                <c:pt idx="2408">
                  <c:v>44.509806070382602</c:v>
                </c:pt>
                <c:pt idx="2409">
                  <c:v>44.509889990551493</c:v>
                </c:pt>
                <c:pt idx="2410">
                  <c:v>44.510776485877265</c:v>
                </c:pt>
                <c:pt idx="2411">
                  <c:v>44.510962022807348</c:v>
                </c:pt>
                <c:pt idx="2412">
                  <c:v>44.510971531237374</c:v>
                </c:pt>
                <c:pt idx="2413">
                  <c:v>44.511085613155231</c:v>
                </c:pt>
                <c:pt idx="2414">
                  <c:v>44.511147725028607</c:v>
                </c:pt>
                <c:pt idx="2415">
                  <c:v>44.511809170238458</c:v>
                </c:pt>
                <c:pt idx="2416">
                  <c:v>44.511954394135309</c:v>
                </c:pt>
                <c:pt idx="2417">
                  <c:v>44.511959402073899</c:v>
                </c:pt>
                <c:pt idx="2418">
                  <c:v>44.51223187798962</c:v>
                </c:pt>
                <c:pt idx="2419">
                  <c:v>44.512380759414704</c:v>
                </c:pt>
                <c:pt idx="2420">
                  <c:v>44.513926558124638</c:v>
                </c:pt>
                <c:pt idx="2421">
                  <c:v>44.51424883293685</c:v>
                </c:pt>
                <c:pt idx="2422">
                  <c:v>44.514263410260071</c:v>
                </c:pt>
                <c:pt idx="2423">
                  <c:v>44.514071448896836</c:v>
                </c:pt>
                <c:pt idx="2424">
                  <c:v>44.513962962708561</c:v>
                </c:pt>
                <c:pt idx="2425">
                  <c:v>44.512859513671231</c:v>
                </c:pt>
                <c:pt idx="2426">
                  <c:v>44.512632970779975</c:v>
                </c:pt>
                <c:pt idx="2427">
                  <c:v>44.512615919324219</c:v>
                </c:pt>
                <c:pt idx="2428">
                  <c:v>44.512141281413214</c:v>
                </c:pt>
                <c:pt idx="2429">
                  <c:v>44.511889848409844</c:v>
                </c:pt>
                <c:pt idx="2430">
                  <c:v>44.509226130808969</c:v>
                </c:pt>
                <c:pt idx="2431">
                  <c:v>44.508694810591265</c:v>
                </c:pt>
                <c:pt idx="2432">
                  <c:v>44.50867063678453</c:v>
                </c:pt>
                <c:pt idx="2433">
                  <c:v>44.507980382475473</c:v>
                </c:pt>
                <c:pt idx="2434">
                  <c:v>44.507585728375624</c:v>
                </c:pt>
                <c:pt idx="2435">
                  <c:v>44.503866604461692</c:v>
                </c:pt>
                <c:pt idx="2436">
                  <c:v>44.503077933262716</c:v>
                </c:pt>
                <c:pt idx="2437">
                  <c:v>44.503076121705476</c:v>
                </c:pt>
                <c:pt idx="2438">
                  <c:v>44.502873804995033</c:v>
                </c:pt>
                <c:pt idx="2439">
                  <c:v>44.502771850962205</c:v>
                </c:pt>
                <c:pt idx="2440">
                  <c:v>44.501665256169083</c:v>
                </c:pt>
                <c:pt idx="2441">
                  <c:v>44.501433580232288</c:v>
                </c:pt>
                <c:pt idx="2442">
                  <c:v>44.501428703530564</c:v>
                </c:pt>
                <c:pt idx="2443">
                  <c:v>44.50102660856426</c:v>
                </c:pt>
                <c:pt idx="2444">
                  <c:v>44.500831517563086</c:v>
                </c:pt>
                <c:pt idx="2445">
                  <c:v>44.498618853223547</c:v>
                </c:pt>
                <c:pt idx="2446">
                  <c:v>44.498154316753471</c:v>
                </c:pt>
                <c:pt idx="2447">
                  <c:v>44.498144892263667</c:v>
                </c:pt>
                <c:pt idx="2448">
                  <c:v>44.498262723693841</c:v>
                </c:pt>
                <c:pt idx="2449">
                  <c:v>44.498325304560325</c:v>
                </c:pt>
                <c:pt idx="2450">
                  <c:v>44.498991893231093</c:v>
                </c:pt>
                <c:pt idx="2451">
                  <c:v>44.499129638109423</c:v>
                </c:pt>
                <c:pt idx="2452">
                  <c:v>44.499122848905415</c:v>
                </c:pt>
                <c:pt idx="2453">
                  <c:v>44.498561769590602</c:v>
                </c:pt>
                <c:pt idx="2454">
                  <c:v>44.49828415819217</c:v>
                </c:pt>
                <c:pt idx="2455">
                  <c:v>44.495207468504155</c:v>
                </c:pt>
                <c:pt idx="2456">
                  <c:v>44.494538912909285</c:v>
                </c:pt>
                <c:pt idx="2457">
                  <c:v>44.494524886006502</c:v>
                </c:pt>
                <c:pt idx="2458">
                  <c:v>44.494564526358154</c:v>
                </c:pt>
                <c:pt idx="2459">
                  <c:v>44.49458390263262</c:v>
                </c:pt>
                <c:pt idx="2460">
                  <c:v>44.494804994116258</c:v>
                </c:pt>
                <c:pt idx="2461">
                  <c:v>44.494852691619911</c:v>
                </c:pt>
                <c:pt idx="2462">
                  <c:v>44.494853131735397</c:v>
                </c:pt>
                <c:pt idx="2463">
                  <c:v>44.495358031656174</c:v>
                </c:pt>
                <c:pt idx="2464">
                  <c:v>44.495628632145824</c:v>
                </c:pt>
                <c:pt idx="2465">
                  <c:v>44.49849136307423</c:v>
                </c:pt>
                <c:pt idx="2466">
                  <c:v>44.499092344755191</c:v>
                </c:pt>
                <c:pt idx="2467">
                  <c:v>44.499129638109423</c:v>
                </c:pt>
                <c:pt idx="2468">
                  <c:v>44.500111549143234</c:v>
                </c:pt>
                <c:pt idx="2469">
                  <c:v>44.500654023591338</c:v>
                </c:pt>
                <c:pt idx="2470">
                  <c:v>44.50635525614392</c:v>
                </c:pt>
                <c:pt idx="2471">
                  <c:v>44.507574660160543</c:v>
                </c:pt>
                <c:pt idx="2472">
                  <c:v>44.507682773216857</c:v>
                </c:pt>
                <c:pt idx="2473">
                  <c:v>44.506725881586888</c:v>
                </c:pt>
                <c:pt idx="2474">
                  <c:v>44.506154784812622</c:v>
                </c:pt>
                <c:pt idx="2475">
                  <c:v>44.50036827929852</c:v>
                </c:pt>
                <c:pt idx="2476">
                  <c:v>44.499204661527841</c:v>
                </c:pt>
                <c:pt idx="2477">
                  <c:v>44.499129638109423</c:v>
                </c:pt>
                <c:pt idx="2478">
                  <c:v>44.498463577996453</c:v>
                </c:pt>
                <c:pt idx="2479">
                  <c:v>44.498064537524044</c:v>
                </c:pt>
                <c:pt idx="2480">
                  <c:v>44.494334458874327</c:v>
                </c:pt>
                <c:pt idx="2481">
                  <c:v>44.493540150258241</c:v>
                </c:pt>
                <c:pt idx="2482">
                  <c:v>44.493544904314511</c:v>
                </c:pt>
                <c:pt idx="2483">
                  <c:v>44.49405674508678</c:v>
                </c:pt>
                <c:pt idx="2484">
                  <c:v>44.494393974680946</c:v>
                </c:pt>
                <c:pt idx="2485">
                  <c:v>44.497208488719586</c:v>
                </c:pt>
                <c:pt idx="2486">
                  <c:v>44.497792298825459</c:v>
                </c:pt>
                <c:pt idx="2487">
                  <c:v>44.497813547449198</c:v>
                </c:pt>
                <c:pt idx="2488">
                  <c:v>44.49745582669518</c:v>
                </c:pt>
                <c:pt idx="2489">
                  <c:v>44.497245315638622</c:v>
                </c:pt>
                <c:pt idx="2490">
                  <c:v>44.495281205126389</c:v>
                </c:pt>
                <c:pt idx="2491">
                  <c:v>44.494853131735397</c:v>
                </c:pt>
                <c:pt idx="2492">
                  <c:v>44.494849534436419</c:v>
                </c:pt>
                <c:pt idx="2493">
                  <c:v>44.494284866430164</c:v>
                </c:pt>
                <c:pt idx="2494">
                  <c:v>44.493959823553759</c:v>
                </c:pt>
                <c:pt idx="2495">
                  <c:v>44.490896514299124</c:v>
                </c:pt>
                <c:pt idx="2496">
                  <c:v>44.490250060900394</c:v>
                </c:pt>
                <c:pt idx="2497">
                  <c:v>44.49024842345824</c:v>
                </c:pt>
                <c:pt idx="2498">
                  <c:v>44.490660779411172</c:v>
                </c:pt>
                <c:pt idx="2499">
                  <c:v>44.490866751640574</c:v>
                </c:pt>
                <c:pt idx="2500">
                  <c:v>44.493078193462516</c:v>
                </c:pt>
                <c:pt idx="2501">
                  <c:v>44.493540150258241</c:v>
                </c:pt>
                <c:pt idx="2502">
                  <c:v>44.493555026162163</c:v>
                </c:pt>
                <c:pt idx="2503">
                  <c:v>44.49447599232596</c:v>
                </c:pt>
                <c:pt idx="2504">
                  <c:v>44.495003037707441</c:v>
                </c:pt>
                <c:pt idx="2505">
                  <c:v>44.500006771066396</c:v>
                </c:pt>
                <c:pt idx="2506">
                  <c:v>44.501105329690574</c:v>
                </c:pt>
                <c:pt idx="2507">
                  <c:v>44.501107916978377</c:v>
                </c:pt>
                <c:pt idx="2508">
                  <c:v>44.501851752810992</c:v>
                </c:pt>
                <c:pt idx="2509">
                  <c:v>44.502290104862517</c:v>
                </c:pt>
                <c:pt idx="2510">
                  <c:v>44.506438139526331</c:v>
                </c:pt>
                <c:pt idx="2511">
                  <c:v>44.507349797737021</c:v>
                </c:pt>
                <c:pt idx="2512">
                  <c:v>44.507354518094303</c:v>
                </c:pt>
                <c:pt idx="2513">
                  <c:v>44.508579300343918</c:v>
                </c:pt>
                <c:pt idx="2514">
                  <c:v>44.509171262776306</c:v>
                </c:pt>
                <c:pt idx="2515">
                  <c:v>44.515798158919416</c:v>
                </c:pt>
                <c:pt idx="2516">
                  <c:v>44.517214232859821</c:v>
                </c:pt>
                <c:pt idx="2517">
                  <c:v>44.517223954371843</c:v>
                </c:pt>
                <c:pt idx="2518">
                  <c:v>44.517343953824543</c:v>
                </c:pt>
                <c:pt idx="2519">
                  <c:v>44.51740927660812</c:v>
                </c:pt>
                <c:pt idx="2520">
                  <c:v>44.518064814725676</c:v>
                </c:pt>
                <c:pt idx="2521">
                  <c:v>44.518198944602396</c:v>
                </c:pt>
                <c:pt idx="2522">
                  <c:v>44.518208742230115</c:v>
                </c:pt>
                <c:pt idx="2523">
                  <c:v>44.518630550191403</c:v>
                </c:pt>
                <c:pt idx="2524">
                  <c:v>44.518862431130088</c:v>
                </c:pt>
                <c:pt idx="2525">
                  <c:v>44.521292469518798</c:v>
                </c:pt>
                <c:pt idx="2526">
                  <c:v>44.521828940204841</c:v>
                </c:pt>
                <c:pt idx="2527">
                  <c:v>44.521822569743229</c:v>
                </c:pt>
                <c:pt idx="2528">
                  <c:v>44.52159013329652</c:v>
                </c:pt>
                <c:pt idx="2529">
                  <c:v>44.521463322959654</c:v>
                </c:pt>
                <c:pt idx="2530">
                  <c:v>44.520139297272813</c:v>
                </c:pt>
                <c:pt idx="2531">
                  <c:v>44.519864248253917</c:v>
                </c:pt>
                <c:pt idx="2532">
                  <c:v>44.519853156995453</c:v>
                </c:pt>
                <c:pt idx="2533">
                  <c:v>44.519626670378777</c:v>
                </c:pt>
                <c:pt idx="2534">
                  <c:v>44.519467241305946</c:v>
                </c:pt>
                <c:pt idx="2535">
                  <c:v>44.518175124909277</c:v>
                </c:pt>
                <c:pt idx="2536">
                  <c:v>44.517880479368898</c:v>
                </c:pt>
                <c:pt idx="2537">
                  <c:v>44.517873334342312</c:v>
                </c:pt>
                <c:pt idx="2538">
                  <c:v>44.517729094886548</c:v>
                </c:pt>
                <c:pt idx="2539">
                  <c:v>44.517643912849159</c:v>
                </c:pt>
                <c:pt idx="2540">
                  <c:v>44.51674583970815</c:v>
                </c:pt>
                <c:pt idx="2541">
                  <c:v>44.516570261259155</c:v>
                </c:pt>
                <c:pt idx="2542">
                  <c:v>44.516564333532415</c:v>
                </c:pt>
                <c:pt idx="2543">
                  <c:v>44.516482672215744</c:v>
                </c:pt>
                <c:pt idx="2544">
                  <c:v>44.516436051665877</c:v>
                </c:pt>
                <c:pt idx="2545">
                  <c:v>44.51600265548705</c:v>
                </c:pt>
                <c:pt idx="2546">
                  <c:v>44.515913629910521</c:v>
                </c:pt>
                <c:pt idx="2547">
                  <c:v>44.515907810473379</c:v>
                </c:pt>
                <c:pt idx="2548">
                  <c:v>44.516183229357004</c:v>
                </c:pt>
                <c:pt idx="2549">
                  <c:v>44.516335815735161</c:v>
                </c:pt>
                <c:pt idx="2550">
                  <c:v>44.517884700231683</c:v>
                </c:pt>
                <c:pt idx="2551">
                  <c:v>44.518203588765019</c:v>
                </c:pt>
                <c:pt idx="2552">
                  <c:v>44.518208742230115</c:v>
                </c:pt>
                <c:pt idx="2553">
                  <c:v>44.518797440725649</c:v>
                </c:pt>
                <c:pt idx="2554">
                  <c:v>44.519079829711949</c:v>
                </c:pt>
                <c:pt idx="2555">
                  <c:v>44.522213905543488</c:v>
                </c:pt>
                <c:pt idx="2556">
                  <c:v>44.522812369486147</c:v>
                </c:pt>
                <c:pt idx="2557">
                  <c:v>44.522813738245475</c:v>
                </c:pt>
                <c:pt idx="2558">
                  <c:v>44.522937533275531</c:v>
                </c:pt>
                <c:pt idx="2559">
                  <c:v>44.52300044842346</c:v>
                </c:pt>
                <c:pt idx="2560">
                  <c:v>44.52366127339959</c:v>
                </c:pt>
                <c:pt idx="2561">
                  <c:v>44.523801635325356</c:v>
                </c:pt>
                <c:pt idx="2562">
                  <c:v>44.523806292185327</c:v>
                </c:pt>
                <c:pt idx="2563">
                  <c:v>44.524297236898988</c:v>
                </c:pt>
                <c:pt idx="2564">
                  <c:v>44.524539663322692</c:v>
                </c:pt>
                <c:pt idx="2565">
                  <c:v>44.52717638904619</c:v>
                </c:pt>
                <c:pt idx="2566">
                  <c:v>44.527745955835101</c:v>
                </c:pt>
                <c:pt idx="2567">
                  <c:v>44.527750148707071</c:v>
                </c:pt>
                <c:pt idx="2568">
                  <c:v>44.528832090617954</c:v>
                </c:pt>
                <c:pt idx="2569">
                  <c:v>44.529438227985921</c:v>
                </c:pt>
                <c:pt idx="2570">
                  <c:v>44.535322004312263</c:v>
                </c:pt>
                <c:pt idx="2571">
                  <c:v>44.536594374296662</c:v>
                </c:pt>
                <c:pt idx="2572">
                  <c:v>44.536632109514187</c:v>
                </c:pt>
                <c:pt idx="2573">
                  <c:v>44.537481265034977</c:v>
                </c:pt>
                <c:pt idx="2574">
                  <c:v>44.537912740041861</c:v>
                </c:pt>
                <c:pt idx="2575">
                  <c:v>44.542552380345043</c:v>
                </c:pt>
                <c:pt idx="2576">
                  <c:v>44.543491919029464</c:v>
                </c:pt>
                <c:pt idx="2577">
                  <c:v>44.54353835972978</c:v>
                </c:pt>
                <c:pt idx="2578">
                  <c:v>44.544463925278961</c:v>
                </c:pt>
                <c:pt idx="2579">
                  <c:v>44.544936207218328</c:v>
                </c:pt>
                <c:pt idx="2580">
                  <c:v>44.549960322830415</c:v>
                </c:pt>
                <c:pt idx="2581">
                  <c:v>44.551035875907104</c:v>
                </c:pt>
                <c:pt idx="2582">
                  <c:v>44.551104389175691</c:v>
                </c:pt>
                <c:pt idx="2583">
                  <c:v>44.552071467039617</c:v>
                </c:pt>
                <c:pt idx="2584">
                  <c:v>44.552592396144505</c:v>
                </c:pt>
                <c:pt idx="2585">
                  <c:v>44.558099931911833</c:v>
                </c:pt>
                <c:pt idx="2586">
                  <c:v>44.559247010407326</c:v>
                </c:pt>
                <c:pt idx="2587">
                  <c:v>44.559330232136119</c:v>
                </c:pt>
                <c:pt idx="2588">
                  <c:v>44.559602986933236</c:v>
                </c:pt>
                <c:pt idx="2589">
                  <c:v>44.559739538118663</c:v>
                </c:pt>
                <c:pt idx="2590">
                  <c:v>44.56130484016721</c:v>
                </c:pt>
                <c:pt idx="2591">
                  <c:v>44.56162183597138</c:v>
                </c:pt>
                <c:pt idx="2592">
                  <c:v>44.561634486823664</c:v>
                </c:pt>
                <c:pt idx="2593">
                  <c:v>44.561943098168221</c:v>
                </c:pt>
                <c:pt idx="2594">
                  <c:v>44.562110555881922</c:v>
                </c:pt>
                <c:pt idx="2595">
                  <c:v>44.56389795195328</c:v>
                </c:pt>
                <c:pt idx="2596">
                  <c:v>44.564261249288535</c:v>
                </c:pt>
                <c:pt idx="2597">
                  <c:v>44.564263953520538</c:v>
                </c:pt>
                <c:pt idx="2598">
                  <c:v>44.564386937590939</c:v>
                </c:pt>
                <c:pt idx="2599">
                  <c:v>44.564447532269732</c:v>
                </c:pt>
                <c:pt idx="2600">
                  <c:v>44.565105232591961</c:v>
                </c:pt>
                <c:pt idx="2601">
                  <c:v>44.565244748095076</c:v>
                </c:pt>
                <c:pt idx="2602">
                  <c:v>44.565251943313854</c:v>
                </c:pt>
                <c:pt idx="2603">
                  <c:v>44.564937419388031</c:v>
                </c:pt>
                <c:pt idx="2604">
                  <c:v>44.564775292086644</c:v>
                </c:pt>
                <c:pt idx="2605">
                  <c:v>44.563029718498782</c:v>
                </c:pt>
                <c:pt idx="2606">
                  <c:v>44.562643419082121</c:v>
                </c:pt>
                <c:pt idx="2607">
                  <c:v>44.562619373564303</c:v>
                </c:pt>
                <c:pt idx="2608">
                  <c:v>44.562952818766547</c:v>
                </c:pt>
                <c:pt idx="2609">
                  <c:v>44.563152323192064</c:v>
                </c:pt>
                <c:pt idx="2610">
                  <c:v>44.565317956902696</c:v>
                </c:pt>
                <c:pt idx="2611">
                  <c:v>44.565565877473887</c:v>
                </c:pt>
                <c:pt idx="2612">
                  <c:v>44.565580241355406</c:v>
                </c:pt>
                <c:pt idx="2613">
                  <c:v>44.566131592768883</c:v>
                </c:pt>
                <c:pt idx="2614">
                  <c:v>44.566373787240217</c:v>
                </c:pt>
                <c:pt idx="2615">
                  <c:v>44.569181895864425</c:v>
                </c:pt>
                <c:pt idx="2616">
                  <c:v>44.569811219109056</c:v>
                </c:pt>
                <c:pt idx="2617">
                  <c:v>44.569857429824538</c:v>
                </c:pt>
                <c:pt idx="2618">
                  <c:v>44.570700732211385</c:v>
                </c:pt>
                <c:pt idx="2619">
                  <c:v>44.57110277449874</c:v>
                </c:pt>
                <c:pt idx="2620">
                  <c:v>44.575706708467472</c:v>
                </c:pt>
                <c:pt idx="2621">
                  <c:v>44.576743443909365</c:v>
                </c:pt>
                <c:pt idx="2622">
                  <c:v>44.576767299072117</c:v>
                </c:pt>
                <c:pt idx="2623">
                  <c:v>44.577979175701678</c:v>
                </c:pt>
                <c:pt idx="2624">
                  <c:v>44.578594144192614</c:v>
                </c:pt>
                <c:pt idx="2625">
                  <c:v>44.584870783736669</c:v>
                </c:pt>
                <c:pt idx="2626">
                  <c:v>44.586258344667797</c:v>
                </c:pt>
                <c:pt idx="2627">
                  <c:v>44.586306876917263</c:v>
                </c:pt>
                <c:pt idx="2628">
                  <c:v>44.58691141756367</c:v>
                </c:pt>
                <c:pt idx="2629">
                  <c:v>44.587174177724492</c:v>
                </c:pt>
                <c:pt idx="2630">
                  <c:v>44.590221656425648</c:v>
                </c:pt>
                <c:pt idx="2631">
                  <c:v>44.590881580612653</c:v>
                </c:pt>
                <c:pt idx="2632">
                  <c:v>44.590912585547301</c:v>
                </c:pt>
                <c:pt idx="2633">
                  <c:v>44.590912585547301</c:v>
                </c:pt>
                <c:pt idx="2634">
                  <c:v>44.590912585547301</c:v>
                </c:pt>
                <c:pt idx="2635">
                  <c:v>44.590912585547301</c:v>
                </c:pt>
                <c:pt idx="2636">
                  <c:v>44.590912585547301</c:v>
                </c:pt>
                <c:pt idx="2637">
                  <c:v>44.590912585547301</c:v>
                </c:pt>
                <c:pt idx="2638">
                  <c:v>44.591188236417992</c:v>
                </c:pt>
                <c:pt idx="2639">
                  <c:v>44.591315650801825</c:v>
                </c:pt>
                <c:pt idx="2640">
                  <c:v>44.592853913424683</c:v>
                </c:pt>
                <c:pt idx="2641">
                  <c:v>44.593183816118909</c:v>
                </c:pt>
                <c:pt idx="2642">
                  <c:v>44.593217006832447</c:v>
                </c:pt>
                <c:pt idx="2643">
                  <c:v>44.592898376044786</c:v>
                </c:pt>
                <c:pt idx="2644">
                  <c:v>44.592703150100576</c:v>
                </c:pt>
                <c:pt idx="2645">
                  <c:v>44.590708110368126</c:v>
                </c:pt>
                <c:pt idx="2646">
                  <c:v>44.590292937731128</c:v>
                </c:pt>
                <c:pt idx="2647">
                  <c:v>44.590255951611653</c:v>
                </c:pt>
                <c:pt idx="2648">
                  <c:v>44.589967956508836</c:v>
                </c:pt>
                <c:pt idx="2649">
                  <c:v>44.589796501999594</c:v>
                </c:pt>
                <c:pt idx="2650">
                  <c:v>44.588015126697186</c:v>
                </c:pt>
                <c:pt idx="2651">
                  <c:v>44.587665548195652</c:v>
                </c:pt>
                <c:pt idx="2652">
                  <c:v>44.587623231166162</c:v>
                </c:pt>
                <c:pt idx="2653">
                  <c:v>44.587011842417688</c:v>
                </c:pt>
                <c:pt idx="2654">
                  <c:v>44.586693503096924</c:v>
                </c:pt>
                <c:pt idx="2655">
                  <c:v>44.583147471112895</c:v>
                </c:pt>
                <c:pt idx="2656">
                  <c:v>44.582394591080991</c:v>
                </c:pt>
                <c:pt idx="2657">
                  <c:v>44.582360935315762</c:v>
                </c:pt>
                <c:pt idx="2658">
                  <c:v>44.582172973621709</c:v>
                </c:pt>
                <c:pt idx="2659">
                  <c:v>44.582017013948779</c:v>
                </c:pt>
                <c:pt idx="2660">
                  <c:v>44.580965211237526</c:v>
                </c:pt>
                <c:pt idx="2661">
                  <c:v>44.580730522071505</c:v>
                </c:pt>
                <c:pt idx="2662">
                  <c:v>44.580713190056429</c:v>
                </c:pt>
                <c:pt idx="2663">
                  <c:v>44.580354406446112</c:v>
                </c:pt>
                <c:pt idx="2664">
                  <c:v>44.580187060169145</c:v>
                </c:pt>
                <c:pt idx="2665">
                  <c:v>44.578207433376157</c:v>
                </c:pt>
                <c:pt idx="2666">
                  <c:v>44.577785711936755</c:v>
                </c:pt>
                <c:pt idx="2667">
                  <c:v>44.577752219854972</c:v>
                </c:pt>
                <c:pt idx="2668">
                  <c:v>44.577463385092223</c:v>
                </c:pt>
                <c:pt idx="2669">
                  <c:v>44.577344536389859</c:v>
                </c:pt>
                <c:pt idx="2670">
                  <c:v>44.575813334722824</c:v>
                </c:pt>
                <c:pt idx="2671">
                  <c:v>44.575484906254637</c:v>
                </c:pt>
                <c:pt idx="2672">
                  <c:v>44.57545097759413</c:v>
                </c:pt>
                <c:pt idx="2673">
                  <c:v>44.574837453990547</c:v>
                </c:pt>
                <c:pt idx="2674">
                  <c:v>44.574538056342007</c:v>
                </c:pt>
                <c:pt idx="2675">
                  <c:v>44.571313214673218</c:v>
                </c:pt>
                <c:pt idx="2676">
                  <c:v>44.570602641426042</c:v>
                </c:pt>
                <c:pt idx="2677">
                  <c:v>44.570517130243559</c:v>
                </c:pt>
                <c:pt idx="2678">
                  <c:v>44.570209074511716</c:v>
                </c:pt>
                <c:pt idx="2679">
                  <c:v>44.57003722844091</c:v>
                </c:pt>
                <c:pt idx="2680">
                  <c:v>44.568299445759983</c:v>
                </c:pt>
                <c:pt idx="2681">
                  <c:v>44.56792741511218</c:v>
                </c:pt>
                <c:pt idx="2682">
                  <c:v>44.567884528868717</c:v>
                </c:pt>
                <c:pt idx="2683">
                  <c:v>44.567605014336188</c:v>
                </c:pt>
                <c:pt idx="2684">
                  <c:v>44.567446977563144</c:v>
                </c:pt>
                <c:pt idx="2685">
                  <c:v>44.565953905066316</c:v>
                </c:pt>
                <c:pt idx="2686">
                  <c:v>44.565639606296109</c:v>
                </c:pt>
                <c:pt idx="2687">
                  <c:v>44.565580241355406</c:v>
                </c:pt>
                <c:pt idx="2688">
                  <c:v>44.566295458917232</c:v>
                </c:pt>
                <c:pt idx="2689">
                  <c:v>44.566702448686975</c:v>
                </c:pt>
                <c:pt idx="2690">
                  <c:v>44.570811030793251</c:v>
                </c:pt>
                <c:pt idx="2691">
                  <c:v>44.571698282266979</c:v>
                </c:pt>
                <c:pt idx="2692">
                  <c:v>44.57183033967118</c:v>
                </c:pt>
                <c:pt idx="2693">
                  <c:v>44.572101824899427</c:v>
                </c:pt>
                <c:pt idx="2694">
                  <c:v>44.572260158769808</c:v>
                </c:pt>
                <c:pt idx="2695">
                  <c:v>44.573781964650088</c:v>
                </c:pt>
                <c:pt idx="2696">
                  <c:v>44.574099436546263</c:v>
                </c:pt>
                <c:pt idx="2697">
                  <c:v>44.574134660081427</c:v>
                </c:pt>
                <c:pt idx="2698">
                  <c:v>44.575328544887149</c:v>
                </c:pt>
                <c:pt idx="2699">
                  <c:v>44.576023356852353</c:v>
                </c:pt>
                <c:pt idx="2700">
                  <c:v>44.582489060314828</c:v>
                </c:pt>
                <c:pt idx="2701">
                  <c:v>44.583886790659953</c:v>
                </c:pt>
                <c:pt idx="2702">
                  <c:v>44.584005589520189</c:v>
                </c:pt>
                <c:pt idx="2703">
                  <c:v>44.584711795693238</c:v>
                </c:pt>
                <c:pt idx="2704">
                  <c:v>44.585114078583175</c:v>
                </c:pt>
                <c:pt idx="2705">
                  <c:v>44.589020675416272</c:v>
                </c:pt>
                <c:pt idx="2706">
                  <c:v>44.589824596170615</c:v>
                </c:pt>
                <c:pt idx="2707">
                  <c:v>44.589927635015727</c:v>
                </c:pt>
                <c:pt idx="2708">
                  <c:v>44.590883316434777</c:v>
                </c:pt>
                <c:pt idx="2709">
                  <c:v>44.59146355394266</c:v>
                </c:pt>
                <c:pt idx="2710">
                  <c:v>44.596911159456511</c:v>
                </c:pt>
                <c:pt idx="2711">
                  <c:v>44.598099793488558</c:v>
                </c:pt>
                <c:pt idx="2712">
                  <c:v>44.598151111275627</c:v>
                </c:pt>
                <c:pt idx="2713">
                  <c:v>44.598720943166164</c:v>
                </c:pt>
                <c:pt idx="2714">
                  <c:v>44.599027588989777</c:v>
                </c:pt>
                <c:pt idx="2715">
                  <c:v>44.602119057408508</c:v>
                </c:pt>
                <c:pt idx="2716">
                  <c:v>44.602735063152792</c:v>
                </c:pt>
                <c:pt idx="2717">
                  <c:v>44.602756945560429</c:v>
                </c:pt>
                <c:pt idx="2718">
                  <c:v>44.60347417598318</c:v>
                </c:pt>
                <c:pt idx="2719">
                  <c:v>44.603862612134883</c:v>
                </c:pt>
                <c:pt idx="2720">
                  <c:v>44.607808303499155</c:v>
                </c:pt>
                <c:pt idx="2721">
                  <c:v>44.608613473614454</c:v>
                </c:pt>
                <c:pt idx="2722">
                  <c:v>44.608679247002783</c:v>
                </c:pt>
                <c:pt idx="2723">
                  <c:v>44.608720683477749</c:v>
                </c:pt>
                <c:pt idx="2724">
                  <c:v>44.608741094248415</c:v>
                </c:pt>
                <c:pt idx="2725">
                  <c:v>44.608959695149366</c:v>
                </c:pt>
                <c:pt idx="2726">
                  <c:v>44.609006308347801</c:v>
                </c:pt>
                <c:pt idx="2727">
                  <c:v>44.609010675264983</c:v>
                </c:pt>
                <c:pt idx="2728">
                  <c:v>44.608461244737803</c:v>
                </c:pt>
                <c:pt idx="2729">
                  <c:v>44.608181597043881</c:v>
                </c:pt>
                <c:pt idx="2730">
                  <c:v>44.605135019733147</c:v>
                </c:pt>
                <c:pt idx="2731">
                  <c:v>44.604484492278452</c:v>
                </c:pt>
                <c:pt idx="2732">
                  <c:v>44.6044016770025</c:v>
                </c:pt>
                <c:pt idx="2733">
                  <c:v>44.60451675896023</c:v>
                </c:pt>
                <c:pt idx="2734">
                  <c:v>44.60457600089542</c:v>
                </c:pt>
                <c:pt idx="2735">
                  <c:v>44.605228637752731</c:v>
                </c:pt>
                <c:pt idx="2736">
                  <c:v>44.605369272545182</c:v>
                </c:pt>
                <c:pt idx="2737">
                  <c:v>44.605389757842659</c:v>
                </c:pt>
                <c:pt idx="2738">
                  <c:v>44.605615641710678</c:v>
                </c:pt>
                <c:pt idx="2739">
                  <c:v>44.605731610209922</c:v>
                </c:pt>
                <c:pt idx="2740">
                  <c:v>44.607028235619232</c:v>
                </c:pt>
                <c:pt idx="2741">
                  <c:v>44.607308546425145</c:v>
                </c:pt>
                <c:pt idx="2742">
                  <c:v>44.607362828845112</c:v>
                </c:pt>
                <c:pt idx="2743">
                  <c:v>44.607635364993172</c:v>
                </c:pt>
                <c:pt idx="2744">
                  <c:v>44.607820663811289</c:v>
                </c:pt>
                <c:pt idx="2745">
                  <c:v>44.609564038019293</c:v>
                </c:pt>
                <c:pt idx="2746">
                  <c:v>44.609950618174658</c:v>
                </c:pt>
                <c:pt idx="2747">
                  <c:v>44.609995669171269</c:v>
                </c:pt>
                <c:pt idx="2748">
                  <c:v>44.610400926924513</c:v>
                </c:pt>
                <c:pt idx="2749">
                  <c:v>44.610639227768338</c:v>
                </c:pt>
                <c:pt idx="2750">
                  <c:v>44.613020479297838</c:v>
                </c:pt>
                <c:pt idx="2751">
                  <c:v>44.613544386015185</c:v>
                </c:pt>
                <c:pt idx="2752">
                  <c:v>44.61361662520352</c:v>
                </c:pt>
                <c:pt idx="2753">
                  <c:v>44.613982692193531</c:v>
                </c:pt>
                <c:pt idx="2754">
                  <c:v>44.614201552739537</c:v>
                </c:pt>
                <c:pt idx="2755">
                  <c:v>44.616385164166758</c:v>
                </c:pt>
                <c:pt idx="2756">
                  <c:v>44.616853158677586</c:v>
                </c:pt>
                <c:pt idx="2757">
                  <c:v>44.616906177049486</c:v>
                </c:pt>
                <c:pt idx="2758">
                  <c:v>44.616977963491067</c:v>
                </c:pt>
                <c:pt idx="2759">
                  <c:v>44.617024207882309</c:v>
                </c:pt>
                <c:pt idx="2760">
                  <c:v>44.617462056195997</c:v>
                </c:pt>
                <c:pt idx="2761">
                  <c:v>44.617549380617561</c:v>
                </c:pt>
                <c:pt idx="2762">
                  <c:v>44.617562851422235</c:v>
                </c:pt>
                <c:pt idx="2763">
                  <c:v>44.61711916659538</c:v>
                </c:pt>
                <c:pt idx="2764">
                  <c:v>44.616861569431663</c:v>
                </c:pt>
                <c:pt idx="2765">
                  <c:v>44.614235234583369</c:v>
                </c:pt>
                <c:pt idx="2766">
                  <c:v>44.613674614498294</c:v>
                </c:pt>
                <c:pt idx="2767">
                  <c:v>44.61361662520352</c:v>
                </c:pt>
                <c:pt idx="2768">
                  <c:v>44.613501845525953</c:v>
                </c:pt>
                <c:pt idx="2769">
                  <c:v>44.61343437064756</c:v>
                </c:pt>
                <c:pt idx="2770">
                  <c:v>44.612782504030115</c:v>
                </c:pt>
                <c:pt idx="2771">
                  <c:v>44.61264207915886</c:v>
                </c:pt>
                <c:pt idx="2772">
                  <c:v>44.612628525547734</c:v>
                </c:pt>
                <c:pt idx="2773">
                  <c:v>44.61207666645349</c:v>
                </c:pt>
                <c:pt idx="2774">
                  <c:v>44.611779986834847</c:v>
                </c:pt>
                <c:pt idx="2775">
                  <c:v>44.608748497188827</c:v>
                </c:pt>
                <c:pt idx="2776">
                  <c:v>44.608083113374512</c:v>
                </c:pt>
                <c:pt idx="2777">
                  <c:v>44.608022586149957</c:v>
                </c:pt>
                <c:pt idx="2778">
                  <c:v>44.607430686855082</c:v>
                </c:pt>
                <c:pt idx="2779">
                  <c:v>44.607143830642201</c:v>
                </c:pt>
                <c:pt idx="2780">
                  <c:v>44.603851048701692</c:v>
                </c:pt>
                <c:pt idx="2781">
                  <c:v>44.603158378380101</c:v>
                </c:pt>
                <c:pt idx="2782">
                  <c:v>44.603088369284251</c:v>
                </c:pt>
                <c:pt idx="2783">
                  <c:v>44.602476112370717</c:v>
                </c:pt>
                <c:pt idx="2784">
                  <c:v>44.602219941940866</c:v>
                </c:pt>
                <c:pt idx="2785">
                  <c:v>44.598917953288904</c:v>
                </c:pt>
                <c:pt idx="2786">
                  <c:v>44.598213394224878</c:v>
                </c:pt>
                <c:pt idx="2787">
                  <c:v>44.598151111275627</c:v>
                </c:pt>
                <c:pt idx="2788">
                  <c:v>44.597291687498924</c:v>
                </c:pt>
                <c:pt idx="2789">
                  <c:v>44.596923579587589</c:v>
                </c:pt>
                <c:pt idx="2790">
                  <c:v>44.592351538046351</c:v>
                </c:pt>
                <c:pt idx="2791">
                  <c:v>44.591364733154066</c:v>
                </c:pt>
                <c:pt idx="2792">
                  <c:v>44.591244000221707</c:v>
                </c:pt>
                <c:pt idx="2793">
                  <c:v>44.590975031722301</c:v>
                </c:pt>
                <c:pt idx="2794">
                  <c:v>44.590956900215211</c:v>
                </c:pt>
                <c:pt idx="2795">
                  <c:v>44.589861537947883</c:v>
                </c:pt>
                <c:pt idx="2796">
                  <c:v>44.589627285222249</c:v>
                </c:pt>
                <c:pt idx="2797">
                  <c:v>44.589596221344834</c:v>
                </c:pt>
                <c:pt idx="2798">
                  <c:v>44.589101292567001</c:v>
                </c:pt>
                <c:pt idx="2799">
                  <c:v>44.588856377505614</c:v>
                </c:pt>
                <c:pt idx="2800">
                  <c:v>44.586269321350059</c:v>
                </c:pt>
                <c:pt idx="2801">
                  <c:v>44.58572165946449</c:v>
                </c:pt>
                <c:pt idx="2802">
                  <c:v>44.585650249932883</c:v>
                </c:pt>
                <c:pt idx="2803">
                  <c:v>44.585282244593728</c:v>
                </c:pt>
                <c:pt idx="2804">
                  <c:v>44.58513199688683</c:v>
                </c:pt>
                <c:pt idx="2805">
                  <c:v>44.583160546398787</c:v>
                </c:pt>
                <c:pt idx="2806">
                  <c:v>44.58274900831325</c:v>
                </c:pt>
                <c:pt idx="2807">
                  <c:v>44.582689246205462</c:v>
                </c:pt>
                <c:pt idx="2808">
                  <c:v>44.582689246205462</c:v>
                </c:pt>
                <c:pt idx="2809">
                  <c:v>44.582689246205462</c:v>
                </c:pt>
                <c:pt idx="2810">
                  <c:v>44.582689246205462</c:v>
                </c:pt>
                <c:pt idx="2811">
                  <c:v>44.582689246205462</c:v>
                </c:pt>
                <c:pt idx="2812">
                  <c:v>44.582689246205462</c:v>
                </c:pt>
                <c:pt idx="2813">
                  <c:v>44.58372194467664</c:v>
                </c:pt>
                <c:pt idx="2814">
                  <c:v>44.584304419500441</c:v>
                </c:pt>
                <c:pt idx="2815">
                  <c:v>44.590145405986981</c:v>
                </c:pt>
                <c:pt idx="2816">
                  <c:v>44.591414598102752</c:v>
                </c:pt>
                <c:pt idx="2817">
                  <c:v>44.591572317811824</c:v>
                </c:pt>
                <c:pt idx="2818">
                  <c:v>44.592153071743219</c:v>
                </c:pt>
                <c:pt idx="2819">
                  <c:v>44.592456132832417</c:v>
                </c:pt>
                <c:pt idx="2820">
                  <c:v>44.595756457321755</c:v>
                </c:pt>
                <c:pt idx="2821">
                  <c:v>44.59645723494787</c:v>
                </c:pt>
                <c:pt idx="2822">
                  <c:v>44.596506403560795</c:v>
                </c:pt>
                <c:pt idx="2823">
                  <c:v>44.596946032854703</c:v>
                </c:pt>
                <c:pt idx="2824">
                  <c:v>44.597474231654658</c:v>
                </c:pt>
                <c:pt idx="2825">
                  <c:v>44.599836087908876</c:v>
                </c:pt>
                <c:pt idx="2826">
                  <c:v>44.60038488137112</c:v>
                </c:pt>
                <c:pt idx="2827">
                  <c:v>44.600455570998065</c:v>
                </c:pt>
                <c:pt idx="2828">
                  <c:v>44.600495037027407</c:v>
                </c:pt>
                <c:pt idx="2829">
                  <c:v>44.60052472195234</c:v>
                </c:pt>
                <c:pt idx="2830">
                  <c:v>44.60073333043043</c:v>
                </c:pt>
                <c:pt idx="2831">
                  <c:v>44.600780583339542</c:v>
                </c:pt>
                <c:pt idx="2832">
                  <c:v>44.600783895557981</c:v>
                </c:pt>
                <c:pt idx="2833">
                  <c:v>44.600656870906413</c:v>
                </c:pt>
                <c:pt idx="2834">
                  <c:v>44.600605552750729</c:v>
                </c:pt>
                <c:pt idx="2835">
                  <c:v>44.599932345066435</c:v>
                </c:pt>
                <c:pt idx="2836">
                  <c:v>44.599795825229023</c:v>
                </c:pt>
                <c:pt idx="2837">
                  <c:v>44.599854917627376</c:v>
                </c:pt>
                <c:pt idx="2838">
                  <c:v>44.599965871885864</c:v>
                </c:pt>
                <c:pt idx="2839">
                  <c:v>44.600043389742893</c:v>
                </c:pt>
                <c:pt idx="2840">
                  <c:v>44.600948915463384</c:v>
                </c:pt>
                <c:pt idx="2841">
                  <c:v>44.601102474423676</c:v>
                </c:pt>
                <c:pt idx="2842">
                  <c:v>44.601112220366701</c:v>
                </c:pt>
                <c:pt idx="2843">
                  <c:v>44.601324354758745</c:v>
                </c:pt>
                <c:pt idx="2844">
                  <c:v>44.601414772932742</c:v>
                </c:pt>
                <c:pt idx="2845">
                  <c:v>44.602507424953728</c:v>
                </c:pt>
                <c:pt idx="2846">
                  <c:v>44.60274311333778</c:v>
                </c:pt>
                <c:pt idx="2847">
                  <c:v>44.602756945560429</c:v>
                </c:pt>
                <c:pt idx="2848">
                  <c:v>44.602546447625109</c:v>
                </c:pt>
                <c:pt idx="2849">
                  <c:v>44.602460599803386</c:v>
                </c:pt>
                <c:pt idx="2850">
                  <c:v>44.601366426560674</c:v>
                </c:pt>
                <c:pt idx="2851">
                  <c:v>44.601129962029965</c:v>
                </c:pt>
                <c:pt idx="2852">
                  <c:v>44.601112220366701</c:v>
                </c:pt>
                <c:pt idx="2853">
                  <c:v>44.601918871753284</c:v>
                </c:pt>
                <c:pt idx="2854">
                  <c:v>44.602245931547934</c:v>
                </c:pt>
                <c:pt idx="2855">
                  <c:v>44.606412325354675</c:v>
                </c:pt>
                <c:pt idx="2856">
                  <c:v>44.607303938622621</c:v>
                </c:pt>
                <c:pt idx="2857">
                  <c:v>44.607362828845112</c:v>
                </c:pt>
                <c:pt idx="2858">
                  <c:v>44.607846402477271</c:v>
                </c:pt>
                <c:pt idx="2859">
                  <c:v>44.608031003202903</c:v>
                </c:pt>
                <c:pt idx="2860">
                  <c:v>44.610410583251884</c:v>
                </c:pt>
                <c:pt idx="2861">
                  <c:v>44.610921072595474</c:v>
                </c:pt>
                <c:pt idx="2862">
                  <c:v>44.610983762799719</c:v>
                </c:pt>
                <c:pt idx="2863">
                  <c:v>44.611422153649968</c:v>
                </c:pt>
                <c:pt idx="2864">
                  <c:v>44.611620916637428</c:v>
                </c:pt>
                <c:pt idx="2865">
                  <c:v>44.614043180233637</c:v>
                </c:pt>
                <c:pt idx="2866">
                  <c:v>44.614551607128774</c:v>
                </c:pt>
                <c:pt idx="2867">
                  <c:v>44.61460162962095</c:v>
                </c:pt>
                <c:pt idx="2868">
                  <c:v>44.615411838775088</c:v>
                </c:pt>
                <c:pt idx="2869">
                  <c:v>44.615815061281928</c:v>
                </c:pt>
                <c:pt idx="2870">
                  <c:v>44.620418941723877</c:v>
                </c:pt>
                <c:pt idx="2871">
                  <c:v>44.621371581785475</c:v>
                </c:pt>
                <c:pt idx="2872">
                  <c:v>44.621512211342008</c:v>
                </c:pt>
                <c:pt idx="2873">
                  <c:v>44.621163669910814</c:v>
                </c:pt>
                <c:pt idx="2874">
                  <c:v>44.620922675707895</c:v>
                </c:pt>
                <c:pt idx="2875">
                  <c:v>44.619005677164139</c:v>
                </c:pt>
                <c:pt idx="2876">
                  <c:v>44.618582890983063</c:v>
                </c:pt>
                <c:pt idx="2877">
                  <c:v>44.61855096238844</c:v>
                </c:pt>
                <c:pt idx="2878">
                  <c:v>44.617798672650501</c:v>
                </c:pt>
                <c:pt idx="2879">
                  <c:v>44.617427888933406</c:v>
                </c:pt>
                <c:pt idx="2880">
                  <c:v>44.613243113736303</c:v>
                </c:pt>
                <c:pt idx="2881">
                  <c:v>44.61236005141501</c:v>
                </c:pt>
                <c:pt idx="2882">
                  <c:v>44.612300191993768</c:v>
                </c:pt>
                <c:pt idx="2883">
                  <c:v>44.611759806482404</c:v>
                </c:pt>
                <c:pt idx="2884">
                  <c:v>44.61150768644994</c:v>
                </c:pt>
                <c:pt idx="2885">
                  <c:v>44.60866411452951</c:v>
                </c:pt>
                <c:pt idx="2886">
                  <c:v>44.608058859589583</c:v>
                </c:pt>
                <c:pt idx="2887">
                  <c:v>44.608022586149957</c:v>
                </c:pt>
                <c:pt idx="2888">
                  <c:v>44.607832824214135</c:v>
                </c:pt>
                <c:pt idx="2889">
                  <c:v>44.607719733638561</c:v>
                </c:pt>
                <c:pt idx="2890">
                  <c:v>44.606641088913292</c:v>
                </c:pt>
                <c:pt idx="2891">
                  <c:v>44.606400406342765</c:v>
                </c:pt>
                <c:pt idx="2892">
                  <c:v>44.606377840939842</c:v>
                </c:pt>
                <c:pt idx="2893">
                  <c:v>44.605398501708777</c:v>
                </c:pt>
                <c:pt idx="2894">
                  <c:v>44.604855853553275</c:v>
                </c:pt>
                <c:pt idx="2895">
                  <c:v>44.599140732341858</c:v>
                </c:pt>
                <c:pt idx="2896">
                  <c:v>44.597925193325651</c:v>
                </c:pt>
                <c:pt idx="2897">
                  <c:v>44.597822788710005</c:v>
                </c:pt>
                <c:pt idx="2898">
                  <c:v>44.596955665729276</c:v>
                </c:pt>
                <c:pt idx="2899">
                  <c:v>44.59663533496996</c:v>
                </c:pt>
                <c:pt idx="2900">
                  <c:v>44.592287478605627</c:v>
                </c:pt>
                <c:pt idx="2901">
                  <c:v>44.591328466496634</c:v>
                </c:pt>
                <c:pt idx="2902">
                  <c:v>44.591244000221707</c:v>
                </c:pt>
                <c:pt idx="2903">
                  <c:v>44.590969590982652</c:v>
                </c:pt>
                <c:pt idx="2904">
                  <c:v>44.590846698907846</c:v>
                </c:pt>
                <c:pt idx="2905">
                  <c:v>44.589329002295656</c:v>
                </c:pt>
                <c:pt idx="2906">
                  <c:v>44.588979150610207</c:v>
                </c:pt>
                <c:pt idx="2907">
                  <c:v>44.588939589397057</c:v>
                </c:pt>
                <c:pt idx="2908">
                  <c:v>44.588527248670907</c:v>
                </c:pt>
                <c:pt idx="2909">
                  <c:v>44.588336485575915</c:v>
                </c:pt>
                <c:pt idx="2910">
                  <c:v>44.585918773054132</c:v>
                </c:pt>
                <c:pt idx="2911">
                  <c:v>44.585410090985839</c:v>
                </c:pt>
                <c:pt idx="2912">
                  <c:v>44.585321936812022</c:v>
                </c:pt>
                <c:pt idx="2913">
                  <c:v>44.585281728555138</c:v>
                </c:pt>
                <c:pt idx="2914">
                  <c:v>44.585265078962486</c:v>
                </c:pt>
                <c:pt idx="2915">
                  <c:v>44.585044341527748</c:v>
                </c:pt>
                <c:pt idx="2916">
                  <c:v>44.584997181317156</c:v>
                </c:pt>
                <c:pt idx="2917">
                  <c:v>44.584990526648539</c:v>
                </c:pt>
                <c:pt idx="2918">
                  <c:v>44.585291833443101</c:v>
                </c:pt>
                <c:pt idx="2919">
                  <c:v>44.585456428822546</c:v>
                </c:pt>
                <c:pt idx="2920">
                  <c:v>44.587205688414862</c:v>
                </c:pt>
                <c:pt idx="2921">
                  <c:v>44.587576958505203</c:v>
                </c:pt>
                <c:pt idx="2922">
                  <c:v>44.587623231166162</c:v>
                </c:pt>
                <c:pt idx="2923">
                  <c:v>44.587509891209379</c:v>
                </c:pt>
                <c:pt idx="2924">
                  <c:v>44.587447714641094</c:v>
                </c:pt>
                <c:pt idx="2925">
                  <c:v>44.58679490938674</c:v>
                </c:pt>
                <c:pt idx="2926">
                  <c:v>44.586655740636942</c:v>
                </c:pt>
                <c:pt idx="2927">
                  <c:v>44.586635190780839</c:v>
                </c:pt>
                <c:pt idx="2928">
                  <c:v>44.587114362500593</c:v>
                </c:pt>
                <c:pt idx="2929">
                  <c:v>44.587349401005163</c:v>
                </c:pt>
                <c:pt idx="2930">
                  <c:v>44.589974756787093</c:v>
                </c:pt>
                <c:pt idx="2931">
                  <c:v>44.590515552820193</c:v>
                </c:pt>
                <c:pt idx="2932">
                  <c:v>44.59058426845553</c:v>
                </c:pt>
                <c:pt idx="2933">
                  <c:v>44.589399871560794</c:v>
                </c:pt>
                <c:pt idx="2934">
                  <c:v>44.588870902859483</c:v>
                </c:pt>
                <c:pt idx="2935">
                  <c:v>44.582200566571075</c:v>
                </c:pt>
                <c:pt idx="2936">
                  <c:v>44.580932369379191</c:v>
                </c:pt>
                <c:pt idx="2937">
                  <c:v>44.580713190056429</c:v>
                </c:pt>
                <c:pt idx="2938">
                  <c:v>44.580570861246578</c:v>
                </c:pt>
                <c:pt idx="2939">
                  <c:v>44.580474784313509</c:v>
                </c:pt>
                <c:pt idx="2940">
                  <c:v>44.579595957838599</c:v>
                </c:pt>
                <c:pt idx="2941">
                  <c:v>44.57941549569685</c:v>
                </c:pt>
                <c:pt idx="2942">
                  <c:v>44.579399953931329</c:v>
                </c:pt>
                <c:pt idx="2943">
                  <c:v>44.578986285071785</c:v>
                </c:pt>
                <c:pt idx="2944">
                  <c:v>44.5786954070863</c:v>
                </c:pt>
                <c:pt idx="2945">
                  <c:v>44.576317386678056</c:v>
                </c:pt>
                <c:pt idx="2946">
                  <c:v>44.575819104523859</c:v>
                </c:pt>
                <c:pt idx="2947">
                  <c:v>44.575779283285669</c:v>
                </c:pt>
                <c:pt idx="2948">
                  <c:v>44.57647962817903</c:v>
                </c:pt>
                <c:pt idx="2949">
                  <c:v>44.576827624295859</c:v>
                </c:pt>
                <c:pt idx="2950">
                  <c:v>44.580825931563936</c:v>
                </c:pt>
                <c:pt idx="2951">
                  <c:v>44.581604435419443</c:v>
                </c:pt>
                <c:pt idx="2952">
                  <c:v>44.581701217011471</c:v>
                </c:pt>
                <c:pt idx="2953">
                  <c:v>44.581774414960925</c:v>
                </c:pt>
                <c:pt idx="2954">
                  <c:v>44.581820344691565</c:v>
                </c:pt>
                <c:pt idx="2955">
                  <c:v>44.582263692732425</c:v>
                </c:pt>
                <c:pt idx="2956">
                  <c:v>44.582356315263262</c:v>
                </c:pt>
                <c:pt idx="2957">
                  <c:v>44.582360935315762</c:v>
                </c:pt>
                <c:pt idx="2958">
                  <c:v>44.583656443375489</c:v>
                </c:pt>
                <c:pt idx="2959">
                  <c:v>44.584368006144331</c:v>
                </c:pt>
                <c:pt idx="2960">
                  <c:v>44.591821513825494</c:v>
                </c:pt>
                <c:pt idx="2961">
                  <c:v>44.59343070574856</c:v>
                </c:pt>
                <c:pt idx="2962">
                  <c:v>44.593545325913567</c:v>
                </c:pt>
                <c:pt idx="2963">
                  <c:v>44.593946900346985</c:v>
                </c:pt>
                <c:pt idx="2964">
                  <c:v>44.594189667022135</c:v>
                </c:pt>
                <c:pt idx="2965">
                  <c:v>44.59666926587991</c:v>
                </c:pt>
                <c:pt idx="2966">
                  <c:v>44.5971359799086</c:v>
                </c:pt>
                <c:pt idx="2967">
                  <c:v>44.597166144324433</c:v>
                </c:pt>
                <c:pt idx="2968">
                  <c:v>44.597972889252659</c:v>
                </c:pt>
                <c:pt idx="2969">
                  <c:v>44.598323181882144</c:v>
                </c:pt>
                <c:pt idx="2970">
                  <c:v>44.602713662736704</c:v>
                </c:pt>
                <c:pt idx="2971">
                  <c:v>44.603687300632316</c:v>
                </c:pt>
                <c:pt idx="2972">
                  <c:v>44.603745022645228</c:v>
                </c:pt>
                <c:pt idx="2973">
                  <c:v>44.603828204160571</c:v>
                </c:pt>
                <c:pt idx="2974">
                  <c:v>44.603861416137804</c:v>
                </c:pt>
                <c:pt idx="2975">
                  <c:v>44.604298220108667</c:v>
                </c:pt>
                <c:pt idx="2976">
                  <c:v>44.604391944886565</c:v>
                </c:pt>
                <c:pt idx="2977">
                  <c:v>44.6044016770025</c:v>
                </c:pt>
                <c:pt idx="2978">
                  <c:v>44.605270800290185</c:v>
                </c:pt>
                <c:pt idx="2979">
                  <c:v>44.605626024466424</c:v>
                </c:pt>
                <c:pt idx="2980">
                  <c:v>44.610211441917308</c:v>
                </c:pt>
                <c:pt idx="2981">
                  <c:v>44.611178389079448</c:v>
                </c:pt>
                <c:pt idx="2982">
                  <c:v>44.611312095352332</c:v>
                </c:pt>
                <c:pt idx="2983">
                  <c:v>44.612034920183447</c:v>
                </c:pt>
                <c:pt idx="2984">
                  <c:v>44.612370986602521</c:v>
                </c:pt>
                <c:pt idx="2985">
                  <c:v>44.61661703265527</c:v>
                </c:pt>
                <c:pt idx="2986">
                  <c:v>44.617478633994963</c:v>
                </c:pt>
                <c:pt idx="2987">
                  <c:v>44.617562851422235</c:v>
                </c:pt>
                <c:pt idx="2988">
                  <c:v>44.617912062537734</c:v>
                </c:pt>
                <c:pt idx="2989">
                  <c:v>44.618082587016154</c:v>
                </c:pt>
                <c:pt idx="2990">
                  <c:v>44.620071086789665</c:v>
                </c:pt>
                <c:pt idx="2991">
                  <c:v>44.620470628393633</c:v>
                </c:pt>
                <c:pt idx="2992">
                  <c:v>44.620524093578979</c:v>
                </c:pt>
                <c:pt idx="2993">
                  <c:v>44.620769100883571</c:v>
                </c:pt>
                <c:pt idx="2994">
                  <c:v>44.620876159474733</c:v>
                </c:pt>
                <c:pt idx="2995">
                  <c:v>44.622215900255867</c:v>
                </c:pt>
                <c:pt idx="2996">
                  <c:v>44.622494795014447</c:v>
                </c:pt>
                <c:pt idx="2997">
                  <c:v>44.622500331374511</c:v>
                </c:pt>
                <c:pt idx="2998">
                  <c:v>44.622952631819807</c:v>
                </c:pt>
                <c:pt idx="2999">
                  <c:v>44.623184345842915</c:v>
                </c:pt>
                <c:pt idx="3000">
                  <c:v>44.625615367134387</c:v>
                </c:pt>
                <c:pt idx="3001">
                  <c:v>44.626118294948469</c:v>
                </c:pt>
                <c:pt idx="3002">
                  <c:v>44.626138459519865</c:v>
                </c:pt>
                <c:pt idx="3003">
                  <c:v>44.626448983945849</c:v>
                </c:pt>
                <c:pt idx="3004">
                  <c:v>44.626614500370664</c:v>
                </c:pt>
                <c:pt idx="3005">
                  <c:v>44.628371595531164</c:v>
                </c:pt>
                <c:pt idx="3006">
                  <c:v>44.628740036737646</c:v>
                </c:pt>
                <c:pt idx="3007">
                  <c:v>44.62875124992388</c:v>
                </c:pt>
                <c:pt idx="3008">
                  <c:v>44.628209370422091</c:v>
                </c:pt>
                <c:pt idx="3009">
                  <c:v>44.626204395309998</c:v>
                </c:pt>
                <c:pt idx="3010">
                  <c:v>44.625789951107208</c:v>
                </c:pt>
                <c:pt idx="3011">
                  <c:v>44.625794702963319</c:v>
                </c:pt>
                <c:pt idx="3012">
                  <c:v>44.625912245138444</c:v>
                </c:pt>
                <c:pt idx="3013">
                  <c:v>44.626348907521546</c:v>
                </c:pt>
                <c:pt idx="3014">
                  <c:v>44.626441978984431</c:v>
                </c:pt>
                <c:pt idx="3015">
                  <c:v>44.626446639040807</c:v>
                </c:pt>
                <c:pt idx="3016">
                  <c:v>44.628980602489712</c:v>
                </c:pt>
                <c:pt idx="3017">
                  <c:v>44.629407942386933</c:v>
                </c:pt>
                <c:pt idx="3018">
                  <c:v>44.628566371838581</c:v>
                </c:pt>
                <c:pt idx="3019">
                  <c:v>44.628422904069168</c:v>
                </c:pt>
              </c:numCache>
            </c:numRef>
          </c:yVal>
          <c:smooth val="1"/>
          <c:extLst>
            <c:ext xmlns:c16="http://schemas.microsoft.com/office/drawing/2014/chart" uri="{C3380CC4-5D6E-409C-BE32-E72D297353CC}">
              <c16:uniqueId val="{00000001-653C-417C-8980-1924B2D2498C}"/>
            </c:ext>
          </c:extLst>
        </c:ser>
        <c:ser>
          <c:idx val="2"/>
          <c:order val="2"/>
          <c:tx>
            <c:strRef>
              <c:f>Efficiency_1!$D$1</c:f>
              <c:strCache>
                <c:ptCount val="1"/>
                <c:pt idx="0">
                  <c:v>Sum of Temp_motor_NTC: 16k - 22250 - 47 - STIHL</c:v>
                </c:pt>
              </c:strCache>
            </c:strRef>
          </c:tx>
          <c:spPr>
            <a:ln w="15875">
              <a:solidFill>
                <a:srgbClr val="F97414"/>
              </a:solidFill>
            </a:ln>
          </c:spPr>
          <c:marker>
            <c:symbol val="none"/>
          </c:marker>
          <c:xVal>
            <c:numRef>
              <c:f>Efficiency_1!$A$2:$A$3022</c:f>
              <c:numCache>
                <c:formatCode>General</c:formatCode>
                <c:ptCount val="3021"/>
                <c:pt idx="0">
                  <c:v>5.9000000000000003E-6</c:v>
                </c:pt>
                <c:pt idx="1">
                  <c:v>6.1E-6</c:v>
                </c:pt>
                <c:pt idx="2">
                  <c:v>6.4999999999999996E-6</c:v>
                </c:pt>
                <c:pt idx="3">
                  <c:v>7.6000000000000001E-6</c:v>
                </c:pt>
                <c:pt idx="4">
                  <c:v>1.03E-5</c:v>
                </c:pt>
                <c:pt idx="5">
                  <c:v>0.63546879999999994</c:v>
                </c:pt>
                <c:pt idx="6">
                  <c:v>0.78398659999999998</c:v>
                </c:pt>
                <c:pt idx="7">
                  <c:v>0.78767399999999999</c:v>
                </c:pt>
                <c:pt idx="8">
                  <c:v>0.90497519999999998</c:v>
                </c:pt>
                <c:pt idx="9">
                  <c:v>0.96669959999999999</c:v>
                </c:pt>
                <c:pt idx="10">
                  <c:v>1.6330251</c:v>
                </c:pt>
                <c:pt idx="11">
                  <c:v>1.7819898999999999</c:v>
                </c:pt>
                <c:pt idx="12">
                  <c:v>1.7852725</c:v>
                </c:pt>
                <c:pt idx="13">
                  <c:v>1.9047624999999999</c:v>
                </c:pt>
                <c:pt idx="14">
                  <c:v>1.9716654</c:v>
                </c:pt>
                <c:pt idx="15">
                  <c:v>2.6350839000000001</c:v>
                </c:pt>
                <c:pt idx="16">
                  <c:v>2.7802224</c:v>
                </c:pt>
                <c:pt idx="17">
                  <c:v>2.7847227999999999</c:v>
                </c:pt>
                <c:pt idx="18">
                  <c:v>2.9031156</c:v>
                </c:pt>
                <c:pt idx="19">
                  <c:v>2.9710086000000002</c:v>
                </c:pt>
                <c:pt idx="20">
                  <c:v>3.6330309999999999</c:v>
                </c:pt>
                <c:pt idx="21">
                  <c:v>3.7732391999999999</c:v>
                </c:pt>
                <c:pt idx="22">
                  <c:v>3.7839162000000002</c:v>
                </c:pt>
                <c:pt idx="23">
                  <c:v>3.9071905</c:v>
                </c:pt>
                <c:pt idx="24">
                  <c:v>3.9771078000000002</c:v>
                </c:pt>
                <c:pt idx="25">
                  <c:v>4.6346715999999999</c:v>
                </c:pt>
                <c:pt idx="26">
                  <c:v>4.7849431999999998</c:v>
                </c:pt>
                <c:pt idx="27">
                  <c:v>4.7876273999999999</c:v>
                </c:pt>
                <c:pt idx="28">
                  <c:v>4.9020923999999999</c:v>
                </c:pt>
                <c:pt idx="29">
                  <c:v>4.9757597000000002</c:v>
                </c:pt>
                <c:pt idx="30">
                  <c:v>5.6303421</c:v>
                </c:pt>
                <c:pt idx="31">
                  <c:v>5.7724224</c:v>
                </c:pt>
                <c:pt idx="32">
                  <c:v>5.7819681000000003</c:v>
                </c:pt>
                <c:pt idx="33">
                  <c:v>5.9049573000000004</c:v>
                </c:pt>
                <c:pt idx="34">
                  <c:v>5.976947</c:v>
                </c:pt>
                <c:pt idx="35">
                  <c:v>6.6306618999999998</c:v>
                </c:pt>
                <c:pt idx="36">
                  <c:v>6.7720383999999996</c:v>
                </c:pt>
                <c:pt idx="37">
                  <c:v>6.7837024000000001</c:v>
                </c:pt>
                <c:pt idx="38">
                  <c:v>6.9050025000000002</c:v>
                </c:pt>
                <c:pt idx="39">
                  <c:v>6.9818303000000004</c:v>
                </c:pt>
                <c:pt idx="40">
                  <c:v>7.6309595999999997</c:v>
                </c:pt>
                <c:pt idx="41">
                  <c:v>7.7746477000000001</c:v>
                </c:pt>
                <c:pt idx="42">
                  <c:v>7.8614657000000001</c:v>
                </c:pt>
                <c:pt idx="43">
                  <c:v>7.9086923999999996</c:v>
                </c:pt>
                <c:pt idx="44">
                  <c:v>7.9807043000000002</c:v>
                </c:pt>
                <c:pt idx="45">
                  <c:v>8.6306735000000003</c:v>
                </c:pt>
                <c:pt idx="46">
                  <c:v>8.7758146000000004</c:v>
                </c:pt>
                <c:pt idx="47">
                  <c:v>8.7965891999999997</c:v>
                </c:pt>
                <c:pt idx="48">
                  <c:v>8.9021624999999993</c:v>
                </c:pt>
                <c:pt idx="49">
                  <c:v>8.9769334999999995</c:v>
                </c:pt>
                <c:pt idx="50">
                  <c:v>9.6367113</c:v>
                </c:pt>
                <c:pt idx="51">
                  <c:v>9.7825454000000001</c:v>
                </c:pt>
                <c:pt idx="52">
                  <c:v>9.7847709999999992</c:v>
                </c:pt>
                <c:pt idx="53">
                  <c:v>9.9077547999999993</c:v>
                </c:pt>
                <c:pt idx="54">
                  <c:v>9.9787578999999997</c:v>
                </c:pt>
                <c:pt idx="55">
                  <c:v>10.6329014</c:v>
                </c:pt>
                <c:pt idx="56">
                  <c:v>10.7821716</c:v>
                </c:pt>
                <c:pt idx="57">
                  <c:v>10.7886352</c:v>
                </c:pt>
                <c:pt idx="58">
                  <c:v>10.9077362</c:v>
                </c:pt>
                <c:pt idx="59">
                  <c:v>10.97419</c:v>
                </c:pt>
                <c:pt idx="60">
                  <c:v>11.712342</c:v>
                </c:pt>
                <c:pt idx="61">
                  <c:v>11.7876633</c:v>
                </c:pt>
                <c:pt idx="62">
                  <c:v>11.7880944</c:v>
                </c:pt>
                <c:pt idx="63">
                  <c:v>11.958770100000001</c:v>
                </c:pt>
                <c:pt idx="64">
                  <c:v>11.9749959</c:v>
                </c:pt>
                <c:pt idx="65">
                  <c:v>12.63904</c:v>
                </c:pt>
                <c:pt idx="66">
                  <c:v>12.784992900000001</c:v>
                </c:pt>
                <c:pt idx="67">
                  <c:v>12.7880845</c:v>
                </c:pt>
                <c:pt idx="68">
                  <c:v>12.904777299999999</c:v>
                </c:pt>
                <c:pt idx="69">
                  <c:v>12.9720873</c:v>
                </c:pt>
                <c:pt idx="70">
                  <c:v>13.633203</c:v>
                </c:pt>
                <c:pt idx="71">
                  <c:v>13.782462199999999</c:v>
                </c:pt>
                <c:pt idx="72">
                  <c:v>13.7838476</c:v>
                </c:pt>
                <c:pt idx="73">
                  <c:v>13.9078368</c:v>
                </c:pt>
                <c:pt idx="74">
                  <c:v>13.9710085</c:v>
                </c:pt>
                <c:pt idx="75">
                  <c:v>14.633148500000001</c:v>
                </c:pt>
                <c:pt idx="76">
                  <c:v>14.781979400000001</c:v>
                </c:pt>
                <c:pt idx="77">
                  <c:v>14.784251899999999</c:v>
                </c:pt>
                <c:pt idx="78">
                  <c:v>14.9066242</c:v>
                </c:pt>
                <c:pt idx="79">
                  <c:v>14.9766113</c:v>
                </c:pt>
                <c:pt idx="80">
                  <c:v>15.632595200000001</c:v>
                </c:pt>
                <c:pt idx="81">
                  <c:v>15.776293799999999</c:v>
                </c:pt>
                <c:pt idx="82">
                  <c:v>15.784526700000001</c:v>
                </c:pt>
                <c:pt idx="83">
                  <c:v>15.902340499999999</c:v>
                </c:pt>
                <c:pt idx="84">
                  <c:v>15.977296600000001</c:v>
                </c:pt>
                <c:pt idx="85">
                  <c:v>16.632365700000001</c:v>
                </c:pt>
                <c:pt idx="86">
                  <c:v>16.773171999999999</c:v>
                </c:pt>
                <c:pt idx="87">
                  <c:v>16.781811900000001</c:v>
                </c:pt>
                <c:pt idx="88">
                  <c:v>16.903195400000001</c:v>
                </c:pt>
                <c:pt idx="89">
                  <c:v>16.979424699999999</c:v>
                </c:pt>
                <c:pt idx="90">
                  <c:v>17.6354802</c:v>
                </c:pt>
                <c:pt idx="91">
                  <c:v>17.772196300000001</c:v>
                </c:pt>
                <c:pt idx="92">
                  <c:v>17.782537699999999</c:v>
                </c:pt>
                <c:pt idx="93">
                  <c:v>17.902290099999998</c:v>
                </c:pt>
                <c:pt idx="94">
                  <c:v>17.9793214</c:v>
                </c:pt>
                <c:pt idx="95">
                  <c:v>18.630382999999998</c:v>
                </c:pt>
                <c:pt idx="96">
                  <c:v>18.772501099999999</c:v>
                </c:pt>
                <c:pt idx="97">
                  <c:v>18.7829616</c:v>
                </c:pt>
                <c:pt idx="98">
                  <c:v>18.904988100000001</c:v>
                </c:pt>
                <c:pt idx="99">
                  <c:v>18.9754896</c:v>
                </c:pt>
                <c:pt idx="100">
                  <c:v>19.630838700000002</c:v>
                </c:pt>
                <c:pt idx="101">
                  <c:v>19.782087400000002</c:v>
                </c:pt>
                <c:pt idx="102">
                  <c:v>19.832144799999998</c:v>
                </c:pt>
                <c:pt idx="103">
                  <c:v>19.910388300000001</c:v>
                </c:pt>
                <c:pt idx="104">
                  <c:v>19.977401400000002</c:v>
                </c:pt>
                <c:pt idx="105">
                  <c:v>20.635198599999999</c:v>
                </c:pt>
                <c:pt idx="106">
                  <c:v>20.7849447</c:v>
                </c:pt>
                <c:pt idx="107">
                  <c:v>20.7938461</c:v>
                </c:pt>
                <c:pt idx="108">
                  <c:v>20.904992100000001</c:v>
                </c:pt>
                <c:pt idx="109">
                  <c:v>20.975293600000001</c:v>
                </c:pt>
                <c:pt idx="110">
                  <c:v>21.633094499999999</c:v>
                </c:pt>
                <c:pt idx="111">
                  <c:v>21.7823505</c:v>
                </c:pt>
                <c:pt idx="112">
                  <c:v>21.785269100000001</c:v>
                </c:pt>
                <c:pt idx="113">
                  <c:v>21.907084300000001</c:v>
                </c:pt>
                <c:pt idx="114">
                  <c:v>21.9770875</c:v>
                </c:pt>
                <c:pt idx="115">
                  <c:v>22.634347300000002</c:v>
                </c:pt>
                <c:pt idx="116">
                  <c:v>22.782317800000001</c:v>
                </c:pt>
                <c:pt idx="117">
                  <c:v>22.789704199999999</c:v>
                </c:pt>
                <c:pt idx="118">
                  <c:v>22.907928200000001</c:v>
                </c:pt>
                <c:pt idx="119">
                  <c:v>22.970094899999999</c:v>
                </c:pt>
                <c:pt idx="120">
                  <c:v>23.6359545</c:v>
                </c:pt>
                <c:pt idx="121">
                  <c:v>23.784947899999999</c:v>
                </c:pt>
                <c:pt idx="122">
                  <c:v>23.787303000000001</c:v>
                </c:pt>
                <c:pt idx="123">
                  <c:v>23.907736</c:v>
                </c:pt>
                <c:pt idx="124">
                  <c:v>23.972574600000002</c:v>
                </c:pt>
                <c:pt idx="125">
                  <c:v>24.645935699999999</c:v>
                </c:pt>
                <c:pt idx="126">
                  <c:v>24.7804152</c:v>
                </c:pt>
                <c:pt idx="127">
                  <c:v>24.785666200000001</c:v>
                </c:pt>
                <c:pt idx="128">
                  <c:v>24.904377400000001</c:v>
                </c:pt>
                <c:pt idx="129">
                  <c:v>24.9704418</c:v>
                </c:pt>
                <c:pt idx="130">
                  <c:v>25.6417058</c:v>
                </c:pt>
                <c:pt idx="131">
                  <c:v>25.782343900000001</c:v>
                </c:pt>
                <c:pt idx="132">
                  <c:v>25.783840900000001</c:v>
                </c:pt>
                <c:pt idx="133">
                  <c:v>25.907823199999999</c:v>
                </c:pt>
                <c:pt idx="134">
                  <c:v>25.9657248</c:v>
                </c:pt>
                <c:pt idx="135">
                  <c:v>26.632118500000001</c:v>
                </c:pt>
                <c:pt idx="136">
                  <c:v>26.783618000000001</c:v>
                </c:pt>
                <c:pt idx="137">
                  <c:v>26.786082700000001</c:v>
                </c:pt>
                <c:pt idx="138">
                  <c:v>26.904754700000002</c:v>
                </c:pt>
                <c:pt idx="139">
                  <c:v>26.975430100000001</c:v>
                </c:pt>
                <c:pt idx="140">
                  <c:v>27.637987200000001</c:v>
                </c:pt>
                <c:pt idx="141">
                  <c:v>27.776699499999999</c:v>
                </c:pt>
                <c:pt idx="142">
                  <c:v>27.784087299999999</c:v>
                </c:pt>
                <c:pt idx="143">
                  <c:v>27.9109415</c:v>
                </c:pt>
                <c:pt idx="144">
                  <c:v>27.975230400000001</c:v>
                </c:pt>
                <c:pt idx="145">
                  <c:v>28.633239199999998</c:v>
                </c:pt>
                <c:pt idx="146">
                  <c:v>28.778328999999999</c:v>
                </c:pt>
                <c:pt idx="147">
                  <c:v>28.781628600000001</c:v>
                </c:pt>
                <c:pt idx="148">
                  <c:v>28.902671399999999</c:v>
                </c:pt>
                <c:pt idx="149">
                  <c:v>28.979853500000001</c:v>
                </c:pt>
                <c:pt idx="150">
                  <c:v>29.631422000000001</c:v>
                </c:pt>
                <c:pt idx="151">
                  <c:v>29.771742799999998</c:v>
                </c:pt>
                <c:pt idx="152">
                  <c:v>29.7844497</c:v>
                </c:pt>
                <c:pt idx="153">
                  <c:v>29.903470899999999</c:v>
                </c:pt>
                <c:pt idx="154">
                  <c:v>29.9687786</c:v>
                </c:pt>
                <c:pt idx="155">
                  <c:v>30.630544</c:v>
                </c:pt>
                <c:pt idx="156">
                  <c:v>30.772815600000001</c:v>
                </c:pt>
                <c:pt idx="157">
                  <c:v>30.781728699999999</c:v>
                </c:pt>
                <c:pt idx="158">
                  <c:v>30.9075104</c:v>
                </c:pt>
                <c:pt idx="159">
                  <c:v>30.976284</c:v>
                </c:pt>
                <c:pt idx="160">
                  <c:v>31.6305178</c:v>
                </c:pt>
                <c:pt idx="161">
                  <c:v>31.774503899999999</c:v>
                </c:pt>
                <c:pt idx="162">
                  <c:v>31.781466900000002</c:v>
                </c:pt>
                <c:pt idx="163">
                  <c:v>31.9127346</c:v>
                </c:pt>
                <c:pt idx="164">
                  <c:v>31.971685999999998</c:v>
                </c:pt>
                <c:pt idx="165">
                  <c:v>32.630714099999999</c:v>
                </c:pt>
                <c:pt idx="166">
                  <c:v>32.779694499999998</c:v>
                </c:pt>
                <c:pt idx="167">
                  <c:v>32.7861774</c:v>
                </c:pt>
                <c:pt idx="168">
                  <c:v>32.909302599999997</c:v>
                </c:pt>
                <c:pt idx="169">
                  <c:v>32.9710933</c:v>
                </c:pt>
                <c:pt idx="170">
                  <c:v>33.633202099999998</c:v>
                </c:pt>
                <c:pt idx="171">
                  <c:v>33.783495899999998</c:v>
                </c:pt>
                <c:pt idx="172">
                  <c:v>33.784158699999999</c:v>
                </c:pt>
                <c:pt idx="173">
                  <c:v>33.914555399999998</c:v>
                </c:pt>
                <c:pt idx="174">
                  <c:v>33.974394799999999</c:v>
                </c:pt>
                <c:pt idx="175">
                  <c:v>34.631954100000002</c:v>
                </c:pt>
                <c:pt idx="176">
                  <c:v>34.781838100000002</c:v>
                </c:pt>
                <c:pt idx="177">
                  <c:v>34.784712200000001</c:v>
                </c:pt>
                <c:pt idx="178">
                  <c:v>34.909807299999997</c:v>
                </c:pt>
                <c:pt idx="179">
                  <c:v>34.970405399999997</c:v>
                </c:pt>
                <c:pt idx="180">
                  <c:v>35.6384063</c:v>
                </c:pt>
                <c:pt idx="181">
                  <c:v>35.7833708</c:v>
                </c:pt>
                <c:pt idx="182">
                  <c:v>35.787649199999997</c:v>
                </c:pt>
                <c:pt idx="183">
                  <c:v>35.906088699999998</c:v>
                </c:pt>
                <c:pt idx="184">
                  <c:v>35.968492699999999</c:v>
                </c:pt>
                <c:pt idx="185">
                  <c:v>36.630593599999997</c:v>
                </c:pt>
                <c:pt idx="186">
                  <c:v>36.781725999999999</c:v>
                </c:pt>
                <c:pt idx="187">
                  <c:v>36.786749499999999</c:v>
                </c:pt>
                <c:pt idx="188">
                  <c:v>36.906017800000001</c:v>
                </c:pt>
                <c:pt idx="189">
                  <c:v>36.968652800000001</c:v>
                </c:pt>
                <c:pt idx="190">
                  <c:v>37.633699100000001</c:v>
                </c:pt>
                <c:pt idx="191">
                  <c:v>37.777798400000002</c:v>
                </c:pt>
                <c:pt idx="192">
                  <c:v>37.784642699999999</c:v>
                </c:pt>
                <c:pt idx="193">
                  <c:v>37.904587200000002</c:v>
                </c:pt>
                <c:pt idx="194">
                  <c:v>37.971705200000002</c:v>
                </c:pt>
                <c:pt idx="195">
                  <c:v>38.632902899999998</c:v>
                </c:pt>
                <c:pt idx="196">
                  <c:v>38.775412500000002</c:v>
                </c:pt>
                <c:pt idx="197">
                  <c:v>38.784445099999999</c:v>
                </c:pt>
                <c:pt idx="198">
                  <c:v>38.903568100000001</c:v>
                </c:pt>
                <c:pt idx="199">
                  <c:v>38.966530599999999</c:v>
                </c:pt>
                <c:pt idx="200">
                  <c:v>39.629933000000001</c:v>
                </c:pt>
                <c:pt idx="201">
                  <c:v>39.775364699999997</c:v>
                </c:pt>
                <c:pt idx="202">
                  <c:v>39.782423600000001</c:v>
                </c:pt>
                <c:pt idx="203">
                  <c:v>39.902110999999998</c:v>
                </c:pt>
                <c:pt idx="204">
                  <c:v>39.966433000000002</c:v>
                </c:pt>
                <c:pt idx="205">
                  <c:v>40.631801699999997</c:v>
                </c:pt>
                <c:pt idx="206">
                  <c:v>40.775817400000001</c:v>
                </c:pt>
                <c:pt idx="207">
                  <c:v>40.782314399999997</c:v>
                </c:pt>
                <c:pt idx="208">
                  <c:v>40.901949199999997</c:v>
                </c:pt>
                <c:pt idx="209">
                  <c:v>40.969887300000003</c:v>
                </c:pt>
                <c:pt idx="210">
                  <c:v>41.6309586</c:v>
                </c:pt>
                <c:pt idx="211">
                  <c:v>41.781306600000001</c:v>
                </c:pt>
                <c:pt idx="212">
                  <c:v>41.782452599999999</c:v>
                </c:pt>
                <c:pt idx="213">
                  <c:v>41.9023155</c:v>
                </c:pt>
                <c:pt idx="214">
                  <c:v>41.986767100000002</c:v>
                </c:pt>
                <c:pt idx="215">
                  <c:v>42.630603200000003</c:v>
                </c:pt>
                <c:pt idx="216">
                  <c:v>42.7807703</c:v>
                </c:pt>
                <c:pt idx="217">
                  <c:v>42.784042399999997</c:v>
                </c:pt>
                <c:pt idx="218">
                  <c:v>42.908798300000001</c:v>
                </c:pt>
                <c:pt idx="219">
                  <c:v>42.973052099999997</c:v>
                </c:pt>
                <c:pt idx="220">
                  <c:v>43.630193599999998</c:v>
                </c:pt>
                <c:pt idx="221">
                  <c:v>43.782798300000003</c:v>
                </c:pt>
                <c:pt idx="222">
                  <c:v>43.787401600000003</c:v>
                </c:pt>
                <c:pt idx="223">
                  <c:v>43.905057200000002</c:v>
                </c:pt>
                <c:pt idx="224">
                  <c:v>43.9766178</c:v>
                </c:pt>
                <c:pt idx="225">
                  <c:v>44.635324500000003</c:v>
                </c:pt>
                <c:pt idx="226">
                  <c:v>44.781982599999999</c:v>
                </c:pt>
                <c:pt idx="227">
                  <c:v>44.784849100000002</c:v>
                </c:pt>
                <c:pt idx="228">
                  <c:v>44.909776899999997</c:v>
                </c:pt>
                <c:pt idx="229">
                  <c:v>44.975935300000003</c:v>
                </c:pt>
                <c:pt idx="230">
                  <c:v>45.633886699999998</c:v>
                </c:pt>
                <c:pt idx="231">
                  <c:v>45.778197599999999</c:v>
                </c:pt>
                <c:pt idx="232">
                  <c:v>45.787320299999998</c:v>
                </c:pt>
                <c:pt idx="233">
                  <c:v>45.907852800000001</c:v>
                </c:pt>
                <c:pt idx="234">
                  <c:v>45.979111199999998</c:v>
                </c:pt>
                <c:pt idx="235">
                  <c:v>46.633334599999998</c:v>
                </c:pt>
                <c:pt idx="236">
                  <c:v>46.779784100000001</c:v>
                </c:pt>
                <c:pt idx="237">
                  <c:v>46.785346400000002</c:v>
                </c:pt>
                <c:pt idx="238">
                  <c:v>46.908276200000003</c:v>
                </c:pt>
                <c:pt idx="239">
                  <c:v>46.978825200000003</c:v>
                </c:pt>
                <c:pt idx="240">
                  <c:v>47.6330685</c:v>
                </c:pt>
                <c:pt idx="241">
                  <c:v>47.7780895</c:v>
                </c:pt>
                <c:pt idx="242">
                  <c:v>47.7818179</c:v>
                </c:pt>
                <c:pt idx="243">
                  <c:v>47.909584099999996</c:v>
                </c:pt>
                <c:pt idx="244">
                  <c:v>47.975193599999997</c:v>
                </c:pt>
                <c:pt idx="245">
                  <c:v>48.635821499999999</c:v>
                </c:pt>
                <c:pt idx="246">
                  <c:v>48.779593400000003</c:v>
                </c:pt>
                <c:pt idx="247">
                  <c:v>48.784483199999997</c:v>
                </c:pt>
                <c:pt idx="248">
                  <c:v>48.903511000000002</c:v>
                </c:pt>
                <c:pt idx="249">
                  <c:v>48.976900200000003</c:v>
                </c:pt>
                <c:pt idx="250">
                  <c:v>49.631557899999997</c:v>
                </c:pt>
                <c:pt idx="251">
                  <c:v>49.775899099999997</c:v>
                </c:pt>
                <c:pt idx="252">
                  <c:v>49.784526399999997</c:v>
                </c:pt>
                <c:pt idx="253">
                  <c:v>49.905927800000001</c:v>
                </c:pt>
                <c:pt idx="254">
                  <c:v>49.9716424</c:v>
                </c:pt>
                <c:pt idx="255">
                  <c:v>50.632466000000001</c:v>
                </c:pt>
                <c:pt idx="256">
                  <c:v>50.776507199999998</c:v>
                </c:pt>
                <c:pt idx="257">
                  <c:v>50.783323699999997</c:v>
                </c:pt>
                <c:pt idx="258">
                  <c:v>50.9047208</c:v>
                </c:pt>
                <c:pt idx="259">
                  <c:v>50.967140800000003</c:v>
                </c:pt>
                <c:pt idx="260">
                  <c:v>51.633226399999998</c:v>
                </c:pt>
                <c:pt idx="261">
                  <c:v>51.775290900000002</c:v>
                </c:pt>
                <c:pt idx="262">
                  <c:v>51.782232999999998</c:v>
                </c:pt>
                <c:pt idx="263">
                  <c:v>51.901909500000002</c:v>
                </c:pt>
                <c:pt idx="264">
                  <c:v>51.965913399999998</c:v>
                </c:pt>
                <c:pt idx="265">
                  <c:v>52.633743099999997</c:v>
                </c:pt>
                <c:pt idx="266">
                  <c:v>52.775223699999998</c:v>
                </c:pt>
                <c:pt idx="267">
                  <c:v>52.782592000000001</c:v>
                </c:pt>
                <c:pt idx="268">
                  <c:v>52.907403700000003</c:v>
                </c:pt>
                <c:pt idx="269">
                  <c:v>52.970346300000003</c:v>
                </c:pt>
                <c:pt idx="270">
                  <c:v>53.630195399999998</c:v>
                </c:pt>
                <c:pt idx="271">
                  <c:v>53.773238999999997</c:v>
                </c:pt>
                <c:pt idx="272">
                  <c:v>53.782686300000002</c:v>
                </c:pt>
                <c:pt idx="273">
                  <c:v>53.902501000000001</c:v>
                </c:pt>
                <c:pt idx="274">
                  <c:v>53.967168600000001</c:v>
                </c:pt>
                <c:pt idx="275">
                  <c:v>54.6308419</c:v>
                </c:pt>
                <c:pt idx="276">
                  <c:v>54.774864200000003</c:v>
                </c:pt>
                <c:pt idx="277">
                  <c:v>54.792518299999998</c:v>
                </c:pt>
                <c:pt idx="278">
                  <c:v>54.903579700000002</c:v>
                </c:pt>
                <c:pt idx="279">
                  <c:v>54.971449</c:v>
                </c:pt>
                <c:pt idx="280">
                  <c:v>55.629768800000001</c:v>
                </c:pt>
                <c:pt idx="281">
                  <c:v>55.778730199999998</c:v>
                </c:pt>
                <c:pt idx="282">
                  <c:v>55.784888799999997</c:v>
                </c:pt>
                <c:pt idx="283">
                  <c:v>55.904947999999997</c:v>
                </c:pt>
                <c:pt idx="284">
                  <c:v>55.973500100000003</c:v>
                </c:pt>
                <c:pt idx="285">
                  <c:v>56.630720099999998</c:v>
                </c:pt>
                <c:pt idx="286">
                  <c:v>56.774521</c:v>
                </c:pt>
                <c:pt idx="287">
                  <c:v>56.796593199999997</c:v>
                </c:pt>
                <c:pt idx="288">
                  <c:v>56.902945699999997</c:v>
                </c:pt>
                <c:pt idx="289">
                  <c:v>56.971214199999999</c:v>
                </c:pt>
                <c:pt idx="290">
                  <c:v>57.633248000000002</c:v>
                </c:pt>
                <c:pt idx="291">
                  <c:v>57.777365799999998</c:v>
                </c:pt>
                <c:pt idx="292">
                  <c:v>57.792043399999997</c:v>
                </c:pt>
                <c:pt idx="293">
                  <c:v>57.907932899999999</c:v>
                </c:pt>
                <c:pt idx="294">
                  <c:v>57.969507800000002</c:v>
                </c:pt>
                <c:pt idx="295">
                  <c:v>58.631162400000001</c:v>
                </c:pt>
                <c:pt idx="296">
                  <c:v>58.777438400000001</c:v>
                </c:pt>
                <c:pt idx="297">
                  <c:v>58.795558</c:v>
                </c:pt>
                <c:pt idx="298">
                  <c:v>58.907954500000002</c:v>
                </c:pt>
                <c:pt idx="299">
                  <c:v>58.972270399999999</c:v>
                </c:pt>
                <c:pt idx="300">
                  <c:v>59.635877700000002</c:v>
                </c:pt>
                <c:pt idx="301">
                  <c:v>59.780066900000001</c:v>
                </c:pt>
                <c:pt idx="302">
                  <c:v>59.7924194</c:v>
                </c:pt>
                <c:pt idx="303">
                  <c:v>59.904757500000002</c:v>
                </c:pt>
                <c:pt idx="304">
                  <c:v>59.9685068</c:v>
                </c:pt>
                <c:pt idx="305">
                  <c:v>60.633463499999998</c:v>
                </c:pt>
                <c:pt idx="306">
                  <c:v>60.778317199999996</c:v>
                </c:pt>
                <c:pt idx="307">
                  <c:v>60.789687399999998</c:v>
                </c:pt>
                <c:pt idx="308">
                  <c:v>60.907803399999999</c:v>
                </c:pt>
                <c:pt idx="309">
                  <c:v>60.968408699999998</c:v>
                </c:pt>
                <c:pt idx="310">
                  <c:v>61.633717599999997</c:v>
                </c:pt>
                <c:pt idx="311">
                  <c:v>61.779224499999998</c:v>
                </c:pt>
                <c:pt idx="312">
                  <c:v>61.7876908</c:v>
                </c:pt>
                <c:pt idx="313">
                  <c:v>61.906812700000003</c:v>
                </c:pt>
                <c:pt idx="314">
                  <c:v>61.967438700000002</c:v>
                </c:pt>
                <c:pt idx="315">
                  <c:v>62.633308999999997</c:v>
                </c:pt>
                <c:pt idx="316">
                  <c:v>62.777666400000001</c:v>
                </c:pt>
                <c:pt idx="317">
                  <c:v>62.783418500000003</c:v>
                </c:pt>
                <c:pt idx="318">
                  <c:v>62.901647400000002</c:v>
                </c:pt>
                <c:pt idx="319">
                  <c:v>62.965514400000004</c:v>
                </c:pt>
                <c:pt idx="320">
                  <c:v>63.632995899999997</c:v>
                </c:pt>
                <c:pt idx="321">
                  <c:v>63.774841100000003</c:v>
                </c:pt>
                <c:pt idx="322">
                  <c:v>63.784497100000003</c:v>
                </c:pt>
                <c:pt idx="323">
                  <c:v>63.902695700000002</c:v>
                </c:pt>
                <c:pt idx="324">
                  <c:v>63.965938100000002</c:v>
                </c:pt>
                <c:pt idx="325">
                  <c:v>64.630201600000007</c:v>
                </c:pt>
                <c:pt idx="326">
                  <c:v>64.778536599999995</c:v>
                </c:pt>
                <c:pt idx="327">
                  <c:v>64.785559899999996</c:v>
                </c:pt>
                <c:pt idx="328">
                  <c:v>64.902271200000001</c:v>
                </c:pt>
                <c:pt idx="329">
                  <c:v>64.966308299999994</c:v>
                </c:pt>
                <c:pt idx="330">
                  <c:v>65.630359100000007</c:v>
                </c:pt>
                <c:pt idx="331">
                  <c:v>65.774413100000004</c:v>
                </c:pt>
                <c:pt idx="332">
                  <c:v>65.782587500000005</c:v>
                </c:pt>
                <c:pt idx="333">
                  <c:v>65.9048023</c:v>
                </c:pt>
                <c:pt idx="334">
                  <c:v>65.9659324</c:v>
                </c:pt>
                <c:pt idx="335">
                  <c:v>66.635109</c:v>
                </c:pt>
                <c:pt idx="336">
                  <c:v>66.774360000000001</c:v>
                </c:pt>
                <c:pt idx="337">
                  <c:v>66.784573100000003</c:v>
                </c:pt>
                <c:pt idx="338">
                  <c:v>66.903891200000004</c:v>
                </c:pt>
                <c:pt idx="339">
                  <c:v>66.970676499999996</c:v>
                </c:pt>
                <c:pt idx="340">
                  <c:v>67.634035699999998</c:v>
                </c:pt>
                <c:pt idx="341">
                  <c:v>67.776686999999995</c:v>
                </c:pt>
                <c:pt idx="342">
                  <c:v>67.782495999999995</c:v>
                </c:pt>
                <c:pt idx="343">
                  <c:v>67.907783300000006</c:v>
                </c:pt>
                <c:pt idx="344">
                  <c:v>67.966543200000004</c:v>
                </c:pt>
                <c:pt idx="345">
                  <c:v>68.633231600000002</c:v>
                </c:pt>
                <c:pt idx="346">
                  <c:v>68.7724671</c:v>
                </c:pt>
                <c:pt idx="347">
                  <c:v>68.787750000000003</c:v>
                </c:pt>
                <c:pt idx="348">
                  <c:v>68.910207999999997</c:v>
                </c:pt>
                <c:pt idx="349">
                  <c:v>68.972312200000005</c:v>
                </c:pt>
                <c:pt idx="350">
                  <c:v>69.631635099999997</c:v>
                </c:pt>
                <c:pt idx="351">
                  <c:v>69.771873200000002</c:v>
                </c:pt>
                <c:pt idx="352">
                  <c:v>69.788992500000006</c:v>
                </c:pt>
                <c:pt idx="353">
                  <c:v>69.9081884</c:v>
                </c:pt>
                <c:pt idx="354">
                  <c:v>69.971446099999994</c:v>
                </c:pt>
                <c:pt idx="355">
                  <c:v>70.6396187</c:v>
                </c:pt>
                <c:pt idx="356">
                  <c:v>70.771865099999999</c:v>
                </c:pt>
                <c:pt idx="357">
                  <c:v>70.788502600000001</c:v>
                </c:pt>
                <c:pt idx="358">
                  <c:v>70.906557699999993</c:v>
                </c:pt>
                <c:pt idx="359">
                  <c:v>70.970271199999999</c:v>
                </c:pt>
                <c:pt idx="360">
                  <c:v>71.633055100000007</c:v>
                </c:pt>
                <c:pt idx="361">
                  <c:v>71.774419399999999</c:v>
                </c:pt>
                <c:pt idx="362">
                  <c:v>71.781762200000003</c:v>
                </c:pt>
                <c:pt idx="363">
                  <c:v>71.905010099999998</c:v>
                </c:pt>
                <c:pt idx="364">
                  <c:v>71.965601500000005</c:v>
                </c:pt>
                <c:pt idx="365">
                  <c:v>72.6367391</c:v>
                </c:pt>
                <c:pt idx="366">
                  <c:v>72.773577599999996</c:v>
                </c:pt>
                <c:pt idx="367">
                  <c:v>72.784797400000002</c:v>
                </c:pt>
                <c:pt idx="368">
                  <c:v>72.904796300000001</c:v>
                </c:pt>
                <c:pt idx="369">
                  <c:v>72.981602300000006</c:v>
                </c:pt>
                <c:pt idx="370">
                  <c:v>73.635790900000003</c:v>
                </c:pt>
                <c:pt idx="371">
                  <c:v>73.780724899999996</c:v>
                </c:pt>
                <c:pt idx="372">
                  <c:v>73.784327599999997</c:v>
                </c:pt>
                <c:pt idx="373">
                  <c:v>73.902667699999995</c:v>
                </c:pt>
                <c:pt idx="374">
                  <c:v>73.968267800000007</c:v>
                </c:pt>
                <c:pt idx="375">
                  <c:v>74.636164500000007</c:v>
                </c:pt>
                <c:pt idx="376">
                  <c:v>74.777428999999998</c:v>
                </c:pt>
                <c:pt idx="377">
                  <c:v>74.782132300000001</c:v>
                </c:pt>
                <c:pt idx="378">
                  <c:v>74.902483200000006</c:v>
                </c:pt>
                <c:pt idx="379">
                  <c:v>74.966091800000001</c:v>
                </c:pt>
                <c:pt idx="380">
                  <c:v>75.6384221</c:v>
                </c:pt>
                <c:pt idx="381">
                  <c:v>75.776711199999994</c:v>
                </c:pt>
                <c:pt idx="382">
                  <c:v>75.7819954</c:v>
                </c:pt>
                <c:pt idx="383">
                  <c:v>75.906512399999997</c:v>
                </c:pt>
                <c:pt idx="384">
                  <c:v>75.9685159</c:v>
                </c:pt>
                <c:pt idx="385">
                  <c:v>76.634130200000001</c:v>
                </c:pt>
                <c:pt idx="386">
                  <c:v>76.772637200000005</c:v>
                </c:pt>
                <c:pt idx="387">
                  <c:v>76.7820021</c:v>
                </c:pt>
                <c:pt idx="388">
                  <c:v>76.9128343</c:v>
                </c:pt>
                <c:pt idx="389">
                  <c:v>76.966000100000002</c:v>
                </c:pt>
                <c:pt idx="390">
                  <c:v>77.6341872</c:v>
                </c:pt>
                <c:pt idx="391">
                  <c:v>77.774944399999995</c:v>
                </c:pt>
                <c:pt idx="392">
                  <c:v>77.784301900000003</c:v>
                </c:pt>
                <c:pt idx="393">
                  <c:v>77.910587899999996</c:v>
                </c:pt>
                <c:pt idx="394">
                  <c:v>77.971211299999993</c:v>
                </c:pt>
                <c:pt idx="395">
                  <c:v>78.632441499999999</c:v>
                </c:pt>
                <c:pt idx="396">
                  <c:v>78.773026299999998</c:v>
                </c:pt>
                <c:pt idx="397">
                  <c:v>78.788302599999994</c:v>
                </c:pt>
                <c:pt idx="398">
                  <c:v>78.915393499999993</c:v>
                </c:pt>
                <c:pt idx="399">
                  <c:v>78.968460300000004</c:v>
                </c:pt>
                <c:pt idx="400">
                  <c:v>79.633334700000006</c:v>
                </c:pt>
                <c:pt idx="401">
                  <c:v>79.7724896</c:v>
                </c:pt>
                <c:pt idx="402">
                  <c:v>79.783108499999997</c:v>
                </c:pt>
                <c:pt idx="403">
                  <c:v>79.919190599999993</c:v>
                </c:pt>
                <c:pt idx="404">
                  <c:v>79.971323100000006</c:v>
                </c:pt>
                <c:pt idx="405">
                  <c:v>80.632142999999999</c:v>
                </c:pt>
                <c:pt idx="406">
                  <c:v>80.772428300000001</c:v>
                </c:pt>
                <c:pt idx="407">
                  <c:v>80.790206800000007</c:v>
                </c:pt>
                <c:pt idx="408">
                  <c:v>80.913590200000002</c:v>
                </c:pt>
                <c:pt idx="409">
                  <c:v>80.9726347</c:v>
                </c:pt>
                <c:pt idx="410">
                  <c:v>81.630685</c:v>
                </c:pt>
                <c:pt idx="411">
                  <c:v>81.779291999999998</c:v>
                </c:pt>
                <c:pt idx="412">
                  <c:v>81.7876069</c:v>
                </c:pt>
                <c:pt idx="413">
                  <c:v>81.915135000000006</c:v>
                </c:pt>
                <c:pt idx="414">
                  <c:v>81.968746199999998</c:v>
                </c:pt>
                <c:pt idx="415">
                  <c:v>82.631948800000004</c:v>
                </c:pt>
                <c:pt idx="416">
                  <c:v>82.772375699999998</c:v>
                </c:pt>
                <c:pt idx="417">
                  <c:v>82.787216000000001</c:v>
                </c:pt>
                <c:pt idx="418">
                  <c:v>82.912691899999999</c:v>
                </c:pt>
                <c:pt idx="419">
                  <c:v>82.972933999999995</c:v>
                </c:pt>
                <c:pt idx="420">
                  <c:v>83.630333100000001</c:v>
                </c:pt>
                <c:pt idx="421">
                  <c:v>83.776348200000001</c:v>
                </c:pt>
                <c:pt idx="422">
                  <c:v>83.784717400000005</c:v>
                </c:pt>
                <c:pt idx="423">
                  <c:v>83.911067599999996</c:v>
                </c:pt>
                <c:pt idx="424">
                  <c:v>83.968856200000005</c:v>
                </c:pt>
                <c:pt idx="425">
                  <c:v>84.633028300000007</c:v>
                </c:pt>
                <c:pt idx="426">
                  <c:v>84.777772999999996</c:v>
                </c:pt>
                <c:pt idx="427">
                  <c:v>84.784427100000002</c:v>
                </c:pt>
                <c:pt idx="428">
                  <c:v>84.911942100000005</c:v>
                </c:pt>
                <c:pt idx="429">
                  <c:v>84.9705704</c:v>
                </c:pt>
                <c:pt idx="430">
                  <c:v>85.633136199999996</c:v>
                </c:pt>
                <c:pt idx="431">
                  <c:v>85.775558399999994</c:v>
                </c:pt>
                <c:pt idx="432">
                  <c:v>85.784213100000002</c:v>
                </c:pt>
                <c:pt idx="433">
                  <c:v>85.909004999999993</c:v>
                </c:pt>
                <c:pt idx="434">
                  <c:v>85.969905499999996</c:v>
                </c:pt>
                <c:pt idx="435">
                  <c:v>86.635106300000004</c:v>
                </c:pt>
                <c:pt idx="436">
                  <c:v>86.774493399999997</c:v>
                </c:pt>
                <c:pt idx="437">
                  <c:v>86.7820459</c:v>
                </c:pt>
                <c:pt idx="438">
                  <c:v>86.905764500000004</c:v>
                </c:pt>
                <c:pt idx="439">
                  <c:v>86.965981400000004</c:v>
                </c:pt>
                <c:pt idx="440">
                  <c:v>87.637112099999996</c:v>
                </c:pt>
                <c:pt idx="441">
                  <c:v>87.774621400000001</c:v>
                </c:pt>
                <c:pt idx="442">
                  <c:v>87.782630499999996</c:v>
                </c:pt>
                <c:pt idx="443">
                  <c:v>87.902603799999994</c:v>
                </c:pt>
                <c:pt idx="444">
                  <c:v>87.966612600000005</c:v>
                </c:pt>
                <c:pt idx="445">
                  <c:v>88.633121200000005</c:v>
                </c:pt>
                <c:pt idx="446">
                  <c:v>88.775217299999994</c:v>
                </c:pt>
                <c:pt idx="447">
                  <c:v>88.783575999999996</c:v>
                </c:pt>
                <c:pt idx="448">
                  <c:v>88.909419799999995</c:v>
                </c:pt>
                <c:pt idx="449">
                  <c:v>88.966095100000004</c:v>
                </c:pt>
                <c:pt idx="450">
                  <c:v>89.633126599999997</c:v>
                </c:pt>
                <c:pt idx="451">
                  <c:v>89.772330400000001</c:v>
                </c:pt>
                <c:pt idx="452">
                  <c:v>89.785022699999999</c:v>
                </c:pt>
                <c:pt idx="453">
                  <c:v>89.905221299999994</c:v>
                </c:pt>
                <c:pt idx="454">
                  <c:v>89.972051300000004</c:v>
                </c:pt>
                <c:pt idx="455">
                  <c:v>90.633120599999998</c:v>
                </c:pt>
                <c:pt idx="456">
                  <c:v>90.772297300000005</c:v>
                </c:pt>
                <c:pt idx="457">
                  <c:v>90.782399900000001</c:v>
                </c:pt>
                <c:pt idx="458">
                  <c:v>90.911636299999998</c:v>
                </c:pt>
                <c:pt idx="459">
                  <c:v>90.966892700000002</c:v>
                </c:pt>
                <c:pt idx="460">
                  <c:v>91.630478800000006</c:v>
                </c:pt>
                <c:pt idx="461">
                  <c:v>91.771982399999999</c:v>
                </c:pt>
                <c:pt idx="462">
                  <c:v>91.787334700000002</c:v>
                </c:pt>
                <c:pt idx="463">
                  <c:v>91.915139600000003</c:v>
                </c:pt>
                <c:pt idx="464">
                  <c:v>91.971412900000004</c:v>
                </c:pt>
                <c:pt idx="465">
                  <c:v>92.629867399999995</c:v>
                </c:pt>
                <c:pt idx="466">
                  <c:v>92.775775699999997</c:v>
                </c:pt>
                <c:pt idx="467">
                  <c:v>92.787415100000004</c:v>
                </c:pt>
                <c:pt idx="468">
                  <c:v>92.915419099999994</c:v>
                </c:pt>
                <c:pt idx="469">
                  <c:v>92.971317999999997</c:v>
                </c:pt>
                <c:pt idx="470">
                  <c:v>93.630632599999998</c:v>
                </c:pt>
                <c:pt idx="471">
                  <c:v>93.773743400000001</c:v>
                </c:pt>
                <c:pt idx="472">
                  <c:v>93.785516000000001</c:v>
                </c:pt>
                <c:pt idx="473">
                  <c:v>93.913494299999996</c:v>
                </c:pt>
                <c:pt idx="474">
                  <c:v>93.969465999999997</c:v>
                </c:pt>
                <c:pt idx="475">
                  <c:v>94.631043599999998</c:v>
                </c:pt>
                <c:pt idx="476">
                  <c:v>94.783576299999993</c:v>
                </c:pt>
                <c:pt idx="477">
                  <c:v>94.784369400000003</c:v>
                </c:pt>
                <c:pt idx="478">
                  <c:v>94.912416699999994</c:v>
                </c:pt>
                <c:pt idx="479">
                  <c:v>94.968430400000003</c:v>
                </c:pt>
                <c:pt idx="480">
                  <c:v>95.630771199999998</c:v>
                </c:pt>
                <c:pt idx="481">
                  <c:v>95.777454000000006</c:v>
                </c:pt>
                <c:pt idx="482">
                  <c:v>95.784133299999993</c:v>
                </c:pt>
                <c:pt idx="483">
                  <c:v>95.915024700000004</c:v>
                </c:pt>
                <c:pt idx="484">
                  <c:v>95.970126500000006</c:v>
                </c:pt>
                <c:pt idx="485">
                  <c:v>96.635269899999997</c:v>
                </c:pt>
                <c:pt idx="486">
                  <c:v>96.777647000000002</c:v>
                </c:pt>
                <c:pt idx="487">
                  <c:v>96.7871959</c:v>
                </c:pt>
                <c:pt idx="488">
                  <c:v>96.908765200000005</c:v>
                </c:pt>
                <c:pt idx="489">
                  <c:v>96.965837300000004</c:v>
                </c:pt>
                <c:pt idx="490">
                  <c:v>97.633174400000001</c:v>
                </c:pt>
                <c:pt idx="491">
                  <c:v>97.777891699999998</c:v>
                </c:pt>
                <c:pt idx="492">
                  <c:v>97.782562200000001</c:v>
                </c:pt>
                <c:pt idx="493">
                  <c:v>97.908719300000001</c:v>
                </c:pt>
                <c:pt idx="494">
                  <c:v>97.966147500000005</c:v>
                </c:pt>
                <c:pt idx="495">
                  <c:v>98.633367500000006</c:v>
                </c:pt>
                <c:pt idx="496">
                  <c:v>98.776343999999995</c:v>
                </c:pt>
                <c:pt idx="497">
                  <c:v>98.782243600000001</c:v>
                </c:pt>
                <c:pt idx="498">
                  <c:v>98.908487899999997</c:v>
                </c:pt>
                <c:pt idx="499">
                  <c:v>98.965877000000006</c:v>
                </c:pt>
                <c:pt idx="500">
                  <c:v>99.630781999999996</c:v>
                </c:pt>
                <c:pt idx="501">
                  <c:v>99.779916700000001</c:v>
                </c:pt>
                <c:pt idx="502">
                  <c:v>99.784455300000005</c:v>
                </c:pt>
                <c:pt idx="503">
                  <c:v>99.902458100000004</c:v>
                </c:pt>
                <c:pt idx="504">
                  <c:v>99.965591399999994</c:v>
                </c:pt>
                <c:pt idx="505">
                  <c:v>100.63719140000001</c:v>
                </c:pt>
                <c:pt idx="506">
                  <c:v>100.7810453</c:v>
                </c:pt>
                <c:pt idx="507">
                  <c:v>100.7818932</c:v>
                </c:pt>
                <c:pt idx="508">
                  <c:v>100.9045352</c:v>
                </c:pt>
                <c:pt idx="509">
                  <c:v>100.9698866</c:v>
                </c:pt>
                <c:pt idx="510">
                  <c:v>101.6353517</c:v>
                </c:pt>
                <c:pt idx="511">
                  <c:v>101.7822881</c:v>
                </c:pt>
                <c:pt idx="512">
                  <c:v>101.7847165</c:v>
                </c:pt>
                <c:pt idx="513">
                  <c:v>101.9058972</c:v>
                </c:pt>
                <c:pt idx="514">
                  <c:v>101.9661365</c:v>
                </c:pt>
                <c:pt idx="515">
                  <c:v>102.63010389999999</c:v>
                </c:pt>
                <c:pt idx="516">
                  <c:v>102.7784018</c:v>
                </c:pt>
                <c:pt idx="517">
                  <c:v>102.78372419999999</c:v>
                </c:pt>
                <c:pt idx="518">
                  <c:v>102.90467150000001</c:v>
                </c:pt>
                <c:pt idx="519">
                  <c:v>102.9723276</c:v>
                </c:pt>
                <c:pt idx="520">
                  <c:v>103.6383984</c:v>
                </c:pt>
                <c:pt idx="521">
                  <c:v>103.7791921</c:v>
                </c:pt>
                <c:pt idx="522">
                  <c:v>103.7882651</c:v>
                </c:pt>
                <c:pt idx="523">
                  <c:v>103.9152016</c:v>
                </c:pt>
                <c:pt idx="524">
                  <c:v>103.9688654</c:v>
                </c:pt>
                <c:pt idx="525">
                  <c:v>104.63326600000001</c:v>
                </c:pt>
                <c:pt idx="526">
                  <c:v>104.78577679999999</c:v>
                </c:pt>
                <c:pt idx="527">
                  <c:v>104.7867979</c:v>
                </c:pt>
                <c:pt idx="528">
                  <c:v>104.9116463</c:v>
                </c:pt>
                <c:pt idx="529">
                  <c:v>104.96863089999999</c:v>
                </c:pt>
                <c:pt idx="530">
                  <c:v>105.63335619999999</c:v>
                </c:pt>
                <c:pt idx="531">
                  <c:v>105.7830273</c:v>
                </c:pt>
                <c:pt idx="532">
                  <c:v>105.78779609999999</c:v>
                </c:pt>
                <c:pt idx="533">
                  <c:v>105.9108823</c:v>
                </c:pt>
                <c:pt idx="534">
                  <c:v>105.9656818</c:v>
                </c:pt>
                <c:pt idx="535">
                  <c:v>106.6306141</c:v>
                </c:pt>
                <c:pt idx="536">
                  <c:v>106.77893450000001</c:v>
                </c:pt>
                <c:pt idx="537">
                  <c:v>106.781386</c:v>
                </c:pt>
                <c:pt idx="538">
                  <c:v>106.9140127</c:v>
                </c:pt>
                <c:pt idx="539">
                  <c:v>106.96589760000001</c:v>
                </c:pt>
                <c:pt idx="540">
                  <c:v>107.63050079999999</c:v>
                </c:pt>
                <c:pt idx="541">
                  <c:v>107.7838947</c:v>
                </c:pt>
                <c:pt idx="542">
                  <c:v>107.7872979</c:v>
                </c:pt>
                <c:pt idx="543">
                  <c:v>107.9081213</c:v>
                </c:pt>
                <c:pt idx="544">
                  <c:v>107.96615319999999</c:v>
                </c:pt>
                <c:pt idx="545">
                  <c:v>108.6307432</c:v>
                </c:pt>
                <c:pt idx="546">
                  <c:v>108.78393459999999</c:v>
                </c:pt>
                <c:pt idx="547">
                  <c:v>108.7885781</c:v>
                </c:pt>
                <c:pt idx="548">
                  <c:v>108.9033022</c:v>
                </c:pt>
                <c:pt idx="549">
                  <c:v>108.9660628</c:v>
                </c:pt>
                <c:pt idx="550">
                  <c:v>109.63360299999999</c:v>
                </c:pt>
                <c:pt idx="551">
                  <c:v>109.7824854</c:v>
                </c:pt>
                <c:pt idx="552">
                  <c:v>109.7833725</c:v>
                </c:pt>
                <c:pt idx="553">
                  <c:v>109.9050392</c:v>
                </c:pt>
                <c:pt idx="554">
                  <c:v>109.966097</c:v>
                </c:pt>
                <c:pt idx="555">
                  <c:v>110.6362864</c:v>
                </c:pt>
                <c:pt idx="556">
                  <c:v>110.7822582</c:v>
                </c:pt>
                <c:pt idx="557">
                  <c:v>110.7863199</c:v>
                </c:pt>
                <c:pt idx="558">
                  <c:v>110.904794</c:v>
                </c:pt>
                <c:pt idx="559">
                  <c:v>110.96894210000001</c:v>
                </c:pt>
                <c:pt idx="560">
                  <c:v>111.63218120000001</c:v>
                </c:pt>
                <c:pt idx="561">
                  <c:v>111.7818091</c:v>
                </c:pt>
                <c:pt idx="562">
                  <c:v>111.78205149999999</c:v>
                </c:pt>
                <c:pt idx="563">
                  <c:v>111.90412999999999</c:v>
                </c:pt>
                <c:pt idx="564">
                  <c:v>111.9715195</c:v>
                </c:pt>
                <c:pt idx="565">
                  <c:v>112.63304460000001</c:v>
                </c:pt>
                <c:pt idx="566">
                  <c:v>112.77920020000001</c:v>
                </c:pt>
                <c:pt idx="567">
                  <c:v>112.7818377</c:v>
                </c:pt>
                <c:pt idx="568">
                  <c:v>112.9038686</c:v>
                </c:pt>
                <c:pt idx="569">
                  <c:v>112.9704917</c:v>
                </c:pt>
                <c:pt idx="570">
                  <c:v>113.63298330000001</c:v>
                </c:pt>
                <c:pt idx="571">
                  <c:v>113.7800665</c:v>
                </c:pt>
                <c:pt idx="572">
                  <c:v>113.7848425</c:v>
                </c:pt>
                <c:pt idx="573">
                  <c:v>113.9054687</c:v>
                </c:pt>
                <c:pt idx="574">
                  <c:v>113.969025</c:v>
                </c:pt>
                <c:pt idx="575">
                  <c:v>114.6316193</c:v>
                </c:pt>
                <c:pt idx="576">
                  <c:v>114.77915059999999</c:v>
                </c:pt>
                <c:pt idx="577">
                  <c:v>114.78731329999999</c:v>
                </c:pt>
                <c:pt idx="578">
                  <c:v>114.9084572</c:v>
                </c:pt>
                <c:pt idx="579">
                  <c:v>114.96854810000001</c:v>
                </c:pt>
                <c:pt idx="580">
                  <c:v>115.63017550000001</c:v>
                </c:pt>
                <c:pt idx="581">
                  <c:v>115.7817525</c:v>
                </c:pt>
                <c:pt idx="582">
                  <c:v>115.78864950000001</c:v>
                </c:pt>
                <c:pt idx="583">
                  <c:v>115.9067027</c:v>
                </c:pt>
                <c:pt idx="584">
                  <c:v>115.9666773</c:v>
                </c:pt>
                <c:pt idx="585">
                  <c:v>116.63800639999999</c:v>
                </c:pt>
                <c:pt idx="586">
                  <c:v>116.7840815</c:v>
                </c:pt>
                <c:pt idx="587">
                  <c:v>116.7866404</c:v>
                </c:pt>
                <c:pt idx="588">
                  <c:v>116.9066995</c:v>
                </c:pt>
                <c:pt idx="589">
                  <c:v>116.9670883</c:v>
                </c:pt>
                <c:pt idx="590">
                  <c:v>117.63243610000001</c:v>
                </c:pt>
                <c:pt idx="591">
                  <c:v>117.7804129</c:v>
                </c:pt>
                <c:pt idx="592">
                  <c:v>117.78474439999999</c:v>
                </c:pt>
                <c:pt idx="593">
                  <c:v>117.9066255</c:v>
                </c:pt>
                <c:pt idx="594">
                  <c:v>117.9657667</c:v>
                </c:pt>
                <c:pt idx="595">
                  <c:v>118.6308191</c:v>
                </c:pt>
                <c:pt idx="596">
                  <c:v>118.7845614</c:v>
                </c:pt>
                <c:pt idx="597">
                  <c:v>118.7875169</c:v>
                </c:pt>
                <c:pt idx="598">
                  <c:v>118.9048081</c:v>
                </c:pt>
                <c:pt idx="599">
                  <c:v>118.96597079999999</c:v>
                </c:pt>
                <c:pt idx="600">
                  <c:v>119.63379999999999</c:v>
                </c:pt>
                <c:pt idx="601">
                  <c:v>119.7818347</c:v>
                </c:pt>
                <c:pt idx="602">
                  <c:v>119.78435380000001</c:v>
                </c:pt>
                <c:pt idx="603">
                  <c:v>119.9047849</c:v>
                </c:pt>
                <c:pt idx="604">
                  <c:v>119.97224300000001</c:v>
                </c:pt>
                <c:pt idx="605">
                  <c:v>120.6308549</c:v>
                </c:pt>
                <c:pt idx="606">
                  <c:v>120.7826281</c:v>
                </c:pt>
                <c:pt idx="607">
                  <c:v>120.7863004</c:v>
                </c:pt>
                <c:pt idx="608">
                  <c:v>120.9050392</c:v>
                </c:pt>
                <c:pt idx="609">
                  <c:v>120.9712864</c:v>
                </c:pt>
                <c:pt idx="610">
                  <c:v>121.63512609999999</c:v>
                </c:pt>
                <c:pt idx="611">
                  <c:v>121.78178440000001</c:v>
                </c:pt>
                <c:pt idx="612">
                  <c:v>121.784318</c:v>
                </c:pt>
                <c:pt idx="613">
                  <c:v>121.90750319999999</c:v>
                </c:pt>
                <c:pt idx="614">
                  <c:v>121.96635689999999</c:v>
                </c:pt>
                <c:pt idx="615">
                  <c:v>122.63633470000001</c:v>
                </c:pt>
                <c:pt idx="616">
                  <c:v>122.7781004</c:v>
                </c:pt>
                <c:pt idx="617">
                  <c:v>122.7825014</c:v>
                </c:pt>
                <c:pt idx="618">
                  <c:v>122.94462729999999</c:v>
                </c:pt>
                <c:pt idx="619">
                  <c:v>122.9784623</c:v>
                </c:pt>
                <c:pt idx="620">
                  <c:v>123.6362541</c:v>
                </c:pt>
                <c:pt idx="621">
                  <c:v>123.77701740000001</c:v>
                </c:pt>
                <c:pt idx="622">
                  <c:v>123.78212910000001</c:v>
                </c:pt>
                <c:pt idx="623">
                  <c:v>123.9063001</c:v>
                </c:pt>
                <c:pt idx="624">
                  <c:v>123.97903820000001</c:v>
                </c:pt>
                <c:pt idx="625">
                  <c:v>124.6343799</c:v>
                </c:pt>
                <c:pt idx="626">
                  <c:v>124.7722794</c:v>
                </c:pt>
                <c:pt idx="627">
                  <c:v>124.78914880000001</c:v>
                </c:pt>
                <c:pt idx="628">
                  <c:v>124.90271920000001</c:v>
                </c:pt>
                <c:pt idx="629">
                  <c:v>124.97482770000001</c:v>
                </c:pt>
                <c:pt idx="630">
                  <c:v>125.6612744</c:v>
                </c:pt>
                <c:pt idx="631">
                  <c:v>125.7729241</c:v>
                </c:pt>
                <c:pt idx="632">
                  <c:v>125.7847026</c:v>
                </c:pt>
                <c:pt idx="633">
                  <c:v>125.9020044</c:v>
                </c:pt>
                <c:pt idx="634">
                  <c:v>125.9764302</c:v>
                </c:pt>
                <c:pt idx="635">
                  <c:v>126.6406357</c:v>
                </c:pt>
                <c:pt idx="636">
                  <c:v>126.7738032</c:v>
                </c:pt>
                <c:pt idx="637">
                  <c:v>126.7830405</c:v>
                </c:pt>
                <c:pt idx="638">
                  <c:v>126.9055682</c:v>
                </c:pt>
                <c:pt idx="639">
                  <c:v>126.9827149</c:v>
                </c:pt>
                <c:pt idx="640">
                  <c:v>127.6361028</c:v>
                </c:pt>
                <c:pt idx="641">
                  <c:v>127.77240310000001</c:v>
                </c:pt>
                <c:pt idx="642">
                  <c:v>127.7909908</c:v>
                </c:pt>
                <c:pt idx="643">
                  <c:v>127.9048212</c:v>
                </c:pt>
                <c:pt idx="644">
                  <c:v>127.9733335</c:v>
                </c:pt>
                <c:pt idx="645">
                  <c:v>128.63488989999999</c:v>
                </c:pt>
                <c:pt idx="646">
                  <c:v>128.77511860000001</c:v>
                </c:pt>
                <c:pt idx="647">
                  <c:v>128.78740329999999</c:v>
                </c:pt>
                <c:pt idx="648">
                  <c:v>128.90274299999999</c:v>
                </c:pt>
                <c:pt idx="649">
                  <c:v>128.9752786</c:v>
                </c:pt>
                <c:pt idx="650">
                  <c:v>129.63754410000001</c:v>
                </c:pt>
                <c:pt idx="651">
                  <c:v>129.77736479999999</c:v>
                </c:pt>
                <c:pt idx="652">
                  <c:v>129.78729440000001</c:v>
                </c:pt>
                <c:pt idx="653">
                  <c:v>129.90783830000001</c:v>
                </c:pt>
                <c:pt idx="654">
                  <c:v>129.96603669999999</c:v>
                </c:pt>
                <c:pt idx="655">
                  <c:v>130.6407724</c:v>
                </c:pt>
                <c:pt idx="656">
                  <c:v>130.77753809999999</c:v>
                </c:pt>
                <c:pt idx="657">
                  <c:v>130.7882372</c:v>
                </c:pt>
                <c:pt idx="658">
                  <c:v>130.907107</c:v>
                </c:pt>
                <c:pt idx="659">
                  <c:v>130.97562070000001</c:v>
                </c:pt>
                <c:pt idx="660">
                  <c:v>131.64084769999999</c:v>
                </c:pt>
                <c:pt idx="661">
                  <c:v>131.77804330000001</c:v>
                </c:pt>
                <c:pt idx="662">
                  <c:v>131.7855754</c:v>
                </c:pt>
                <c:pt idx="663">
                  <c:v>131.90690330000001</c:v>
                </c:pt>
                <c:pt idx="664">
                  <c:v>131.97345390000001</c:v>
                </c:pt>
                <c:pt idx="665">
                  <c:v>132.643416</c:v>
                </c:pt>
                <c:pt idx="666">
                  <c:v>132.77788580000001</c:v>
                </c:pt>
                <c:pt idx="667">
                  <c:v>132.78469369999999</c:v>
                </c:pt>
                <c:pt idx="668">
                  <c:v>132.9035307</c:v>
                </c:pt>
                <c:pt idx="669">
                  <c:v>132.9740869</c:v>
                </c:pt>
                <c:pt idx="670">
                  <c:v>133.6407485</c:v>
                </c:pt>
                <c:pt idx="671">
                  <c:v>133.77775320000001</c:v>
                </c:pt>
                <c:pt idx="672">
                  <c:v>133.78649229999999</c:v>
                </c:pt>
                <c:pt idx="673">
                  <c:v>133.905272</c:v>
                </c:pt>
                <c:pt idx="674">
                  <c:v>133.97928350000001</c:v>
                </c:pt>
                <c:pt idx="675">
                  <c:v>134.63811630000001</c:v>
                </c:pt>
                <c:pt idx="676">
                  <c:v>134.77577439999999</c:v>
                </c:pt>
                <c:pt idx="677">
                  <c:v>134.78205740000001</c:v>
                </c:pt>
                <c:pt idx="678">
                  <c:v>134.90784160000001</c:v>
                </c:pt>
                <c:pt idx="679">
                  <c:v>134.97609109999999</c:v>
                </c:pt>
                <c:pt idx="680">
                  <c:v>135.63584940000001</c:v>
                </c:pt>
                <c:pt idx="681">
                  <c:v>135.77739529999999</c:v>
                </c:pt>
                <c:pt idx="682">
                  <c:v>135.7822252</c:v>
                </c:pt>
                <c:pt idx="683">
                  <c:v>135.9034375</c:v>
                </c:pt>
                <c:pt idx="684">
                  <c:v>135.97911529999999</c:v>
                </c:pt>
                <c:pt idx="685">
                  <c:v>136.6339088</c:v>
                </c:pt>
                <c:pt idx="686">
                  <c:v>136.77471249999999</c:v>
                </c:pt>
                <c:pt idx="687">
                  <c:v>136.7846686</c:v>
                </c:pt>
                <c:pt idx="688">
                  <c:v>136.90488199999999</c:v>
                </c:pt>
                <c:pt idx="689">
                  <c:v>136.97622419999999</c:v>
                </c:pt>
                <c:pt idx="690">
                  <c:v>137.6402458</c:v>
                </c:pt>
                <c:pt idx="691">
                  <c:v>137.77463599999999</c:v>
                </c:pt>
                <c:pt idx="692">
                  <c:v>137.7845121</c:v>
                </c:pt>
                <c:pt idx="693">
                  <c:v>137.9017217</c:v>
                </c:pt>
                <c:pt idx="694">
                  <c:v>137.97358460000001</c:v>
                </c:pt>
                <c:pt idx="695">
                  <c:v>138.6368908</c:v>
                </c:pt>
                <c:pt idx="696">
                  <c:v>138.77241380000001</c:v>
                </c:pt>
                <c:pt idx="697">
                  <c:v>138.78491969999999</c:v>
                </c:pt>
                <c:pt idx="698">
                  <c:v>138.90312420000001</c:v>
                </c:pt>
                <c:pt idx="699">
                  <c:v>138.97666799999999</c:v>
                </c:pt>
                <c:pt idx="700">
                  <c:v>139.63695200000001</c:v>
                </c:pt>
                <c:pt idx="701">
                  <c:v>139.77237629999999</c:v>
                </c:pt>
                <c:pt idx="702">
                  <c:v>139.78778589999999</c:v>
                </c:pt>
                <c:pt idx="703">
                  <c:v>139.90952519999999</c:v>
                </c:pt>
                <c:pt idx="704">
                  <c:v>139.97348049999999</c:v>
                </c:pt>
                <c:pt idx="705">
                  <c:v>140.64003210000001</c:v>
                </c:pt>
                <c:pt idx="706">
                  <c:v>140.7721536</c:v>
                </c:pt>
                <c:pt idx="707">
                  <c:v>140.7886068</c:v>
                </c:pt>
                <c:pt idx="708">
                  <c:v>140.90267259999999</c:v>
                </c:pt>
                <c:pt idx="709">
                  <c:v>140.96674609999999</c:v>
                </c:pt>
                <c:pt idx="710">
                  <c:v>141.63837849999999</c:v>
                </c:pt>
                <c:pt idx="711">
                  <c:v>141.77285209999999</c:v>
                </c:pt>
                <c:pt idx="712">
                  <c:v>141.785574</c:v>
                </c:pt>
                <c:pt idx="713">
                  <c:v>141.90548620000001</c:v>
                </c:pt>
                <c:pt idx="714">
                  <c:v>141.9664764</c:v>
                </c:pt>
                <c:pt idx="715">
                  <c:v>142.66239279999999</c:v>
                </c:pt>
                <c:pt idx="716">
                  <c:v>142.77225100000001</c:v>
                </c:pt>
                <c:pt idx="717">
                  <c:v>142.78818659999999</c:v>
                </c:pt>
                <c:pt idx="718">
                  <c:v>142.90485559999999</c:v>
                </c:pt>
                <c:pt idx="719">
                  <c:v>142.966679</c:v>
                </c:pt>
                <c:pt idx="720">
                  <c:v>143.65342440000001</c:v>
                </c:pt>
                <c:pt idx="721">
                  <c:v>143.7746539</c:v>
                </c:pt>
                <c:pt idx="722">
                  <c:v>143.78497390000001</c:v>
                </c:pt>
                <c:pt idx="723">
                  <c:v>143.9112275</c:v>
                </c:pt>
                <c:pt idx="724">
                  <c:v>143.9661146</c:v>
                </c:pt>
                <c:pt idx="725">
                  <c:v>144.64047239999999</c:v>
                </c:pt>
                <c:pt idx="726">
                  <c:v>144.7752308</c:v>
                </c:pt>
                <c:pt idx="727">
                  <c:v>144.78453529999999</c:v>
                </c:pt>
                <c:pt idx="728">
                  <c:v>144.9077245</c:v>
                </c:pt>
                <c:pt idx="729">
                  <c:v>144.9688677</c:v>
                </c:pt>
                <c:pt idx="730">
                  <c:v>145.6377248</c:v>
                </c:pt>
                <c:pt idx="731">
                  <c:v>145.77267219999999</c:v>
                </c:pt>
                <c:pt idx="732">
                  <c:v>145.78547800000001</c:v>
                </c:pt>
                <c:pt idx="733">
                  <c:v>145.90616940000001</c:v>
                </c:pt>
                <c:pt idx="734">
                  <c:v>145.97688880000001</c:v>
                </c:pt>
                <c:pt idx="735">
                  <c:v>146.6470065</c:v>
                </c:pt>
                <c:pt idx="736">
                  <c:v>146.77814620000001</c:v>
                </c:pt>
                <c:pt idx="737">
                  <c:v>146.78152729999999</c:v>
                </c:pt>
                <c:pt idx="738">
                  <c:v>146.905046</c:v>
                </c:pt>
                <c:pt idx="739">
                  <c:v>146.97540319999999</c:v>
                </c:pt>
                <c:pt idx="740">
                  <c:v>147.6416893</c:v>
                </c:pt>
                <c:pt idx="741">
                  <c:v>147.7764693</c:v>
                </c:pt>
                <c:pt idx="742">
                  <c:v>147.78187489999999</c:v>
                </c:pt>
                <c:pt idx="743">
                  <c:v>147.90335260000001</c:v>
                </c:pt>
                <c:pt idx="744">
                  <c:v>147.97994220000001</c:v>
                </c:pt>
                <c:pt idx="745">
                  <c:v>148.64391860000001</c:v>
                </c:pt>
                <c:pt idx="746">
                  <c:v>148.7729587</c:v>
                </c:pt>
                <c:pt idx="747">
                  <c:v>148.7846672</c:v>
                </c:pt>
                <c:pt idx="748">
                  <c:v>148.90254010000001</c:v>
                </c:pt>
                <c:pt idx="749">
                  <c:v>148.9753633</c:v>
                </c:pt>
                <c:pt idx="750">
                  <c:v>149.6405063</c:v>
                </c:pt>
                <c:pt idx="751">
                  <c:v>149.77495500000001</c:v>
                </c:pt>
                <c:pt idx="752">
                  <c:v>149.78426870000001</c:v>
                </c:pt>
                <c:pt idx="753">
                  <c:v>149.90291769999999</c:v>
                </c:pt>
                <c:pt idx="754">
                  <c:v>149.9777938</c:v>
                </c:pt>
                <c:pt idx="755">
                  <c:v>150.63976199999999</c:v>
                </c:pt>
                <c:pt idx="756">
                  <c:v>150.77451360000001</c:v>
                </c:pt>
                <c:pt idx="757">
                  <c:v>150.7818384</c:v>
                </c:pt>
                <c:pt idx="758">
                  <c:v>150.902241</c:v>
                </c:pt>
                <c:pt idx="759">
                  <c:v>150.97159490000001</c:v>
                </c:pt>
                <c:pt idx="760">
                  <c:v>151.64237840000001</c:v>
                </c:pt>
                <c:pt idx="761">
                  <c:v>151.77222829999999</c:v>
                </c:pt>
                <c:pt idx="762">
                  <c:v>151.78218810000001</c:v>
                </c:pt>
                <c:pt idx="763">
                  <c:v>151.902457</c:v>
                </c:pt>
                <c:pt idx="764">
                  <c:v>151.97008199999999</c:v>
                </c:pt>
                <c:pt idx="765">
                  <c:v>152.6369675</c:v>
                </c:pt>
                <c:pt idx="766">
                  <c:v>152.7725179</c:v>
                </c:pt>
                <c:pt idx="767">
                  <c:v>152.7845374</c:v>
                </c:pt>
                <c:pt idx="768">
                  <c:v>152.90796119999999</c:v>
                </c:pt>
                <c:pt idx="769">
                  <c:v>152.97315259999999</c:v>
                </c:pt>
                <c:pt idx="770">
                  <c:v>153.63872359999999</c:v>
                </c:pt>
                <c:pt idx="771">
                  <c:v>153.77602780000001</c:v>
                </c:pt>
                <c:pt idx="772">
                  <c:v>153.78410700000001</c:v>
                </c:pt>
                <c:pt idx="773">
                  <c:v>153.90210859999999</c:v>
                </c:pt>
                <c:pt idx="774">
                  <c:v>153.97615189999999</c:v>
                </c:pt>
                <c:pt idx="775">
                  <c:v>154.64118070000001</c:v>
                </c:pt>
                <c:pt idx="776">
                  <c:v>154.77222839999999</c:v>
                </c:pt>
                <c:pt idx="777">
                  <c:v>154.7871907</c:v>
                </c:pt>
                <c:pt idx="778">
                  <c:v>154.90743380000001</c:v>
                </c:pt>
                <c:pt idx="779">
                  <c:v>154.97663180000001</c:v>
                </c:pt>
                <c:pt idx="780">
                  <c:v>155.6395875</c:v>
                </c:pt>
                <c:pt idx="781">
                  <c:v>155.77515030000001</c:v>
                </c:pt>
                <c:pt idx="782">
                  <c:v>155.78631100000001</c:v>
                </c:pt>
                <c:pt idx="783">
                  <c:v>155.90800770000001</c:v>
                </c:pt>
                <c:pt idx="784">
                  <c:v>155.97938619999999</c:v>
                </c:pt>
                <c:pt idx="785">
                  <c:v>156.63984060000001</c:v>
                </c:pt>
                <c:pt idx="786">
                  <c:v>156.77362009999999</c:v>
                </c:pt>
                <c:pt idx="787">
                  <c:v>156.78757959999999</c:v>
                </c:pt>
                <c:pt idx="788">
                  <c:v>156.90734320000001</c:v>
                </c:pt>
                <c:pt idx="789">
                  <c:v>156.97623010000001</c:v>
                </c:pt>
                <c:pt idx="790">
                  <c:v>157.64103069999999</c:v>
                </c:pt>
                <c:pt idx="791">
                  <c:v>157.78072220000001</c:v>
                </c:pt>
                <c:pt idx="792">
                  <c:v>157.78475879999999</c:v>
                </c:pt>
                <c:pt idx="793">
                  <c:v>157.90666659999999</c:v>
                </c:pt>
                <c:pt idx="794">
                  <c:v>157.9768019</c:v>
                </c:pt>
                <c:pt idx="795">
                  <c:v>158.6434769</c:v>
                </c:pt>
                <c:pt idx="796">
                  <c:v>158.77681670000001</c:v>
                </c:pt>
                <c:pt idx="797">
                  <c:v>158.78612050000001</c:v>
                </c:pt>
                <c:pt idx="798">
                  <c:v>158.90491309999999</c:v>
                </c:pt>
                <c:pt idx="799">
                  <c:v>158.96938560000001</c:v>
                </c:pt>
                <c:pt idx="800">
                  <c:v>159.64030790000001</c:v>
                </c:pt>
                <c:pt idx="801">
                  <c:v>159.77483799999999</c:v>
                </c:pt>
                <c:pt idx="802">
                  <c:v>159.7823234</c:v>
                </c:pt>
                <c:pt idx="803">
                  <c:v>159.90468580000001</c:v>
                </c:pt>
                <c:pt idx="804">
                  <c:v>159.97148989999999</c:v>
                </c:pt>
                <c:pt idx="805">
                  <c:v>160.64326929999999</c:v>
                </c:pt>
                <c:pt idx="806">
                  <c:v>160.7780382</c:v>
                </c:pt>
                <c:pt idx="807">
                  <c:v>160.78445529999999</c:v>
                </c:pt>
                <c:pt idx="808">
                  <c:v>160.9022262</c:v>
                </c:pt>
                <c:pt idx="809">
                  <c:v>160.968942</c:v>
                </c:pt>
                <c:pt idx="810">
                  <c:v>161.6422718</c:v>
                </c:pt>
                <c:pt idx="811">
                  <c:v>161.7748388</c:v>
                </c:pt>
                <c:pt idx="812">
                  <c:v>161.78188019999999</c:v>
                </c:pt>
                <c:pt idx="813">
                  <c:v>161.90261169999999</c:v>
                </c:pt>
                <c:pt idx="814">
                  <c:v>161.96899830000001</c:v>
                </c:pt>
                <c:pt idx="815">
                  <c:v>162.64023710000001</c:v>
                </c:pt>
                <c:pt idx="816">
                  <c:v>162.77496819999999</c:v>
                </c:pt>
                <c:pt idx="817">
                  <c:v>162.78192960000001</c:v>
                </c:pt>
                <c:pt idx="818">
                  <c:v>162.9023794</c:v>
                </c:pt>
                <c:pt idx="819">
                  <c:v>162.9660907</c:v>
                </c:pt>
                <c:pt idx="820">
                  <c:v>163.6359247</c:v>
                </c:pt>
                <c:pt idx="821">
                  <c:v>163.77698179999999</c:v>
                </c:pt>
                <c:pt idx="822">
                  <c:v>163.78519990000001</c:v>
                </c:pt>
                <c:pt idx="823">
                  <c:v>163.9059872</c:v>
                </c:pt>
                <c:pt idx="824">
                  <c:v>163.96875660000001</c:v>
                </c:pt>
                <c:pt idx="825">
                  <c:v>164.6381939</c:v>
                </c:pt>
                <c:pt idx="826">
                  <c:v>164.77290410000001</c:v>
                </c:pt>
                <c:pt idx="827">
                  <c:v>164.78749239999999</c:v>
                </c:pt>
                <c:pt idx="828">
                  <c:v>164.9155256</c:v>
                </c:pt>
                <c:pt idx="829">
                  <c:v>164.97163029999999</c:v>
                </c:pt>
                <c:pt idx="830">
                  <c:v>165.6357634</c:v>
                </c:pt>
                <c:pt idx="831">
                  <c:v>165.77381500000001</c:v>
                </c:pt>
                <c:pt idx="832">
                  <c:v>165.7901531</c:v>
                </c:pt>
                <c:pt idx="833">
                  <c:v>165.9111638</c:v>
                </c:pt>
                <c:pt idx="834">
                  <c:v>165.97608349999999</c:v>
                </c:pt>
                <c:pt idx="835">
                  <c:v>166.64132119999999</c:v>
                </c:pt>
                <c:pt idx="836">
                  <c:v>166.7721995</c:v>
                </c:pt>
                <c:pt idx="837">
                  <c:v>166.7878293</c:v>
                </c:pt>
                <c:pt idx="838">
                  <c:v>166.913051</c:v>
                </c:pt>
                <c:pt idx="839">
                  <c:v>166.98555780000001</c:v>
                </c:pt>
                <c:pt idx="840">
                  <c:v>167.63364319999999</c:v>
                </c:pt>
                <c:pt idx="841">
                  <c:v>167.77546050000001</c:v>
                </c:pt>
                <c:pt idx="842">
                  <c:v>167.78498329999999</c:v>
                </c:pt>
                <c:pt idx="843">
                  <c:v>167.9143158</c:v>
                </c:pt>
                <c:pt idx="844">
                  <c:v>167.977236</c:v>
                </c:pt>
                <c:pt idx="845">
                  <c:v>168.6380992</c:v>
                </c:pt>
                <c:pt idx="846">
                  <c:v>168.77844820000001</c:v>
                </c:pt>
                <c:pt idx="847">
                  <c:v>168.7844686</c:v>
                </c:pt>
                <c:pt idx="848">
                  <c:v>168.90993330000001</c:v>
                </c:pt>
                <c:pt idx="849">
                  <c:v>168.976686</c:v>
                </c:pt>
                <c:pt idx="850">
                  <c:v>169.64240369999999</c:v>
                </c:pt>
                <c:pt idx="851">
                  <c:v>169.7781598</c:v>
                </c:pt>
                <c:pt idx="852">
                  <c:v>169.78465499999999</c:v>
                </c:pt>
                <c:pt idx="853">
                  <c:v>169.91266229999999</c:v>
                </c:pt>
                <c:pt idx="854">
                  <c:v>169.97265899999999</c:v>
                </c:pt>
                <c:pt idx="855">
                  <c:v>170.6340299</c:v>
                </c:pt>
                <c:pt idx="856">
                  <c:v>170.77823670000001</c:v>
                </c:pt>
                <c:pt idx="857">
                  <c:v>170.7850995</c:v>
                </c:pt>
                <c:pt idx="858">
                  <c:v>170.9122606</c:v>
                </c:pt>
                <c:pt idx="859">
                  <c:v>170.97540720000001</c:v>
                </c:pt>
                <c:pt idx="860">
                  <c:v>171.6328594</c:v>
                </c:pt>
                <c:pt idx="861">
                  <c:v>171.7794452</c:v>
                </c:pt>
                <c:pt idx="862">
                  <c:v>171.78182100000001</c:v>
                </c:pt>
                <c:pt idx="863">
                  <c:v>171.9070992</c:v>
                </c:pt>
                <c:pt idx="864">
                  <c:v>171.97582159999999</c:v>
                </c:pt>
                <c:pt idx="865">
                  <c:v>172.63576280000001</c:v>
                </c:pt>
                <c:pt idx="866">
                  <c:v>172.77560690000001</c:v>
                </c:pt>
                <c:pt idx="867">
                  <c:v>172.78246429999999</c:v>
                </c:pt>
                <c:pt idx="868">
                  <c:v>172.91417970000001</c:v>
                </c:pt>
                <c:pt idx="869">
                  <c:v>172.9770355</c:v>
                </c:pt>
                <c:pt idx="870">
                  <c:v>173.63712520000001</c:v>
                </c:pt>
                <c:pt idx="871">
                  <c:v>173.77488199999999</c:v>
                </c:pt>
                <c:pt idx="872">
                  <c:v>173.78206610000001</c:v>
                </c:pt>
                <c:pt idx="873">
                  <c:v>173.9019749</c:v>
                </c:pt>
                <c:pt idx="874">
                  <c:v>173.97320930000001</c:v>
                </c:pt>
                <c:pt idx="875">
                  <c:v>174.63493260000001</c:v>
                </c:pt>
                <c:pt idx="876">
                  <c:v>174.77401929999999</c:v>
                </c:pt>
                <c:pt idx="877">
                  <c:v>174.7851766</c:v>
                </c:pt>
                <c:pt idx="878">
                  <c:v>174.913534</c:v>
                </c:pt>
                <c:pt idx="879">
                  <c:v>174.97159210000001</c:v>
                </c:pt>
                <c:pt idx="880">
                  <c:v>175.6329504</c:v>
                </c:pt>
                <c:pt idx="881">
                  <c:v>175.7719098</c:v>
                </c:pt>
                <c:pt idx="882">
                  <c:v>175.78479179999999</c:v>
                </c:pt>
                <c:pt idx="883">
                  <c:v>175.91348289999999</c:v>
                </c:pt>
                <c:pt idx="884">
                  <c:v>175.9733713</c:v>
                </c:pt>
                <c:pt idx="885">
                  <c:v>176.63472379999999</c:v>
                </c:pt>
                <c:pt idx="886">
                  <c:v>176.772255</c:v>
                </c:pt>
                <c:pt idx="887">
                  <c:v>176.78249400000001</c:v>
                </c:pt>
                <c:pt idx="888">
                  <c:v>176.91445820000001</c:v>
                </c:pt>
                <c:pt idx="889">
                  <c:v>176.97619330000001</c:v>
                </c:pt>
                <c:pt idx="890">
                  <c:v>177.63292319999999</c:v>
                </c:pt>
                <c:pt idx="891">
                  <c:v>177.77462800000001</c:v>
                </c:pt>
                <c:pt idx="892">
                  <c:v>177.7875976</c:v>
                </c:pt>
                <c:pt idx="893">
                  <c:v>177.91365579999999</c:v>
                </c:pt>
                <c:pt idx="894">
                  <c:v>177.97367170000001</c:v>
                </c:pt>
                <c:pt idx="895">
                  <c:v>178.63272029999999</c:v>
                </c:pt>
                <c:pt idx="896">
                  <c:v>178.772391</c:v>
                </c:pt>
                <c:pt idx="897">
                  <c:v>178.78750170000001</c:v>
                </c:pt>
                <c:pt idx="898">
                  <c:v>178.91746000000001</c:v>
                </c:pt>
                <c:pt idx="899">
                  <c:v>178.97347339999999</c:v>
                </c:pt>
                <c:pt idx="900">
                  <c:v>179.6308899</c:v>
                </c:pt>
                <c:pt idx="901">
                  <c:v>179.7775571</c:v>
                </c:pt>
                <c:pt idx="902">
                  <c:v>179.78762660000001</c:v>
                </c:pt>
                <c:pt idx="903">
                  <c:v>179.9125258</c:v>
                </c:pt>
                <c:pt idx="904">
                  <c:v>179.97924739999999</c:v>
                </c:pt>
                <c:pt idx="905">
                  <c:v>180.63128900000001</c:v>
                </c:pt>
                <c:pt idx="906">
                  <c:v>180.77495819999999</c:v>
                </c:pt>
                <c:pt idx="907">
                  <c:v>180.78556570000001</c:v>
                </c:pt>
                <c:pt idx="908">
                  <c:v>180.9131616</c:v>
                </c:pt>
                <c:pt idx="909">
                  <c:v>180.9781242</c:v>
                </c:pt>
                <c:pt idx="910">
                  <c:v>181.62963730000001</c:v>
                </c:pt>
                <c:pt idx="911">
                  <c:v>181.7747368</c:v>
                </c:pt>
                <c:pt idx="912">
                  <c:v>181.78443519999999</c:v>
                </c:pt>
                <c:pt idx="913">
                  <c:v>181.91320469999999</c:v>
                </c:pt>
                <c:pt idx="914">
                  <c:v>181.97091309999999</c:v>
                </c:pt>
                <c:pt idx="915">
                  <c:v>182.6379652</c:v>
                </c:pt>
                <c:pt idx="916">
                  <c:v>182.77994570000001</c:v>
                </c:pt>
                <c:pt idx="917">
                  <c:v>182.78460179999999</c:v>
                </c:pt>
                <c:pt idx="918">
                  <c:v>182.9090009</c:v>
                </c:pt>
                <c:pt idx="919">
                  <c:v>182.9703543</c:v>
                </c:pt>
                <c:pt idx="920">
                  <c:v>183.6329188</c:v>
                </c:pt>
                <c:pt idx="921">
                  <c:v>183.77774339999999</c:v>
                </c:pt>
                <c:pt idx="922">
                  <c:v>183.78162320000001</c:v>
                </c:pt>
                <c:pt idx="923">
                  <c:v>183.90621250000001</c:v>
                </c:pt>
                <c:pt idx="924">
                  <c:v>183.96798570000001</c:v>
                </c:pt>
                <c:pt idx="925">
                  <c:v>184.6308099</c:v>
                </c:pt>
                <c:pt idx="926">
                  <c:v>184.77426439999999</c:v>
                </c:pt>
                <c:pt idx="927">
                  <c:v>184.78226889999999</c:v>
                </c:pt>
                <c:pt idx="928">
                  <c:v>184.9089281</c:v>
                </c:pt>
                <c:pt idx="929">
                  <c:v>184.97018059999999</c:v>
                </c:pt>
                <c:pt idx="930">
                  <c:v>185.6354632</c:v>
                </c:pt>
                <c:pt idx="931">
                  <c:v>185.7746582</c:v>
                </c:pt>
                <c:pt idx="932">
                  <c:v>185.79754199999999</c:v>
                </c:pt>
                <c:pt idx="933">
                  <c:v>185.90953020000001</c:v>
                </c:pt>
                <c:pt idx="934">
                  <c:v>185.96614389999999</c:v>
                </c:pt>
                <c:pt idx="935">
                  <c:v>186.6341123</c:v>
                </c:pt>
                <c:pt idx="936">
                  <c:v>186.77385140000001</c:v>
                </c:pt>
                <c:pt idx="937">
                  <c:v>186.79294730000001</c:v>
                </c:pt>
                <c:pt idx="938">
                  <c:v>186.913984</c:v>
                </c:pt>
                <c:pt idx="939">
                  <c:v>186.96869599999999</c:v>
                </c:pt>
                <c:pt idx="940">
                  <c:v>187.63310749999999</c:v>
                </c:pt>
                <c:pt idx="941">
                  <c:v>187.77195029999999</c:v>
                </c:pt>
                <c:pt idx="942">
                  <c:v>187.79509569999999</c:v>
                </c:pt>
                <c:pt idx="943">
                  <c:v>187.91078210000001</c:v>
                </c:pt>
                <c:pt idx="944">
                  <c:v>187.96623869999999</c:v>
                </c:pt>
                <c:pt idx="945">
                  <c:v>188.63163280000001</c:v>
                </c:pt>
                <c:pt idx="946">
                  <c:v>188.77329109999999</c:v>
                </c:pt>
                <c:pt idx="947">
                  <c:v>188.799035</c:v>
                </c:pt>
                <c:pt idx="948">
                  <c:v>188.9134608</c:v>
                </c:pt>
                <c:pt idx="949">
                  <c:v>188.9688927</c:v>
                </c:pt>
                <c:pt idx="950">
                  <c:v>189.63043070000001</c:v>
                </c:pt>
                <c:pt idx="951">
                  <c:v>189.7726921</c:v>
                </c:pt>
                <c:pt idx="952">
                  <c:v>189.7951248</c:v>
                </c:pt>
                <c:pt idx="953">
                  <c:v>189.91390089999999</c:v>
                </c:pt>
                <c:pt idx="954">
                  <c:v>189.97012129999999</c:v>
                </c:pt>
                <c:pt idx="955">
                  <c:v>190.63111140000001</c:v>
                </c:pt>
                <c:pt idx="956">
                  <c:v>190.77222900000001</c:v>
                </c:pt>
                <c:pt idx="957">
                  <c:v>190.79390649999999</c:v>
                </c:pt>
                <c:pt idx="958">
                  <c:v>190.91358959999999</c:v>
                </c:pt>
                <c:pt idx="959">
                  <c:v>190.9765146</c:v>
                </c:pt>
                <c:pt idx="960">
                  <c:v>191.63280589999999</c:v>
                </c:pt>
                <c:pt idx="961">
                  <c:v>191.77434629999999</c:v>
                </c:pt>
                <c:pt idx="962">
                  <c:v>191.79191449999999</c:v>
                </c:pt>
                <c:pt idx="963">
                  <c:v>191.90924430000001</c:v>
                </c:pt>
                <c:pt idx="964">
                  <c:v>191.97828730000001</c:v>
                </c:pt>
                <c:pt idx="965">
                  <c:v>192.63056839999999</c:v>
                </c:pt>
                <c:pt idx="966">
                  <c:v>192.7802489</c:v>
                </c:pt>
                <c:pt idx="967">
                  <c:v>192.7926497</c:v>
                </c:pt>
                <c:pt idx="968">
                  <c:v>192.91255469999999</c:v>
                </c:pt>
                <c:pt idx="969">
                  <c:v>192.97794690000001</c:v>
                </c:pt>
                <c:pt idx="970">
                  <c:v>193.6330466</c:v>
                </c:pt>
                <c:pt idx="971">
                  <c:v>193.77740299999999</c:v>
                </c:pt>
                <c:pt idx="972">
                  <c:v>193.79270310000001</c:v>
                </c:pt>
                <c:pt idx="973">
                  <c:v>193.9101824</c:v>
                </c:pt>
                <c:pt idx="974">
                  <c:v>193.9761977</c:v>
                </c:pt>
                <c:pt idx="975">
                  <c:v>194.63151439999999</c:v>
                </c:pt>
                <c:pt idx="976">
                  <c:v>194.77210260000001</c:v>
                </c:pt>
                <c:pt idx="977">
                  <c:v>194.7898126</c:v>
                </c:pt>
                <c:pt idx="978">
                  <c:v>194.90658909999999</c:v>
                </c:pt>
                <c:pt idx="979">
                  <c:v>194.97582689999999</c:v>
                </c:pt>
                <c:pt idx="980">
                  <c:v>195.63579279999999</c:v>
                </c:pt>
                <c:pt idx="981">
                  <c:v>195.7776945</c:v>
                </c:pt>
                <c:pt idx="982">
                  <c:v>195.7874386</c:v>
                </c:pt>
                <c:pt idx="983">
                  <c:v>195.90681319999999</c:v>
                </c:pt>
                <c:pt idx="984">
                  <c:v>195.97595269999999</c:v>
                </c:pt>
                <c:pt idx="985">
                  <c:v>196.6358946</c:v>
                </c:pt>
                <c:pt idx="986">
                  <c:v>196.77492179999999</c:v>
                </c:pt>
                <c:pt idx="987">
                  <c:v>196.7923619</c:v>
                </c:pt>
                <c:pt idx="988">
                  <c:v>196.90208999999999</c:v>
                </c:pt>
                <c:pt idx="989">
                  <c:v>196.97233439999999</c:v>
                </c:pt>
                <c:pt idx="990">
                  <c:v>197.63612839999999</c:v>
                </c:pt>
                <c:pt idx="991">
                  <c:v>197.77439200000001</c:v>
                </c:pt>
                <c:pt idx="992">
                  <c:v>197.78993249999999</c:v>
                </c:pt>
                <c:pt idx="993">
                  <c:v>197.90195510000001</c:v>
                </c:pt>
                <c:pt idx="994">
                  <c:v>197.97322819999999</c:v>
                </c:pt>
                <c:pt idx="995">
                  <c:v>198.6320776</c:v>
                </c:pt>
                <c:pt idx="996">
                  <c:v>198.7727888</c:v>
                </c:pt>
                <c:pt idx="997">
                  <c:v>198.79181790000001</c:v>
                </c:pt>
                <c:pt idx="998">
                  <c:v>198.90478949999999</c:v>
                </c:pt>
                <c:pt idx="999">
                  <c:v>198.97056910000001</c:v>
                </c:pt>
                <c:pt idx="1000">
                  <c:v>199.63456819999999</c:v>
                </c:pt>
                <c:pt idx="1001">
                  <c:v>199.7729276</c:v>
                </c:pt>
                <c:pt idx="1002">
                  <c:v>199.78349320000001</c:v>
                </c:pt>
                <c:pt idx="1003">
                  <c:v>199.91522399999999</c:v>
                </c:pt>
                <c:pt idx="1004">
                  <c:v>199.9778566</c:v>
                </c:pt>
                <c:pt idx="1005">
                  <c:v>200.63430539999999</c:v>
                </c:pt>
                <c:pt idx="1006">
                  <c:v>200.77216039999999</c:v>
                </c:pt>
                <c:pt idx="1007">
                  <c:v>200.79053089999999</c:v>
                </c:pt>
                <c:pt idx="1008">
                  <c:v>200.90446410000001</c:v>
                </c:pt>
                <c:pt idx="1009">
                  <c:v>200.97895370000001</c:v>
                </c:pt>
                <c:pt idx="1010">
                  <c:v>201.6305543</c:v>
                </c:pt>
                <c:pt idx="1011">
                  <c:v>201.7750145</c:v>
                </c:pt>
                <c:pt idx="1012">
                  <c:v>201.7900425</c:v>
                </c:pt>
                <c:pt idx="1013">
                  <c:v>201.91418239999999</c:v>
                </c:pt>
                <c:pt idx="1014">
                  <c:v>201.9771806</c:v>
                </c:pt>
                <c:pt idx="1015">
                  <c:v>202.6335047</c:v>
                </c:pt>
                <c:pt idx="1016">
                  <c:v>202.7748565</c:v>
                </c:pt>
                <c:pt idx="1017">
                  <c:v>202.7947546</c:v>
                </c:pt>
                <c:pt idx="1018">
                  <c:v>202.9144388</c:v>
                </c:pt>
                <c:pt idx="1019">
                  <c:v>202.9787699</c:v>
                </c:pt>
                <c:pt idx="1020">
                  <c:v>203.63056080000001</c:v>
                </c:pt>
                <c:pt idx="1021">
                  <c:v>203.77531930000001</c:v>
                </c:pt>
                <c:pt idx="1022">
                  <c:v>203.7927579</c:v>
                </c:pt>
                <c:pt idx="1023">
                  <c:v>203.91591769999999</c:v>
                </c:pt>
                <c:pt idx="1024">
                  <c:v>203.97751539999999</c:v>
                </c:pt>
                <c:pt idx="1025">
                  <c:v>204.62956149999999</c:v>
                </c:pt>
                <c:pt idx="1026">
                  <c:v>204.77265779999999</c:v>
                </c:pt>
                <c:pt idx="1027">
                  <c:v>204.79095150000001</c:v>
                </c:pt>
                <c:pt idx="1028">
                  <c:v>204.91257289999999</c:v>
                </c:pt>
                <c:pt idx="1029">
                  <c:v>204.9727944</c:v>
                </c:pt>
                <c:pt idx="1030">
                  <c:v>205.6326832</c:v>
                </c:pt>
                <c:pt idx="1031">
                  <c:v>205.7770549</c:v>
                </c:pt>
                <c:pt idx="1032">
                  <c:v>205.79279869999999</c:v>
                </c:pt>
                <c:pt idx="1033">
                  <c:v>205.91297739999999</c:v>
                </c:pt>
                <c:pt idx="1034">
                  <c:v>205.976372</c:v>
                </c:pt>
                <c:pt idx="1035">
                  <c:v>206.6311312</c:v>
                </c:pt>
                <c:pt idx="1036">
                  <c:v>206.77228880000001</c:v>
                </c:pt>
                <c:pt idx="1037">
                  <c:v>206.7886743</c:v>
                </c:pt>
                <c:pt idx="1038">
                  <c:v>206.91324940000001</c:v>
                </c:pt>
                <c:pt idx="1039">
                  <c:v>206.97648530000001</c:v>
                </c:pt>
                <c:pt idx="1040">
                  <c:v>207.63597540000001</c:v>
                </c:pt>
                <c:pt idx="1041">
                  <c:v>207.7783446</c:v>
                </c:pt>
                <c:pt idx="1042">
                  <c:v>207.79025859999999</c:v>
                </c:pt>
                <c:pt idx="1043">
                  <c:v>207.90761989999999</c:v>
                </c:pt>
                <c:pt idx="1044">
                  <c:v>207.97288119999999</c:v>
                </c:pt>
                <c:pt idx="1045">
                  <c:v>208.6358405</c:v>
                </c:pt>
                <c:pt idx="1046">
                  <c:v>208.77331290000001</c:v>
                </c:pt>
                <c:pt idx="1047">
                  <c:v>208.7873697</c:v>
                </c:pt>
                <c:pt idx="1048">
                  <c:v>208.90741109999999</c:v>
                </c:pt>
                <c:pt idx="1049">
                  <c:v>208.96956489999999</c:v>
                </c:pt>
                <c:pt idx="1050">
                  <c:v>209.6345762</c:v>
                </c:pt>
                <c:pt idx="1051">
                  <c:v>209.7723465</c:v>
                </c:pt>
                <c:pt idx="1052">
                  <c:v>209.78604369999999</c:v>
                </c:pt>
                <c:pt idx="1053">
                  <c:v>209.90750320000001</c:v>
                </c:pt>
                <c:pt idx="1054">
                  <c:v>209.97391529999999</c:v>
                </c:pt>
                <c:pt idx="1055">
                  <c:v>210.6329896</c:v>
                </c:pt>
                <c:pt idx="1056">
                  <c:v>210.7754702</c:v>
                </c:pt>
                <c:pt idx="1057">
                  <c:v>210.7847797</c:v>
                </c:pt>
                <c:pt idx="1058">
                  <c:v>210.9105678</c:v>
                </c:pt>
                <c:pt idx="1059">
                  <c:v>210.97588010000001</c:v>
                </c:pt>
                <c:pt idx="1060">
                  <c:v>211.63524620000001</c:v>
                </c:pt>
                <c:pt idx="1061">
                  <c:v>211.77194069999999</c:v>
                </c:pt>
                <c:pt idx="1062">
                  <c:v>211.78543730000001</c:v>
                </c:pt>
                <c:pt idx="1063">
                  <c:v>211.9151268</c:v>
                </c:pt>
                <c:pt idx="1064">
                  <c:v>211.9762345</c:v>
                </c:pt>
                <c:pt idx="1065">
                  <c:v>212.6329523</c:v>
                </c:pt>
                <c:pt idx="1066">
                  <c:v>212.77904950000001</c:v>
                </c:pt>
                <c:pt idx="1067">
                  <c:v>212.78239060000001</c:v>
                </c:pt>
                <c:pt idx="1068">
                  <c:v>212.91404120000001</c:v>
                </c:pt>
                <c:pt idx="1069">
                  <c:v>212.9736757</c:v>
                </c:pt>
                <c:pt idx="1070">
                  <c:v>213.63277690000001</c:v>
                </c:pt>
                <c:pt idx="1071">
                  <c:v>213.77510509999999</c:v>
                </c:pt>
                <c:pt idx="1072">
                  <c:v>213.78754050000001</c:v>
                </c:pt>
                <c:pt idx="1073">
                  <c:v>213.9154035</c:v>
                </c:pt>
                <c:pt idx="1074">
                  <c:v>213.97918569999999</c:v>
                </c:pt>
                <c:pt idx="1075">
                  <c:v>214.63024100000001</c:v>
                </c:pt>
                <c:pt idx="1076">
                  <c:v>214.77485870000001</c:v>
                </c:pt>
                <c:pt idx="1077">
                  <c:v>214.788049</c:v>
                </c:pt>
                <c:pt idx="1078">
                  <c:v>214.91513269999999</c:v>
                </c:pt>
                <c:pt idx="1079">
                  <c:v>214.97629230000001</c:v>
                </c:pt>
                <c:pt idx="1080">
                  <c:v>215.6302891</c:v>
                </c:pt>
                <c:pt idx="1081">
                  <c:v>215.77765170000001</c:v>
                </c:pt>
                <c:pt idx="1082">
                  <c:v>215.78957750000001</c:v>
                </c:pt>
                <c:pt idx="1083">
                  <c:v>215.91168949999999</c:v>
                </c:pt>
                <c:pt idx="1084">
                  <c:v>215.97173090000001</c:v>
                </c:pt>
                <c:pt idx="1085">
                  <c:v>216.63075520000001</c:v>
                </c:pt>
                <c:pt idx="1086">
                  <c:v>216.7779103</c:v>
                </c:pt>
                <c:pt idx="1087">
                  <c:v>216.7874195</c:v>
                </c:pt>
                <c:pt idx="1088">
                  <c:v>216.91234209999999</c:v>
                </c:pt>
                <c:pt idx="1089">
                  <c:v>216.97052919999999</c:v>
                </c:pt>
                <c:pt idx="1090">
                  <c:v>217.6303174</c:v>
                </c:pt>
                <c:pt idx="1091">
                  <c:v>217.77715699999999</c:v>
                </c:pt>
                <c:pt idx="1092">
                  <c:v>217.78527940000001</c:v>
                </c:pt>
                <c:pt idx="1093">
                  <c:v>217.9694734</c:v>
                </c:pt>
                <c:pt idx="1094">
                  <c:v>218.2091824</c:v>
                </c:pt>
                <c:pt idx="1095">
                  <c:v>218.64479499999999</c:v>
                </c:pt>
                <c:pt idx="1096">
                  <c:v>218.7747693</c:v>
                </c:pt>
                <c:pt idx="1097">
                  <c:v>218.78634489999999</c:v>
                </c:pt>
                <c:pt idx="1098">
                  <c:v>218.91400770000001</c:v>
                </c:pt>
                <c:pt idx="1099">
                  <c:v>218.97094290000001</c:v>
                </c:pt>
                <c:pt idx="1100">
                  <c:v>219.63925510000001</c:v>
                </c:pt>
                <c:pt idx="1101">
                  <c:v>219.77556580000001</c:v>
                </c:pt>
                <c:pt idx="1102">
                  <c:v>219.7878594</c:v>
                </c:pt>
                <c:pt idx="1103">
                  <c:v>219.91221830000001</c:v>
                </c:pt>
                <c:pt idx="1104">
                  <c:v>219.9678486</c:v>
                </c:pt>
                <c:pt idx="1105">
                  <c:v>220.64315339999999</c:v>
                </c:pt>
                <c:pt idx="1106">
                  <c:v>220.7721454</c:v>
                </c:pt>
                <c:pt idx="1107">
                  <c:v>220.78928759999999</c:v>
                </c:pt>
                <c:pt idx="1108">
                  <c:v>220.9102346</c:v>
                </c:pt>
                <c:pt idx="1109">
                  <c:v>220.96899999999999</c:v>
                </c:pt>
                <c:pt idx="1110">
                  <c:v>221.64336159999999</c:v>
                </c:pt>
                <c:pt idx="1111">
                  <c:v>221.7721501</c:v>
                </c:pt>
                <c:pt idx="1112">
                  <c:v>221.78426089999999</c:v>
                </c:pt>
                <c:pt idx="1113">
                  <c:v>221.90469490000001</c:v>
                </c:pt>
                <c:pt idx="1114">
                  <c:v>221.96851430000001</c:v>
                </c:pt>
                <c:pt idx="1115">
                  <c:v>222.64323870000001</c:v>
                </c:pt>
                <c:pt idx="1116">
                  <c:v>222.77244150000001</c:v>
                </c:pt>
                <c:pt idx="1117">
                  <c:v>222.78446980000001</c:v>
                </c:pt>
                <c:pt idx="1118">
                  <c:v>222.91267869999999</c:v>
                </c:pt>
                <c:pt idx="1119">
                  <c:v>222.966128</c:v>
                </c:pt>
                <c:pt idx="1120">
                  <c:v>223.64075410000001</c:v>
                </c:pt>
                <c:pt idx="1121">
                  <c:v>223.77246880000001</c:v>
                </c:pt>
                <c:pt idx="1122">
                  <c:v>223.78638900000001</c:v>
                </c:pt>
                <c:pt idx="1123">
                  <c:v>223.9141539</c:v>
                </c:pt>
                <c:pt idx="1124">
                  <c:v>223.968459</c:v>
                </c:pt>
                <c:pt idx="1125">
                  <c:v>224.63658330000001</c:v>
                </c:pt>
                <c:pt idx="1126">
                  <c:v>224.77692640000001</c:v>
                </c:pt>
                <c:pt idx="1127">
                  <c:v>224.7848204</c:v>
                </c:pt>
                <c:pt idx="1128">
                  <c:v>224.91443630000001</c:v>
                </c:pt>
                <c:pt idx="1129">
                  <c:v>224.9692407</c:v>
                </c:pt>
                <c:pt idx="1130">
                  <c:v>225.63035070000001</c:v>
                </c:pt>
                <c:pt idx="1131">
                  <c:v>225.7758202</c:v>
                </c:pt>
                <c:pt idx="1132">
                  <c:v>225.78257249999999</c:v>
                </c:pt>
                <c:pt idx="1133">
                  <c:v>225.9134286</c:v>
                </c:pt>
                <c:pt idx="1134">
                  <c:v>225.97586269999999</c:v>
                </c:pt>
                <c:pt idx="1135">
                  <c:v>226.63484410000001</c:v>
                </c:pt>
                <c:pt idx="1136">
                  <c:v>226.77370060000001</c:v>
                </c:pt>
                <c:pt idx="1137">
                  <c:v>226.78751800000001</c:v>
                </c:pt>
                <c:pt idx="1138">
                  <c:v>226.91166050000001</c:v>
                </c:pt>
                <c:pt idx="1139">
                  <c:v>226.9762188</c:v>
                </c:pt>
                <c:pt idx="1140">
                  <c:v>227.63090790000001</c:v>
                </c:pt>
                <c:pt idx="1141">
                  <c:v>227.77266879999999</c:v>
                </c:pt>
                <c:pt idx="1142">
                  <c:v>227.78736480000001</c:v>
                </c:pt>
                <c:pt idx="1143">
                  <c:v>227.91514839999999</c:v>
                </c:pt>
                <c:pt idx="1144">
                  <c:v>227.97584219999999</c:v>
                </c:pt>
                <c:pt idx="1145">
                  <c:v>228.6317971</c:v>
                </c:pt>
                <c:pt idx="1146">
                  <c:v>228.77772680000001</c:v>
                </c:pt>
                <c:pt idx="1147">
                  <c:v>228.78589049999999</c:v>
                </c:pt>
                <c:pt idx="1148">
                  <c:v>228.91336079999999</c:v>
                </c:pt>
                <c:pt idx="1149">
                  <c:v>228.97640369999999</c:v>
                </c:pt>
                <c:pt idx="1150">
                  <c:v>229.6354303</c:v>
                </c:pt>
                <c:pt idx="1151">
                  <c:v>229.77629519999999</c:v>
                </c:pt>
                <c:pt idx="1152">
                  <c:v>229.7817403</c:v>
                </c:pt>
                <c:pt idx="1153">
                  <c:v>229.9100814</c:v>
                </c:pt>
                <c:pt idx="1154">
                  <c:v>229.9719715</c:v>
                </c:pt>
                <c:pt idx="1155">
                  <c:v>230.63119140000001</c:v>
                </c:pt>
                <c:pt idx="1156">
                  <c:v>230.77498069999999</c:v>
                </c:pt>
                <c:pt idx="1157">
                  <c:v>230.78784880000001</c:v>
                </c:pt>
                <c:pt idx="1158">
                  <c:v>230.9042522</c:v>
                </c:pt>
                <c:pt idx="1159">
                  <c:v>230.97168669999999</c:v>
                </c:pt>
                <c:pt idx="1160">
                  <c:v>231.6361321</c:v>
                </c:pt>
                <c:pt idx="1161">
                  <c:v>231.7745429</c:v>
                </c:pt>
                <c:pt idx="1162">
                  <c:v>231.7837705</c:v>
                </c:pt>
                <c:pt idx="1163">
                  <c:v>231.90245809999999</c:v>
                </c:pt>
                <c:pt idx="1164">
                  <c:v>231.97965479999999</c:v>
                </c:pt>
                <c:pt idx="1165">
                  <c:v>232.6356437</c:v>
                </c:pt>
                <c:pt idx="1166">
                  <c:v>232.77408990000001</c:v>
                </c:pt>
                <c:pt idx="1167">
                  <c:v>232.78265500000001</c:v>
                </c:pt>
                <c:pt idx="1168">
                  <c:v>232.90681789999999</c:v>
                </c:pt>
                <c:pt idx="1169">
                  <c:v>232.97308960000001</c:v>
                </c:pt>
                <c:pt idx="1170">
                  <c:v>233.6355575</c:v>
                </c:pt>
                <c:pt idx="1171">
                  <c:v>233.7723866</c:v>
                </c:pt>
                <c:pt idx="1172">
                  <c:v>233.7820509</c:v>
                </c:pt>
                <c:pt idx="1173">
                  <c:v>233.9065664</c:v>
                </c:pt>
                <c:pt idx="1174">
                  <c:v>233.97688600000001</c:v>
                </c:pt>
                <c:pt idx="1175">
                  <c:v>234.6355652</c:v>
                </c:pt>
                <c:pt idx="1176">
                  <c:v>234.7722861</c:v>
                </c:pt>
                <c:pt idx="1177">
                  <c:v>234.78170539999999</c:v>
                </c:pt>
                <c:pt idx="1178">
                  <c:v>234.90614439999999</c:v>
                </c:pt>
                <c:pt idx="1179">
                  <c:v>234.97406849999999</c:v>
                </c:pt>
                <c:pt idx="1180">
                  <c:v>235.63556399999999</c:v>
                </c:pt>
                <c:pt idx="1181">
                  <c:v>235.77228880000001</c:v>
                </c:pt>
                <c:pt idx="1182">
                  <c:v>235.78917079999999</c:v>
                </c:pt>
                <c:pt idx="1183">
                  <c:v>235.90439689999999</c:v>
                </c:pt>
                <c:pt idx="1184">
                  <c:v>235.9794732</c:v>
                </c:pt>
                <c:pt idx="1185">
                  <c:v>236.63408229999999</c:v>
                </c:pt>
                <c:pt idx="1186">
                  <c:v>236.78062420000001</c:v>
                </c:pt>
                <c:pt idx="1187">
                  <c:v>236.78394850000001</c:v>
                </c:pt>
                <c:pt idx="1188">
                  <c:v>236.91247920000001</c:v>
                </c:pt>
                <c:pt idx="1189">
                  <c:v>236.9772299</c:v>
                </c:pt>
                <c:pt idx="1190">
                  <c:v>237.63363699999999</c:v>
                </c:pt>
                <c:pt idx="1191">
                  <c:v>237.7829782</c:v>
                </c:pt>
                <c:pt idx="1192">
                  <c:v>237.78484040000001</c:v>
                </c:pt>
                <c:pt idx="1193">
                  <c:v>237.9081075</c:v>
                </c:pt>
                <c:pt idx="1194">
                  <c:v>237.97537679999999</c:v>
                </c:pt>
                <c:pt idx="1195">
                  <c:v>238.63520930000001</c:v>
                </c:pt>
                <c:pt idx="1196">
                  <c:v>238.77457229999999</c:v>
                </c:pt>
                <c:pt idx="1197">
                  <c:v>238.7881428</c:v>
                </c:pt>
                <c:pt idx="1198">
                  <c:v>238.90645749999999</c:v>
                </c:pt>
                <c:pt idx="1199">
                  <c:v>238.97835259999999</c:v>
                </c:pt>
                <c:pt idx="1200">
                  <c:v>239.6301234</c:v>
                </c:pt>
                <c:pt idx="1201">
                  <c:v>239.78453949999999</c:v>
                </c:pt>
                <c:pt idx="1202">
                  <c:v>239.84113189999999</c:v>
                </c:pt>
                <c:pt idx="1203">
                  <c:v>239.9084618</c:v>
                </c:pt>
                <c:pt idx="1204">
                  <c:v>239.97637280000001</c:v>
                </c:pt>
                <c:pt idx="1205">
                  <c:v>240.63099059999999</c:v>
                </c:pt>
                <c:pt idx="1206">
                  <c:v>240.78420059999999</c:v>
                </c:pt>
                <c:pt idx="1207">
                  <c:v>240.78443830000001</c:v>
                </c:pt>
                <c:pt idx="1208">
                  <c:v>240.90717369999999</c:v>
                </c:pt>
                <c:pt idx="1209">
                  <c:v>240.97664399999999</c:v>
                </c:pt>
                <c:pt idx="1210">
                  <c:v>241.63028929999999</c:v>
                </c:pt>
                <c:pt idx="1211">
                  <c:v>241.78178260000001</c:v>
                </c:pt>
                <c:pt idx="1212">
                  <c:v>241.79770429999999</c:v>
                </c:pt>
                <c:pt idx="1213">
                  <c:v>241.9103743</c:v>
                </c:pt>
                <c:pt idx="1214">
                  <c:v>241.97606640000001</c:v>
                </c:pt>
                <c:pt idx="1215">
                  <c:v>242.6353379</c:v>
                </c:pt>
                <c:pt idx="1216">
                  <c:v>242.78237250000001</c:v>
                </c:pt>
                <c:pt idx="1217">
                  <c:v>242.7841426</c:v>
                </c:pt>
                <c:pt idx="1218">
                  <c:v>242.9098539</c:v>
                </c:pt>
                <c:pt idx="1219">
                  <c:v>242.97216539999999</c:v>
                </c:pt>
                <c:pt idx="1220">
                  <c:v>243.6317986</c:v>
                </c:pt>
                <c:pt idx="1221">
                  <c:v>243.78091029999999</c:v>
                </c:pt>
                <c:pt idx="1222">
                  <c:v>243.78185859999999</c:v>
                </c:pt>
                <c:pt idx="1223">
                  <c:v>243.9094686</c:v>
                </c:pt>
                <c:pt idx="1224">
                  <c:v>243.97361699999999</c:v>
                </c:pt>
                <c:pt idx="1225">
                  <c:v>244.63742360000001</c:v>
                </c:pt>
                <c:pt idx="1226">
                  <c:v>244.7720846</c:v>
                </c:pt>
                <c:pt idx="1227">
                  <c:v>244.7869805</c:v>
                </c:pt>
                <c:pt idx="1228">
                  <c:v>244.90603949999999</c:v>
                </c:pt>
                <c:pt idx="1229">
                  <c:v>244.97227179999999</c:v>
                </c:pt>
                <c:pt idx="1230">
                  <c:v>245.6380715</c:v>
                </c:pt>
                <c:pt idx="1231">
                  <c:v>245.7725198</c:v>
                </c:pt>
                <c:pt idx="1232">
                  <c:v>245.78225269999999</c:v>
                </c:pt>
                <c:pt idx="1233">
                  <c:v>245.9050091</c:v>
                </c:pt>
                <c:pt idx="1234">
                  <c:v>245.9786</c:v>
                </c:pt>
                <c:pt idx="1235">
                  <c:v>246.63593729999999</c:v>
                </c:pt>
                <c:pt idx="1236">
                  <c:v>246.77395609999999</c:v>
                </c:pt>
                <c:pt idx="1237">
                  <c:v>246.78223399999999</c:v>
                </c:pt>
                <c:pt idx="1238">
                  <c:v>246.9031511</c:v>
                </c:pt>
                <c:pt idx="1239">
                  <c:v>246.97540839999999</c:v>
                </c:pt>
                <c:pt idx="1240">
                  <c:v>247.63421120000001</c:v>
                </c:pt>
                <c:pt idx="1241">
                  <c:v>247.77223520000001</c:v>
                </c:pt>
                <c:pt idx="1242">
                  <c:v>247.7847495</c:v>
                </c:pt>
                <c:pt idx="1243">
                  <c:v>247.90770280000001</c:v>
                </c:pt>
                <c:pt idx="1244">
                  <c:v>247.97619109999999</c:v>
                </c:pt>
                <c:pt idx="1245">
                  <c:v>248.6364002</c:v>
                </c:pt>
                <c:pt idx="1246">
                  <c:v>248.78245390000001</c:v>
                </c:pt>
                <c:pt idx="1247">
                  <c:v>248.78681800000001</c:v>
                </c:pt>
                <c:pt idx="1248">
                  <c:v>248.9075565</c:v>
                </c:pt>
                <c:pt idx="1249">
                  <c:v>248.9740639</c:v>
                </c:pt>
                <c:pt idx="1250">
                  <c:v>249.63263259999999</c:v>
                </c:pt>
                <c:pt idx="1251">
                  <c:v>249.7834445</c:v>
                </c:pt>
                <c:pt idx="1252">
                  <c:v>249.78699829999999</c:v>
                </c:pt>
                <c:pt idx="1253">
                  <c:v>249.90751180000001</c:v>
                </c:pt>
                <c:pt idx="1254">
                  <c:v>249.97849249999999</c:v>
                </c:pt>
                <c:pt idx="1255">
                  <c:v>250.6340227</c:v>
                </c:pt>
                <c:pt idx="1256">
                  <c:v>250.7866262</c:v>
                </c:pt>
                <c:pt idx="1257">
                  <c:v>250.78687500000001</c:v>
                </c:pt>
                <c:pt idx="1258">
                  <c:v>250.90528760000001</c:v>
                </c:pt>
                <c:pt idx="1259">
                  <c:v>250.97613430000001</c:v>
                </c:pt>
                <c:pt idx="1260">
                  <c:v>251.6304581</c:v>
                </c:pt>
                <c:pt idx="1261">
                  <c:v>251.78296850000001</c:v>
                </c:pt>
                <c:pt idx="1262">
                  <c:v>251.78639820000001</c:v>
                </c:pt>
                <c:pt idx="1263">
                  <c:v>251.90282619999999</c:v>
                </c:pt>
                <c:pt idx="1264">
                  <c:v>251.98342310000001</c:v>
                </c:pt>
                <c:pt idx="1265">
                  <c:v>252.63348310000001</c:v>
                </c:pt>
                <c:pt idx="1266">
                  <c:v>252.78474940000001</c:v>
                </c:pt>
                <c:pt idx="1267">
                  <c:v>252.80100519999999</c:v>
                </c:pt>
                <c:pt idx="1268">
                  <c:v>252.908107</c:v>
                </c:pt>
                <c:pt idx="1269">
                  <c:v>252.9788112</c:v>
                </c:pt>
                <c:pt idx="1270">
                  <c:v>253.63328060000001</c:v>
                </c:pt>
                <c:pt idx="1271">
                  <c:v>253.78306090000001</c:v>
                </c:pt>
                <c:pt idx="1272">
                  <c:v>253.7909157</c:v>
                </c:pt>
                <c:pt idx="1273">
                  <c:v>253.90475029999999</c:v>
                </c:pt>
                <c:pt idx="1274">
                  <c:v>253.9751708</c:v>
                </c:pt>
                <c:pt idx="1275">
                  <c:v>254.630628</c:v>
                </c:pt>
                <c:pt idx="1276">
                  <c:v>254.77195280000001</c:v>
                </c:pt>
                <c:pt idx="1277">
                  <c:v>254.78192179999999</c:v>
                </c:pt>
                <c:pt idx="1278">
                  <c:v>254.9043054</c:v>
                </c:pt>
                <c:pt idx="1279">
                  <c:v>254.97728960000001</c:v>
                </c:pt>
                <c:pt idx="1280">
                  <c:v>255.63327799999999</c:v>
                </c:pt>
                <c:pt idx="1281">
                  <c:v>255.7798239</c:v>
                </c:pt>
                <c:pt idx="1282">
                  <c:v>255.78299250000001</c:v>
                </c:pt>
                <c:pt idx="1283">
                  <c:v>255.90311729999999</c:v>
                </c:pt>
                <c:pt idx="1284">
                  <c:v>255.97187750000001</c:v>
                </c:pt>
                <c:pt idx="1285">
                  <c:v>256.6324687</c:v>
                </c:pt>
                <c:pt idx="1286">
                  <c:v>256.78139800000002</c:v>
                </c:pt>
                <c:pt idx="1287">
                  <c:v>256.78201009999998</c:v>
                </c:pt>
                <c:pt idx="1288">
                  <c:v>256.90248259999998</c:v>
                </c:pt>
                <c:pt idx="1289">
                  <c:v>256.96764030000003</c:v>
                </c:pt>
                <c:pt idx="1290">
                  <c:v>257.63913609999997</c:v>
                </c:pt>
                <c:pt idx="1291">
                  <c:v>257.78108759999998</c:v>
                </c:pt>
                <c:pt idx="1292">
                  <c:v>257.78226169999999</c:v>
                </c:pt>
                <c:pt idx="1293">
                  <c:v>257.90202470000003</c:v>
                </c:pt>
                <c:pt idx="1294">
                  <c:v>257.97477450000002</c:v>
                </c:pt>
                <c:pt idx="1295">
                  <c:v>258.63869140000003</c:v>
                </c:pt>
                <c:pt idx="1296">
                  <c:v>258.78062560000001</c:v>
                </c:pt>
                <c:pt idx="1297">
                  <c:v>258.78509400000002</c:v>
                </c:pt>
                <c:pt idx="1298">
                  <c:v>258.91242060000002</c:v>
                </c:pt>
                <c:pt idx="1299">
                  <c:v>258.9751746</c:v>
                </c:pt>
                <c:pt idx="1300">
                  <c:v>259.63571289999999</c:v>
                </c:pt>
                <c:pt idx="1301">
                  <c:v>259.78452199999998</c:v>
                </c:pt>
                <c:pt idx="1302">
                  <c:v>259.78512089999998</c:v>
                </c:pt>
                <c:pt idx="1303">
                  <c:v>259.9051422</c:v>
                </c:pt>
                <c:pt idx="1304">
                  <c:v>259.98097990000002</c:v>
                </c:pt>
                <c:pt idx="1305">
                  <c:v>260.63583240000003</c:v>
                </c:pt>
                <c:pt idx="1306">
                  <c:v>260.78411649999998</c:v>
                </c:pt>
                <c:pt idx="1307">
                  <c:v>260.78737769999998</c:v>
                </c:pt>
                <c:pt idx="1308">
                  <c:v>260.90350030000002</c:v>
                </c:pt>
                <c:pt idx="1309">
                  <c:v>260.97929019999998</c:v>
                </c:pt>
                <c:pt idx="1310">
                  <c:v>261.6359195</c:v>
                </c:pt>
                <c:pt idx="1311">
                  <c:v>261.78052050000002</c:v>
                </c:pt>
                <c:pt idx="1312">
                  <c:v>261.785754</c:v>
                </c:pt>
                <c:pt idx="1313">
                  <c:v>261.90948939999998</c:v>
                </c:pt>
                <c:pt idx="1314">
                  <c:v>261.97589909999999</c:v>
                </c:pt>
                <c:pt idx="1315">
                  <c:v>262.63716090000003</c:v>
                </c:pt>
                <c:pt idx="1316">
                  <c:v>262.77634849999998</c:v>
                </c:pt>
                <c:pt idx="1317">
                  <c:v>262.78636219999999</c:v>
                </c:pt>
                <c:pt idx="1318">
                  <c:v>262.9079997</c:v>
                </c:pt>
                <c:pt idx="1319">
                  <c:v>262.97689880000001</c:v>
                </c:pt>
                <c:pt idx="1320">
                  <c:v>263.63324239999997</c:v>
                </c:pt>
                <c:pt idx="1321">
                  <c:v>263.77466440000001</c:v>
                </c:pt>
                <c:pt idx="1322">
                  <c:v>263.78456249999999</c:v>
                </c:pt>
                <c:pt idx="1323">
                  <c:v>263.90937869999999</c:v>
                </c:pt>
                <c:pt idx="1324">
                  <c:v>263.97625720000002</c:v>
                </c:pt>
                <c:pt idx="1325">
                  <c:v>264.63925449999999</c:v>
                </c:pt>
                <c:pt idx="1326">
                  <c:v>264.7728601</c:v>
                </c:pt>
                <c:pt idx="1327">
                  <c:v>264.78460189999998</c:v>
                </c:pt>
                <c:pt idx="1328">
                  <c:v>264.90788859999998</c:v>
                </c:pt>
                <c:pt idx="1329">
                  <c:v>264.97365810000002</c:v>
                </c:pt>
                <c:pt idx="1330">
                  <c:v>265.63980550000002</c:v>
                </c:pt>
                <c:pt idx="1331">
                  <c:v>265.77258660000001</c:v>
                </c:pt>
                <c:pt idx="1332">
                  <c:v>265.7822529</c:v>
                </c:pt>
                <c:pt idx="1333">
                  <c:v>265.90797170000002</c:v>
                </c:pt>
                <c:pt idx="1334">
                  <c:v>265.96787920000003</c:v>
                </c:pt>
                <c:pt idx="1335">
                  <c:v>266.64011449999998</c:v>
                </c:pt>
                <c:pt idx="1336">
                  <c:v>266.78248839999998</c:v>
                </c:pt>
                <c:pt idx="1337">
                  <c:v>266.90480839999998</c:v>
                </c:pt>
                <c:pt idx="1338">
                  <c:v>266.96706</c:v>
                </c:pt>
                <c:pt idx="1339">
                  <c:v>267.00482579999999</c:v>
                </c:pt>
                <c:pt idx="1340">
                  <c:v>267.63754410000001</c:v>
                </c:pt>
                <c:pt idx="1341">
                  <c:v>267.77476280000002</c:v>
                </c:pt>
                <c:pt idx="1342">
                  <c:v>267.78196079999998</c:v>
                </c:pt>
                <c:pt idx="1343">
                  <c:v>267.9050575</c:v>
                </c:pt>
                <c:pt idx="1344">
                  <c:v>267.96648390000001</c:v>
                </c:pt>
                <c:pt idx="1345">
                  <c:v>268.63056310000002</c:v>
                </c:pt>
                <c:pt idx="1346">
                  <c:v>268.77990030000001</c:v>
                </c:pt>
                <c:pt idx="1347">
                  <c:v>268.7820418</c:v>
                </c:pt>
                <c:pt idx="1348">
                  <c:v>268.90364319999998</c:v>
                </c:pt>
                <c:pt idx="1349">
                  <c:v>268.96612679999998</c:v>
                </c:pt>
                <c:pt idx="1350">
                  <c:v>269.63197400000001</c:v>
                </c:pt>
                <c:pt idx="1351">
                  <c:v>269.77756249999999</c:v>
                </c:pt>
                <c:pt idx="1352">
                  <c:v>269.79000869999999</c:v>
                </c:pt>
                <c:pt idx="1353">
                  <c:v>269.90245490000001</c:v>
                </c:pt>
                <c:pt idx="1354">
                  <c:v>269.96805860000001</c:v>
                </c:pt>
                <c:pt idx="1355">
                  <c:v>270.63047599999999</c:v>
                </c:pt>
                <c:pt idx="1356">
                  <c:v>270.78240060000002</c:v>
                </c:pt>
                <c:pt idx="1357">
                  <c:v>270.7845102</c:v>
                </c:pt>
                <c:pt idx="1358">
                  <c:v>270.90314769999998</c:v>
                </c:pt>
                <c:pt idx="1359">
                  <c:v>270.9735814</c:v>
                </c:pt>
                <c:pt idx="1360">
                  <c:v>271.63073209999999</c:v>
                </c:pt>
                <c:pt idx="1361">
                  <c:v>271.78030439999998</c:v>
                </c:pt>
                <c:pt idx="1362">
                  <c:v>271.78994410000001</c:v>
                </c:pt>
                <c:pt idx="1363">
                  <c:v>271.90242549999999</c:v>
                </c:pt>
                <c:pt idx="1364">
                  <c:v>271.96990360000001</c:v>
                </c:pt>
                <c:pt idx="1365">
                  <c:v>272.63362649999999</c:v>
                </c:pt>
                <c:pt idx="1366">
                  <c:v>272.7754554</c:v>
                </c:pt>
                <c:pt idx="1367">
                  <c:v>272.78615189999999</c:v>
                </c:pt>
                <c:pt idx="1368">
                  <c:v>272.9025585</c:v>
                </c:pt>
                <c:pt idx="1369">
                  <c:v>272.97552230000002</c:v>
                </c:pt>
                <c:pt idx="1370">
                  <c:v>273.63110870000003</c:v>
                </c:pt>
                <c:pt idx="1371">
                  <c:v>273.78470670000002</c:v>
                </c:pt>
                <c:pt idx="1372">
                  <c:v>273.79017870000001</c:v>
                </c:pt>
                <c:pt idx="1373">
                  <c:v>273.90517449999999</c:v>
                </c:pt>
                <c:pt idx="1374">
                  <c:v>273.96869809999998</c:v>
                </c:pt>
                <c:pt idx="1375">
                  <c:v>274.64088120000002</c:v>
                </c:pt>
                <c:pt idx="1376">
                  <c:v>274.78462189999999</c:v>
                </c:pt>
                <c:pt idx="1377">
                  <c:v>274.79293310000003</c:v>
                </c:pt>
                <c:pt idx="1378">
                  <c:v>274.90391649999998</c:v>
                </c:pt>
                <c:pt idx="1379">
                  <c:v>274.97329339999999</c:v>
                </c:pt>
                <c:pt idx="1380">
                  <c:v>275.64310089999998</c:v>
                </c:pt>
                <c:pt idx="1381">
                  <c:v>275.77309869999999</c:v>
                </c:pt>
                <c:pt idx="1382">
                  <c:v>275.78535890000001</c:v>
                </c:pt>
                <c:pt idx="1383">
                  <c:v>275.9051695</c:v>
                </c:pt>
                <c:pt idx="1384">
                  <c:v>275.9714563</c:v>
                </c:pt>
                <c:pt idx="1385">
                  <c:v>276.64101260000001</c:v>
                </c:pt>
                <c:pt idx="1386">
                  <c:v>276.77621160000001</c:v>
                </c:pt>
                <c:pt idx="1387">
                  <c:v>276.7819409</c:v>
                </c:pt>
                <c:pt idx="1388">
                  <c:v>276.90797780000003</c:v>
                </c:pt>
                <c:pt idx="1389">
                  <c:v>276.97251030000001</c:v>
                </c:pt>
                <c:pt idx="1390">
                  <c:v>277.64814569999999</c:v>
                </c:pt>
                <c:pt idx="1391">
                  <c:v>277.77967100000001</c:v>
                </c:pt>
                <c:pt idx="1392">
                  <c:v>277.78218340000001</c:v>
                </c:pt>
                <c:pt idx="1393">
                  <c:v>277.908072</c:v>
                </c:pt>
                <c:pt idx="1394">
                  <c:v>277.96809719999999</c:v>
                </c:pt>
                <c:pt idx="1395">
                  <c:v>278.6383439</c:v>
                </c:pt>
                <c:pt idx="1396">
                  <c:v>278.78189470000001</c:v>
                </c:pt>
                <c:pt idx="1397">
                  <c:v>278.7820916</c:v>
                </c:pt>
                <c:pt idx="1398">
                  <c:v>278.90650479999999</c:v>
                </c:pt>
                <c:pt idx="1399">
                  <c:v>278.96959049999998</c:v>
                </c:pt>
                <c:pt idx="1400">
                  <c:v>279.6388245</c:v>
                </c:pt>
                <c:pt idx="1401">
                  <c:v>279.78159360000001</c:v>
                </c:pt>
                <c:pt idx="1402">
                  <c:v>279.78935580000001</c:v>
                </c:pt>
                <c:pt idx="1403">
                  <c:v>279.90742490000002</c:v>
                </c:pt>
                <c:pt idx="1404">
                  <c:v>279.96606750000001</c:v>
                </c:pt>
                <c:pt idx="1405">
                  <c:v>280.63636609999998</c:v>
                </c:pt>
                <c:pt idx="1406">
                  <c:v>280.78921559999998</c:v>
                </c:pt>
                <c:pt idx="1407">
                  <c:v>280.8094079</c:v>
                </c:pt>
                <c:pt idx="1408">
                  <c:v>280.90479879999998</c:v>
                </c:pt>
                <c:pt idx="1409">
                  <c:v>280.96642309999999</c:v>
                </c:pt>
                <c:pt idx="1410">
                  <c:v>281.63066370000001</c:v>
                </c:pt>
                <c:pt idx="1411">
                  <c:v>281.78416779999998</c:v>
                </c:pt>
                <c:pt idx="1412">
                  <c:v>281.78555610000001</c:v>
                </c:pt>
                <c:pt idx="1413">
                  <c:v>281.90496419999999</c:v>
                </c:pt>
                <c:pt idx="1414">
                  <c:v>281.96623549999998</c:v>
                </c:pt>
                <c:pt idx="1415">
                  <c:v>282.63075600000002</c:v>
                </c:pt>
                <c:pt idx="1416">
                  <c:v>282.78253480000001</c:v>
                </c:pt>
                <c:pt idx="1417">
                  <c:v>282.78540120000002</c:v>
                </c:pt>
                <c:pt idx="1418">
                  <c:v>282.90782919999998</c:v>
                </c:pt>
                <c:pt idx="1419">
                  <c:v>282.96891529999999</c:v>
                </c:pt>
                <c:pt idx="1420">
                  <c:v>283.63060610000002</c:v>
                </c:pt>
                <c:pt idx="1421">
                  <c:v>283.77709069999997</c:v>
                </c:pt>
                <c:pt idx="1422">
                  <c:v>283.79491250000001</c:v>
                </c:pt>
                <c:pt idx="1423">
                  <c:v>283.90232450000002</c:v>
                </c:pt>
                <c:pt idx="1424">
                  <c:v>283.9743115</c:v>
                </c:pt>
                <c:pt idx="1425">
                  <c:v>284.63284640000001</c:v>
                </c:pt>
                <c:pt idx="1426">
                  <c:v>284.77652319999999</c:v>
                </c:pt>
                <c:pt idx="1427">
                  <c:v>284.79190799999998</c:v>
                </c:pt>
                <c:pt idx="1428">
                  <c:v>284.90203009999999</c:v>
                </c:pt>
                <c:pt idx="1429">
                  <c:v>284.97183139999999</c:v>
                </c:pt>
                <c:pt idx="1430">
                  <c:v>285.64178199999998</c:v>
                </c:pt>
                <c:pt idx="1431">
                  <c:v>285.7771851</c:v>
                </c:pt>
                <c:pt idx="1432">
                  <c:v>285.79014890000002</c:v>
                </c:pt>
                <c:pt idx="1433">
                  <c:v>285.9034345</c:v>
                </c:pt>
                <c:pt idx="1434">
                  <c:v>285.97319010000001</c:v>
                </c:pt>
                <c:pt idx="1435">
                  <c:v>286.6461453</c:v>
                </c:pt>
                <c:pt idx="1436">
                  <c:v>286.77275789999999</c:v>
                </c:pt>
                <c:pt idx="1437">
                  <c:v>286.79145720000002</c:v>
                </c:pt>
                <c:pt idx="1438">
                  <c:v>286.90352189999999</c:v>
                </c:pt>
                <c:pt idx="1439">
                  <c:v>286.97430789999999</c:v>
                </c:pt>
                <c:pt idx="1440">
                  <c:v>287.63589209999998</c:v>
                </c:pt>
                <c:pt idx="1441">
                  <c:v>287.77203909999997</c:v>
                </c:pt>
                <c:pt idx="1442">
                  <c:v>287.7920388</c:v>
                </c:pt>
                <c:pt idx="1443">
                  <c:v>287.90250379999998</c:v>
                </c:pt>
                <c:pt idx="1444">
                  <c:v>287.97402770000002</c:v>
                </c:pt>
                <c:pt idx="1445">
                  <c:v>288.64033280000001</c:v>
                </c:pt>
                <c:pt idx="1446">
                  <c:v>288.7740842</c:v>
                </c:pt>
                <c:pt idx="1447">
                  <c:v>288.78877519999998</c:v>
                </c:pt>
                <c:pt idx="1448">
                  <c:v>288.90868690000002</c:v>
                </c:pt>
                <c:pt idx="1449">
                  <c:v>288.97174180000002</c:v>
                </c:pt>
                <c:pt idx="1450">
                  <c:v>289.63923640000002</c:v>
                </c:pt>
                <c:pt idx="1451">
                  <c:v>289.77204590000002</c:v>
                </c:pt>
                <c:pt idx="1452">
                  <c:v>289.78792920000001</c:v>
                </c:pt>
                <c:pt idx="1453">
                  <c:v>289.90467460000002</c:v>
                </c:pt>
                <c:pt idx="1454">
                  <c:v>289.9684949</c:v>
                </c:pt>
                <c:pt idx="1455">
                  <c:v>290.63706630000001</c:v>
                </c:pt>
                <c:pt idx="1456">
                  <c:v>290.77691440000001</c:v>
                </c:pt>
                <c:pt idx="1457">
                  <c:v>290.78947290000002</c:v>
                </c:pt>
                <c:pt idx="1458">
                  <c:v>290.9047491</c:v>
                </c:pt>
                <c:pt idx="1459">
                  <c:v>290.96859599999999</c:v>
                </c:pt>
                <c:pt idx="1460">
                  <c:v>291.63732449999998</c:v>
                </c:pt>
                <c:pt idx="1461">
                  <c:v>291.77260009999998</c:v>
                </c:pt>
                <c:pt idx="1462">
                  <c:v>291.79645249999999</c:v>
                </c:pt>
                <c:pt idx="1463">
                  <c:v>291.90439370000001</c:v>
                </c:pt>
                <c:pt idx="1464">
                  <c:v>291.96922560000002</c:v>
                </c:pt>
                <c:pt idx="1465">
                  <c:v>292.63533569999998</c:v>
                </c:pt>
                <c:pt idx="1466">
                  <c:v>292.7805942</c:v>
                </c:pt>
                <c:pt idx="1467">
                  <c:v>292.80241280000001</c:v>
                </c:pt>
                <c:pt idx="1468">
                  <c:v>292.9028596</c:v>
                </c:pt>
                <c:pt idx="1469">
                  <c:v>292.96581850000001</c:v>
                </c:pt>
                <c:pt idx="1470">
                  <c:v>293.63657019999999</c:v>
                </c:pt>
                <c:pt idx="1471">
                  <c:v>293.77787560000002</c:v>
                </c:pt>
                <c:pt idx="1472">
                  <c:v>293.7930432</c:v>
                </c:pt>
                <c:pt idx="1473">
                  <c:v>293.90520989999999</c:v>
                </c:pt>
                <c:pt idx="1474">
                  <c:v>293.96578030000001</c:v>
                </c:pt>
                <c:pt idx="1475">
                  <c:v>294.64071389999998</c:v>
                </c:pt>
                <c:pt idx="1476">
                  <c:v>294.77737020000001</c:v>
                </c:pt>
                <c:pt idx="1477">
                  <c:v>294.79388849999998</c:v>
                </c:pt>
                <c:pt idx="1478">
                  <c:v>294.90257059999999</c:v>
                </c:pt>
                <c:pt idx="1479">
                  <c:v>294.96605090000003</c:v>
                </c:pt>
                <c:pt idx="1480">
                  <c:v>295.66416930000003</c:v>
                </c:pt>
                <c:pt idx="1481">
                  <c:v>295.77254799999997</c:v>
                </c:pt>
                <c:pt idx="1482">
                  <c:v>295.7924936</c:v>
                </c:pt>
                <c:pt idx="1483">
                  <c:v>295.90224280000001</c:v>
                </c:pt>
                <c:pt idx="1484">
                  <c:v>295.96921220000002</c:v>
                </c:pt>
                <c:pt idx="1485">
                  <c:v>296.64335249999999</c:v>
                </c:pt>
                <c:pt idx="1486">
                  <c:v>296.77728289999999</c:v>
                </c:pt>
                <c:pt idx="1487">
                  <c:v>296.7917607</c:v>
                </c:pt>
                <c:pt idx="1488">
                  <c:v>296.90603429999999</c:v>
                </c:pt>
                <c:pt idx="1489">
                  <c:v>296.96997099999999</c:v>
                </c:pt>
                <c:pt idx="1490">
                  <c:v>297.64143250000001</c:v>
                </c:pt>
                <c:pt idx="1491">
                  <c:v>297.7768355</c:v>
                </c:pt>
                <c:pt idx="1492">
                  <c:v>297.7936416</c:v>
                </c:pt>
                <c:pt idx="1493">
                  <c:v>297.90478280000002</c:v>
                </c:pt>
                <c:pt idx="1494">
                  <c:v>297.9660293</c:v>
                </c:pt>
                <c:pt idx="1495">
                  <c:v>298.64475090000002</c:v>
                </c:pt>
                <c:pt idx="1496">
                  <c:v>298.77320570000001</c:v>
                </c:pt>
                <c:pt idx="1497">
                  <c:v>298.7914083</c:v>
                </c:pt>
                <c:pt idx="1498">
                  <c:v>298.9031038</c:v>
                </c:pt>
                <c:pt idx="1499">
                  <c:v>298.97138660000002</c:v>
                </c:pt>
                <c:pt idx="1500">
                  <c:v>299.64052909999998</c:v>
                </c:pt>
                <c:pt idx="1501">
                  <c:v>299.7726285</c:v>
                </c:pt>
                <c:pt idx="1502">
                  <c:v>299.79088910000002</c:v>
                </c:pt>
                <c:pt idx="1503">
                  <c:v>299.90873319999997</c:v>
                </c:pt>
                <c:pt idx="1504">
                  <c:v>299.9707295</c:v>
                </c:pt>
                <c:pt idx="1505">
                  <c:v>300.63929309999997</c:v>
                </c:pt>
                <c:pt idx="1506">
                  <c:v>300.77364010000002</c:v>
                </c:pt>
                <c:pt idx="1507">
                  <c:v>300.78637129999998</c:v>
                </c:pt>
                <c:pt idx="1508">
                  <c:v>300.91130859999998</c:v>
                </c:pt>
                <c:pt idx="1509">
                  <c:v>300.97109540000002</c:v>
                </c:pt>
                <c:pt idx="1510">
                  <c:v>301.6405843</c:v>
                </c:pt>
                <c:pt idx="1511">
                  <c:v>301.77427230000001</c:v>
                </c:pt>
                <c:pt idx="1512">
                  <c:v>301.79169039999999</c:v>
                </c:pt>
                <c:pt idx="1513">
                  <c:v>301.90758699999998</c:v>
                </c:pt>
                <c:pt idx="1514">
                  <c:v>301.96924360000003</c:v>
                </c:pt>
                <c:pt idx="1515">
                  <c:v>302.63669349999998</c:v>
                </c:pt>
                <c:pt idx="1516">
                  <c:v>302.77911060000002</c:v>
                </c:pt>
                <c:pt idx="1517">
                  <c:v>302.78760269999998</c:v>
                </c:pt>
                <c:pt idx="1518">
                  <c:v>302.90550309999998</c:v>
                </c:pt>
                <c:pt idx="1519">
                  <c:v>302.96835320000002</c:v>
                </c:pt>
                <c:pt idx="1520">
                  <c:v>303.63231530000002</c:v>
                </c:pt>
                <c:pt idx="1521">
                  <c:v>303.77989000000002</c:v>
                </c:pt>
                <c:pt idx="1522">
                  <c:v>303.7820858</c:v>
                </c:pt>
                <c:pt idx="1523">
                  <c:v>303.90535729999999</c:v>
                </c:pt>
                <c:pt idx="1524">
                  <c:v>303.96832360000002</c:v>
                </c:pt>
                <c:pt idx="1525">
                  <c:v>304.6359764</c:v>
                </c:pt>
                <c:pt idx="1526">
                  <c:v>304.77848189999997</c:v>
                </c:pt>
                <c:pt idx="1527">
                  <c:v>304.79241439999998</c:v>
                </c:pt>
                <c:pt idx="1528">
                  <c:v>304.90529190000001</c:v>
                </c:pt>
                <c:pt idx="1529">
                  <c:v>304.96725609999999</c:v>
                </c:pt>
                <c:pt idx="1530">
                  <c:v>305.6385909</c:v>
                </c:pt>
                <c:pt idx="1531">
                  <c:v>305.77925260000001</c:v>
                </c:pt>
                <c:pt idx="1532">
                  <c:v>305.7897241</c:v>
                </c:pt>
                <c:pt idx="1533">
                  <c:v>305.90363580000002</c:v>
                </c:pt>
                <c:pt idx="1534">
                  <c:v>305.97075799999999</c:v>
                </c:pt>
                <c:pt idx="1535">
                  <c:v>306.64329040000001</c:v>
                </c:pt>
                <c:pt idx="1536">
                  <c:v>306.77775209999999</c:v>
                </c:pt>
                <c:pt idx="1537">
                  <c:v>306.79319349999997</c:v>
                </c:pt>
                <c:pt idx="1538">
                  <c:v>306.90799179999999</c:v>
                </c:pt>
                <c:pt idx="1539">
                  <c:v>306.96584890000003</c:v>
                </c:pt>
                <c:pt idx="1540">
                  <c:v>307.64365629999998</c:v>
                </c:pt>
                <c:pt idx="1541">
                  <c:v>307.79147660000001</c:v>
                </c:pt>
                <c:pt idx="1542">
                  <c:v>307.81796309999999</c:v>
                </c:pt>
                <c:pt idx="1543">
                  <c:v>307.90314460000002</c:v>
                </c:pt>
                <c:pt idx="1544">
                  <c:v>307.97434650000002</c:v>
                </c:pt>
                <c:pt idx="1545">
                  <c:v>308.64013740000001</c:v>
                </c:pt>
                <c:pt idx="1546">
                  <c:v>308.78209290000001</c:v>
                </c:pt>
                <c:pt idx="1547">
                  <c:v>308.7946599</c:v>
                </c:pt>
                <c:pt idx="1548">
                  <c:v>308.91158410000003</c:v>
                </c:pt>
                <c:pt idx="1549">
                  <c:v>308.9681405</c:v>
                </c:pt>
                <c:pt idx="1550">
                  <c:v>309.6439221</c:v>
                </c:pt>
                <c:pt idx="1551">
                  <c:v>309.77907870000001</c:v>
                </c:pt>
                <c:pt idx="1552">
                  <c:v>309.79139520000001</c:v>
                </c:pt>
                <c:pt idx="1553">
                  <c:v>309.91725750000001</c:v>
                </c:pt>
                <c:pt idx="1554">
                  <c:v>309.97226549999999</c:v>
                </c:pt>
                <c:pt idx="1555">
                  <c:v>310.64317160000002</c:v>
                </c:pt>
                <c:pt idx="1556">
                  <c:v>310.78011140000001</c:v>
                </c:pt>
                <c:pt idx="1557">
                  <c:v>310.79187630000001</c:v>
                </c:pt>
                <c:pt idx="1558">
                  <c:v>310.91313889999998</c:v>
                </c:pt>
                <c:pt idx="1559">
                  <c:v>310.97144079999998</c:v>
                </c:pt>
                <c:pt idx="1560">
                  <c:v>311.63922079999998</c:v>
                </c:pt>
                <c:pt idx="1561">
                  <c:v>311.78162509999999</c:v>
                </c:pt>
                <c:pt idx="1562">
                  <c:v>311.78781650000002</c:v>
                </c:pt>
                <c:pt idx="1563">
                  <c:v>311.91526270000003</c:v>
                </c:pt>
                <c:pt idx="1564">
                  <c:v>311.96966850000001</c:v>
                </c:pt>
                <c:pt idx="1565">
                  <c:v>312.6422149</c:v>
                </c:pt>
                <c:pt idx="1566">
                  <c:v>312.77925379999999</c:v>
                </c:pt>
                <c:pt idx="1567">
                  <c:v>312.79150870000001</c:v>
                </c:pt>
                <c:pt idx="1568">
                  <c:v>312.91555959999999</c:v>
                </c:pt>
                <c:pt idx="1569">
                  <c:v>312.96632210000001</c:v>
                </c:pt>
                <c:pt idx="1570">
                  <c:v>313.63275590000001</c:v>
                </c:pt>
                <c:pt idx="1571">
                  <c:v>313.78238049999999</c:v>
                </c:pt>
                <c:pt idx="1572">
                  <c:v>313.78817290000001</c:v>
                </c:pt>
                <c:pt idx="1573">
                  <c:v>313.91182120000002</c:v>
                </c:pt>
                <c:pt idx="1574">
                  <c:v>313.96860909999998</c:v>
                </c:pt>
                <c:pt idx="1575">
                  <c:v>314.62978759999999</c:v>
                </c:pt>
                <c:pt idx="1576">
                  <c:v>314.78329400000001</c:v>
                </c:pt>
                <c:pt idx="1577">
                  <c:v>314.79966089999999</c:v>
                </c:pt>
                <c:pt idx="1578">
                  <c:v>314.90881469999999</c:v>
                </c:pt>
                <c:pt idx="1579">
                  <c:v>314.96845050000002</c:v>
                </c:pt>
                <c:pt idx="1580">
                  <c:v>315.63749619999999</c:v>
                </c:pt>
                <c:pt idx="1581">
                  <c:v>315.78399480000002</c:v>
                </c:pt>
                <c:pt idx="1582">
                  <c:v>315.79160610000002</c:v>
                </c:pt>
                <c:pt idx="1583">
                  <c:v>315.9127264</c:v>
                </c:pt>
                <c:pt idx="1584">
                  <c:v>315.96736079999999</c:v>
                </c:pt>
                <c:pt idx="1585">
                  <c:v>316.63041720000001</c:v>
                </c:pt>
                <c:pt idx="1586">
                  <c:v>316.78292299999998</c:v>
                </c:pt>
                <c:pt idx="1587">
                  <c:v>316.79362900000001</c:v>
                </c:pt>
                <c:pt idx="1588">
                  <c:v>316.91254830000003</c:v>
                </c:pt>
                <c:pt idx="1589">
                  <c:v>316.96687179999998</c:v>
                </c:pt>
                <c:pt idx="1590">
                  <c:v>317.64154980000001</c:v>
                </c:pt>
                <c:pt idx="1591">
                  <c:v>317.7861613</c:v>
                </c:pt>
                <c:pt idx="1592">
                  <c:v>317.79267149999998</c:v>
                </c:pt>
                <c:pt idx="1593">
                  <c:v>317.90248509999998</c:v>
                </c:pt>
                <c:pt idx="1594">
                  <c:v>317.96600310000002</c:v>
                </c:pt>
                <c:pt idx="1595">
                  <c:v>318.64354040000001</c:v>
                </c:pt>
                <c:pt idx="1596">
                  <c:v>318.78228530000001</c:v>
                </c:pt>
                <c:pt idx="1597">
                  <c:v>318.79537870000001</c:v>
                </c:pt>
                <c:pt idx="1598">
                  <c:v>318.90276410000001</c:v>
                </c:pt>
                <c:pt idx="1599">
                  <c:v>318.96691879999997</c:v>
                </c:pt>
                <c:pt idx="1600">
                  <c:v>319.64211490000002</c:v>
                </c:pt>
                <c:pt idx="1601">
                  <c:v>319.77977490000001</c:v>
                </c:pt>
                <c:pt idx="1602">
                  <c:v>319.79655150000002</c:v>
                </c:pt>
                <c:pt idx="1603">
                  <c:v>319.90245270000003</c:v>
                </c:pt>
                <c:pt idx="1604">
                  <c:v>319.96862399999998</c:v>
                </c:pt>
                <c:pt idx="1605">
                  <c:v>320.64207390000001</c:v>
                </c:pt>
                <c:pt idx="1606">
                  <c:v>320.7822951</c:v>
                </c:pt>
                <c:pt idx="1607">
                  <c:v>320.79177240000001</c:v>
                </c:pt>
                <c:pt idx="1608">
                  <c:v>320.90536409999999</c:v>
                </c:pt>
                <c:pt idx="1609">
                  <c:v>320.96849959999997</c:v>
                </c:pt>
                <c:pt idx="1610">
                  <c:v>321.64137979999998</c:v>
                </c:pt>
                <c:pt idx="1611">
                  <c:v>321.77875599999999</c:v>
                </c:pt>
                <c:pt idx="1612">
                  <c:v>321.78901730000001</c:v>
                </c:pt>
                <c:pt idx="1613">
                  <c:v>321.90435609999997</c:v>
                </c:pt>
                <c:pt idx="1614">
                  <c:v>321.9712073</c:v>
                </c:pt>
                <c:pt idx="1615">
                  <c:v>322.6457039</c:v>
                </c:pt>
                <c:pt idx="1616">
                  <c:v>322.7753088</c:v>
                </c:pt>
                <c:pt idx="1617">
                  <c:v>322.78311079999997</c:v>
                </c:pt>
                <c:pt idx="1618">
                  <c:v>322.91101400000002</c:v>
                </c:pt>
                <c:pt idx="1619">
                  <c:v>322.97410619999999</c:v>
                </c:pt>
                <c:pt idx="1620">
                  <c:v>323.63985830000001</c:v>
                </c:pt>
                <c:pt idx="1621">
                  <c:v>323.7730138</c:v>
                </c:pt>
                <c:pt idx="1622">
                  <c:v>323.78226749999999</c:v>
                </c:pt>
                <c:pt idx="1623">
                  <c:v>323.90788259999999</c:v>
                </c:pt>
                <c:pt idx="1624">
                  <c:v>323.9778695</c:v>
                </c:pt>
                <c:pt idx="1625">
                  <c:v>324.64095350000002</c:v>
                </c:pt>
                <c:pt idx="1626">
                  <c:v>324.7730866</c:v>
                </c:pt>
                <c:pt idx="1627">
                  <c:v>324.78157970000001</c:v>
                </c:pt>
                <c:pt idx="1628">
                  <c:v>324.90797579999997</c:v>
                </c:pt>
                <c:pt idx="1629">
                  <c:v>324.97003480000001</c:v>
                </c:pt>
                <c:pt idx="1630">
                  <c:v>325.64036329999999</c:v>
                </c:pt>
                <c:pt idx="1631">
                  <c:v>325.7787654</c:v>
                </c:pt>
                <c:pt idx="1632">
                  <c:v>325.78158459999997</c:v>
                </c:pt>
                <c:pt idx="1633">
                  <c:v>325.90914670000001</c:v>
                </c:pt>
                <c:pt idx="1634">
                  <c:v>325.96987530000001</c:v>
                </c:pt>
                <c:pt idx="1635">
                  <c:v>326.63640240000001</c:v>
                </c:pt>
                <c:pt idx="1636">
                  <c:v>326.77839849999998</c:v>
                </c:pt>
                <c:pt idx="1637">
                  <c:v>326.78489459999997</c:v>
                </c:pt>
                <c:pt idx="1638">
                  <c:v>326.90465410000002</c:v>
                </c:pt>
                <c:pt idx="1639">
                  <c:v>326.9689204</c:v>
                </c:pt>
                <c:pt idx="1640">
                  <c:v>327.63634459999997</c:v>
                </c:pt>
                <c:pt idx="1641">
                  <c:v>327.78310190000002</c:v>
                </c:pt>
                <c:pt idx="1642">
                  <c:v>327.78480080000003</c:v>
                </c:pt>
                <c:pt idx="1643">
                  <c:v>327.91540659999998</c:v>
                </c:pt>
                <c:pt idx="1644">
                  <c:v>327.9680682</c:v>
                </c:pt>
                <c:pt idx="1645">
                  <c:v>328.63843029999998</c:v>
                </c:pt>
                <c:pt idx="1646">
                  <c:v>328.78223379999997</c:v>
                </c:pt>
                <c:pt idx="1647">
                  <c:v>328.78240090000003</c:v>
                </c:pt>
                <c:pt idx="1648">
                  <c:v>328.90963620000002</c:v>
                </c:pt>
                <c:pt idx="1649">
                  <c:v>328.96604810000002</c:v>
                </c:pt>
                <c:pt idx="1650">
                  <c:v>329.64555109999998</c:v>
                </c:pt>
                <c:pt idx="1651">
                  <c:v>329.785799</c:v>
                </c:pt>
                <c:pt idx="1652">
                  <c:v>329.7886373</c:v>
                </c:pt>
                <c:pt idx="1653">
                  <c:v>329.90891219999997</c:v>
                </c:pt>
                <c:pt idx="1654">
                  <c:v>329.96884310000002</c:v>
                </c:pt>
                <c:pt idx="1655">
                  <c:v>330.64067019999999</c:v>
                </c:pt>
                <c:pt idx="1656">
                  <c:v>330.7853283</c:v>
                </c:pt>
                <c:pt idx="1657">
                  <c:v>330.7859148</c:v>
                </c:pt>
                <c:pt idx="1658">
                  <c:v>330.90828720000002</c:v>
                </c:pt>
                <c:pt idx="1659">
                  <c:v>330.9683789</c:v>
                </c:pt>
                <c:pt idx="1660">
                  <c:v>331.65770470000001</c:v>
                </c:pt>
                <c:pt idx="1661">
                  <c:v>331.78266359999998</c:v>
                </c:pt>
                <c:pt idx="1662">
                  <c:v>331.78703230000002</c:v>
                </c:pt>
                <c:pt idx="1663">
                  <c:v>331.909963</c:v>
                </c:pt>
                <c:pt idx="1664">
                  <c:v>331.96802600000001</c:v>
                </c:pt>
                <c:pt idx="1665">
                  <c:v>332.64275520000001</c:v>
                </c:pt>
                <c:pt idx="1666">
                  <c:v>332.7795132</c:v>
                </c:pt>
                <c:pt idx="1667">
                  <c:v>332.78376020000002</c:v>
                </c:pt>
                <c:pt idx="1668">
                  <c:v>332.91311489999998</c:v>
                </c:pt>
                <c:pt idx="1669">
                  <c:v>332.9659527</c:v>
                </c:pt>
                <c:pt idx="1670">
                  <c:v>333.63980930000002</c:v>
                </c:pt>
                <c:pt idx="1671">
                  <c:v>333.77393799999999</c:v>
                </c:pt>
                <c:pt idx="1672">
                  <c:v>333.7836744</c:v>
                </c:pt>
                <c:pt idx="1673">
                  <c:v>333.90984730000002</c:v>
                </c:pt>
                <c:pt idx="1674">
                  <c:v>333.97154280000001</c:v>
                </c:pt>
                <c:pt idx="1675">
                  <c:v>334.63672789999998</c:v>
                </c:pt>
                <c:pt idx="1676">
                  <c:v>334.77610559999999</c:v>
                </c:pt>
                <c:pt idx="1677">
                  <c:v>334.78186149999999</c:v>
                </c:pt>
                <c:pt idx="1678">
                  <c:v>334.91874899999999</c:v>
                </c:pt>
                <c:pt idx="1679">
                  <c:v>334.97070919999999</c:v>
                </c:pt>
                <c:pt idx="1680">
                  <c:v>335.63836370000001</c:v>
                </c:pt>
                <c:pt idx="1681">
                  <c:v>335.78037189999998</c:v>
                </c:pt>
                <c:pt idx="1682">
                  <c:v>335.78278490000002</c:v>
                </c:pt>
                <c:pt idx="1683">
                  <c:v>335.9129681</c:v>
                </c:pt>
                <c:pt idx="1684">
                  <c:v>335.97084369999999</c:v>
                </c:pt>
                <c:pt idx="1685">
                  <c:v>336.63958869999999</c:v>
                </c:pt>
                <c:pt idx="1686">
                  <c:v>336.77688080000001</c:v>
                </c:pt>
                <c:pt idx="1687">
                  <c:v>336.78211379999999</c:v>
                </c:pt>
                <c:pt idx="1688">
                  <c:v>336.91329880000001</c:v>
                </c:pt>
                <c:pt idx="1689">
                  <c:v>336.96616820000003</c:v>
                </c:pt>
                <c:pt idx="1690">
                  <c:v>337.63934990000001</c:v>
                </c:pt>
                <c:pt idx="1691">
                  <c:v>337.77957559999999</c:v>
                </c:pt>
                <c:pt idx="1692">
                  <c:v>337.78653830000002</c:v>
                </c:pt>
                <c:pt idx="1693">
                  <c:v>337.91696489999998</c:v>
                </c:pt>
                <c:pt idx="1694">
                  <c:v>337.9685025</c:v>
                </c:pt>
                <c:pt idx="1695">
                  <c:v>338.63062939999998</c:v>
                </c:pt>
                <c:pt idx="1696">
                  <c:v>338.78091260000002</c:v>
                </c:pt>
                <c:pt idx="1697">
                  <c:v>338.78462880000001</c:v>
                </c:pt>
                <c:pt idx="1698">
                  <c:v>338.9126933</c:v>
                </c:pt>
                <c:pt idx="1699">
                  <c:v>338.96841230000001</c:v>
                </c:pt>
                <c:pt idx="1700">
                  <c:v>339.63044810000002</c:v>
                </c:pt>
                <c:pt idx="1701">
                  <c:v>339.7825752</c:v>
                </c:pt>
                <c:pt idx="1702">
                  <c:v>339.78512999999998</c:v>
                </c:pt>
                <c:pt idx="1703">
                  <c:v>339.91523569999998</c:v>
                </c:pt>
                <c:pt idx="1704">
                  <c:v>339.96577559999997</c:v>
                </c:pt>
                <c:pt idx="1705">
                  <c:v>340.64281410000001</c:v>
                </c:pt>
                <c:pt idx="1706">
                  <c:v>340.78351809999998</c:v>
                </c:pt>
                <c:pt idx="1707">
                  <c:v>340.78934939999999</c:v>
                </c:pt>
                <c:pt idx="1708">
                  <c:v>340.90964209999999</c:v>
                </c:pt>
                <c:pt idx="1709">
                  <c:v>340.96642270000001</c:v>
                </c:pt>
                <c:pt idx="1710">
                  <c:v>341.64408980000002</c:v>
                </c:pt>
                <c:pt idx="1711">
                  <c:v>341.78135109999999</c:v>
                </c:pt>
                <c:pt idx="1712">
                  <c:v>341.78336839999997</c:v>
                </c:pt>
                <c:pt idx="1713">
                  <c:v>341.90966700000001</c:v>
                </c:pt>
                <c:pt idx="1714">
                  <c:v>341.96568550000001</c:v>
                </c:pt>
                <c:pt idx="1715">
                  <c:v>342.64158040000001</c:v>
                </c:pt>
                <c:pt idx="1716">
                  <c:v>342.77885429999998</c:v>
                </c:pt>
                <c:pt idx="1717">
                  <c:v>342.78777280000003</c:v>
                </c:pt>
                <c:pt idx="1718">
                  <c:v>342.90208699999999</c:v>
                </c:pt>
                <c:pt idx="1719">
                  <c:v>342.9661782</c:v>
                </c:pt>
                <c:pt idx="1720">
                  <c:v>343.64032159999999</c:v>
                </c:pt>
                <c:pt idx="1721">
                  <c:v>343.77622170000001</c:v>
                </c:pt>
                <c:pt idx="1722">
                  <c:v>343.78471839999997</c:v>
                </c:pt>
                <c:pt idx="1723">
                  <c:v>343.9027542</c:v>
                </c:pt>
                <c:pt idx="1724">
                  <c:v>343.97283240000002</c:v>
                </c:pt>
                <c:pt idx="1725">
                  <c:v>344.64292979999999</c:v>
                </c:pt>
                <c:pt idx="1726">
                  <c:v>344.77528260000003</c:v>
                </c:pt>
                <c:pt idx="1727">
                  <c:v>344.78218500000003</c:v>
                </c:pt>
                <c:pt idx="1728">
                  <c:v>344.91215390000002</c:v>
                </c:pt>
                <c:pt idx="1729">
                  <c:v>344.96701380000002</c:v>
                </c:pt>
                <c:pt idx="1730">
                  <c:v>345.64057989999998</c:v>
                </c:pt>
                <c:pt idx="1731">
                  <c:v>345.77463030000001</c:v>
                </c:pt>
                <c:pt idx="1732">
                  <c:v>345.7823515</c:v>
                </c:pt>
                <c:pt idx="1733">
                  <c:v>345.91234439999999</c:v>
                </c:pt>
                <c:pt idx="1734">
                  <c:v>345.97143310000001</c:v>
                </c:pt>
                <c:pt idx="1735">
                  <c:v>346.63942359999999</c:v>
                </c:pt>
                <c:pt idx="1736">
                  <c:v>346.77240560000001</c:v>
                </c:pt>
                <c:pt idx="1737">
                  <c:v>346.78259580000002</c:v>
                </c:pt>
                <c:pt idx="1738">
                  <c:v>346.91969769999997</c:v>
                </c:pt>
                <c:pt idx="1739">
                  <c:v>346.97370439999997</c:v>
                </c:pt>
                <c:pt idx="1740">
                  <c:v>347.63740130000002</c:v>
                </c:pt>
                <c:pt idx="1741">
                  <c:v>347.77252579999998</c:v>
                </c:pt>
                <c:pt idx="1742">
                  <c:v>347.783322</c:v>
                </c:pt>
                <c:pt idx="1743">
                  <c:v>347.91603170000002</c:v>
                </c:pt>
                <c:pt idx="1744">
                  <c:v>347.97141360000001</c:v>
                </c:pt>
                <c:pt idx="1745">
                  <c:v>348.63812259999997</c:v>
                </c:pt>
                <c:pt idx="1746">
                  <c:v>348.77207870000001</c:v>
                </c:pt>
                <c:pt idx="1747">
                  <c:v>348.78203539999998</c:v>
                </c:pt>
                <c:pt idx="1748">
                  <c:v>348.92046570000002</c:v>
                </c:pt>
                <c:pt idx="1749">
                  <c:v>348.97152010000002</c:v>
                </c:pt>
                <c:pt idx="1750">
                  <c:v>349.63895689999998</c:v>
                </c:pt>
                <c:pt idx="1751">
                  <c:v>349.77266350000002</c:v>
                </c:pt>
                <c:pt idx="1752">
                  <c:v>349.78535369999997</c:v>
                </c:pt>
                <c:pt idx="1753">
                  <c:v>349.91371550000002</c:v>
                </c:pt>
                <c:pt idx="1754">
                  <c:v>349.97134729999999</c:v>
                </c:pt>
                <c:pt idx="1755">
                  <c:v>350.63028919999999</c:v>
                </c:pt>
                <c:pt idx="1756">
                  <c:v>350.7780889</c:v>
                </c:pt>
                <c:pt idx="1757">
                  <c:v>350.78787499999999</c:v>
                </c:pt>
                <c:pt idx="1758">
                  <c:v>350.91535979999998</c:v>
                </c:pt>
                <c:pt idx="1759">
                  <c:v>350.97295129999998</c:v>
                </c:pt>
                <c:pt idx="1760">
                  <c:v>351.63086550000003</c:v>
                </c:pt>
                <c:pt idx="1761">
                  <c:v>351.7736051</c:v>
                </c:pt>
                <c:pt idx="1762">
                  <c:v>351.84032120000001</c:v>
                </c:pt>
                <c:pt idx="1763">
                  <c:v>351.91282660000002</c:v>
                </c:pt>
                <c:pt idx="1764">
                  <c:v>351.96833229999999</c:v>
                </c:pt>
                <c:pt idx="1765">
                  <c:v>352.63571810000002</c:v>
                </c:pt>
                <c:pt idx="1766">
                  <c:v>352.78076520000002</c:v>
                </c:pt>
                <c:pt idx="1767">
                  <c:v>352.78394420000001</c:v>
                </c:pt>
                <c:pt idx="1768">
                  <c:v>352.91325840000002</c:v>
                </c:pt>
                <c:pt idx="1769">
                  <c:v>352.96958000000001</c:v>
                </c:pt>
                <c:pt idx="1770">
                  <c:v>353.64102179999998</c:v>
                </c:pt>
                <c:pt idx="1771">
                  <c:v>353.77770070000003</c:v>
                </c:pt>
                <c:pt idx="1772">
                  <c:v>353.78231820000002</c:v>
                </c:pt>
                <c:pt idx="1773">
                  <c:v>353.9112063</c:v>
                </c:pt>
                <c:pt idx="1774">
                  <c:v>353.96606389999999</c:v>
                </c:pt>
                <c:pt idx="1775">
                  <c:v>354.64278180000002</c:v>
                </c:pt>
                <c:pt idx="1776">
                  <c:v>354.77756840000001</c:v>
                </c:pt>
                <c:pt idx="1777">
                  <c:v>354.78440319999999</c:v>
                </c:pt>
                <c:pt idx="1778">
                  <c:v>354.90832949999998</c:v>
                </c:pt>
                <c:pt idx="1779">
                  <c:v>354.96623</c:v>
                </c:pt>
                <c:pt idx="1780">
                  <c:v>355.6441762</c:v>
                </c:pt>
                <c:pt idx="1781">
                  <c:v>355.77766650000001</c:v>
                </c:pt>
                <c:pt idx="1782">
                  <c:v>355.78407129999999</c:v>
                </c:pt>
                <c:pt idx="1783">
                  <c:v>355.90852460000002</c:v>
                </c:pt>
                <c:pt idx="1784">
                  <c:v>355.96614460000001</c:v>
                </c:pt>
                <c:pt idx="1785">
                  <c:v>356.6412995</c:v>
                </c:pt>
                <c:pt idx="1786">
                  <c:v>356.77633470000001</c:v>
                </c:pt>
                <c:pt idx="1787">
                  <c:v>356.78313989999998</c:v>
                </c:pt>
                <c:pt idx="1788">
                  <c:v>356.91137939999999</c:v>
                </c:pt>
                <c:pt idx="1789">
                  <c:v>356.96879510000002</c:v>
                </c:pt>
                <c:pt idx="1790">
                  <c:v>357.64548719999999</c:v>
                </c:pt>
                <c:pt idx="1791">
                  <c:v>357.77440489999998</c:v>
                </c:pt>
                <c:pt idx="1792">
                  <c:v>357.78800949999999</c:v>
                </c:pt>
                <c:pt idx="1793">
                  <c:v>357.9113183</c:v>
                </c:pt>
                <c:pt idx="1794">
                  <c:v>357.96834100000001</c:v>
                </c:pt>
                <c:pt idx="1795">
                  <c:v>358.6381844</c:v>
                </c:pt>
                <c:pt idx="1796">
                  <c:v>358.77167839999998</c:v>
                </c:pt>
                <c:pt idx="1797">
                  <c:v>358.78190970000003</c:v>
                </c:pt>
                <c:pt idx="1798">
                  <c:v>358.9091176</c:v>
                </c:pt>
                <c:pt idx="1799">
                  <c:v>358.96631380000002</c:v>
                </c:pt>
                <c:pt idx="1800">
                  <c:v>359.63986199999999</c:v>
                </c:pt>
                <c:pt idx="1801">
                  <c:v>359.77439850000002</c:v>
                </c:pt>
                <c:pt idx="1802">
                  <c:v>359.78428250000002</c:v>
                </c:pt>
                <c:pt idx="1803">
                  <c:v>359.91401780000001</c:v>
                </c:pt>
                <c:pt idx="1804">
                  <c:v>359.97380550000003</c:v>
                </c:pt>
                <c:pt idx="1805">
                  <c:v>360.64134999999999</c:v>
                </c:pt>
                <c:pt idx="1806">
                  <c:v>360.7741236</c:v>
                </c:pt>
                <c:pt idx="1807">
                  <c:v>360.78788100000003</c:v>
                </c:pt>
                <c:pt idx="1808">
                  <c:v>360.91657140000001</c:v>
                </c:pt>
                <c:pt idx="1809">
                  <c:v>360.96996769999998</c:v>
                </c:pt>
                <c:pt idx="1810">
                  <c:v>361.63838579999998</c:v>
                </c:pt>
                <c:pt idx="1811">
                  <c:v>361.77204619999998</c:v>
                </c:pt>
                <c:pt idx="1812">
                  <c:v>361.78253660000001</c:v>
                </c:pt>
                <c:pt idx="1813">
                  <c:v>361.9151713</c:v>
                </c:pt>
                <c:pt idx="1814">
                  <c:v>361.96791990000003</c:v>
                </c:pt>
                <c:pt idx="1815">
                  <c:v>362.6364562</c:v>
                </c:pt>
                <c:pt idx="1816">
                  <c:v>362.77563429999998</c:v>
                </c:pt>
                <c:pt idx="1817">
                  <c:v>362.78653530000003</c:v>
                </c:pt>
                <c:pt idx="1818">
                  <c:v>362.91433869999997</c:v>
                </c:pt>
                <c:pt idx="1819">
                  <c:v>362.97781190000001</c:v>
                </c:pt>
                <c:pt idx="1820">
                  <c:v>363.63836579999997</c:v>
                </c:pt>
                <c:pt idx="1821">
                  <c:v>363.77204999999998</c:v>
                </c:pt>
                <c:pt idx="1822">
                  <c:v>363.7872911</c:v>
                </c:pt>
                <c:pt idx="1823">
                  <c:v>363.91228719999998</c:v>
                </c:pt>
                <c:pt idx="1824">
                  <c:v>363.97476870000003</c:v>
                </c:pt>
                <c:pt idx="1825">
                  <c:v>364.638845</c:v>
                </c:pt>
                <c:pt idx="1826">
                  <c:v>364.77426860000003</c:v>
                </c:pt>
                <c:pt idx="1827">
                  <c:v>364.78735640000002</c:v>
                </c:pt>
                <c:pt idx="1828">
                  <c:v>364.9152929</c:v>
                </c:pt>
                <c:pt idx="1829">
                  <c:v>364.97217289999998</c:v>
                </c:pt>
                <c:pt idx="1830">
                  <c:v>365.64188799999999</c:v>
                </c:pt>
                <c:pt idx="1831">
                  <c:v>365.77495870000001</c:v>
                </c:pt>
                <c:pt idx="1832">
                  <c:v>365.78650770000002</c:v>
                </c:pt>
                <c:pt idx="1833">
                  <c:v>365.91013880000003</c:v>
                </c:pt>
                <c:pt idx="1834">
                  <c:v>365.9723568</c:v>
                </c:pt>
                <c:pt idx="1835">
                  <c:v>366.64198649999997</c:v>
                </c:pt>
                <c:pt idx="1836">
                  <c:v>366.77749290000003</c:v>
                </c:pt>
                <c:pt idx="1837">
                  <c:v>366.78456979999999</c:v>
                </c:pt>
                <c:pt idx="1838">
                  <c:v>366.91093480000001</c:v>
                </c:pt>
                <c:pt idx="1839">
                  <c:v>366.97319659999999</c:v>
                </c:pt>
                <c:pt idx="1840">
                  <c:v>367.64359930000001</c:v>
                </c:pt>
                <c:pt idx="1841">
                  <c:v>367.7806205</c:v>
                </c:pt>
                <c:pt idx="1842">
                  <c:v>367.78643870000002</c:v>
                </c:pt>
                <c:pt idx="1843">
                  <c:v>367.91666149999998</c:v>
                </c:pt>
                <c:pt idx="1844">
                  <c:v>367.9705007</c:v>
                </c:pt>
                <c:pt idx="1845">
                  <c:v>368.64445089999998</c:v>
                </c:pt>
                <c:pt idx="1846">
                  <c:v>368.77680600000002</c:v>
                </c:pt>
                <c:pt idx="1847">
                  <c:v>368.78463879999998</c:v>
                </c:pt>
                <c:pt idx="1848">
                  <c:v>368.9142885</c:v>
                </c:pt>
                <c:pt idx="1849">
                  <c:v>368.97621880000003</c:v>
                </c:pt>
                <c:pt idx="1850">
                  <c:v>369.6378886</c:v>
                </c:pt>
                <c:pt idx="1851">
                  <c:v>369.77307510000003</c:v>
                </c:pt>
                <c:pt idx="1852">
                  <c:v>369.78475889999999</c:v>
                </c:pt>
                <c:pt idx="1853">
                  <c:v>369.91140949999999</c:v>
                </c:pt>
                <c:pt idx="1854">
                  <c:v>370.00249700000001</c:v>
                </c:pt>
                <c:pt idx="1855">
                  <c:v>370.63433730000003</c:v>
                </c:pt>
                <c:pt idx="1856">
                  <c:v>370.77431139999999</c:v>
                </c:pt>
                <c:pt idx="1857">
                  <c:v>370.78178989999998</c:v>
                </c:pt>
                <c:pt idx="1858">
                  <c:v>370.91408860000001</c:v>
                </c:pt>
                <c:pt idx="1859">
                  <c:v>370.9796407</c:v>
                </c:pt>
                <c:pt idx="1860">
                  <c:v>371.6339825</c:v>
                </c:pt>
                <c:pt idx="1861">
                  <c:v>371.77553189999998</c:v>
                </c:pt>
                <c:pt idx="1862">
                  <c:v>371.7825148</c:v>
                </c:pt>
                <c:pt idx="1863">
                  <c:v>371.91087320000003</c:v>
                </c:pt>
                <c:pt idx="1864">
                  <c:v>371.98786819999998</c:v>
                </c:pt>
                <c:pt idx="1865">
                  <c:v>372.63495210000002</c:v>
                </c:pt>
                <c:pt idx="1866">
                  <c:v>372.77232550000002</c:v>
                </c:pt>
                <c:pt idx="1867">
                  <c:v>372.78206269999998</c:v>
                </c:pt>
                <c:pt idx="1868">
                  <c:v>372.9146533</c:v>
                </c:pt>
                <c:pt idx="1869">
                  <c:v>372.9731061</c:v>
                </c:pt>
                <c:pt idx="1870">
                  <c:v>373.77229599999998</c:v>
                </c:pt>
                <c:pt idx="1871">
                  <c:v>373.78461850000002</c:v>
                </c:pt>
                <c:pt idx="1872">
                  <c:v>373.91719699999999</c:v>
                </c:pt>
                <c:pt idx="1873">
                  <c:v>373.92565949999999</c:v>
                </c:pt>
                <c:pt idx="1874">
                  <c:v>373.96968040000002</c:v>
                </c:pt>
                <c:pt idx="1875">
                  <c:v>374.64756990000001</c:v>
                </c:pt>
                <c:pt idx="1876">
                  <c:v>374.78516660000003</c:v>
                </c:pt>
                <c:pt idx="1877">
                  <c:v>374.91623970000001</c:v>
                </c:pt>
                <c:pt idx="1878">
                  <c:v>374.97132570000002</c:v>
                </c:pt>
                <c:pt idx="1879">
                  <c:v>375.07453829999997</c:v>
                </c:pt>
                <c:pt idx="1880">
                  <c:v>375.6301459</c:v>
                </c:pt>
                <c:pt idx="1881">
                  <c:v>375.77235430000002</c:v>
                </c:pt>
                <c:pt idx="1882">
                  <c:v>375.79167230000002</c:v>
                </c:pt>
                <c:pt idx="1883">
                  <c:v>375.91090059999999</c:v>
                </c:pt>
                <c:pt idx="1884">
                  <c:v>375.97066580000001</c:v>
                </c:pt>
                <c:pt idx="1885">
                  <c:v>376.63635060000001</c:v>
                </c:pt>
                <c:pt idx="1886">
                  <c:v>376.77495750000003</c:v>
                </c:pt>
                <c:pt idx="1887">
                  <c:v>376.78765659999999</c:v>
                </c:pt>
                <c:pt idx="1888">
                  <c:v>376.91789940000001</c:v>
                </c:pt>
                <c:pt idx="1889">
                  <c:v>376.96751460000002</c:v>
                </c:pt>
                <c:pt idx="1890">
                  <c:v>377.633286</c:v>
                </c:pt>
                <c:pt idx="1891">
                  <c:v>377.77276339999997</c:v>
                </c:pt>
                <c:pt idx="1892">
                  <c:v>377.78710560000002</c:v>
                </c:pt>
                <c:pt idx="1893">
                  <c:v>377.91214830000001</c:v>
                </c:pt>
                <c:pt idx="1894">
                  <c:v>377.96573280000001</c:v>
                </c:pt>
                <c:pt idx="1895">
                  <c:v>378.63304890000001</c:v>
                </c:pt>
                <c:pt idx="1896">
                  <c:v>378.7773176</c:v>
                </c:pt>
                <c:pt idx="1897">
                  <c:v>378.78695720000002</c:v>
                </c:pt>
                <c:pt idx="1898">
                  <c:v>378.90866999999997</c:v>
                </c:pt>
                <c:pt idx="1899">
                  <c:v>378.96589299999999</c:v>
                </c:pt>
                <c:pt idx="1900">
                  <c:v>379.63550670000001</c:v>
                </c:pt>
                <c:pt idx="1901">
                  <c:v>379.77793839999998</c:v>
                </c:pt>
                <c:pt idx="1902">
                  <c:v>379.78520020000002</c:v>
                </c:pt>
                <c:pt idx="1903">
                  <c:v>379.90958890000002</c:v>
                </c:pt>
                <c:pt idx="1904">
                  <c:v>379.9660164</c:v>
                </c:pt>
                <c:pt idx="1905">
                  <c:v>380.63372909999998</c:v>
                </c:pt>
                <c:pt idx="1906">
                  <c:v>380.77805560000002</c:v>
                </c:pt>
                <c:pt idx="1907">
                  <c:v>380.78455969999999</c:v>
                </c:pt>
                <c:pt idx="1908">
                  <c:v>380.9114811</c:v>
                </c:pt>
                <c:pt idx="1909">
                  <c:v>380.97098729999999</c:v>
                </c:pt>
                <c:pt idx="1910">
                  <c:v>381.63043320000003</c:v>
                </c:pt>
                <c:pt idx="1911">
                  <c:v>381.77961970000001</c:v>
                </c:pt>
                <c:pt idx="1912">
                  <c:v>381.784807</c:v>
                </c:pt>
                <c:pt idx="1913">
                  <c:v>381.90684160000001</c:v>
                </c:pt>
                <c:pt idx="1914">
                  <c:v>381.96685059999999</c:v>
                </c:pt>
                <c:pt idx="1915">
                  <c:v>382.63262470000001</c:v>
                </c:pt>
                <c:pt idx="1916">
                  <c:v>382.77566419999999</c:v>
                </c:pt>
                <c:pt idx="1917">
                  <c:v>382.78239200000002</c:v>
                </c:pt>
                <c:pt idx="1918">
                  <c:v>382.91231240000002</c:v>
                </c:pt>
                <c:pt idx="1919">
                  <c:v>382.97160539999999</c:v>
                </c:pt>
                <c:pt idx="1920">
                  <c:v>383.63251439999999</c:v>
                </c:pt>
                <c:pt idx="1921">
                  <c:v>383.7748818</c:v>
                </c:pt>
                <c:pt idx="1922">
                  <c:v>383.78210300000001</c:v>
                </c:pt>
                <c:pt idx="1923">
                  <c:v>383.91129590000003</c:v>
                </c:pt>
                <c:pt idx="1924">
                  <c:v>383.97110509999999</c:v>
                </c:pt>
                <c:pt idx="1925">
                  <c:v>384.63301410000003</c:v>
                </c:pt>
                <c:pt idx="1926">
                  <c:v>384.77534370000001</c:v>
                </c:pt>
                <c:pt idx="1927">
                  <c:v>384.78224460000001</c:v>
                </c:pt>
                <c:pt idx="1928">
                  <c:v>384.92236500000001</c:v>
                </c:pt>
                <c:pt idx="1929">
                  <c:v>384.97104300000001</c:v>
                </c:pt>
                <c:pt idx="1930">
                  <c:v>385.63058580000001</c:v>
                </c:pt>
                <c:pt idx="1931">
                  <c:v>385.77222319999998</c:v>
                </c:pt>
                <c:pt idx="1932">
                  <c:v>385.78203689999998</c:v>
                </c:pt>
                <c:pt idx="1933">
                  <c:v>385.92456140000002</c:v>
                </c:pt>
                <c:pt idx="1934">
                  <c:v>385.96886219999999</c:v>
                </c:pt>
                <c:pt idx="1935">
                  <c:v>386.63113609999999</c:v>
                </c:pt>
                <c:pt idx="1936">
                  <c:v>386.77222560000001</c:v>
                </c:pt>
                <c:pt idx="1937">
                  <c:v>386.78239070000001</c:v>
                </c:pt>
                <c:pt idx="1938">
                  <c:v>386.9132353</c:v>
                </c:pt>
                <c:pt idx="1939">
                  <c:v>386.96599579999997</c:v>
                </c:pt>
                <c:pt idx="1940">
                  <c:v>387.62999769999999</c:v>
                </c:pt>
                <c:pt idx="1941">
                  <c:v>387.77232040000001</c:v>
                </c:pt>
                <c:pt idx="1942">
                  <c:v>387.78576070000003</c:v>
                </c:pt>
                <c:pt idx="1943">
                  <c:v>387.91179940000001</c:v>
                </c:pt>
                <c:pt idx="1944">
                  <c:v>387.96819449999998</c:v>
                </c:pt>
                <c:pt idx="1945">
                  <c:v>388.63260919999999</c:v>
                </c:pt>
                <c:pt idx="1946">
                  <c:v>388.77135120000003</c:v>
                </c:pt>
                <c:pt idx="1947">
                  <c:v>388.78274379999999</c:v>
                </c:pt>
                <c:pt idx="1948">
                  <c:v>388.90939379999998</c:v>
                </c:pt>
                <c:pt idx="1949">
                  <c:v>388.96822739999999</c:v>
                </c:pt>
                <c:pt idx="1950">
                  <c:v>389.63581699999997</c:v>
                </c:pt>
                <c:pt idx="1951">
                  <c:v>389.77471659999998</c:v>
                </c:pt>
                <c:pt idx="1952">
                  <c:v>389.78755100000001</c:v>
                </c:pt>
                <c:pt idx="1953">
                  <c:v>389.90909909999999</c:v>
                </c:pt>
                <c:pt idx="1954">
                  <c:v>389.96723609999998</c:v>
                </c:pt>
                <c:pt idx="1955">
                  <c:v>390.64042660000001</c:v>
                </c:pt>
                <c:pt idx="1956">
                  <c:v>390.77809639999998</c:v>
                </c:pt>
                <c:pt idx="1957">
                  <c:v>390.78218409999999</c:v>
                </c:pt>
                <c:pt idx="1958">
                  <c:v>390.90844199999998</c:v>
                </c:pt>
                <c:pt idx="1959">
                  <c:v>390.9661299</c:v>
                </c:pt>
                <c:pt idx="1960">
                  <c:v>391.64340549999997</c:v>
                </c:pt>
                <c:pt idx="1961">
                  <c:v>391.77491229999998</c:v>
                </c:pt>
                <c:pt idx="1962">
                  <c:v>391.78542520000002</c:v>
                </c:pt>
                <c:pt idx="1963">
                  <c:v>391.90721760000002</c:v>
                </c:pt>
                <c:pt idx="1964">
                  <c:v>391.96605970000002</c:v>
                </c:pt>
                <c:pt idx="1965">
                  <c:v>392.6404867</c:v>
                </c:pt>
                <c:pt idx="1966">
                  <c:v>392.7777547</c:v>
                </c:pt>
                <c:pt idx="1967">
                  <c:v>392.78280990000002</c:v>
                </c:pt>
                <c:pt idx="1968">
                  <c:v>392.90689830000002</c:v>
                </c:pt>
                <c:pt idx="1969">
                  <c:v>392.98300710000001</c:v>
                </c:pt>
                <c:pt idx="1970">
                  <c:v>393.64246029999998</c:v>
                </c:pt>
                <c:pt idx="1971">
                  <c:v>393.77663410000002</c:v>
                </c:pt>
                <c:pt idx="1972">
                  <c:v>393.78251710000001</c:v>
                </c:pt>
                <c:pt idx="1973">
                  <c:v>393.96797170000002</c:v>
                </c:pt>
                <c:pt idx="1974">
                  <c:v>394.20543939999999</c:v>
                </c:pt>
                <c:pt idx="1975">
                  <c:v>394.63988699999999</c:v>
                </c:pt>
                <c:pt idx="1976">
                  <c:v>394.77809150000002</c:v>
                </c:pt>
                <c:pt idx="1977">
                  <c:v>394.78246760000002</c:v>
                </c:pt>
                <c:pt idx="1978">
                  <c:v>394.90364629999999</c:v>
                </c:pt>
                <c:pt idx="1979">
                  <c:v>394.97339940000001</c:v>
                </c:pt>
                <c:pt idx="1980">
                  <c:v>395.64057860000003</c:v>
                </c:pt>
                <c:pt idx="1981">
                  <c:v>395.77443040000003</c:v>
                </c:pt>
                <c:pt idx="1982">
                  <c:v>395.78263939999999</c:v>
                </c:pt>
                <c:pt idx="1983">
                  <c:v>395.90465440000003</c:v>
                </c:pt>
                <c:pt idx="1984">
                  <c:v>395.97789560000001</c:v>
                </c:pt>
                <c:pt idx="1985">
                  <c:v>396.6389959</c:v>
                </c:pt>
                <c:pt idx="1986">
                  <c:v>396.7787366</c:v>
                </c:pt>
                <c:pt idx="1987">
                  <c:v>396.788116</c:v>
                </c:pt>
                <c:pt idx="1988">
                  <c:v>396.90773189999999</c:v>
                </c:pt>
                <c:pt idx="1989">
                  <c:v>396.97165799999999</c:v>
                </c:pt>
                <c:pt idx="1990">
                  <c:v>397.63074599999999</c:v>
                </c:pt>
                <c:pt idx="1991">
                  <c:v>397.77714839999999</c:v>
                </c:pt>
                <c:pt idx="1992">
                  <c:v>397.78783559999999</c:v>
                </c:pt>
                <c:pt idx="1993">
                  <c:v>397.9079668</c:v>
                </c:pt>
                <c:pt idx="1994">
                  <c:v>397.96771819999998</c:v>
                </c:pt>
                <c:pt idx="1995">
                  <c:v>398.63938259999998</c:v>
                </c:pt>
                <c:pt idx="1996">
                  <c:v>398.77168219999999</c:v>
                </c:pt>
                <c:pt idx="1997">
                  <c:v>398.78381760000002</c:v>
                </c:pt>
                <c:pt idx="1998">
                  <c:v>398.90824309999999</c:v>
                </c:pt>
                <c:pt idx="1999">
                  <c:v>398.96887090000001</c:v>
                </c:pt>
                <c:pt idx="2000">
                  <c:v>399.63060940000003</c:v>
                </c:pt>
                <c:pt idx="2001">
                  <c:v>399.7751288</c:v>
                </c:pt>
                <c:pt idx="2002">
                  <c:v>399.7846945</c:v>
                </c:pt>
                <c:pt idx="2003">
                  <c:v>399.90773990000002</c:v>
                </c:pt>
                <c:pt idx="2004">
                  <c:v>399.97012560000002</c:v>
                </c:pt>
                <c:pt idx="2005">
                  <c:v>400.63978900000001</c:v>
                </c:pt>
                <c:pt idx="2006">
                  <c:v>400.77435630000002</c:v>
                </c:pt>
                <c:pt idx="2007">
                  <c:v>400.79004329999998</c:v>
                </c:pt>
                <c:pt idx="2008">
                  <c:v>400.90816219999999</c:v>
                </c:pt>
                <c:pt idx="2009">
                  <c:v>400.96580970000002</c:v>
                </c:pt>
                <c:pt idx="2010">
                  <c:v>401.63836500000002</c:v>
                </c:pt>
                <c:pt idx="2011">
                  <c:v>401.77403889999999</c:v>
                </c:pt>
                <c:pt idx="2012">
                  <c:v>401.78630190000001</c:v>
                </c:pt>
                <c:pt idx="2013">
                  <c:v>401.90371320000003</c:v>
                </c:pt>
                <c:pt idx="2014">
                  <c:v>401.96585140000002</c:v>
                </c:pt>
                <c:pt idx="2015">
                  <c:v>402.64584610000003</c:v>
                </c:pt>
                <c:pt idx="2016">
                  <c:v>402.7778174</c:v>
                </c:pt>
                <c:pt idx="2017">
                  <c:v>402.78815040000001</c:v>
                </c:pt>
                <c:pt idx="2018">
                  <c:v>402.90378279999999</c:v>
                </c:pt>
                <c:pt idx="2019">
                  <c:v>402.96610509999999</c:v>
                </c:pt>
                <c:pt idx="2020">
                  <c:v>403.64257850000001</c:v>
                </c:pt>
                <c:pt idx="2021">
                  <c:v>403.77332089999999</c:v>
                </c:pt>
                <c:pt idx="2022">
                  <c:v>403.78479340000001</c:v>
                </c:pt>
                <c:pt idx="2023">
                  <c:v>403.90249940000001</c:v>
                </c:pt>
                <c:pt idx="2024">
                  <c:v>403.96565629999998</c:v>
                </c:pt>
                <c:pt idx="2025">
                  <c:v>404.64507129999998</c:v>
                </c:pt>
                <c:pt idx="2026">
                  <c:v>404.77435980000001</c:v>
                </c:pt>
                <c:pt idx="2027">
                  <c:v>404.78320789999998</c:v>
                </c:pt>
                <c:pt idx="2028">
                  <c:v>404.90278840000002</c:v>
                </c:pt>
                <c:pt idx="2029">
                  <c:v>404.96826299999998</c:v>
                </c:pt>
                <c:pt idx="2030">
                  <c:v>405.64157110000002</c:v>
                </c:pt>
                <c:pt idx="2031">
                  <c:v>405.77440230000002</c:v>
                </c:pt>
                <c:pt idx="2032">
                  <c:v>405.78193959999999</c:v>
                </c:pt>
                <c:pt idx="2033">
                  <c:v>405.90539180000002</c:v>
                </c:pt>
                <c:pt idx="2034">
                  <c:v>405.9678409</c:v>
                </c:pt>
                <c:pt idx="2035">
                  <c:v>406.64167579999997</c:v>
                </c:pt>
                <c:pt idx="2036">
                  <c:v>406.77216320000002</c:v>
                </c:pt>
                <c:pt idx="2037">
                  <c:v>406.78233160000002</c:v>
                </c:pt>
                <c:pt idx="2038">
                  <c:v>406.90248270000001</c:v>
                </c:pt>
                <c:pt idx="2039">
                  <c:v>406.97165810000001</c:v>
                </c:pt>
                <c:pt idx="2040">
                  <c:v>407.64032559999998</c:v>
                </c:pt>
                <c:pt idx="2041">
                  <c:v>407.77708180000002</c:v>
                </c:pt>
                <c:pt idx="2042">
                  <c:v>407.78380709999999</c:v>
                </c:pt>
                <c:pt idx="2043">
                  <c:v>407.90415380000002</c:v>
                </c:pt>
                <c:pt idx="2044">
                  <c:v>407.97202490000001</c:v>
                </c:pt>
                <c:pt idx="2045">
                  <c:v>408.63614369999999</c:v>
                </c:pt>
                <c:pt idx="2046">
                  <c:v>408.77197380000001</c:v>
                </c:pt>
                <c:pt idx="2047">
                  <c:v>408.78256479999999</c:v>
                </c:pt>
                <c:pt idx="2048">
                  <c:v>408.9042518</c:v>
                </c:pt>
                <c:pt idx="2049">
                  <c:v>408.97179729999999</c:v>
                </c:pt>
                <c:pt idx="2050">
                  <c:v>409.63933969999999</c:v>
                </c:pt>
                <c:pt idx="2051">
                  <c:v>409.77239400000002</c:v>
                </c:pt>
                <c:pt idx="2052">
                  <c:v>409.7854203</c:v>
                </c:pt>
                <c:pt idx="2053">
                  <c:v>409.90417079999997</c:v>
                </c:pt>
                <c:pt idx="2054">
                  <c:v>409.97264530000001</c:v>
                </c:pt>
                <c:pt idx="2055">
                  <c:v>410.63694400000003</c:v>
                </c:pt>
                <c:pt idx="2056">
                  <c:v>410.77754979999997</c:v>
                </c:pt>
                <c:pt idx="2057">
                  <c:v>410.79035420000002</c:v>
                </c:pt>
                <c:pt idx="2058">
                  <c:v>410.91071520000003</c:v>
                </c:pt>
                <c:pt idx="2059">
                  <c:v>410.9656286</c:v>
                </c:pt>
                <c:pt idx="2060">
                  <c:v>411.64154029999997</c:v>
                </c:pt>
                <c:pt idx="2061">
                  <c:v>411.77349950000001</c:v>
                </c:pt>
                <c:pt idx="2062">
                  <c:v>411.78716980000002</c:v>
                </c:pt>
                <c:pt idx="2063">
                  <c:v>411.90672360000002</c:v>
                </c:pt>
                <c:pt idx="2064">
                  <c:v>411.97744089999998</c:v>
                </c:pt>
                <c:pt idx="2065">
                  <c:v>412.63919279999999</c:v>
                </c:pt>
                <c:pt idx="2066">
                  <c:v>412.77966930000002</c:v>
                </c:pt>
                <c:pt idx="2067">
                  <c:v>412.78851229999998</c:v>
                </c:pt>
                <c:pt idx="2068">
                  <c:v>412.90247310000001</c:v>
                </c:pt>
                <c:pt idx="2069">
                  <c:v>413.01833900000003</c:v>
                </c:pt>
                <c:pt idx="2070">
                  <c:v>413.63994869999999</c:v>
                </c:pt>
                <c:pt idx="2071">
                  <c:v>413.77468090000002</c:v>
                </c:pt>
                <c:pt idx="2072">
                  <c:v>413.78572709999997</c:v>
                </c:pt>
                <c:pt idx="2073">
                  <c:v>413.90565989999999</c:v>
                </c:pt>
                <c:pt idx="2074">
                  <c:v>413.96615960000003</c:v>
                </c:pt>
                <c:pt idx="2075">
                  <c:v>414.6355724</c:v>
                </c:pt>
                <c:pt idx="2076">
                  <c:v>414.77806279999999</c:v>
                </c:pt>
                <c:pt idx="2077">
                  <c:v>414.78268600000001</c:v>
                </c:pt>
                <c:pt idx="2078">
                  <c:v>414.90437279999998</c:v>
                </c:pt>
                <c:pt idx="2079">
                  <c:v>414.96561430000003</c:v>
                </c:pt>
                <c:pt idx="2080">
                  <c:v>415.64415760000003</c:v>
                </c:pt>
                <c:pt idx="2081">
                  <c:v>415.77464709999998</c:v>
                </c:pt>
                <c:pt idx="2082">
                  <c:v>415.78750300000002</c:v>
                </c:pt>
                <c:pt idx="2083">
                  <c:v>415.9048138</c:v>
                </c:pt>
                <c:pt idx="2084">
                  <c:v>415.96742890000002</c:v>
                </c:pt>
                <c:pt idx="2085">
                  <c:v>416.640647</c:v>
                </c:pt>
                <c:pt idx="2086">
                  <c:v>416.77462939999998</c:v>
                </c:pt>
                <c:pt idx="2087">
                  <c:v>416.78624430000002</c:v>
                </c:pt>
                <c:pt idx="2088">
                  <c:v>416.90253139999999</c:v>
                </c:pt>
                <c:pt idx="2089">
                  <c:v>416.9722031</c:v>
                </c:pt>
                <c:pt idx="2090">
                  <c:v>417.63811850000002</c:v>
                </c:pt>
                <c:pt idx="2091">
                  <c:v>417.77238899999998</c:v>
                </c:pt>
                <c:pt idx="2092">
                  <c:v>417.78229649999997</c:v>
                </c:pt>
                <c:pt idx="2093">
                  <c:v>417.90210930000001</c:v>
                </c:pt>
                <c:pt idx="2094">
                  <c:v>417.96956419999998</c:v>
                </c:pt>
                <c:pt idx="2095">
                  <c:v>418.64340040000002</c:v>
                </c:pt>
                <c:pt idx="2096">
                  <c:v>418.77253189999999</c:v>
                </c:pt>
                <c:pt idx="2097">
                  <c:v>418.78218709999999</c:v>
                </c:pt>
                <c:pt idx="2098">
                  <c:v>418.90217769999998</c:v>
                </c:pt>
                <c:pt idx="2099">
                  <c:v>418.97176630000001</c:v>
                </c:pt>
                <c:pt idx="2100">
                  <c:v>419.64091259999998</c:v>
                </c:pt>
                <c:pt idx="2101">
                  <c:v>419.77231599999999</c:v>
                </c:pt>
                <c:pt idx="2102">
                  <c:v>419.78753160000002</c:v>
                </c:pt>
                <c:pt idx="2103">
                  <c:v>419.90509830000002</c:v>
                </c:pt>
                <c:pt idx="2104">
                  <c:v>419.96739459999998</c:v>
                </c:pt>
                <c:pt idx="2105">
                  <c:v>420.64185409999999</c:v>
                </c:pt>
                <c:pt idx="2106">
                  <c:v>420.77238929999999</c:v>
                </c:pt>
                <c:pt idx="2107">
                  <c:v>420.78272900000002</c:v>
                </c:pt>
                <c:pt idx="2108">
                  <c:v>420.90972399999998</c:v>
                </c:pt>
                <c:pt idx="2109">
                  <c:v>420.97100449999999</c:v>
                </c:pt>
                <c:pt idx="2110">
                  <c:v>421.63863149999997</c:v>
                </c:pt>
                <c:pt idx="2111">
                  <c:v>421.77481699999998</c:v>
                </c:pt>
                <c:pt idx="2112">
                  <c:v>421.78768869999999</c:v>
                </c:pt>
                <c:pt idx="2113">
                  <c:v>421.9104772</c:v>
                </c:pt>
                <c:pt idx="2114">
                  <c:v>421.96846929999998</c:v>
                </c:pt>
                <c:pt idx="2115">
                  <c:v>422.63331799999997</c:v>
                </c:pt>
                <c:pt idx="2116">
                  <c:v>422.77518370000001</c:v>
                </c:pt>
                <c:pt idx="2117">
                  <c:v>422.78731069999998</c:v>
                </c:pt>
                <c:pt idx="2118">
                  <c:v>422.90827880000001</c:v>
                </c:pt>
                <c:pt idx="2119">
                  <c:v>422.96609979999999</c:v>
                </c:pt>
                <c:pt idx="2120">
                  <c:v>423.63551430000001</c:v>
                </c:pt>
                <c:pt idx="2121">
                  <c:v>423.77317749999997</c:v>
                </c:pt>
                <c:pt idx="2122">
                  <c:v>423.7875899</c:v>
                </c:pt>
                <c:pt idx="2123">
                  <c:v>423.90776890000001</c:v>
                </c:pt>
                <c:pt idx="2124">
                  <c:v>423.96806550000002</c:v>
                </c:pt>
                <c:pt idx="2125">
                  <c:v>424.63904480000002</c:v>
                </c:pt>
                <c:pt idx="2126">
                  <c:v>424.77781190000002</c:v>
                </c:pt>
                <c:pt idx="2127">
                  <c:v>424.78438790000001</c:v>
                </c:pt>
                <c:pt idx="2128">
                  <c:v>424.90709459999999</c:v>
                </c:pt>
                <c:pt idx="2129">
                  <c:v>424.9655611</c:v>
                </c:pt>
                <c:pt idx="2130">
                  <c:v>425.63741809999999</c:v>
                </c:pt>
                <c:pt idx="2131">
                  <c:v>425.77747929999998</c:v>
                </c:pt>
                <c:pt idx="2132">
                  <c:v>425.78451919999998</c:v>
                </c:pt>
                <c:pt idx="2133">
                  <c:v>425.9075861</c:v>
                </c:pt>
                <c:pt idx="2134">
                  <c:v>425.96606759999997</c:v>
                </c:pt>
                <c:pt idx="2135">
                  <c:v>426.6446449</c:v>
                </c:pt>
                <c:pt idx="2136">
                  <c:v>426.78071920000002</c:v>
                </c:pt>
                <c:pt idx="2137">
                  <c:v>426.78528599999999</c:v>
                </c:pt>
                <c:pt idx="2138">
                  <c:v>426.90786229999998</c:v>
                </c:pt>
                <c:pt idx="2139">
                  <c:v>426.96873429999999</c:v>
                </c:pt>
                <c:pt idx="2140">
                  <c:v>427.64097529999998</c:v>
                </c:pt>
                <c:pt idx="2141">
                  <c:v>427.77190580000001</c:v>
                </c:pt>
                <c:pt idx="2142">
                  <c:v>427.78253419999999</c:v>
                </c:pt>
                <c:pt idx="2143">
                  <c:v>427.90539860000001</c:v>
                </c:pt>
                <c:pt idx="2144">
                  <c:v>427.96613760000002</c:v>
                </c:pt>
                <c:pt idx="2145">
                  <c:v>428.64357910000001</c:v>
                </c:pt>
                <c:pt idx="2146">
                  <c:v>428.7745693</c:v>
                </c:pt>
                <c:pt idx="2147">
                  <c:v>428.78212830000001</c:v>
                </c:pt>
                <c:pt idx="2148">
                  <c:v>428.91544759999999</c:v>
                </c:pt>
                <c:pt idx="2149">
                  <c:v>428.97326850000002</c:v>
                </c:pt>
                <c:pt idx="2150">
                  <c:v>429.64028539999998</c:v>
                </c:pt>
                <c:pt idx="2151">
                  <c:v>429.77524399999999</c:v>
                </c:pt>
                <c:pt idx="2152">
                  <c:v>429.90470829999998</c:v>
                </c:pt>
                <c:pt idx="2153">
                  <c:v>429.9693456</c:v>
                </c:pt>
                <c:pt idx="2154">
                  <c:v>430.0976076</c:v>
                </c:pt>
                <c:pt idx="2155">
                  <c:v>430.63910729999998</c:v>
                </c:pt>
                <c:pt idx="2156">
                  <c:v>430.77213690000002</c:v>
                </c:pt>
                <c:pt idx="2157">
                  <c:v>430.7827691</c:v>
                </c:pt>
                <c:pt idx="2158">
                  <c:v>430.90204110000002</c:v>
                </c:pt>
                <c:pt idx="2159">
                  <c:v>430.9684555</c:v>
                </c:pt>
                <c:pt idx="2160">
                  <c:v>431.64100400000001</c:v>
                </c:pt>
                <c:pt idx="2161">
                  <c:v>431.77486340000002</c:v>
                </c:pt>
                <c:pt idx="2162">
                  <c:v>431.7872648</c:v>
                </c:pt>
                <c:pt idx="2163">
                  <c:v>431.90523910000002</c:v>
                </c:pt>
                <c:pt idx="2164">
                  <c:v>431.96821540000002</c:v>
                </c:pt>
                <c:pt idx="2165">
                  <c:v>432.63494739999999</c:v>
                </c:pt>
                <c:pt idx="2166">
                  <c:v>432.77212989999998</c:v>
                </c:pt>
                <c:pt idx="2167">
                  <c:v>432.78239380000002</c:v>
                </c:pt>
                <c:pt idx="2168">
                  <c:v>432.90262250000001</c:v>
                </c:pt>
                <c:pt idx="2169">
                  <c:v>432.96617529999997</c:v>
                </c:pt>
                <c:pt idx="2170">
                  <c:v>433.63801810000001</c:v>
                </c:pt>
                <c:pt idx="2171">
                  <c:v>433.77223279999998</c:v>
                </c:pt>
                <c:pt idx="2172">
                  <c:v>433.78752359999999</c:v>
                </c:pt>
                <c:pt idx="2173">
                  <c:v>433.9024445</c:v>
                </c:pt>
                <c:pt idx="2174">
                  <c:v>433.9866159</c:v>
                </c:pt>
                <c:pt idx="2175">
                  <c:v>434.64063390000001</c:v>
                </c:pt>
                <c:pt idx="2176">
                  <c:v>434.7792571</c:v>
                </c:pt>
                <c:pt idx="2177">
                  <c:v>434.78442969999998</c:v>
                </c:pt>
                <c:pt idx="2178">
                  <c:v>434.90463310000001</c:v>
                </c:pt>
                <c:pt idx="2179">
                  <c:v>434.97499429999999</c:v>
                </c:pt>
                <c:pt idx="2180">
                  <c:v>435.63872450000002</c:v>
                </c:pt>
                <c:pt idx="2181">
                  <c:v>435.77371909999999</c:v>
                </c:pt>
                <c:pt idx="2182">
                  <c:v>435.78488370000002</c:v>
                </c:pt>
                <c:pt idx="2183">
                  <c:v>435.90479329999999</c:v>
                </c:pt>
                <c:pt idx="2184">
                  <c:v>435.9660111</c:v>
                </c:pt>
                <c:pt idx="2185">
                  <c:v>436.64256970000002</c:v>
                </c:pt>
                <c:pt idx="2186">
                  <c:v>436.77300050000002</c:v>
                </c:pt>
                <c:pt idx="2187">
                  <c:v>436.78472799999997</c:v>
                </c:pt>
                <c:pt idx="2188">
                  <c:v>436.90653730000002</c:v>
                </c:pt>
                <c:pt idx="2189">
                  <c:v>436.96665719999999</c:v>
                </c:pt>
                <c:pt idx="2190">
                  <c:v>437.64117659999999</c:v>
                </c:pt>
                <c:pt idx="2191">
                  <c:v>437.77790210000001</c:v>
                </c:pt>
                <c:pt idx="2192">
                  <c:v>437.78608969999999</c:v>
                </c:pt>
                <c:pt idx="2193">
                  <c:v>437.91103820000001</c:v>
                </c:pt>
                <c:pt idx="2194">
                  <c:v>437.96942739999997</c:v>
                </c:pt>
                <c:pt idx="2195">
                  <c:v>438.64266689999999</c:v>
                </c:pt>
                <c:pt idx="2196">
                  <c:v>438.77609630000001</c:v>
                </c:pt>
                <c:pt idx="2197">
                  <c:v>438.7821414</c:v>
                </c:pt>
                <c:pt idx="2198">
                  <c:v>438.907938</c:v>
                </c:pt>
                <c:pt idx="2199">
                  <c:v>438.96850949999998</c:v>
                </c:pt>
                <c:pt idx="2200">
                  <c:v>439.64578369999998</c:v>
                </c:pt>
                <c:pt idx="2201">
                  <c:v>439.77255980000001</c:v>
                </c:pt>
                <c:pt idx="2202">
                  <c:v>439.78202900000002</c:v>
                </c:pt>
                <c:pt idx="2203">
                  <c:v>439.90290659999999</c:v>
                </c:pt>
                <c:pt idx="2204">
                  <c:v>439.97116729999999</c:v>
                </c:pt>
                <c:pt idx="2205">
                  <c:v>440.67569420000001</c:v>
                </c:pt>
                <c:pt idx="2206">
                  <c:v>440.78647039999998</c:v>
                </c:pt>
                <c:pt idx="2207">
                  <c:v>440.79202120000002</c:v>
                </c:pt>
                <c:pt idx="2208">
                  <c:v>440.90492030000001</c:v>
                </c:pt>
                <c:pt idx="2209">
                  <c:v>440.96984209999999</c:v>
                </c:pt>
                <c:pt idx="2210">
                  <c:v>441.63732240000002</c:v>
                </c:pt>
                <c:pt idx="2211">
                  <c:v>441.79186129999999</c:v>
                </c:pt>
                <c:pt idx="2212">
                  <c:v>441.80838720000003</c:v>
                </c:pt>
                <c:pt idx="2213">
                  <c:v>441.90481190000003</c:v>
                </c:pt>
                <c:pt idx="2214">
                  <c:v>441.96848089999997</c:v>
                </c:pt>
                <c:pt idx="2215">
                  <c:v>442.63694600000002</c:v>
                </c:pt>
                <c:pt idx="2216">
                  <c:v>442.77389040000003</c:v>
                </c:pt>
                <c:pt idx="2217">
                  <c:v>442.78929599999998</c:v>
                </c:pt>
                <c:pt idx="2218">
                  <c:v>442.9023535</c:v>
                </c:pt>
                <c:pt idx="2219">
                  <c:v>442.96878370000002</c:v>
                </c:pt>
                <c:pt idx="2220">
                  <c:v>443.63692079999998</c:v>
                </c:pt>
                <c:pt idx="2221">
                  <c:v>443.77658700000001</c:v>
                </c:pt>
                <c:pt idx="2222">
                  <c:v>443.79648470000001</c:v>
                </c:pt>
                <c:pt idx="2223">
                  <c:v>443.90235080000002</c:v>
                </c:pt>
                <c:pt idx="2224">
                  <c:v>443.96809009999998</c:v>
                </c:pt>
                <c:pt idx="2225">
                  <c:v>444.63082689999999</c:v>
                </c:pt>
                <c:pt idx="2226">
                  <c:v>444.7726098</c:v>
                </c:pt>
                <c:pt idx="2227">
                  <c:v>444.79449160000001</c:v>
                </c:pt>
                <c:pt idx="2228">
                  <c:v>444.90232159999999</c:v>
                </c:pt>
                <c:pt idx="2229">
                  <c:v>444.96600610000002</c:v>
                </c:pt>
                <c:pt idx="2230">
                  <c:v>445.63089889999998</c:v>
                </c:pt>
                <c:pt idx="2231">
                  <c:v>445.77213669999998</c:v>
                </c:pt>
                <c:pt idx="2232">
                  <c:v>445.78723919999999</c:v>
                </c:pt>
                <c:pt idx="2233">
                  <c:v>445.90259320000001</c:v>
                </c:pt>
                <c:pt idx="2234">
                  <c:v>445.96613480000002</c:v>
                </c:pt>
                <c:pt idx="2235">
                  <c:v>446.64111279999997</c:v>
                </c:pt>
                <c:pt idx="2236">
                  <c:v>446.77614979999998</c:v>
                </c:pt>
                <c:pt idx="2237">
                  <c:v>446.7921</c:v>
                </c:pt>
                <c:pt idx="2238">
                  <c:v>446.9071849</c:v>
                </c:pt>
                <c:pt idx="2239">
                  <c:v>446.96617029999999</c:v>
                </c:pt>
                <c:pt idx="2240">
                  <c:v>447.63823819999999</c:v>
                </c:pt>
                <c:pt idx="2241">
                  <c:v>447.77459670000002</c:v>
                </c:pt>
                <c:pt idx="2242">
                  <c:v>447.79230760000002</c:v>
                </c:pt>
                <c:pt idx="2243">
                  <c:v>447.90305540000003</c:v>
                </c:pt>
                <c:pt idx="2244">
                  <c:v>447.9735809</c:v>
                </c:pt>
                <c:pt idx="2245">
                  <c:v>448.64448529999999</c:v>
                </c:pt>
                <c:pt idx="2246">
                  <c:v>448.77420710000001</c:v>
                </c:pt>
                <c:pt idx="2247">
                  <c:v>448.79023719999998</c:v>
                </c:pt>
                <c:pt idx="2248">
                  <c:v>448.90768329999997</c:v>
                </c:pt>
                <c:pt idx="2249">
                  <c:v>448.96850269999999</c:v>
                </c:pt>
                <c:pt idx="2250">
                  <c:v>449.63995299999999</c:v>
                </c:pt>
                <c:pt idx="2251">
                  <c:v>449.7802102</c:v>
                </c:pt>
                <c:pt idx="2252">
                  <c:v>449.79079309999997</c:v>
                </c:pt>
                <c:pt idx="2253">
                  <c:v>449.90658289999999</c:v>
                </c:pt>
                <c:pt idx="2254">
                  <c:v>449.97291560000002</c:v>
                </c:pt>
                <c:pt idx="2255">
                  <c:v>450.64208639999998</c:v>
                </c:pt>
                <c:pt idx="2256">
                  <c:v>450.77250600000002</c:v>
                </c:pt>
                <c:pt idx="2257">
                  <c:v>450.7870451</c:v>
                </c:pt>
                <c:pt idx="2258">
                  <c:v>450.90523539999998</c:v>
                </c:pt>
                <c:pt idx="2259">
                  <c:v>450.97118110000002</c:v>
                </c:pt>
                <c:pt idx="2260">
                  <c:v>451.63944379999998</c:v>
                </c:pt>
                <c:pt idx="2261">
                  <c:v>451.77790720000002</c:v>
                </c:pt>
                <c:pt idx="2262">
                  <c:v>451.79061990000002</c:v>
                </c:pt>
                <c:pt idx="2263">
                  <c:v>451.90268659999998</c:v>
                </c:pt>
                <c:pt idx="2264">
                  <c:v>451.96840780000002</c:v>
                </c:pt>
                <c:pt idx="2265">
                  <c:v>452.64102880000002</c:v>
                </c:pt>
                <c:pt idx="2266">
                  <c:v>452.77980780000001</c:v>
                </c:pt>
                <c:pt idx="2267">
                  <c:v>452.79069659999999</c:v>
                </c:pt>
                <c:pt idx="2268">
                  <c:v>452.90493079999999</c:v>
                </c:pt>
                <c:pt idx="2269">
                  <c:v>452.96878809999998</c:v>
                </c:pt>
                <c:pt idx="2270">
                  <c:v>453.63886450000001</c:v>
                </c:pt>
                <c:pt idx="2271">
                  <c:v>453.78087249999999</c:v>
                </c:pt>
                <c:pt idx="2272">
                  <c:v>453.79629790000001</c:v>
                </c:pt>
                <c:pt idx="2273">
                  <c:v>453.90536400000002</c:v>
                </c:pt>
                <c:pt idx="2274">
                  <c:v>453.96820530000002</c:v>
                </c:pt>
                <c:pt idx="2275">
                  <c:v>454.63945180000002</c:v>
                </c:pt>
                <c:pt idx="2276">
                  <c:v>454.77483239999998</c:v>
                </c:pt>
                <c:pt idx="2277">
                  <c:v>454.79237219999999</c:v>
                </c:pt>
                <c:pt idx="2278">
                  <c:v>454.90227110000001</c:v>
                </c:pt>
                <c:pt idx="2279">
                  <c:v>454.96606459999998</c:v>
                </c:pt>
                <c:pt idx="2280">
                  <c:v>455.6415313</c:v>
                </c:pt>
                <c:pt idx="2281">
                  <c:v>455.77528910000001</c:v>
                </c:pt>
                <c:pt idx="2282">
                  <c:v>455.79666429999997</c:v>
                </c:pt>
                <c:pt idx="2283">
                  <c:v>455.90265649999998</c:v>
                </c:pt>
                <c:pt idx="2284">
                  <c:v>455.96560310000001</c:v>
                </c:pt>
                <c:pt idx="2285">
                  <c:v>456.64073830000001</c:v>
                </c:pt>
                <c:pt idx="2286">
                  <c:v>456.77466900000002</c:v>
                </c:pt>
                <c:pt idx="2287">
                  <c:v>456.79243200000002</c:v>
                </c:pt>
                <c:pt idx="2288">
                  <c:v>456.90614140000002</c:v>
                </c:pt>
                <c:pt idx="2289">
                  <c:v>456.96620660000002</c:v>
                </c:pt>
                <c:pt idx="2290">
                  <c:v>457.63523249999997</c:v>
                </c:pt>
                <c:pt idx="2291">
                  <c:v>457.77328519999998</c:v>
                </c:pt>
                <c:pt idx="2292">
                  <c:v>457.79119550000001</c:v>
                </c:pt>
                <c:pt idx="2293">
                  <c:v>457.90195770000003</c:v>
                </c:pt>
                <c:pt idx="2294">
                  <c:v>457.96559889999997</c:v>
                </c:pt>
                <c:pt idx="2295">
                  <c:v>458.630697</c:v>
                </c:pt>
                <c:pt idx="2296">
                  <c:v>458.77218699999997</c:v>
                </c:pt>
                <c:pt idx="2297">
                  <c:v>458.78927190000002</c:v>
                </c:pt>
                <c:pt idx="2298">
                  <c:v>458.90658339999999</c:v>
                </c:pt>
                <c:pt idx="2299">
                  <c:v>458.96904799999999</c:v>
                </c:pt>
                <c:pt idx="2300">
                  <c:v>459.63126629999999</c:v>
                </c:pt>
                <c:pt idx="2301">
                  <c:v>459.772246</c:v>
                </c:pt>
                <c:pt idx="2302">
                  <c:v>459.79036209999998</c:v>
                </c:pt>
                <c:pt idx="2303">
                  <c:v>459.91173730000003</c:v>
                </c:pt>
                <c:pt idx="2304">
                  <c:v>459.96733999999998</c:v>
                </c:pt>
                <c:pt idx="2305">
                  <c:v>460.64428980000002</c:v>
                </c:pt>
                <c:pt idx="2306">
                  <c:v>460.78480350000001</c:v>
                </c:pt>
                <c:pt idx="2307">
                  <c:v>460.7896131</c:v>
                </c:pt>
                <c:pt idx="2308">
                  <c:v>460.9077633</c:v>
                </c:pt>
                <c:pt idx="2309">
                  <c:v>460.9735809</c:v>
                </c:pt>
                <c:pt idx="2310">
                  <c:v>461.6334564</c:v>
                </c:pt>
                <c:pt idx="2311">
                  <c:v>461.77933089999999</c:v>
                </c:pt>
                <c:pt idx="2312">
                  <c:v>461.7895292</c:v>
                </c:pt>
                <c:pt idx="2313">
                  <c:v>461.90772199999998</c:v>
                </c:pt>
                <c:pt idx="2314">
                  <c:v>461.97159629999999</c:v>
                </c:pt>
                <c:pt idx="2315">
                  <c:v>462.64415500000001</c:v>
                </c:pt>
                <c:pt idx="2316">
                  <c:v>462.7830012</c:v>
                </c:pt>
                <c:pt idx="2317">
                  <c:v>462.79274989999999</c:v>
                </c:pt>
                <c:pt idx="2318">
                  <c:v>462.90728799999999</c:v>
                </c:pt>
                <c:pt idx="2319">
                  <c:v>462.97109</c:v>
                </c:pt>
                <c:pt idx="2320">
                  <c:v>463.68562300000002</c:v>
                </c:pt>
                <c:pt idx="2321">
                  <c:v>463.78868820000002</c:v>
                </c:pt>
                <c:pt idx="2322">
                  <c:v>463.79048069999999</c:v>
                </c:pt>
                <c:pt idx="2323">
                  <c:v>463.90391160000001</c:v>
                </c:pt>
                <c:pt idx="2324">
                  <c:v>463.96703960000002</c:v>
                </c:pt>
                <c:pt idx="2325">
                  <c:v>464.63313119999998</c:v>
                </c:pt>
                <c:pt idx="2326">
                  <c:v>464.78289539999997</c:v>
                </c:pt>
                <c:pt idx="2327">
                  <c:v>464.79001290000002</c:v>
                </c:pt>
                <c:pt idx="2328">
                  <c:v>464.90419209999999</c:v>
                </c:pt>
                <c:pt idx="2329">
                  <c:v>464.96861489999998</c:v>
                </c:pt>
                <c:pt idx="2330">
                  <c:v>465.63467170000001</c:v>
                </c:pt>
                <c:pt idx="2331">
                  <c:v>465.7835288</c:v>
                </c:pt>
                <c:pt idx="2332">
                  <c:v>465.79499929999997</c:v>
                </c:pt>
                <c:pt idx="2333">
                  <c:v>465.90315579999998</c:v>
                </c:pt>
                <c:pt idx="2334">
                  <c:v>465.9678902</c:v>
                </c:pt>
                <c:pt idx="2335">
                  <c:v>466.6325066</c:v>
                </c:pt>
                <c:pt idx="2336">
                  <c:v>466.7793337</c:v>
                </c:pt>
                <c:pt idx="2337">
                  <c:v>466.7927962</c:v>
                </c:pt>
                <c:pt idx="2338">
                  <c:v>466.90192330000002</c:v>
                </c:pt>
                <c:pt idx="2339">
                  <c:v>466.96769260000002</c:v>
                </c:pt>
                <c:pt idx="2340">
                  <c:v>467.63089930000001</c:v>
                </c:pt>
                <c:pt idx="2341">
                  <c:v>467.78102469999999</c:v>
                </c:pt>
                <c:pt idx="2342">
                  <c:v>467.79206240000002</c:v>
                </c:pt>
                <c:pt idx="2343">
                  <c:v>467.9065392</c:v>
                </c:pt>
                <c:pt idx="2344">
                  <c:v>467.96621349999998</c:v>
                </c:pt>
                <c:pt idx="2345">
                  <c:v>468.6302713</c:v>
                </c:pt>
                <c:pt idx="2346">
                  <c:v>468.78290920000001</c:v>
                </c:pt>
                <c:pt idx="2347">
                  <c:v>468.79149310000003</c:v>
                </c:pt>
                <c:pt idx="2348">
                  <c:v>468.90149070000001</c:v>
                </c:pt>
                <c:pt idx="2349">
                  <c:v>468.96714639999999</c:v>
                </c:pt>
                <c:pt idx="2350">
                  <c:v>469.63593320000001</c:v>
                </c:pt>
                <c:pt idx="2351">
                  <c:v>469.77852109999998</c:v>
                </c:pt>
                <c:pt idx="2352">
                  <c:v>469.78791059999998</c:v>
                </c:pt>
                <c:pt idx="2353">
                  <c:v>469.9061729</c:v>
                </c:pt>
                <c:pt idx="2354">
                  <c:v>469.96601440000001</c:v>
                </c:pt>
                <c:pt idx="2355">
                  <c:v>470.63256699999999</c:v>
                </c:pt>
                <c:pt idx="2356">
                  <c:v>470.78235439999997</c:v>
                </c:pt>
                <c:pt idx="2357">
                  <c:v>470.79149100000001</c:v>
                </c:pt>
                <c:pt idx="2358">
                  <c:v>470.91117600000001</c:v>
                </c:pt>
                <c:pt idx="2359">
                  <c:v>470.97004249999998</c:v>
                </c:pt>
                <c:pt idx="2360">
                  <c:v>471.6304116</c:v>
                </c:pt>
                <c:pt idx="2361">
                  <c:v>471.77888919999998</c:v>
                </c:pt>
                <c:pt idx="2362">
                  <c:v>471.78750630000002</c:v>
                </c:pt>
                <c:pt idx="2363">
                  <c:v>471.90749740000001</c:v>
                </c:pt>
                <c:pt idx="2364">
                  <c:v>471.96636769999998</c:v>
                </c:pt>
                <c:pt idx="2365">
                  <c:v>472.63870850000001</c:v>
                </c:pt>
                <c:pt idx="2366">
                  <c:v>472.78138100000001</c:v>
                </c:pt>
                <c:pt idx="2367">
                  <c:v>472.78382470000003</c:v>
                </c:pt>
                <c:pt idx="2368">
                  <c:v>472.90761659999998</c:v>
                </c:pt>
                <c:pt idx="2369">
                  <c:v>472.97285060000002</c:v>
                </c:pt>
                <c:pt idx="2370">
                  <c:v>473.6365131</c:v>
                </c:pt>
                <c:pt idx="2371">
                  <c:v>473.78177110000001</c:v>
                </c:pt>
                <c:pt idx="2372">
                  <c:v>473.90566960000001</c:v>
                </c:pt>
                <c:pt idx="2373">
                  <c:v>473.96998550000001</c:v>
                </c:pt>
                <c:pt idx="2374">
                  <c:v>474.0180479</c:v>
                </c:pt>
                <c:pt idx="2375">
                  <c:v>474.63566359999999</c:v>
                </c:pt>
                <c:pt idx="2376">
                  <c:v>474.7781445</c:v>
                </c:pt>
                <c:pt idx="2377">
                  <c:v>474.78676789999997</c:v>
                </c:pt>
                <c:pt idx="2378">
                  <c:v>474.90975550000002</c:v>
                </c:pt>
                <c:pt idx="2379">
                  <c:v>474.97143690000001</c:v>
                </c:pt>
                <c:pt idx="2380">
                  <c:v>475.63516429999999</c:v>
                </c:pt>
                <c:pt idx="2381">
                  <c:v>475.78469899999999</c:v>
                </c:pt>
                <c:pt idx="2382">
                  <c:v>475.78569220000003</c:v>
                </c:pt>
                <c:pt idx="2383">
                  <c:v>475.90541639999998</c:v>
                </c:pt>
                <c:pt idx="2384">
                  <c:v>475.96958260000002</c:v>
                </c:pt>
                <c:pt idx="2385">
                  <c:v>476.6334966</c:v>
                </c:pt>
                <c:pt idx="2386">
                  <c:v>476.78239860000002</c:v>
                </c:pt>
                <c:pt idx="2387">
                  <c:v>476.7837126</c:v>
                </c:pt>
                <c:pt idx="2388">
                  <c:v>476.90482170000001</c:v>
                </c:pt>
                <c:pt idx="2389">
                  <c:v>476.97122009999998</c:v>
                </c:pt>
                <c:pt idx="2390">
                  <c:v>477.63868919999999</c:v>
                </c:pt>
                <c:pt idx="2391">
                  <c:v>477.78337629999999</c:v>
                </c:pt>
                <c:pt idx="2392">
                  <c:v>477.7879284</c:v>
                </c:pt>
                <c:pt idx="2393">
                  <c:v>477.90337399999999</c:v>
                </c:pt>
                <c:pt idx="2394">
                  <c:v>477.96856680000002</c:v>
                </c:pt>
                <c:pt idx="2395">
                  <c:v>478.64216110000001</c:v>
                </c:pt>
                <c:pt idx="2396">
                  <c:v>478.78357160000002</c:v>
                </c:pt>
                <c:pt idx="2397">
                  <c:v>478.78764460000002</c:v>
                </c:pt>
                <c:pt idx="2398">
                  <c:v>478.90229549999998</c:v>
                </c:pt>
                <c:pt idx="2399">
                  <c:v>478.9685073</c:v>
                </c:pt>
                <c:pt idx="2400">
                  <c:v>479.63974630000001</c:v>
                </c:pt>
                <c:pt idx="2401">
                  <c:v>479.78453789999998</c:v>
                </c:pt>
                <c:pt idx="2402">
                  <c:v>479.78772950000001</c:v>
                </c:pt>
                <c:pt idx="2403">
                  <c:v>479.90595439999998</c:v>
                </c:pt>
                <c:pt idx="2404">
                  <c:v>479.9656827</c:v>
                </c:pt>
                <c:pt idx="2405">
                  <c:v>480.63813190000002</c:v>
                </c:pt>
                <c:pt idx="2406">
                  <c:v>480.78223009999999</c:v>
                </c:pt>
                <c:pt idx="2407">
                  <c:v>480.7881314</c:v>
                </c:pt>
                <c:pt idx="2408">
                  <c:v>480.90253339999998</c:v>
                </c:pt>
                <c:pt idx="2409">
                  <c:v>480.9662553</c:v>
                </c:pt>
                <c:pt idx="2410">
                  <c:v>481.63938510000003</c:v>
                </c:pt>
                <c:pt idx="2411">
                  <c:v>481.78026620000003</c:v>
                </c:pt>
                <c:pt idx="2412">
                  <c:v>481.78748610000002</c:v>
                </c:pt>
                <c:pt idx="2413">
                  <c:v>481.90297040000002</c:v>
                </c:pt>
                <c:pt idx="2414">
                  <c:v>481.96584580000001</c:v>
                </c:pt>
                <c:pt idx="2415">
                  <c:v>482.63542200000001</c:v>
                </c:pt>
                <c:pt idx="2416">
                  <c:v>482.7824311</c:v>
                </c:pt>
                <c:pt idx="2417">
                  <c:v>482.78750059999999</c:v>
                </c:pt>
                <c:pt idx="2418">
                  <c:v>482.90563630000003</c:v>
                </c:pt>
                <c:pt idx="2419">
                  <c:v>482.97018589999999</c:v>
                </c:pt>
                <c:pt idx="2420">
                  <c:v>483.64038829999998</c:v>
                </c:pt>
                <c:pt idx="2421">
                  <c:v>483.78011500000002</c:v>
                </c:pt>
                <c:pt idx="2422">
                  <c:v>483.78643520000003</c:v>
                </c:pt>
                <c:pt idx="2423">
                  <c:v>483.9027471</c:v>
                </c:pt>
                <c:pt idx="2424">
                  <c:v>483.96848030000001</c:v>
                </c:pt>
                <c:pt idx="2425">
                  <c:v>484.63707449999998</c:v>
                </c:pt>
                <c:pt idx="2426">
                  <c:v>484.77433980000001</c:v>
                </c:pt>
                <c:pt idx="2427">
                  <c:v>484.7846715</c:v>
                </c:pt>
                <c:pt idx="2428">
                  <c:v>484.9049498</c:v>
                </c:pt>
                <c:pt idx="2429">
                  <c:v>484.96866560000001</c:v>
                </c:pt>
                <c:pt idx="2430">
                  <c:v>485.64368000000002</c:v>
                </c:pt>
                <c:pt idx="2431">
                  <c:v>485.77832219999999</c:v>
                </c:pt>
                <c:pt idx="2432">
                  <c:v>485.78444810000002</c:v>
                </c:pt>
                <c:pt idx="2433">
                  <c:v>485.90787019999999</c:v>
                </c:pt>
                <c:pt idx="2434">
                  <c:v>485.97843699999999</c:v>
                </c:pt>
                <c:pt idx="2435">
                  <c:v>486.64344130000001</c:v>
                </c:pt>
                <c:pt idx="2436">
                  <c:v>486.78446100000002</c:v>
                </c:pt>
                <c:pt idx="2437">
                  <c:v>486.7855601</c:v>
                </c:pt>
                <c:pt idx="2438">
                  <c:v>486.90830879999999</c:v>
                </c:pt>
                <c:pt idx="2439">
                  <c:v>486.97016589999998</c:v>
                </c:pt>
                <c:pt idx="2440">
                  <c:v>487.64155419999997</c:v>
                </c:pt>
                <c:pt idx="2441">
                  <c:v>487.7821156</c:v>
                </c:pt>
                <c:pt idx="2442">
                  <c:v>487.78360420000001</c:v>
                </c:pt>
                <c:pt idx="2443">
                  <c:v>487.90634260000002</c:v>
                </c:pt>
                <c:pt idx="2444">
                  <c:v>487.96589360000002</c:v>
                </c:pt>
                <c:pt idx="2445">
                  <c:v>488.64130340000003</c:v>
                </c:pt>
                <c:pt idx="2446">
                  <c:v>488.78310190000002</c:v>
                </c:pt>
                <c:pt idx="2447">
                  <c:v>488.78597869999999</c:v>
                </c:pt>
                <c:pt idx="2448">
                  <c:v>488.90502049999998</c:v>
                </c:pt>
                <c:pt idx="2449">
                  <c:v>488.96824420000002</c:v>
                </c:pt>
                <c:pt idx="2450">
                  <c:v>489.64168009999997</c:v>
                </c:pt>
                <c:pt idx="2451">
                  <c:v>489.78083989999999</c:v>
                </c:pt>
                <c:pt idx="2452">
                  <c:v>489.7823234</c:v>
                </c:pt>
                <c:pt idx="2453">
                  <c:v>489.90492410000002</c:v>
                </c:pt>
                <c:pt idx="2454">
                  <c:v>489.9655846</c:v>
                </c:pt>
                <c:pt idx="2455">
                  <c:v>490.63786800000003</c:v>
                </c:pt>
                <c:pt idx="2456">
                  <c:v>490.78395319999998</c:v>
                </c:pt>
                <c:pt idx="2457">
                  <c:v>490.78701819999998</c:v>
                </c:pt>
                <c:pt idx="2458">
                  <c:v>490.90743020000002</c:v>
                </c:pt>
                <c:pt idx="2459">
                  <c:v>490.96628779999998</c:v>
                </c:pt>
                <c:pt idx="2460">
                  <c:v>491.63787789999998</c:v>
                </c:pt>
                <c:pt idx="2461">
                  <c:v>491.78276440000002</c:v>
                </c:pt>
                <c:pt idx="2462">
                  <c:v>491.78410129999997</c:v>
                </c:pt>
                <c:pt idx="2463">
                  <c:v>491.90255459999997</c:v>
                </c:pt>
                <c:pt idx="2464">
                  <c:v>491.96603950000002</c:v>
                </c:pt>
                <c:pt idx="2465">
                  <c:v>492.63765760000001</c:v>
                </c:pt>
                <c:pt idx="2466">
                  <c:v>492.7786524</c:v>
                </c:pt>
                <c:pt idx="2467">
                  <c:v>492.78740169999998</c:v>
                </c:pt>
                <c:pt idx="2468">
                  <c:v>492.90255660000003</c:v>
                </c:pt>
                <c:pt idx="2469">
                  <c:v>492.96617600000002</c:v>
                </c:pt>
                <c:pt idx="2470">
                  <c:v>493.6347955</c:v>
                </c:pt>
                <c:pt idx="2471">
                  <c:v>493.7778027</c:v>
                </c:pt>
                <c:pt idx="2472">
                  <c:v>493.79048180000001</c:v>
                </c:pt>
                <c:pt idx="2473">
                  <c:v>493.90191850000002</c:v>
                </c:pt>
                <c:pt idx="2474">
                  <c:v>493.96842670000001</c:v>
                </c:pt>
                <c:pt idx="2475">
                  <c:v>494.64230559999999</c:v>
                </c:pt>
                <c:pt idx="2476">
                  <c:v>494.77781700000003</c:v>
                </c:pt>
                <c:pt idx="2477">
                  <c:v>494.78655400000002</c:v>
                </c:pt>
                <c:pt idx="2478">
                  <c:v>494.90511720000001</c:v>
                </c:pt>
                <c:pt idx="2479">
                  <c:v>494.97614909999999</c:v>
                </c:pt>
                <c:pt idx="2480">
                  <c:v>495.64012830000001</c:v>
                </c:pt>
                <c:pt idx="2481">
                  <c:v>495.78152060000002</c:v>
                </c:pt>
                <c:pt idx="2482">
                  <c:v>495.78263820000001</c:v>
                </c:pt>
                <c:pt idx="2483">
                  <c:v>495.9029635</c:v>
                </c:pt>
                <c:pt idx="2484">
                  <c:v>495.98224060000001</c:v>
                </c:pt>
                <c:pt idx="2485">
                  <c:v>496.64388630000002</c:v>
                </c:pt>
                <c:pt idx="2486">
                  <c:v>496.7811304</c:v>
                </c:pt>
                <c:pt idx="2487">
                  <c:v>496.78612559999999</c:v>
                </c:pt>
                <c:pt idx="2488">
                  <c:v>496.90674949999999</c:v>
                </c:pt>
                <c:pt idx="2489">
                  <c:v>496.97773410000002</c:v>
                </c:pt>
                <c:pt idx="2490">
                  <c:v>497.6400347</c:v>
                </c:pt>
                <c:pt idx="2491">
                  <c:v>497.78438160000002</c:v>
                </c:pt>
                <c:pt idx="2492">
                  <c:v>497.78516150000002</c:v>
                </c:pt>
                <c:pt idx="2493">
                  <c:v>497.90758240000002</c:v>
                </c:pt>
                <c:pt idx="2494">
                  <c:v>497.97805219999998</c:v>
                </c:pt>
                <c:pt idx="2495">
                  <c:v>498.64218240000002</c:v>
                </c:pt>
                <c:pt idx="2496">
                  <c:v>498.78233449999999</c:v>
                </c:pt>
                <c:pt idx="2497">
                  <c:v>498.7826895</c:v>
                </c:pt>
                <c:pt idx="2498">
                  <c:v>498.90795129999998</c:v>
                </c:pt>
                <c:pt idx="2499">
                  <c:v>498.97051970000001</c:v>
                </c:pt>
                <c:pt idx="2500">
                  <c:v>499.64229169999999</c:v>
                </c:pt>
                <c:pt idx="2501">
                  <c:v>499.78262080000002</c:v>
                </c:pt>
                <c:pt idx="2502">
                  <c:v>499.78459370000002</c:v>
                </c:pt>
                <c:pt idx="2503">
                  <c:v>499.90673579999998</c:v>
                </c:pt>
                <c:pt idx="2504">
                  <c:v>499.97663460000001</c:v>
                </c:pt>
                <c:pt idx="2505">
                  <c:v>500.64024910000001</c:v>
                </c:pt>
                <c:pt idx="2506">
                  <c:v>500.78594420000002</c:v>
                </c:pt>
                <c:pt idx="2507">
                  <c:v>500.78635659999998</c:v>
                </c:pt>
                <c:pt idx="2508">
                  <c:v>500.90492010000003</c:v>
                </c:pt>
                <c:pt idx="2509">
                  <c:v>500.9747911</c:v>
                </c:pt>
                <c:pt idx="2510">
                  <c:v>501.63596589999997</c:v>
                </c:pt>
                <c:pt idx="2511">
                  <c:v>501.78127940000002</c:v>
                </c:pt>
                <c:pt idx="2512">
                  <c:v>501.78203180000003</c:v>
                </c:pt>
                <c:pt idx="2513">
                  <c:v>501.90616660000001</c:v>
                </c:pt>
                <c:pt idx="2514">
                  <c:v>501.96616349999999</c:v>
                </c:pt>
                <c:pt idx="2515">
                  <c:v>502.6378163</c:v>
                </c:pt>
                <c:pt idx="2516">
                  <c:v>502.781339</c:v>
                </c:pt>
                <c:pt idx="2517">
                  <c:v>502.78232430000003</c:v>
                </c:pt>
                <c:pt idx="2518">
                  <c:v>502.90463089999997</c:v>
                </c:pt>
                <c:pt idx="2519">
                  <c:v>502.97120960000001</c:v>
                </c:pt>
                <c:pt idx="2520">
                  <c:v>503.63935129999999</c:v>
                </c:pt>
                <c:pt idx="2521">
                  <c:v>503.77605999999997</c:v>
                </c:pt>
                <c:pt idx="2522">
                  <c:v>503.786046</c:v>
                </c:pt>
                <c:pt idx="2523">
                  <c:v>503.90213240000003</c:v>
                </c:pt>
                <c:pt idx="2524">
                  <c:v>503.96594870000001</c:v>
                </c:pt>
                <c:pt idx="2525">
                  <c:v>504.6347232</c:v>
                </c:pt>
                <c:pt idx="2526">
                  <c:v>504.78236609999999</c:v>
                </c:pt>
                <c:pt idx="2527">
                  <c:v>504.78560720000002</c:v>
                </c:pt>
                <c:pt idx="2528">
                  <c:v>504.90386389999998</c:v>
                </c:pt>
                <c:pt idx="2529">
                  <c:v>504.96838120000001</c:v>
                </c:pt>
                <c:pt idx="2530">
                  <c:v>505.64200579999999</c:v>
                </c:pt>
                <c:pt idx="2531">
                  <c:v>505.78194250000001</c:v>
                </c:pt>
                <c:pt idx="2532">
                  <c:v>505.78758540000001</c:v>
                </c:pt>
                <c:pt idx="2533">
                  <c:v>505.90241420000001</c:v>
                </c:pt>
                <c:pt idx="2534">
                  <c:v>505.98324480000002</c:v>
                </c:pt>
                <c:pt idx="2535">
                  <c:v>506.63834830000002</c:v>
                </c:pt>
                <c:pt idx="2536">
                  <c:v>506.78773369999999</c:v>
                </c:pt>
                <c:pt idx="2537">
                  <c:v>506.79313839999998</c:v>
                </c:pt>
                <c:pt idx="2538">
                  <c:v>506.90224519999998</c:v>
                </c:pt>
                <c:pt idx="2539">
                  <c:v>506.96667930000001</c:v>
                </c:pt>
                <c:pt idx="2540">
                  <c:v>507.64600719999999</c:v>
                </c:pt>
                <c:pt idx="2541">
                  <c:v>507.77881969999999</c:v>
                </c:pt>
                <c:pt idx="2542">
                  <c:v>507.78330360000001</c:v>
                </c:pt>
                <c:pt idx="2543">
                  <c:v>507.90795580000002</c:v>
                </c:pt>
                <c:pt idx="2544">
                  <c:v>507.9791199</c:v>
                </c:pt>
                <c:pt idx="2545">
                  <c:v>508.64067899999998</c:v>
                </c:pt>
                <c:pt idx="2546">
                  <c:v>508.77657240000002</c:v>
                </c:pt>
                <c:pt idx="2547">
                  <c:v>508.78545550000001</c:v>
                </c:pt>
                <c:pt idx="2548">
                  <c:v>508.90502450000002</c:v>
                </c:pt>
                <c:pt idx="2549">
                  <c:v>508.97126759999998</c:v>
                </c:pt>
                <c:pt idx="2550">
                  <c:v>509.64369269999997</c:v>
                </c:pt>
                <c:pt idx="2551">
                  <c:v>509.78213340000002</c:v>
                </c:pt>
                <c:pt idx="2552">
                  <c:v>509.78437070000001</c:v>
                </c:pt>
                <c:pt idx="2553">
                  <c:v>509.91193729999998</c:v>
                </c:pt>
                <c:pt idx="2554">
                  <c:v>509.97312890000001</c:v>
                </c:pt>
                <c:pt idx="2555">
                  <c:v>510.65225989999999</c:v>
                </c:pt>
                <c:pt idx="2556">
                  <c:v>510.78194259999998</c:v>
                </c:pt>
                <c:pt idx="2557">
                  <c:v>510.78223919999999</c:v>
                </c:pt>
                <c:pt idx="2558">
                  <c:v>510.90756909999999</c:v>
                </c:pt>
                <c:pt idx="2559">
                  <c:v>510.97126429999997</c:v>
                </c:pt>
                <c:pt idx="2560">
                  <c:v>511.64028250000001</c:v>
                </c:pt>
                <c:pt idx="2561">
                  <c:v>511.78238470000002</c:v>
                </c:pt>
                <c:pt idx="2562">
                  <c:v>511.78356400000001</c:v>
                </c:pt>
                <c:pt idx="2563">
                  <c:v>511.90789050000001</c:v>
                </c:pt>
                <c:pt idx="2564">
                  <c:v>511.9692824</c:v>
                </c:pt>
                <c:pt idx="2565">
                  <c:v>512.63700500000004</c:v>
                </c:pt>
                <c:pt idx="2566">
                  <c:v>512.78124170000001</c:v>
                </c:pt>
                <c:pt idx="2567">
                  <c:v>512.78230350000001</c:v>
                </c:pt>
                <c:pt idx="2568">
                  <c:v>512.9040847</c:v>
                </c:pt>
                <c:pt idx="2569">
                  <c:v>512.9723103</c:v>
                </c:pt>
                <c:pt idx="2570">
                  <c:v>513.63457630000005</c:v>
                </c:pt>
                <c:pt idx="2571">
                  <c:v>513.77779169999997</c:v>
                </c:pt>
                <c:pt idx="2572">
                  <c:v>513.78203910000002</c:v>
                </c:pt>
                <c:pt idx="2573">
                  <c:v>513.90504959999998</c:v>
                </c:pt>
                <c:pt idx="2574">
                  <c:v>513.96755399999995</c:v>
                </c:pt>
                <c:pt idx="2575">
                  <c:v>514.63966230000005</c:v>
                </c:pt>
                <c:pt idx="2576">
                  <c:v>514.77576590000001</c:v>
                </c:pt>
                <c:pt idx="2577">
                  <c:v>514.78249340000002</c:v>
                </c:pt>
                <c:pt idx="2578">
                  <c:v>514.9050929</c:v>
                </c:pt>
                <c:pt idx="2579">
                  <c:v>514.96765089999997</c:v>
                </c:pt>
                <c:pt idx="2580">
                  <c:v>515.63314030000004</c:v>
                </c:pt>
                <c:pt idx="2581">
                  <c:v>515.77560700000004</c:v>
                </c:pt>
                <c:pt idx="2582">
                  <c:v>515.78468220000002</c:v>
                </c:pt>
                <c:pt idx="2583">
                  <c:v>515.90271740000003</c:v>
                </c:pt>
                <c:pt idx="2584">
                  <c:v>515.96629859999996</c:v>
                </c:pt>
                <c:pt idx="2585">
                  <c:v>516.63851239999997</c:v>
                </c:pt>
                <c:pt idx="2586">
                  <c:v>516.77851729999998</c:v>
                </c:pt>
                <c:pt idx="2587">
                  <c:v>516.78867479999997</c:v>
                </c:pt>
                <c:pt idx="2588">
                  <c:v>516.90669960000002</c:v>
                </c:pt>
                <c:pt idx="2589">
                  <c:v>516.96578720000002</c:v>
                </c:pt>
                <c:pt idx="2590">
                  <c:v>517.64311520000001</c:v>
                </c:pt>
                <c:pt idx="2591">
                  <c:v>517.78028370000004</c:v>
                </c:pt>
                <c:pt idx="2592">
                  <c:v>517.78575790000002</c:v>
                </c:pt>
                <c:pt idx="2593">
                  <c:v>517.90276679999999</c:v>
                </c:pt>
                <c:pt idx="2594">
                  <c:v>517.96625779999999</c:v>
                </c:pt>
                <c:pt idx="2595">
                  <c:v>518.64394270000003</c:v>
                </c:pt>
                <c:pt idx="2596">
                  <c:v>518.78168559999995</c:v>
                </c:pt>
                <c:pt idx="2597">
                  <c:v>518.78271089999998</c:v>
                </c:pt>
                <c:pt idx="2598">
                  <c:v>518.9074415</c:v>
                </c:pt>
                <c:pt idx="2599">
                  <c:v>518.96889669999996</c:v>
                </c:pt>
                <c:pt idx="2600">
                  <c:v>519.63593719999994</c:v>
                </c:pt>
                <c:pt idx="2601">
                  <c:v>519.77743399999997</c:v>
                </c:pt>
                <c:pt idx="2602">
                  <c:v>519.78473140000006</c:v>
                </c:pt>
                <c:pt idx="2603">
                  <c:v>519.9052054</c:v>
                </c:pt>
                <c:pt idx="2604">
                  <c:v>519.96730600000001</c:v>
                </c:pt>
                <c:pt idx="2605">
                  <c:v>520.63592359999996</c:v>
                </c:pt>
                <c:pt idx="2606">
                  <c:v>520.78389019999997</c:v>
                </c:pt>
                <c:pt idx="2607">
                  <c:v>520.79310050000004</c:v>
                </c:pt>
                <c:pt idx="2608">
                  <c:v>520.90477910000004</c:v>
                </c:pt>
                <c:pt idx="2609">
                  <c:v>520.97159780000004</c:v>
                </c:pt>
                <c:pt idx="2610">
                  <c:v>521.69691920000002</c:v>
                </c:pt>
                <c:pt idx="2611">
                  <c:v>521.7799536</c:v>
                </c:pt>
                <c:pt idx="2612">
                  <c:v>521.78476439999997</c:v>
                </c:pt>
                <c:pt idx="2613">
                  <c:v>521.91470760000004</c:v>
                </c:pt>
                <c:pt idx="2614">
                  <c:v>521.97178829999996</c:v>
                </c:pt>
                <c:pt idx="2615">
                  <c:v>522.63360690000002</c:v>
                </c:pt>
                <c:pt idx="2616">
                  <c:v>522.78192660000002</c:v>
                </c:pt>
                <c:pt idx="2617">
                  <c:v>522.79281760000003</c:v>
                </c:pt>
                <c:pt idx="2618">
                  <c:v>522.91356580000001</c:v>
                </c:pt>
                <c:pt idx="2619">
                  <c:v>522.97113220000006</c:v>
                </c:pt>
                <c:pt idx="2620">
                  <c:v>523.63034619999996</c:v>
                </c:pt>
                <c:pt idx="2621">
                  <c:v>523.77879110000003</c:v>
                </c:pt>
                <c:pt idx="2622">
                  <c:v>523.78220680000004</c:v>
                </c:pt>
                <c:pt idx="2623">
                  <c:v>523.90927690000001</c:v>
                </c:pt>
                <c:pt idx="2624">
                  <c:v>523.97375880000004</c:v>
                </c:pt>
                <c:pt idx="2625">
                  <c:v>524.63188950000006</c:v>
                </c:pt>
                <c:pt idx="2626">
                  <c:v>524.77738079999995</c:v>
                </c:pt>
                <c:pt idx="2627">
                  <c:v>524.78246960000001</c:v>
                </c:pt>
                <c:pt idx="2628">
                  <c:v>524.91408249999995</c:v>
                </c:pt>
                <c:pt idx="2629">
                  <c:v>524.97128729999997</c:v>
                </c:pt>
                <c:pt idx="2630">
                  <c:v>525.63474559999997</c:v>
                </c:pt>
                <c:pt idx="2631">
                  <c:v>525.77841590000003</c:v>
                </c:pt>
                <c:pt idx="2632">
                  <c:v>525.78516590000004</c:v>
                </c:pt>
                <c:pt idx="2633">
                  <c:v>525.91417130000002</c:v>
                </c:pt>
                <c:pt idx="2634">
                  <c:v>525.97057029999996</c:v>
                </c:pt>
                <c:pt idx="2635">
                  <c:v>526.63914750000004</c:v>
                </c:pt>
                <c:pt idx="2636">
                  <c:v>526.77917809999997</c:v>
                </c:pt>
                <c:pt idx="2637">
                  <c:v>526.79251650000003</c:v>
                </c:pt>
                <c:pt idx="2638">
                  <c:v>526.91246149999995</c:v>
                </c:pt>
                <c:pt idx="2639">
                  <c:v>526.96790380000004</c:v>
                </c:pt>
                <c:pt idx="2640">
                  <c:v>527.63725380000005</c:v>
                </c:pt>
                <c:pt idx="2641">
                  <c:v>527.78080560000001</c:v>
                </c:pt>
                <c:pt idx="2642">
                  <c:v>527.79524800000002</c:v>
                </c:pt>
                <c:pt idx="2643">
                  <c:v>527.90274009999996</c:v>
                </c:pt>
                <c:pt idx="2644">
                  <c:v>527.96860079999999</c:v>
                </c:pt>
                <c:pt idx="2645">
                  <c:v>528.64164000000005</c:v>
                </c:pt>
                <c:pt idx="2646">
                  <c:v>528.78170109999996</c:v>
                </c:pt>
                <c:pt idx="2647">
                  <c:v>528.79417860000001</c:v>
                </c:pt>
                <c:pt idx="2648">
                  <c:v>528.90331000000003</c:v>
                </c:pt>
                <c:pt idx="2649">
                  <c:v>528.96828010000002</c:v>
                </c:pt>
                <c:pt idx="2650">
                  <c:v>529.64330540000003</c:v>
                </c:pt>
                <c:pt idx="2651">
                  <c:v>529.77577289999999</c:v>
                </c:pt>
                <c:pt idx="2652">
                  <c:v>529.79180829999996</c:v>
                </c:pt>
                <c:pt idx="2653">
                  <c:v>529.90786869999999</c:v>
                </c:pt>
                <c:pt idx="2654">
                  <c:v>529.96829930000001</c:v>
                </c:pt>
                <c:pt idx="2655">
                  <c:v>530.64144529999999</c:v>
                </c:pt>
                <c:pt idx="2656">
                  <c:v>530.78436509999995</c:v>
                </c:pt>
                <c:pt idx="2657">
                  <c:v>530.79075399999999</c:v>
                </c:pt>
                <c:pt idx="2658">
                  <c:v>530.90499929999999</c:v>
                </c:pt>
                <c:pt idx="2659">
                  <c:v>530.99979340000004</c:v>
                </c:pt>
                <c:pt idx="2660">
                  <c:v>531.63909130000002</c:v>
                </c:pt>
                <c:pt idx="2661">
                  <c:v>531.78173809999998</c:v>
                </c:pt>
                <c:pt idx="2662">
                  <c:v>531.79227270000001</c:v>
                </c:pt>
                <c:pt idx="2663">
                  <c:v>531.91298640000002</c:v>
                </c:pt>
                <c:pt idx="2664">
                  <c:v>531.96929050000006</c:v>
                </c:pt>
                <c:pt idx="2665">
                  <c:v>532.63534119999997</c:v>
                </c:pt>
                <c:pt idx="2666">
                  <c:v>532.77723049999997</c:v>
                </c:pt>
                <c:pt idx="2667">
                  <c:v>532.788499</c:v>
                </c:pt>
                <c:pt idx="2668">
                  <c:v>532.91414239999995</c:v>
                </c:pt>
                <c:pt idx="2669">
                  <c:v>532.96584170000006</c:v>
                </c:pt>
                <c:pt idx="2670">
                  <c:v>533.63191589999997</c:v>
                </c:pt>
                <c:pt idx="2671">
                  <c:v>533.77478259999998</c:v>
                </c:pt>
                <c:pt idx="2672">
                  <c:v>533.78954160000001</c:v>
                </c:pt>
                <c:pt idx="2673">
                  <c:v>533.91421409999998</c:v>
                </c:pt>
                <c:pt idx="2674">
                  <c:v>533.97505390000003</c:v>
                </c:pt>
                <c:pt idx="2675">
                  <c:v>534.63036539999996</c:v>
                </c:pt>
                <c:pt idx="2676">
                  <c:v>534.77475909999998</c:v>
                </c:pt>
                <c:pt idx="2677">
                  <c:v>534.79213560000005</c:v>
                </c:pt>
                <c:pt idx="2678">
                  <c:v>534.90877030000001</c:v>
                </c:pt>
                <c:pt idx="2679">
                  <c:v>534.97383390000005</c:v>
                </c:pt>
                <c:pt idx="2680">
                  <c:v>535.63178549999998</c:v>
                </c:pt>
                <c:pt idx="2681">
                  <c:v>535.77264209999998</c:v>
                </c:pt>
                <c:pt idx="2682">
                  <c:v>535.78887950000001</c:v>
                </c:pt>
                <c:pt idx="2683">
                  <c:v>535.91133019999995</c:v>
                </c:pt>
                <c:pt idx="2684">
                  <c:v>535.98056350000002</c:v>
                </c:pt>
                <c:pt idx="2685">
                  <c:v>536.63465389999999</c:v>
                </c:pt>
                <c:pt idx="2686">
                  <c:v>536.77234299999998</c:v>
                </c:pt>
                <c:pt idx="2687">
                  <c:v>536.79834979999998</c:v>
                </c:pt>
                <c:pt idx="2688">
                  <c:v>536.91215590000002</c:v>
                </c:pt>
                <c:pt idx="2689">
                  <c:v>536.97691650000002</c:v>
                </c:pt>
                <c:pt idx="2690">
                  <c:v>537.63067799999999</c:v>
                </c:pt>
                <c:pt idx="2691">
                  <c:v>537.77185829999996</c:v>
                </c:pt>
                <c:pt idx="2692">
                  <c:v>537.79287139999997</c:v>
                </c:pt>
                <c:pt idx="2693">
                  <c:v>537.91012090000004</c:v>
                </c:pt>
                <c:pt idx="2694">
                  <c:v>537.97850240000002</c:v>
                </c:pt>
                <c:pt idx="2695">
                  <c:v>538.63574249999999</c:v>
                </c:pt>
                <c:pt idx="2696">
                  <c:v>538.77285280000001</c:v>
                </c:pt>
                <c:pt idx="2697">
                  <c:v>538.78806520000001</c:v>
                </c:pt>
                <c:pt idx="2698">
                  <c:v>538.90884670000003</c:v>
                </c:pt>
                <c:pt idx="2699">
                  <c:v>538.97913860000006</c:v>
                </c:pt>
                <c:pt idx="2700">
                  <c:v>539.63325310000005</c:v>
                </c:pt>
                <c:pt idx="2701">
                  <c:v>539.77465700000005</c:v>
                </c:pt>
                <c:pt idx="2702">
                  <c:v>539.7866755</c:v>
                </c:pt>
                <c:pt idx="2703">
                  <c:v>539.90634260000002</c:v>
                </c:pt>
                <c:pt idx="2704">
                  <c:v>539.9745097</c:v>
                </c:pt>
                <c:pt idx="2705">
                  <c:v>540.63648509999996</c:v>
                </c:pt>
                <c:pt idx="2706">
                  <c:v>540.77270999999996</c:v>
                </c:pt>
                <c:pt idx="2707">
                  <c:v>540.79016999999999</c:v>
                </c:pt>
                <c:pt idx="2708">
                  <c:v>540.90584000000001</c:v>
                </c:pt>
                <c:pt idx="2709">
                  <c:v>540.9760685</c:v>
                </c:pt>
                <c:pt idx="2710">
                  <c:v>541.63541429999998</c:v>
                </c:pt>
                <c:pt idx="2711">
                  <c:v>541.77927950000003</c:v>
                </c:pt>
                <c:pt idx="2712">
                  <c:v>541.78549069999997</c:v>
                </c:pt>
                <c:pt idx="2713">
                  <c:v>541.90877490000003</c:v>
                </c:pt>
                <c:pt idx="2714">
                  <c:v>541.97511829999996</c:v>
                </c:pt>
                <c:pt idx="2715">
                  <c:v>542.6439633</c:v>
                </c:pt>
                <c:pt idx="2716">
                  <c:v>542.77723730000002</c:v>
                </c:pt>
                <c:pt idx="2717">
                  <c:v>542.78197160000002</c:v>
                </c:pt>
                <c:pt idx="2718">
                  <c:v>542.90336779999996</c:v>
                </c:pt>
                <c:pt idx="2719">
                  <c:v>542.9691133</c:v>
                </c:pt>
                <c:pt idx="2720">
                  <c:v>543.63694880000003</c:v>
                </c:pt>
                <c:pt idx="2721">
                  <c:v>543.77322939999999</c:v>
                </c:pt>
                <c:pt idx="2722">
                  <c:v>543.78436199999999</c:v>
                </c:pt>
                <c:pt idx="2723">
                  <c:v>543.9098371</c:v>
                </c:pt>
                <c:pt idx="2724">
                  <c:v>543.97164359999999</c:v>
                </c:pt>
                <c:pt idx="2725">
                  <c:v>544.63359590000005</c:v>
                </c:pt>
                <c:pt idx="2726">
                  <c:v>544.7747468</c:v>
                </c:pt>
                <c:pt idx="2727">
                  <c:v>544.78797039999995</c:v>
                </c:pt>
                <c:pt idx="2728">
                  <c:v>544.90771619999998</c:v>
                </c:pt>
                <c:pt idx="2729">
                  <c:v>544.96866409999996</c:v>
                </c:pt>
                <c:pt idx="2730">
                  <c:v>545.63265130000002</c:v>
                </c:pt>
                <c:pt idx="2731">
                  <c:v>545.77443070000004</c:v>
                </c:pt>
                <c:pt idx="2732">
                  <c:v>545.79247989999999</c:v>
                </c:pt>
                <c:pt idx="2733">
                  <c:v>545.90908709999997</c:v>
                </c:pt>
                <c:pt idx="2734">
                  <c:v>545.96911420000004</c:v>
                </c:pt>
                <c:pt idx="2735">
                  <c:v>546.63040079999996</c:v>
                </c:pt>
                <c:pt idx="2736">
                  <c:v>546.77289949999999</c:v>
                </c:pt>
                <c:pt idx="2737">
                  <c:v>546.79365629999995</c:v>
                </c:pt>
                <c:pt idx="2738">
                  <c:v>546.90916319999997</c:v>
                </c:pt>
                <c:pt idx="2739">
                  <c:v>546.96846430000005</c:v>
                </c:pt>
                <c:pt idx="2740">
                  <c:v>547.63150050000002</c:v>
                </c:pt>
                <c:pt idx="2741">
                  <c:v>547.77483889999996</c:v>
                </c:pt>
                <c:pt idx="2742">
                  <c:v>547.80259650000005</c:v>
                </c:pt>
                <c:pt idx="2743">
                  <c:v>547.90512590000003</c:v>
                </c:pt>
                <c:pt idx="2744">
                  <c:v>547.97483620000003</c:v>
                </c:pt>
                <c:pt idx="2745">
                  <c:v>548.63070189999996</c:v>
                </c:pt>
                <c:pt idx="2746">
                  <c:v>548.7761352</c:v>
                </c:pt>
                <c:pt idx="2747">
                  <c:v>548.79308360000005</c:v>
                </c:pt>
                <c:pt idx="2748">
                  <c:v>548.90525609999997</c:v>
                </c:pt>
                <c:pt idx="2749">
                  <c:v>548.97121609999999</c:v>
                </c:pt>
                <c:pt idx="2750">
                  <c:v>549.63032980000003</c:v>
                </c:pt>
                <c:pt idx="2751">
                  <c:v>549.77534349999996</c:v>
                </c:pt>
                <c:pt idx="2752">
                  <c:v>549.79533879999997</c:v>
                </c:pt>
                <c:pt idx="2753">
                  <c:v>549.90638230000002</c:v>
                </c:pt>
                <c:pt idx="2754">
                  <c:v>549.9727719</c:v>
                </c:pt>
                <c:pt idx="2755">
                  <c:v>550.63515299999995</c:v>
                </c:pt>
                <c:pt idx="2756">
                  <c:v>550.77711539999996</c:v>
                </c:pt>
                <c:pt idx="2757">
                  <c:v>550.79319810000004</c:v>
                </c:pt>
                <c:pt idx="2758">
                  <c:v>550.9025633</c:v>
                </c:pt>
                <c:pt idx="2759">
                  <c:v>550.97301570000002</c:v>
                </c:pt>
                <c:pt idx="2760">
                  <c:v>551.64006879999999</c:v>
                </c:pt>
                <c:pt idx="2761">
                  <c:v>551.77310580000005</c:v>
                </c:pt>
                <c:pt idx="2762">
                  <c:v>551.79362830000002</c:v>
                </c:pt>
                <c:pt idx="2763">
                  <c:v>551.90590970000005</c:v>
                </c:pt>
                <c:pt idx="2764">
                  <c:v>551.97109869999997</c:v>
                </c:pt>
                <c:pt idx="2765">
                  <c:v>552.63573389999999</c:v>
                </c:pt>
                <c:pt idx="2766">
                  <c:v>552.77760760000001</c:v>
                </c:pt>
                <c:pt idx="2767">
                  <c:v>552.79228269999999</c:v>
                </c:pt>
                <c:pt idx="2768">
                  <c:v>552.90832409999996</c:v>
                </c:pt>
                <c:pt idx="2769">
                  <c:v>552.97654069999999</c:v>
                </c:pt>
                <c:pt idx="2770">
                  <c:v>553.63557300000002</c:v>
                </c:pt>
                <c:pt idx="2771">
                  <c:v>553.77754149999998</c:v>
                </c:pt>
                <c:pt idx="2772">
                  <c:v>553.79124409999997</c:v>
                </c:pt>
                <c:pt idx="2773">
                  <c:v>553.91100110000002</c:v>
                </c:pt>
                <c:pt idx="2774">
                  <c:v>553.97538250000002</c:v>
                </c:pt>
                <c:pt idx="2775">
                  <c:v>554.63323539999999</c:v>
                </c:pt>
                <c:pt idx="2776">
                  <c:v>554.77762800000005</c:v>
                </c:pt>
                <c:pt idx="2777">
                  <c:v>554.79076280000004</c:v>
                </c:pt>
                <c:pt idx="2778">
                  <c:v>554.91085539999995</c:v>
                </c:pt>
                <c:pt idx="2779">
                  <c:v>554.96905670000001</c:v>
                </c:pt>
                <c:pt idx="2780">
                  <c:v>555.63714119999997</c:v>
                </c:pt>
                <c:pt idx="2781">
                  <c:v>555.77767960000006</c:v>
                </c:pt>
                <c:pt idx="2782">
                  <c:v>555.79188399999998</c:v>
                </c:pt>
                <c:pt idx="2783">
                  <c:v>555.91534209999998</c:v>
                </c:pt>
                <c:pt idx="2784">
                  <c:v>555.96699739999997</c:v>
                </c:pt>
                <c:pt idx="2785">
                  <c:v>556.63282449999997</c:v>
                </c:pt>
                <c:pt idx="2786">
                  <c:v>556.77489479999997</c:v>
                </c:pt>
                <c:pt idx="2787">
                  <c:v>556.78745379999998</c:v>
                </c:pt>
                <c:pt idx="2788">
                  <c:v>556.91245979999997</c:v>
                </c:pt>
                <c:pt idx="2789">
                  <c:v>556.96600230000001</c:v>
                </c:pt>
                <c:pt idx="2790">
                  <c:v>557.63102070000002</c:v>
                </c:pt>
                <c:pt idx="2791">
                  <c:v>557.77455469999995</c:v>
                </c:pt>
                <c:pt idx="2792">
                  <c:v>557.79211569999995</c:v>
                </c:pt>
                <c:pt idx="2793">
                  <c:v>557.95521010000004</c:v>
                </c:pt>
                <c:pt idx="2794">
                  <c:v>557.9662045</c:v>
                </c:pt>
                <c:pt idx="2795">
                  <c:v>558.63039920000006</c:v>
                </c:pt>
                <c:pt idx="2796">
                  <c:v>558.77244299999995</c:v>
                </c:pt>
                <c:pt idx="2797">
                  <c:v>558.79127919999996</c:v>
                </c:pt>
                <c:pt idx="2798">
                  <c:v>558.91692720000003</c:v>
                </c:pt>
                <c:pt idx="2799">
                  <c:v>558.97910400000001</c:v>
                </c:pt>
                <c:pt idx="2800">
                  <c:v>559.63588219999997</c:v>
                </c:pt>
                <c:pt idx="2801">
                  <c:v>559.77491759999998</c:v>
                </c:pt>
                <c:pt idx="2802">
                  <c:v>559.79304639999998</c:v>
                </c:pt>
                <c:pt idx="2803">
                  <c:v>559.917282</c:v>
                </c:pt>
                <c:pt idx="2804">
                  <c:v>559.96800440000004</c:v>
                </c:pt>
                <c:pt idx="2805">
                  <c:v>560.63355000000001</c:v>
                </c:pt>
                <c:pt idx="2806">
                  <c:v>560.7724819</c:v>
                </c:pt>
                <c:pt idx="2807">
                  <c:v>560.79265710000004</c:v>
                </c:pt>
                <c:pt idx="2808">
                  <c:v>560.91096709999999</c:v>
                </c:pt>
                <c:pt idx="2809">
                  <c:v>560.96937219999995</c:v>
                </c:pt>
                <c:pt idx="2810">
                  <c:v>561.63294550000001</c:v>
                </c:pt>
                <c:pt idx="2811">
                  <c:v>561.77215690000003</c:v>
                </c:pt>
                <c:pt idx="2812">
                  <c:v>561.79463759999999</c:v>
                </c:pt>
                <c:pt idx="2813">
                  <c:v>561.91062520000003</c:v>
                </c:pt>
                <c:pt idx="2814">
                  <c:v>561.97604590000003</c:v>
                </c:pt>
                <c:pt idx="2815">
                  <c:v>562.63207669999997</c:v>
                </c:pt>
                <c:pt idx="2816">
                  <c:v>562.77462609999998</c:v>
                </c:pt>
                <c:pt idx="2817">
                  <c:v>562.79234039999994</c:v>
                </c:pt>
                <c:pt idx="2818">
                  <c:v>562.90987050000001</c:v>
                </c:pt>
                <c:pt idx="2819">
                  <c:v>562.9712025</c:v>
                </c:pt>
                <c:pt idx="2820">
                  <c:v>563.63910580000004</c:v>
                </c:pt>
                <c:pt idx="2821">
                  <c:v>563.78092570000001</c:v>
                </c:pt>
                <c:pt idx="2822">
                  <c:v>563.79087619999996</c:v>
                </c:pt>
                <c:pt idx="2823">
                  <c:v>563.90238739999995</c:v>
                </c:pt>
                <c:pt idx="2824">
                  <c:v>564.03636410000001</c:v>
                </c:pt>
                <c:pt idx="2825">
                  <c:v>564.63544479999996</c:v>
                </c:pt>
                <c:pt idx="2826">
                  <c:v>564.77464529999997</c:v>
                </c:pt>
                <c:pt idx="2827">
                  <c:v>564.79257559999996</c:v>
                </c:pt>
                <c:pt idx="2828">
                  <c:v>564.91222889999995</c:v>
                </c:pt>
                <c:pt idx="2829">
                  <c:v>565.00222780000001</c:v>
                </c:pt>
                <c:pt idx="2830">
                  <c:v>565.63468799999998</c:v>
                </c:pt>
                <c:pt idx="2831">
                  <c:v>565.77794960000006</c:v>
                </c:pt>
                <c:pt idx="2832">
                  <c:v>565.78799160000005</c:v>
                </c:pt>
                <c:pt idx="2833">
                  <c:v>565.91601709999998</c:v>
                </c:pt>
                <c:pt idx="2834">
                  <c:v>565.96773959999996</c:v>
                </c:pt>
                <c:pt idx="2835">
                  <c:v>566.64625160000003</c:v>
                </c:pt>
                <c:pt idx="2836">
                  <c:v>566.7838471</c:v>
                </c:pt>
                <c:pt idx="2837">
                  <c:v>566.82873600000005</c:v>
                </c:pt>
                <c:pt idx="2838">
                  <c:v>566.9130212</c:v>
                </c:pt>
                <c:pt idx="2839">
                  <c:v>566.97190680000006</c:v>
                </c:pt>
                <c:pt idx="2840">
                  <c:v>567.65977959999998</c:v>
                </c:pt>
                <c:pt idx="2841">
                  <c:v>567.77642900000001</c:v>
                </c:pt>
                <c:pt idx="2842">
                  <c:v>567.78383240000005</c:v>
                </c:pt>
                <c:pt idx="2843">
                  <c:v>567.91328720000001</c:v>
                </c:pt>
                <c:pt idx="2844">
                  <c:v>567.96846479999999</c:v>
                </c:pt>
                <c:pt idx="2845">
                  <c:v>568.63525460000005</c:v>
                </c:pt>
                <c:pt idx="2846">
                  <c:v>568.77908319999995</c:v>
                </c:pt>
                <c:pt idx="2847">
                  <c:v>568.78752429999997</c:v>
                </c:pt>
                <c:pt idx="2848">
                  <c:v>568.91516260000003</c:v>
                </c:pt>
                <c:pt idx="2849">
                  <c:v>568.96721760000003</c:v>
                </c:pt>
                <c:pt idx="2850">
                  <c:v>569.63068450000003</c:v>
                </c:pt>
                <c:pt idx="2851">
                  <c:v>569.77406800000006</c:v>
                </c:pt>
                <c:pt idx="2852">
                  <c:v>569.78482589999999</c:v>
                </c:pt>
                <c:pt idx="2853">
                  <c:v>569.91357870000002</c:v>
                </c:pt>
                <c:pt idx="2854">
                  <c:v>569.96578199999999</c:v>
                </c:pt>
                <c:pt idx="2855">
                  <c:v>570.63079649999997</c:v>
                </c:pt>
                <c:pt idx="2856">
                  <c:v>570.77311039999995</c:v>
                </c:pt>
                <c:pt idx="2857">
                  <c:v>570.78251009999997</c:v>
                </c:pt>
                <c:pt idx="2858">
                  <c:v>570.91702320000002</c:v>
                </c:pt>
                <c:pt idx="2859">
                  <c:v>570.96837259999995</c:v>
                </c:pt>
                <c:pt idx="2860">
                  <c:v>571.63028770000005</c:v>
                </c:pt>
                <c:pt idx="2861">
                  <c:v>571.77228779999996</c:v>
                </c:pt>
                <c:pt idx="2862">
                  <c:v>571.78972599999997</c:v>
                </c:pt>
                <c:pt idx="2863">
                  <c:v>571.91097070000001</c:v>
                </c:pt>
                <c:pt idx="2864">
                  <c:v>571.96594210000001</c:v>
                </c:pt>
                <c:pt idx="2865">
                  <c:v>572.63586169999996</c:v>
                </c:pt>
                <c:pt idx="2866">
                  <c:v>572.77647609999997</c:v>
                </c:pt>
                <c:pt idx="2867">
                  <c:v>572.79031069999996</c:v>
                </c:pt>
                <c:pt idx="2868">
                  <c:v>572.9077479</c:v>
                </c:pt>
                <c:pt idx="2869">
                  <c:v>572.96619369999996</c:v>
                </c:pt>
                <c:pt idx="2870">
                  <c:v>573.63351130000001</c:v>
                </c:pt>
                <c:pt idx="2871">
                  <c:v>573.77159340000003</c:v>
                </c:pt>
                <c:pt idx="2872">
                  <c:v>573.79197720000002</c:v>
                </c:pt>
                <c:pt idx="2873">
                  <c:v>573.90915689999997</c:v>
                </c:pt>
                <c:pt idx="2874">
                  <c:v>573.99017919999994</c:v>
                </c:pt>
                <c:pt idx="2875">
                  <c:v>574.63467449999996</c:v>
                </c:pt>
                <c:pt idx="2876">
                  <c:v>574.77681529999995</c:v>
                </c:pt>
                <c:pt idx="2877">
                  <c:v>574.7875497</c:v>
                </c:pt>
                <c:pt idx="2878">
                  <c:v>574.90784810000002</c:v>
                </c:pt>
                <c:pt idx="2879">
                  <c:v>574.96713999999997</c:v>
                </c:pt>
                <c:pt idx="2880">
                  <c:v>575.63632600000005</c:v>
                </c:pt>
                <c:pt idx="2881">
                  <c:v>575.77753619999999</c:v>
                </c:pt>
                <c:pt idx="2882">
                  <c:v>575.7871083</c:v>
                </c:pt>
                <c:pt idx="2883">
                  <c:v>575.91334570000004</c:v>
                </c:pt>
                <c:pt idx="2884">
                  <c:v>575.97224249999999</c:v>
                </c:pt>
                <c:pt idx="2885">
                  <c:v>576.63651849999997</c:v>
                </c:pt>
                <c:pt idx="2886">
                  <c:v>576.77790979999997</c:v>
                </c:pt>
                <c:pt idx="2887">
                  <c:v>576.78638350000006</c:v>
                </c:pt>
                <c:pt idx="2888">
                  <c:v>576.90230229999997</c:v>
                </c:pt>
                <c:pt idx="2889">
                  <c:v>576.97138529999995</c:v>
                </c:pt>
                <c:pt idx="2890">
                  <c:v>577.63029089999998</c:v>
                </c:pt>
                <c:pt idx="2891">
                  <c:v>577.77731530000005</c:v>
                </c:pt>
                <c:pt idx="2892">
                  <c:v>577.79109970000002</c:v>
                </c:pt>
                <c:pt idx="2893">
                  <c:v>577.9050929</c:v>
                </c:pt>
                <c:pt idx="2894">
                  <c:v>577.96825609999996</c:v>
                </c:pt>
                <c:pt idx="2895">
                  <c:v>578.6334852</c:v>
                </c:pt>
                <c:pt idx="2896">
                  <c:v>578.77497159999996</c:v>
                </c:pt>
                <c:pt idx="2897">
                  <c:v>578.78689129999998</c:v>
                </c:pt>
                <c:pt idx="2898">
                  <c:v>578.91944469999999</c:v>
                </c:pt>
                <c:pt idx="2899">
                  <c:v>578.96841229999995</c:v>
                </c:pt>
                <c:pt idx="2900">
                  <c:v>579.63305060000005</c:v>
                </c:pt>
                <c:pt idx="2901">
                  <c:v>579.77965070000005</c:v>
                </c:pt>
                <c:pt idx="2902">
                  <c:v>579.79256269999996</c:v>
                </c:pt>
                <c:pt idx="2903">
                  <c:v>579.91256520000002</c:v>
                </c:pt>
                <c:pt idx="2904">
                  <c:v>579.96630740000001</c:v>
                </c:pt>
                <c:pt idx="2905">
                  <c:v>580.63001459999998</c:v>
                </c:pt>
                <c:pt idx="2906">
                  <c:v>580.78300899999999</c:v>
                </c:pt>
                <c:pt idx="2907">
                  <c:v>580.80030959999999</c:v>
                </c:pt>
                <c:pt idx="2908">
                  <c:v>580.91368460000001</c:v>
                </c:pt>
                <c:pt idx="2909">
                  <c:v>580.96613579999996</c:v>
                </c:pt>
                <c:pt idx="2910">
                  <c:v>581.63089709999997</c:v>
                </c:pt>
                <c:pt idx="2911">
                  <c:v>581.77076160000001</c:v>
                </c:pt>
                <c:pt idx="2912">
                  <c:v>581.79499999999996</c:v>
                </c:pt>
                <c:pt idx="2913">
                  <c:v>581.91605010000001</c:v>
                </c:pt>
                <c:pt idx="2914">
                  <c:v>581.96617500000002</c:v>
                </c:pt>
                <c:pt idx="2915">
                  <c:v>582.6307223</c:v>
                </c:pt>
                <c:pt idx="2916">
                  <c:v>582.77270180000005</c:v>
                </c:pt>
                <c:pt idx="2917">
                  <c:v>582.79273620000004</c:v>
                </c:pt>
                <c:pt idx="2918">
                  <c:v>582.90683290000004</c:v>
                </c:pt>
                <c:pt idx="2919">
                  <c:v>582.96916069999997</c:v>
                </c:pt>
                <c:pt idx="2920">
                  <c:v>583.6315578</c:v>
                </c:pt>
                <c:pt idx="2921">
                  <c:v>583.7721477</c:v>
                </c:pt>
                <c:pt idx="2922">
                  <c:v>583.78966990000004</c:v>
                </c:pt>
                <c:pt idx="2923">
                  <c:v>583.90507449999996</c:v>
                </c:pt>
                <c:pt idx="2924">
                  <c:v>583.9683837</c:v>
                </c:pt>
                <c:pt idx="2925">
                  <c:v>584.63308070000005</c:v>
                </c:pt>
                <c:pt idx="2926">
                  <c:v>584.77478459999998</c:v>
                </c:pt>
                <c:pt idx="2927">
                  <c:v>584.79570880000006</c:v>
                </c:pt>
                <c:pt idx="2928">
                  <c:v>584.9166146</c:v>
                </c:pt>
                <c:pt idx="2929">
                  <c:v>584.97592010000005</c:v>
                </c:pt>
                <c:pt idx="2930">
                  <c:v>585.63835640000002</c:v>
                </c:pt>
                <c:pt idx="2931">
                  <c:v>585.77481139999998</c:v>
                </c:pt>
                <c:pt idx="2932">
                  <c:v>585.79214990000003</c:v>
                </c:pt>
                <c:pt idx="2933">
                  <c:v>585.91245479999998</c:v>
                </c:pt>
                <c:pt idx="2934">
                  <c:v>585.96618469999999</c:v>
                </c:pt>
                <c:pt idx="2935">
                  <c:v>586.64372289999994</c:v>
                </c:pt>
                <c:pt idx="2936">
                  <c:v>586.7725398</c:v>
                </c:pt>
                <c:pt idx="2937">
                  <c:v>586.79480290000004</c:v>
                </c:pt>
                <c:pt idx="2938">
                  <c:v>586.90255390000004</c:v>
                </c:pt>
                <c:pt idx="2939">
                  <c:v>586.9752896</c:v>
                </c:pt>
                <c:pt idx="2940">
                  <c:v>587.64061119999997</c:v>
                </c:pt>
                <c:pt idx="2941">
                  <c:v>587.77723130000004</c:v>
                </c:pt>
                <c:pt idx="2942">
                  <c:v>587.78899730000001</c:v>
                </c:pt>
                <c:pt idx="2943">
                  <c:v>587.90320770000005</c:v>
                </c:pt>
                <c:pt idx="2944">
                  <c:v>587.98351660000003</c:v>
                </c:pt>
                <c:pt idx="2945">
                  <c:v>588.64006749999999</c:v>
                </c:pt>
                <c:pt idx="2946">
                  <c:v>588.77763890000006</c:v>
                </c:pt>
                <c:pt idx="2947">
                  <c:v>588.78863320000005</c:v>
                </c:pt>
                <c:pt idx="2948">
                  <c:v>588.90726510000002</c:v>
                </c:pt>
                <c:pt idx="2949">
                  <c:v>588.96621240000002</c:v>
                </c:pt>
                <c:pt idx="2950">
                  <c:v>589.64348840000002</c:v>
                </c:pt>
                <c:pt idx="2951">
                  <c:v>589.77535969999997</c:v>
                </c:pt>
                <c:pt idx="2952">
                  <c:v>589.79175359999999</c:v>
                </c:pt>
                <c:pt idx="2953">
                  <c:v>589.90233669999998</c:v>
                </c:pt>
                <c:pt idx="2954">
                  <c:v>589.97172460000002</c:v>
                </c:pt>
                <c:pt idx="2955">
                  <c:v>590.64150840000002</c:v>
                </c:pt>
                <c:pt idx="2956">
                  <c:v>590.78143699999998</c:v>
                </c:pt>
                <c:pt idx="2957">
                  <c:v>590.78841669999997</c:v>
                </c:pt>
                <c:pt idx="2958">
                  <c:v>590.90467769999998</c:v>
                </c:pt>
                <c:pt idx="2959">
                  <c:v>590.96853450000003</c:v>
                </c:pt>
                <c:pt idx="2960">
                  <c:v>591.63742439999999</c:v>
                </c:pt>
                <c:pt idx="2961">
                  <c:v>591.78183590000003</c:v>
                </c:pt>
                <c:pt idx="2962">
                  <c:v>591.79212210000003</c:v>
                </c:pt>
                <c:pt idx="2963">
                  <c:v>591.90290900000002</c:v>
                </c:pt>
                <c:pt idx="2964">
                  <c:v>591.96988380000005</c:v>
                </c:pt>
                <c:pt idx="2965">
                  <c:v>592.65395890000002</c:v>
                </c:pt>
                <c:pt idx="2966">
                  <c:v>592.78271659999996</c:v>
                </c:pt>
                <c:pt idx="2967">
                  <c:v>592.79103840000005</c:v>
                </c:pt>
                <c:pt idx="2968">
                  <c:v>592.91341839999995</c:v>
                </c:pt>
                <c:pt idx="2969">
                  <c:v>592.96655639999994</c:v>
                </c:pt>
                <c:pt idx="2970">
                  <c:v>593.63257490000001</c:v>
                </c:pt>
                <c:pt idx="2971">
                  <c:v>593.7802719</c:v>
                </c:pt>
                <c:pt idx="2972">
                  <c:v>593.7890281</c:v>
                </c:pt>
                <c:pt idx="2973">
                  <c:v>593.91555189999997</c:v>
                </c:pt>
                <c:pt idx="2974">
                  <c:v>593.96606919999999</c:v>
                </c:pt>
                <c:pt idx="2975">
                  <c:v>594.63047280000001</c:v>
                </c:pt>
                <c:pt idx="2976">
                  <c:v>594.7730335</c:v>
                </c:pt>
                <c:pt idx="2977">
                  <c:v>594.78783659999999</c:v>
                </c:pt>
                <c:pt idx="2978">
                  <c:v>594.91480779999995</c:v>
                </c:pt>
                <c:pt idx="2979">
                  <c:v>594.96670289999997</c:v>
                </c:pt>
                <c:pt idx="2980">
                  <c:v>595.63659170000005</c:v>
                </c:pt>
                <c:pt idx="2981">
                  <c:v>595.77785410000001</c:v>
                </c:pt>
                <c:pt idx="2982">
                  <c:v>595.79738740000005</c:v>
                </c:pt>
                <c:pt idx="2983">
                  <c:v>595.91256569999996</c:v>
                </c:pt>
                <c:pt idx="2984">
                  <c:v>595.96611610000002</c:v>
                </c:pt>
                <c:pt idx="2985">
                  <c:v>596.64270099999999</c:v>
                </c:pt>
                <c:pt idx="2986">
                  <c:v>596.77999260000001</c:v>
                </c:pt>
                <c:pt idx="2987">
                  <c:v>596.79341220000003</c:v>
                </c:pt>
                <c:pt idx="2988">
                  <c:v>596.91091889999996</c:v>
                </c:pt>
                <c:pt idx="2989">
                  <c:v>596.968299</c:v>
                </c:pt>
                <c:pt idx="2990">
                  <c:v>597.63741300000004</c:v>
                </c:pt>
                <c:pt idx="2991">
                  <c:v>597.77185550000002</c:v>
                </c:pt>
                <c:pt idx="2992">
                  <c:v>597.78984609999998</c:v>
                </c:pt>
                <c:pt idx="2993">
                  <c:v>597.91328439999995</c:v>
                </c:pt>
                <c:pt idx="2994">
                  <c:v>597.96722209999996</c:v>
                </c:pt>
                <c:pt idx="2995">
                  <c:v>598.64220330000001</c:v>
                </c:pt>
                <c:pt idx="2996">
                  <c:v>598.78271459999996</c:v>
                </c:pt>
                <c:pt idx="2997">
                  <c:v>598.78550389999998</c:v>
                </c:pt>
                <c:pt idx="2998">
                  <c:v>598.90999260000001</c:v>
                </c:pt>
                <c:pt idx="2999">
                  <c:v>598.97376829999996</c:v>
                </c:pt>
                <c:pt idx="3000">
                  <c:v>599.64286930000003</c:v>
                </c:pt>
                <c:pt idx="3001">
                  <c:v>599.78129239999998</c:v>
                </c:pt>
                <c:pt idx="3002">
                  <c:v>599.78901570000005</c:v>
                </c:pt>
                <c:pt idx="3003">
                  <c:v>599.90795070000001</c:v>
                </c:pt>
                <c:pt idx="3004">
                  <c:v>599.97134570000003</c:v>
                </c:pt>
                <c:pt idx="3005">
                  <c:v>600.64433659999997</c:v>
                </c:pt>
                <c:pt idx="3006">
                  <c:v>600.78545450000001</c:v>
                </c:pt>
                <c:pt idx="3007">
                  <c:v>600.78974930000004</c:v>
                </c:pt>
                <c:pt idx="3008">
                  <c:v>600.97127669999998</c:v>
                </c:pt>
                <c:pt idx="3009">
                  <c:v>601.64293510000005</c:v>
                </c:pt>
                <c:pt idx="3010">
                  <c:v>601.78177219999998</c:v>
                </c:pt>
                <c:pt idx="3011">
                  <c:v>601.78907600000002</c:v>
                </c:pt>
                <c:pt idx="3012">
                  <c:v>601.96974320000004</c:v>
                </c:pt>
                <c:pt idx="3013">
                  <c:v>602.64091140000005</c:v>
                </c:pt>
                <c:pt idx="3014">
                  <c:v>602.78396610000004</c:v>
                </c:pt>
                <c:pt idx="3015">
                  <c:v>602.79112880000002</c:v>
                </c:pt>
                <c:pt idx="3016">
                  <c:v>603.63898389999997</c:v>
                </c:pt>
                <c:pt idx="3017">
                  <c:v>603.78197030000001</c:v>
                </c:pt>
                <c:pt idx="3018">
                  <c:v>604.63702149999995</c:v>
                </c:pt>
                <c:pt idx="3019">
                  <c:v>604.78278739999996</c:v>
                </c:pt>
                <c:pt idx="3020">
                  <c:v>605.63755790000005</c:v>
                </c:pt>
              </c:numCache>
            </c:numRef>
          </c:xVal>
          <c:yVal>
            <c:numRef>
              <c:f>Efficiency_1!$D$2:$D$3022</c:f>
              <c:numCache>
                <c:formatCode>General</c:formatCode>
                <c:ptCount val="3021"/>
                <c:pt idx="4">
                  <c:v>35.458637367874871</c:v>
                </c:pt>
                <c:pt idx="5">
                  <c:v>35.686696564604333</c:v>
                </c:pt>
                <c:pt idx="6">
                  <c:v>35.739997999974271</c:v>
                </c:pt>
                <c:pt idx="7">
                  <c:v>35.741321368033745</c:v>
                </c:pt>
                <c:pt idx="8">
                  <c:v>35.783419502604929</c:v>
                </c:pt>
                <c:pt idx="9">
                  <c:v>35.805571723532978</c:v>
                </c:pt>
                <c:pt idx="10">
                  <c:v>36.033447202336902</c:v>
                </c:pt>
                <c:pt idx="11">
                  <c:v>36.084391410722944</c:v>
                </c:pt>
                <c:pt idx="12">
                  <c:v>36.085514021288979</c:v>
                </c:pt>
                <c:pt idx="13">
                  <c:v>36.126378194973285</c:v>
                </c:pt>
                <c:pt idx="14">
                  <c:v>36.149258199371843</c:v>
                </c:pt>
                <c:pt idx="15">
                  <c:v>36.373749091538912</c:v>
                </c:pt>
                <c:pt idx="16">
                  <c:v>36.42286178790296</c:v>
                </c:pt>
                <c:pt idx="17">
                  <c:v>36.424384655913286</c:v>
                </c:pt>
                <c:pt idx="18">
                  <c:v>36.464447007653789</c:v>
                </c:pt>
                <c:pt idx="19">
                  <c:v>36.487420982817127</c:v>
                </c:pt>
                <c:pt idx="20">
                  <c:v>36.717888975562751</c:v>
                </c:pt>
                <c:pt idx="21">
                  <c:v>36.766699261167098</c:v>
                </c:pt>
                <c:pt idx="22">
                  <c:v>36.770416215092744</c:v>
                </c:pt>
                <c:pt idx="23">
                  <c:v>36.813331349804379</c:v>
                </c:pt>
                <c:pt idx="24">
                  <c:v>36.837671462448895</c:v>
                </c:pt>
                <c:pt idx="25">
                  <c:v>37.050765083185006</c:v>
                </c:pt>
                <c:pt idx="26">
                  <c:v>37.09946289674744</c:v>
                </c:pt>
                <c:pt idx="27">
                  <c:v>37.100332752869051</c:v>
                </c:pt>
                <c:pt idx="28">
                  <c:v>37.137426889282217</c:v>
                </c:pt>
                <c:pt idx="29">
                  <c:v>37.161299906146667</c:v>
                </c:pt>
                <c:pt idx="30">
                  <c:v>37.366585334597382</c:v>
                </c:pt>
                <c:pt idx="31">
                  <c:v>37.411143537292574</c:v>
                </c:pt>
                <c:pt idx="32">
                  <c:v>37.414137191131061</c:v>
                </c:pt>
                <c:pt idx="33">
                  <c:v>37.452708180233131</c:v>
                </c:pt>
                <c:pt idx="34">
                  <c:v>37.475285072628253</c:v>
                </c:pt>
                <c:pt idx="35">
                  <c:v>37.67695919530496</c:v>
                </c:pt>
                <c:pt idx="36">
                  <c:v>37.720574510795863</c:v>
                </c:pt>
                <c:pt idx="37">
                  <c:v>37.724172909680298</c:v>
                </c:pt>
                <c:pt idx="38">
                  <c:v>37.761594561302587</c:v>
                </c:pt>
                <c:pt idx="39">
                  <c:v>37.785296299112417</c:v>
                </c:pt>
                <c:pt idx="40">
                  <c:v>37.978415831974132</c:v>
                </c:pt>
                <c:pt idx="41">
                  <c:v>38.021163831101255</c:v>
                </c:pt>
                <c:pt idx="42">
                  <c:v>38.046992663051974</c:v>
                </c:pt>
                <c:pt idx="43">
                  <c:v>38.061042865750572</c:v>
                </c:pt>
                <c:pt idx="44">
                  <c:v>38.082466801611247</c:v>
                </c:pt>
                <c:pt idx="45">
                  <c:v>38.272954250888212</c:v>
                </c:pt>
                <c:pt idx="46">
                  <c:v>38.31549097097318</c:v>
                </c:pt>
                <c:pt idx="47">
                  <c:v>38.32157941418518</c:v>
                </c:pt>
                <c:pt idx="48">
                  <c:v>38.352519939718931</c:v>
                </c:pt>
                <c:pt idx="49">
                  <c:v>38.374433188946568</c:v>
                </c:pt>
                <c:pt idx="50">
                  <c:v>38.555722820369745</c:v>
                </c:pt>
                <c:pt idx="51">
                  <c:v>38.595794205369259</c:v>
                </c:pt>
                <c:pt idx="52">
                  <c:v>38.596405741864871</c:v>
                </c:pt>
                <c:pt idx="53">
                  <c:v>38.630198463858584</c:v>
                </c:pt>
                <c:pt idx="54">
                  <c:v>38.649708253107178</c:v>
                </c:pt>
                <c:pt idx="55">
                  <c:v>38.826803485462385</c:v>
                </c:pt>
                <c:pt idx="56">
                  <c:v>38.867215169982238</c:v>
                </c:pt>
                <c:pt idx="57">
                  <c:v>38.868965050159673</c:v>
                </c:pt>
                <c:pt idx="58">
                  <c:v>38.901209075008559</c:v>
                </c:pt>
                <c:pt idx="59">
                  <c:v>38.91920000689413</c:v>
                </c:pt>
                <c:pt idx="60">
                  <c:v>39.111303060704245</c:v>
                </c:pt>
                <c:pt idx="61">
                  <c:v>39.13090532656134</c:v>
                </c:pt>
                <c:pt idx="62">
                  <c:v>39.131017519749868</c:v>
                </c:pt>
                <c:pt idx="63">
                  <c:v>39.175435638485816</c:v>
                </c:pt>
                <c:pt idx="64">
                  <c:v>39.179658380862065</c:v>
                </c:pt>
                <c:pt idx="65">
                  <c:v>39.348204336854998</c:v>
                </c:pt>
                <c:pt idx="66">
                  <c:v>39.385249724443625</c:v>
                </c:pt>
                <c:pt idx="67">
                  <c:v>39.386034426359579</c:v>
                </c:pt>
                <c:pt idx="68">
                  <c:v>39.415653091043886</c:v>
                </c:pt>
                <c:pt idx="69">
                  <c:v>39.432737541154779</c:v>
                </c:pt>
                <c:pt idx="70">
                  <c:v>39.592762154914908</c:v>
                </c:pt>
                <c:pt idx="71">
                  <c:v>39.628890696152311</c:v>
                </c:pt>
                <c:pt idx="72">
                  <c:v>39.629226035488379</c:v>
                </c:pt>
                <c:pt idx="73">
                  <c:v>39.659237913651957</c:v>
                </c:pt>
                <c:pt idx="74">
                  <c:v>39.674528772563747</c:v>
                </c:pt>
                <c:pt idx="75">
                  <c:v>39.833025284541158</c:v>
                </c:pt>
                <c:pt idx="76">
                  <c:v>39.86865095060039</c:v>
                </c:pt>
                <c:pt idx="77">
                  <c:v>39.869194919131921</c:v>
                </c:pt>
                <c:pt idx="78">
                  <c:v>39.898487187704511</c:v>
                </c:pt>
                <c:pt idx="79">
                  <c:v>39.915240006192164</c:v>
                </c:pt>
                <c:pt idx="80">
                  <c:v>40.072332917318469</c:v>
                </c:pt>
                <c:pt idx="81">
                  <c:v>40.106745395122836</c:v>
                </c:pt>
                <c:pt idx="82">
                  <c:v>40.108716983492627</c:v>
                </c:pt>
                <c:pt idx="83">
                  <c:v>40.136930652780627</c:v>
                </c:pt>
                <c:pt idx="84">
                  <c:v>40.154880898138288</c:v>
                </c:pt>
                <c:pt idx="85">
                  <c:v>40.299898752862752</c:v>
                </c:pt>
                <c:pt idx="86">
                  <c:v>40.331070162959321</c:v>
                </c:pt>
                <c:pt idx="87">
                  <c:v>40.33298284631293</c:v>
                </c:pt>
                <c:pt idx="88">
                  <c:v>40.359854476754585</c:v>
                </c:pt>
                <c:pt idx="89">
                  <c:v>40.376729962948559</c:v>
                </c:pt>
                <c:pt idx="90">
                  <c:v>40.517951275257303</c:v>
                </c:pt>
                <c:pt idx="91">
                  <c:v>40.547380533994918</c:v>
                </c:pt>
                <c:pt idx="92">
                  <c:v>40.549606604928108</c:v>
                </c:pt>
                <c:pt idx="93">
                  <c:v>40.575384288493176</c:v>
                </c:pt>
                <c:pt idx="94">
                  <c:v>40.591965905863731</c:v>
                </c:pt>
                <c:pt idx="95">
                  <c:v>40.727465067236444</c:v>
                </c:pt>
                <c:pt idx="96">
                  <c:v>40.757042734489254</c:v>
                </c:pt>
                <c:pt idx="97">
                  <c:v>40.759219777302931</c:v>
                </c:pt>
                <c:pt idx="98">
                  <c:v>40.784615973938159</c:v>
                </c:pt>
                <c:pt idx="99">
                  <c:v>40.799288770069154</c:v>
                </c:pt>
                <c:pt idx="100">
                  <c:v>40.932516878776241</c:v>
                </c:pt>
                <c:pt idx="101">
                  <c:v>40.963264732470407</c:v>
                </c:pt>
                <c:pt idx="102">
                  <c:v>40.973441068607585</c:v>
                </c:pt>
                <c:pt idx="103">
                  <c:v>40.98934745121133</c:v>
                </c:pt>
                <c:pt idx="104">
                  <c:v>41.002970768267232</c:v>
                </c:pt>
                <c:pt idx="105">
                  <c:v>41.129653257711269</c:v>
                </c:pt>
                <c:pt idx="106">
                  <c:v>41.158492250538444</c:v>
                </c:pt>
                <c:pt idx="107">
                  <c:v>41.160206534988937</c:v>
                </c:pt>
                <c:pt idx="108">
                  <c:v>41.18161169142887</c:v>
                </c:pt>
                <c:pt idx="109">
                  <c:v>41.195150771606848</c:v>
                </c:pt>
                <c:pt idx="110">
                  <c:v>41.317884663103492</c:v>
                </c:pt>
                <c:pt idx="111">
                  <c:v>41.345733165149049</c:v>
                </c:pt>
                <c:pt idx="112">
                  <c:v>41.34627772374683</c:v>
                </c:pt>
                <c:pt idx="113">
                  <c:v>41.369006262943785</c:v>
                </c:pt>
                <c:pt idx="114">
                  <c:v>41.382067608942577</c:v>
                </c:pt>
                <c:pt idx="115">
                  <c:v>41.502091651066564</c:v>
                </c:pt>
                <c:pt idx="116">
                  <c:v>41.529112956074272</c:v>
                </c:pt>
                <c:pt idx="117">
                  <c:v>41.530461807144647</c:v>
                </c:pt>
                <c:pt idx="118">
                  <c:v>41.55205102096248</c:v>
                </c:pt>
                <c:pt idx="119">
                  <c:v>41.563403455143771</c:v>
                </c:pt>
                <c:pt idx="120">
                  <c:v>41.679926235852783</c:v>
                </c:pt>
                <c:pt idx="121">
                  <c:v>41.705999488044824</c:v>
                </c:pt>
                <c:pt idx="122">
                  <c:v>41.70641162117446</c:v>
                </c:pt>
                <c:pt idx="123">
                  <c:v>41.727486917001279</c:v>
                </c:pt>
                <c:pt idx="124">
                  <c:v>41.738833414024498</c:v>
                </c:pt>
                <c:pt idx="125">
                  <c:v>41.852566833407622</c:v>
                </c:pt>
                <c:pt idx="126">
                  <c:v>41.875280966095019</c:v>
                </c:pt>
                <c:pt idx="127">
                  <c:v>41.876167881280914</c:v>
                </c:pt>
                <c:pt idx="128">
                  <c:v>41.896218684178606</c:v>
                </c:pt>
                <c:pt idx="129">
                  <c:v>41.90737722914281</c:v>
                </c:pt>
                <c:pt idx="130">
                  <c:v>42.020171255771693</c:v>
                </c:pt>
                <c:pt idx="131">
                  <c:v>42.043802997674184</c:v>
                </c:pt>
                <c:pt idx="132">
                  <c:v>42.044054542011231</c:v>
                </c:pt>
                <c:pt idx="133">
                  <c:v>42.064887571709995</c:v>
                </c:pt>
                <c:pt idx="134">
                  <c:v>42.074616910110763</c:v>
                </c:pt>
                <c:pt idx="135">
                  <c:v>42.184130748346483</c:v>
                </c:pt>
                <c:pt idx="136">
                  <c:v>42.209027880080761</c:v>
                </c:pt>
                <c:pt idx="137">
                  <c:v>42.209432924061666</c:v>
                </c:pt>
                <c:pt idx="138">
                  <c:v>42.228935248605119</c:v>
                </c:pt>
                <c:pt idx="139">
                  <c:v>42.240549905710736</c:v>
                </c:pt>
                <c:pt idx="140">
                  <c:v>42.342261838867003</c:v>
                </c:pt>
                <c:pt idx="141">
                  <c:v>42.3635561487243</c:v>
                </c:pt>
                <c:pt idx="142">
                  <c:v>42.364690281042513</c:v>
                </c:pt>
                <c:pt idx="143">
                  <c:v>42.38416420398589</c:v>
                </c:pt>
                <c:pt idx="144">
                  <c:v>42.394033464008146</c:v>
                </c:pt>
                <c:pt idx="145">
                  <c:v>42.491351100483818</c:v>
                </c:pt>
                <c:pt idx="146">
                  <c:v>42.512809470664777</c:v>
                </c:pt>
                <c:pt idx="147">
                  <c:v>42.513297472152473</c:v>
                </c:pt>
                <c:pt idx="148">
                  <c:v>42.531199359191667</c:v>
                </c:pt>
                <c:pt idx="149">
                  <c:v>42.54261437301858</c:v>
                </c:pt>
                <c:pt idx="150">
                  <c:v>42.636624670694083</c:v>
                </c:pt>
                <c:pt idx="151">
                  <c:v>42.6568705852496</c:v>
                </c:pt>
                <c:pt idx="152">
                  <c:v>42.658703975678286</c:v>
                </c:pt>
                <c:pt idx="153">
                  <c:v>42.675876718746274</c:v>
                </c:pt>
                <c:pt idx="154">
                  <c:v>42.685299513613586</c:v>
                </c:pt>
                <c:pt idx="155">
                  <c:v>42.777955631057395</c:v>
                </c:pt>
                <c:pt idx="156">
                  <c:v>42.797875581660008</c:v>
                </c:pt>
                <c:pt idx="157">
                  <c:v>42.799123536358735</c:v>
                </c:pt>
                <c:pt idx="158">
                  <c:v>42.816734677659689</c:v>
                </c:pt>
                <c:pt idx="159">
                  <c:v>42.826363912972738</c:v>
                </c:pt>
                <c:pt idx="160">
                  <c:v>42.912620821423438</c:v>
                </c:pt>
                <c:pt idx="161">
                  <c:v>42.931604548411975</c:v>
                </c:pt>
                <c:pt idx="162">
                  <c:v>42.932522579326218</c:v>
                </c:pt>
                <c:pt idx="163">
                  <c:v>42.949829459498773</c:v>
                </c:pt>
                <c:pt idx="164">
                  <c:v>42.957601857551026</c:v>
                </c:pt>
                <c:pt idx="165">
                  <c:v>43.042854420295789</c:v>
                </c:pt>
                <c:pt idx="166">
                  <c:v>43.062126680308282</c:v>
                </c:pt>
                <c:pt idx="167">
                  <c:v>43.062965315017514</c:v>
                </c:pt>
                <c:pt idx="168">
                  <c:v>43.078892919376813</c:v>
                </c:pt>
                <c:pt idx="169">
                  <c:v>43.086886228810499</c:v>
                </c:pt>
                <c:pt idx="170">
                  <c:v>43.171352612297561</c:v>
                </c:pt>
                <c:pt idx="171">
                  <c:v>43.190525856553684</c:v>
                </c:pt>
                <c:pt idx="172">
                  <c:v>43.190610411114768</c:v>
                </c:pt>
                <c:pt idx="173">
                  <c:v>43.207245347348284</c:v>
                </c:pt>
                <c:pt idx="174">
                  <c:v>43.214879164793444</c:v>
                </c:pt>
                <c:pt idx="175">
                  <c:v>43.296791114553848</c:v>
                </c:pt>
                <c:pt idx="176">
                  <c:v>43.315462116055748</c:v>
                </c:pt>
                <c:pt idx="177">
                  <c:v>43.315820141765073</c:v>
                </c:pt>
                <c:pt idx="178">
                  <c:v>43.331403197995094</c:v>
                </c:pt>
                <c:pt idx="179">
                  <c:v>43.338951883752827</c:v>
                </c:pt>
                <c:pt idx="180">
                  <c:v>43.420027345673404</c:v>
                </c:pt>
                <c:pt idx="181">
                  <c:v>43.437621728854005</c:v>
                </c:pt>
                <c:pt idx="182">
                  <c:v>43.438140999496127</c:v>
                </c:pt>
                <c:pt idx="183">
                  <c:v>43.452516035775481</c:v>
                </c:pt>
                <c:pt idx="184">
                  <c:v>43.460090027256172</c:v>
                </c:pt>
                <c:pt idx="185">
                  <c:v>43.537687333389407</c:v>
                </c:pt>
                <c:pt idx="186">
                  <c:v>43.555399840817579</c:v>
                </c:pt>
                <c:pt idx="187">
                  <c:v>43.555988588042297</c:v>
                </c:pt>
                <c:pt idx="188">
                  <c:v>43.56996666719472</c:v>
                </c:pt>
                <c:pt idx="189">
                  <c:v>43.577307402224164</c:v>
                </c:pt>
                <c:pt idx="190">
                  <c:v>43.649596117926357</c:v>
                </c:pt>
                <c:pt idx="191">
                  <c:v>43.665259318113456</c:v>
                </c:pt>
                <c:pt idx="192">
                  <c:v>43.666003274822756</c:v>
                </c:pt>
                <c:pt idx="193">
                  <c:v>43.67904091424807</c:v>
                </c:pt>
                <c:pt idx="194">
                  <c:v>43.68633645746138</c:v>
                </c:pt>
                <c:pt idx="195">
                  <c:v>43.759905157989671</c:v>
                </c:pt>
                <c:pt idx="196">
                  <c:v>43.775761604684519</c:v>
                </c:pt>
                <c:pt idx="197">
                  <c:v>43.776766624279098</c:v>
                </c:pt>
                <c:pt idx="198">
                  <c:v>43.790020941880378</c:v>
                </c:pt>
                <c:pt idx="199">
                  <c:v>43.797026515715572</c:v>
                </c:pt>
                <c:pt idx="200">
                  <c:v>43.865246497778934</c:v>
                </c:pt>
                <c:pt idx="201">
                  <c:v>43.880201746607469</c:v>
                </c:pt>
                <c:pt idx="202">
                  <c:v>43.880927637908712</c:v>
                </c:pt>
                <c:pt idx="203">
                  <c:v>43.893235510598366</c:v>
                </c:pt>
                <c:pt idx="204">
                  <c:v>43.89984996614794</c:v>
                </c:pt>
                <c:pt idx="205">
                  <c:v>43.969133573681184</c:v>
                </c:pt>
                <c:pt idx="206">
                  <c:v>43.98412966116986</c:v>
                </c:pt>
                <c:pt idx="207">
                  <c:v>43.98480618171876</c:v>
                </c:pt>
                <c:pt idx="208">
                  <c:v>43.9972635313514</c:v>
                </c:pt>
                <c:pt idx="209">
                  <c:v>44.004337799583368</c:v>
                </c:pt>
                <c:pt idx="210">
                  <c:v>44.075269324397091</c:v>
                </c:pt>
                <c:pt idx="211">
                  <c:v>44.091401340554334</c:v>
                </c:pt>
                <c:pt idx="212">
                  <c:v>44.091524303882856</c:v>
                </c:pt>
                <c:pt idx="213">
                  <c:v>44.104385334554728</c:v>
                </c:pt>
                <c:pt idx="214">
                  <c:v>44.113446809105142</c:v>
                </c:pt>
                <c:pt idx="215">
                  <c:v>44.177818018059078</c:v>
                </c:pt>
                <c:pt idx="216">
                  <c:v>44.192831835662822</c:v>
                </c:pt>
                <c:pt idx="217">
                  <c:v>44.193158982638302</c:v>
                </c:pt>
                <c:pt idx="218">
                  <c:v>44.205632169691867</c:v>
                </c:pt>
                <c:pt idx="219">
                  <c:v>44.212056312087554</c:v>
                </c:pt>
                <c:pt idx="220">
                  <c:v>44.277932407719959</c:v>
                </c:pt>
                <c:pt idx="221">
                  <c:v>44.293230485548186</c:v>
                </c:pt>
                <c:pt idx="222">
                  <c:v>44.293691949983206</c:v>
                </c:pt>
                <c:pt idx="223">
                  <c:v>44.30548650497218</c:v>
                </c:pt>
                <c:pt idx="224">
                  <c:v>44.31266020033172</c:v>
                </c:pt>
                <c:pt idx="225">
                  <c:v>44.378338837140056</c:v>
                </c:pt>
                <c:pt idx="226">
                  <c:v>44.392961891809001</c:v>
                </c:pt>
                <c:pt idx="227">
                  <c:v>44.3932477061364</c:v>
                </c:pt>
                <c:pt idx="228">
                  <c:v>44.405704065853804</c:v>
                </c:pt>
                <c:pt idx="229">
                  <c:v>44.412300618652523</c:v>
                </c:pt>
                <c:pt idx="230">
                  <c:v>44.476800461170875</c:v>
                </c:pt>
                <c:pt idx="231">
                  <c:v>44.490947448811113</c:v>
                </c:pt>
                <c:pt idx="232">
                  <c:v>44.491841759110237</c:v>
                </c:pt>
                <c:pt idx="233">
                  <c:v>44.503657718873136</c:v>
                </c:pt>
                <c:pt idx="234">
                  <c:v>44.510643273699998</c:v>
                </c:pt>
                <c:pt idx="235">
                  <c:v>44.571140320601863</c:v>
                </c:pt>
                <c:pt idx="236">
                  <c:v>44.584682731757226</c:v>
                </c:pt>
                <c:pt idx="237">
                  <c:v>44.585197086217768</c:v>
                </c:pt>
                <c:pt idx="238">
                  <c:v>44.596564594436273</c:v>
                </c:pt>
                <c:pt idx="239">
                  <c:v>44.603088369284251</c:v>
                </c:pt>
                <c:pt idx="240">
                  <c:v>44.65991178974852</c:v>
                </c:pt>
                <c:pt idx="241">
                  <c:v>44.672507393339956</c:v>
                </c:pt>
                <c:pt idx="242">
                  <c:v>44.672831218499276</c:v>
                </c:pt>
                <c:pt idx="243">
                  <c:v>44.683928179681338</c:v>
                </c:pt>
                <c:pt idx="244">
                  <c:v>44.689626604418663</c:v>
                </c:pt>
                <c:pt idx="245">
                  <c:v>44.743455092809604</c:v>
                </c:pt>
                <c:pt idx="246">
                  <c:v>44.755169741933713</c:v>
                </c:pt>
                <c:pt idx="247">
                  <c:v>44.755568166739167</c:v>
                </c:pt>
                <c:pt idx="248">
                  <c:v>44.765266646852552</c:v>
                </c:pt>
                <c:pt idx="249">
                  <c:v>44.771246457424013</c:v>
                </c:pt>
                <c:pt idx="250">
                  <c:v>44.823457163695068</c:v>
                </c:pt>
                <c:pt idx="251">
                  <c:v>44.834968761276535</c:v>
                </c:pt>
                <c:pt idx="252">
                  <c:v>44.835656811575511</c:v>
                </c:pt>
                <c:pt idx="253">
                  <c:v>44.845338898620838</c:v>
                </c:pt>
                <c:pt idx="254">
                  <c:v>44.850579814107391</c:v>
                </c:pt>
                <c:pt idx="255">
                  <c:v>44.903250632913966</c:v>
                </c:pt>
                <c:pt idx="256">
                  <c:v>44.914731409245015</c:v>
                </c:pt>
                <c:pt idx="257">
                  <c:v>44.91527471707542</c:v>
                </c:pt>
                <c:pt idx="258">
                  <c:v>44.924950649741483</c:v>
                </c:pt>
                <c:pt idx="259">
                  <c:v>44.929925823917927</c:v>
                </c:pt>
                <c:pt idx="260">
                  <c:v>44.982854843109543</c:v>
                </c:pt>
                <c:pt idx="261">
                  <c:v>44.994143684434064</c:v>
                </c:pt>
                <c:pt idx="262">
                  <c:v>44.99469532305848</c:v>
                </c:pt>
                <c:pt idx="263">
                  <c:v>45.00420515147286</c:v>
                </c:pt>
                <c:pt idx="264">
                  <c:v>45.009291079845184</c:v>
                </c:pt>
                <c:pt idx="265">
                  <c:v>45.062944890291078</c:v>
                </c:pt>
                <c:pt idx="266">
                  <c:v>45.074311520577467</c:v>
                </c:pt>
                <c:pt idx="267">
                  <c:v>45.074903493907655</c:v>
                </c:pt>
                <c:pt idx="268">
                  <c:v>45.084930935474318</c:v>
                </c:pt>
                <c:pt idx="269">
                  <c:v>45.08998777905191</c:v>
                </c:pt>
                <c:pt idx="270">
                  <c:v>45.139928239413642</c:v>
                </c:pt>
                <c:pt idx="271">
                  <c:v>45.150754446853803</c:v>
                </c:pt>
                <c:pt idx="272">
                  <c:v>45.151469462622067</c:v>
                </c:pt>
                <c:pt idx="273">
                  <c:v>45.160537598467222</c:v>
                </c:pt>
                <c:pt idx="274">
                  <c:v>45.165431944332795</c:v>
                </c:pt>
                <c:pt idx="275">
                  <c:v>45.210073105746851</c:v>
                </c:pt>
                <c:pt idx="276">
                  <c:v>45.21976058713495</c:v>
                </c:pt>
                <c:pt idx="277">
                  <c:v>45.220948068276222</c:v>
                </c:pt>
                <c:pt idx="278">
                  <c:v>45.228418475605061</c:v>
                </c:pt>
                <c:pt idx="279">
                  <c:v>45.23298361989572</c:v>
                </c:pt>
                <c:pt idx="280">
                  <c:v>45.27931844569973</c:v>
                </c:pt>
                <c:pt idx="281">
                  <c:v>45.289802864549841</c:v>
                </c:pt>
                <c:pt idx="282">
                  <c:v>45.290236328131215</c:v>
                </c:pt>
                <c:pt idx="283">
                  <c:v>45.298686510122046</c:v>
                </c:pt>
                <c:pt idx="284">
                  <c:v>45.3035114441617</c:v>
                </c:pt>
                <c:pt idx="285">
                  <c:v>45.347591374729113</c:v>
                </c:pt>
                <c:pt idx="286">
                  <c:v>45.357236141607075</c:v>
                </c:pt>
                <c:pt idx="287">
                  <c:v>45.358716530279771</c:v>
                </c:pt>
                <c:pt idx="288">
                  <c:v>45.365849622418892</c:v>
                </c:pt>
                <c:pt idx="289">
                  <c:v>45.37042840994809</c:v>
                </c:pt>
                <c:pt idx="290">
                  <c:v>45.413284505094516</c:v>
                </c:pt>
                <c:pt idx="291">
                  <c:v>45.422613826571897</c:v>
                </c:pt>
                <c:pt idx="292">
                  <c:v>45.423563966311171</c:v>
                </c:pt>
                <c:pt idx="293">
                  <c:v>45.431065957053136</c:v>
                </c:pt>
                <c:pt idx="294">
                  <c:v>45.435051946549493</c:v>
                </c:pt>
                <c:pt idx="295">
                  <c:v>45.475959402473663</c:v>
                </c:pt>
                <c:pt idx="296">
                  <c:v>45.485003062145587</c:v>
                </c:pt>
                <c:pt idx="297">
                  <c:v>45.48612332449752</c:v>
                </c:pt>
                <c:pt idx="298">
                  <c:v>45.493072350272875</c:v>
                </c:pt>
                <c:pt idx="299">
                  <c:v>45.497048744972574</c:v>
                </c:pt>
                <c:pt idx="300">
                  <c:v>45.541427240348135</c:v>
                </c:pt>
                <c:pt idx="301">
                  <c:v>45.551069840339729</c:v>
                </c:pt>
                <c:pt idx="302">
                  <c:v>45.551895909257489</c:v>
                </c:pt>
                <c:pt idx="303">
                  <c:v>45.559408478590811</c:v>
                </c:pt>
                <c:pt idx="304">
                  <c:v>45.56367168970263</c:v>
                </c:pt>
                <c:pt idx="305">
                  <c:v>45.60382016873357</c:v>
                </c:pt>
                <c:pt idx="306">
                  <c:v>45.612566085177455</c:v>
                </c:pt>
                <c:pt idx="307">
                  <c:v>45.613252590383404</c:v>
                </c:pt>
                <c:pt idx="308">
                  <c:v>45.620384149098754</c:v>
                </c:pt>
                <c:pt idx="309">
                  <c:v>45.624043350692205</c:v>
                </c:pt>
                <c:pt idx="310">
                  <c:v>45.662062720265361</c:v>
                </c:pt>
                <c:pt idx="311">
                  <c:v>45.670377776033504</c:v>
                </c:pt>
                <c:pt idx="312">
                  <c:v>45.670861586468952</c:v>
                </c:pt>
                <c:pt idx="313">
                  <c:v>45.677668859812741</c:v>
                </c:pt>
                <c:pt idx="314">
                  <c:v>45.681133359235105</c:v>
                </c:pt>
                <c:pt idx="315">
                  <c:v>45.720324603203416</c:v>
                </c:pt>
                <c:pt idx="316">
                  <c:v>45.728821071783003</c:v>
                </c:pt>
                <c:pt idx="317">
                  <c:v>45.729159624132357</c:v>
                </c:pt>
                <c:pt idx="318">
                  <c:v>45.73611824304659</c:v>
                </c:pt>
                <c:pt idx="319">
                  <c:v>45.739877274164996</c:v>
                </c:pt>
                <c:pt idx="320">
                  <c:v>45.7766546286813</c:v>
                </c:pt>
                <c:pt idx="321">
                  <c:v>45.784470113015828</c:v>
                </c:pt>
                <c:pt idx="322">
                  <c:v>45.785002145941398</c:v>
                </c:pt>
                <c:pt idx="323">
                  <c:v>45.791514733654367</c:v>
                </c:pt>
                <c:pt idx="324">
                  <c:v>45.79499930688263</c:v>
                </c:pt>
                <c:pt idx="325">
                  <c:v>45.833799720009011</c:v>
                </c:pt>
                <c:pt idx="326">
                  <c:v>45.842464142005859</c:v>
                </c:pt>
                <c:pt idx="327">
                  <c:v>45.842874381227958</c:v>
                </c:pt>
                <c:pt idx="328">
                  <c:v>45.849691625674652</c:v>
                </c:pt>
                <c:pt idx="329">
                  <c:v>45.853432108081734</c:v>
                </c:pt>
                <c:pt idx="330">
                  <c:v>45.892477454867134</c:v>
                </c:pt>
                <c:pt idx="331">
                  <c:v>45.900947647788854</c:v>
                </c:pt>
                <c:pt idx="332">
                  <c:v>45.901428292165406</c:v>
                </c:pt>
                <c:pt idx="333">
                  <c:v>45.908614367761288</c:v>
                </c:pt>
                <c:pt idx="334">
                  <c:v>45.912208740290509</c:v>
                </c:pt>
                <c:pt idx="335">
                  <c:v>45.950921498729819</c:v>
                </c:pt>
                <c:pt idx="336">
                  <c:v>45.958977354725732</c:v>
                </c:pt>
                <c:pt idx="337">
                  <c:v>45.959568196176576</c:v>
                </c:pt>
                <c:pt idx="338">
                  <c:v>45.966470907333445</c:v>
                </c:pt>
                <c:pt idx="339">
                  <c:v>45.97033452597492</c:v>
                </c:pt>
                <c:pt idx="340">
                  <c:v>46.007740763484122</c:v>
                </c:pt>
                <c:pt idx="341">
                  <c:v>46.015784743892922</c:v>
                </c:pt>
                <c:pt idx="342">
                  <c:v>46.016112308255771</c:v>
                </c:pt>
                <c:pt idx="343">
                  <c:v>46.023177148090191</c:v>
                </c:pt>
                <c:pt idx="344">
                  <c:v>46.026490566786151</c:v>
                </c:pt>
                <c:pt idx="345">
                  <c:v>46.059558509859642</c:v>
                </c:pt>
                <c:pt idx="346">
                  <c:v>46.06646463210177</c:v>
                </c:pt>
                <c:pt idx="347">
                  <c:v>46.067222668490579</c:v>
                </c:pt>
                <c:pt idx="348">
                  <c:v>46.073296621739047</c:v>
                </c:pt>
                <c:pt idx="349">
                  <c:v>46.076377008543773</c:v>
                </c:pt>
                <c:pt idx="350">
                  <c:v>46.109739744325239</c:v>
                </c:pt>
                <c:pt idx="351">
                  <c:v>46.116836004256143</c:v>
                </c:pt>
                <c:pt idx="352">
                  <c:v>46.117702266724294</c:v>
                </c:pt>
                <c:pt idx="353">
                  <c:v>46.123733759514749</c:v>
                </c:pt>
                <c:pt idx="354">
                  <c:v>46.126934694794329</c:v>
                </c:pt>
                <c:pt idx="355">
                  <c:v>46.159435682262341</c:v>
                </c:pt>
                <c:pt idx="356">
                  <c:v>46.16586835937165</c:v>
                </c:pt>
                <c:pt idx="357">
                  <c:v>46.166677634069536</c:v>
                </c:pt>
                <c:pt idx="358">
                  <c:v>46.17242002357434</c:v>
                </c:pt>
                <c:pt idx="359">
                  <c:v>46.175519150454193</c:v>
                </c:pt>
                <c:pt idx="360">
                  <c:v>46.209416546830504</c:v>
                </c:pt>
                <c:pt idx="361">
                  <c:v>46.216646477597614</c:v>
                </c:pt>
                <c:pt idx="362">
                  <c:v>46.217022017501513</c:v>
                </c:pt>
                <c:pt idx="363">
                  <c:v>46.223325403746784</c:v>
                </c:pt>
                <c:pt idx="364">
                  <c:v>46.226424288168687</c:v>
                </c:pt>
                <c:pt idx="365">
                  <c:v>46.262022431462277</c:v>
                </c:pt>
                <c:pt idx="366">
                  <c:v>46.269280550409988</c:v>
                </c:pt>
                <c:pt idx="367">
                  <c:v>46.269875665402992</c:v>
                </c:pt>
                <c:pt idx="368">
                  <c:v>46.276240586750376</c:v>
                </c:pt>
                <c:pt idx="369">
                  <c:v>46.280314492002901</c:v>
                </c:pt>
                <c:pt idx="370">
                  <c:v>46.314518468030649</c:v>
                </c:pt>
                <c:pt idx="371">
                  <c:v>46.322096281312021</c:v>
                </c:pt>
                <c:pt idx="372">
                  <c:v>46.322284646967482</c:v>
                </c:pt>
                <c:pt idx="373">
                  <c:v>46.328472009363466</c:v>
                </c:pt>
                <c:pt idx="374">
                  <c:v>46.331901883023477</c:v>
                </c:pt>
                <c:pt idx="375">
                  <c:v>46.366438552010152</c:v>
                </c:pt>
                <c:pt idx="376">
                  <c:v>46.373743282331567</c:v>
                </c:pt>
                <c:pt idx="377">
                  <c:v>46.373986488077676</c:v>
                </c:pt>
                <c:pt idx="378">
                  <c:v>46.380209784577794</c:v>
                </c:pt>
                <c:pt idx="379">
                  <c:v>46.383498959629719</c:v>
                </c:pt>
                <c:pt idx="380">
                  <c:v>46.413894342441225</c:v>
                </c:pt>
                <c:pt idx="381">
                  <c:v>46.420146254831849</c:v>
                </c:pt>
                <c:pt idx="382">
                  <c:v>46.420385148247561</c:v>
                </c:pt>
                <c:pt idx="383">
                  <c:v>46.4260144377226</c:v>
                </c:pt>
                <c:pt idx="384">
                  <c:v>46.428817554164254</c:v>
                </c:pt>
                <c:pt idx="385">
                  <c:v>46.460169269077532</c:v>
                </c:pt>
                <c:pt idx="386">
                  <c:v>46.466693215419269</c:v>
                </c:pt>
                <c:pt idx="387">
                  <c:v>46.467134320237768</c:v>
                </c:pt>
                <c:pt idx="388">
                  <c:v>46.473296768724644</c:v>
                </c:pt>
                <c:pt idx="389">
                  <c:v>46.47580098025486</c:v>
                </c:pt>
                <c:pt idx="390">
                  <c:v>46.511436346346422</c:v>
                </c:pt>
                <c:pt idx="391">
                  <c:v>46.518943127533944</c:v>
                </c:pt>
                <c:pt idx="392">
                  <c:v>46.519442176285708</c:v>
                </c:pt>
                <c:pt idx="393">
                  <c:v>46.526177187844951</c:v>
                </c:pt>
                <c:pt idx="394">
                  <c:v>46.529410319781675</c:v>
                </c:pt>
                <c:pt idx="395">
                  <c:v>46.562769052693113</c:v>
                </c:pt>
                <c:pt idx="396">
                  <c:v>46.569861485547221</c:v>
                </c:pt>
                <c:pt idx="397">
                  <c:v>46.570632167242607</c:v>
                </c:pt>
                <c:pt idx="398">
                  <c:v>46.577043839589962</c:v>
                </c:pt>
                <c:pt idx="399">
                  <c:v>46.579721033111468</c:v>
                </c:pt>
                <c:pt idx="400">
                  <c:v>46.613080206003531</c:v>
                </c:pt>
                <c:pt idx="401">
                  <c:v>46.620062114718742</c:v>
                </c:pt>
                <c:pt idx="402">
                  <c:v>46.620594903650037</c:v>
                </c:pt>
                <c:pt idx="403">
                  <c:v>46.627422638785298</c:v>
                </c:pt>
                <c:pt idx="404">
                  <c:v>46.630038316394177</c:v>
                </c:pt>
                <c:pt idx="405">
                  <c:v>46.663035854608459</c:v>
                </c:pt>
                <c:pt idx="406">
                  <c:v>46.67004089417771</c:v>
                </c:pt>
                <c:pt idx="407">
                  <c:v>46.67092865002941</c:v>
                </c:pt>
                <c:pt idx="408">
                  <c:v>46.67708970610007</c:v>
                </c:pt>
                <c:pt idx="409">
                  <c:v>46.680038048220354</c:v>
                </c:pt>
                <c:pt idx="410">
                  <c:v>46.711542729000122</c:v>
                </c:pt>
                <c:pt idx="411">
                  <c:v>46.71865740715868</c:v>
                </c:pt>
                <c:pt idx="412">
                  <c:v>46.719055489600422</c:v>
                </c:pt>
                <c:pt idx="413">
                  <c:v>46.725160998679215</c:v>
                </c:pt>
                <c:pt idx="414">
                  <c:v>46.727727677460791</c:v>
                </c:pt>
                <c:pt idx="415">
                  <c:v>46.75682183103838</c:v>
                </c:pt>
                <c:pt idx="416">
                  <c:v>46.762982243851944</c:v>
                </c:pt>
                <c:pt idx="417">
                  <c:v>46.763633275629168</c:v>
                </c:pt>
                <c:pt idx="418">
                  <c:v>46.76913780034738</c:v>
                </c:pt>
                <c:pt idx="419">
                  <c:v>46.771780571816066</c:v>
                </c:pt>
                <c:pt idx="420">
                  <c:v>46.80108487683755</c:v>
                </c:pt>
                <c:pt idx="421">
                  <c:v>46.807593664312535</c:v>
                </c:pt>
                <c:pt idx="422">
                  <c:v>46.807966730825072</c:v>
                </c:pt>
                <c:pt idx="423">
                  <c:v>46.813598933242638</c:v>
                </c:pt>
                <c:pt idx="424">
                  <c:v>46.816174925149483</c:v>
                </c:pt>
                <c:pt idx="425">
                  <c:v>46.845395932382651</c:v>
                </c:pt>
                <c:pt idx="426">
                  <c:v>46.851764140149378</c:v>
                </c:pt>
                <c:pt idx="427">
                  <c:v>46.852056894849895</c:v>
                </c:pt>
                <c:pt idx="428">
                  <c:v>46.857667062361202</c:v>
                </c:pt>
                <c:pt idx="429">
                  <c:v>46.860246481126865</c:v>
                </c:pt>
                <c:pt idx="430">
                  <c:v>46.889909994794408</c:v>
                </c:pt>
                <c:pt idx="431">
                  <c:v>46.89628633187106</c:v>
                </c:pt>
                <c:pt idx="432">
                  <c:v>46.896673808574114</c:v>
                </c:pt>
                <c:pt idx="433">
                  <c:v>46.902260825337201</c:v>
                </c:pt>
                <c:pt idx="434">
                  <c:v>46.904987381422814</c:v>
                </c:pt>
                <c:pt idx="435">
                  <c:v>46.930886856043649</c:v>
                </c:pt>
                <c:pt idx="436">
                  <c:v>46.936313867945806</c:v>
                </c:pt>
                <c:pt idx="437">
                  <c:v>46.93660792318758</c:v>
                </c:pt>
                <c:pt idx="438">
                  <c:v>46.941424884834092</c:v>
                </c:pt>
                <c:pt idx="439">
                  <c:v>46.94376941910599</c:v>
                </c:pt>
                <c:pt idx="440">
                  <c:v>46.972452053208826</c:v>
                </c:pt>
                <c:pt idx="441">
                  <c:v>46.978328894988884</c:v>
                </c:pt>
                <c:pt idx="442">
                  <c:v>46.978671186117559</c:v>
                </c:pt>
                <c:pt idx="443">
                  <c:v>46.983798578242535</c:v>
                </c:pt>
                <c:pt idx="444">
                  <c:v>46.986534172054235</c:v>
                </c:pt>
                <c:pt idx="445">
                  <c:v>47.016608026559588</c:v>
                </c:pt>
                <c:pt idx="446">
                  <c:v>47.023019612902473</c:v>
                </c:pt>
                <c:pt idx="447">
                  <c:v>47.023396769817865</c:v>
                </c:pt>
                <c:pt idx="448">
                  <c:v>47.029075028330354</c:v>
                </c:pt>
                <c:pt idx="449">
                  <c:v>47.031632301749255</c:v>
                </c:pt>
                <c:pt idx="450">
                  <c:v>47.05604051562181</c:v>
                </c:pt>
                <c:pt idx="451">
                  <c:v>47.061134302230499</c:v>
                </c:pt>
                <c:pt idx="452">
                  <c:v>47.061598742624895</c:v>
                </c:pt>
                <c:pt idx="453">
                  <c:v>47.065997085335816</c:v>
                </c:pt>
                <c:pt idx="454">
                  <c:v>47.068442548455778</c:v>
                </c:pt>
                <c:pt idx="455">
                  <c:v>47.08960303129566</c:v>
                </c:pt>
                <c:pt idx="456">
                  <c:v>47.094058004733483</c:v>
                </c:pt>
                <c:pt idx="457">
                  <c:v>47.094381383680194</c:v>
                </c:pt>
                <c:pt idx="458">
                  <c:v>47.098518173309493</c:v>
                </c:pt>
                <c:pt idx="459">
                  <c:v>47.100286901798313</c:v>
                </c:pt>
                <c:pt idx="460">
                  <c:v>47.120009786070248</c:v>
                </c:pt>
                <c:pt idx="461">
                  <c:v>47.124215508774299</c:v>
                </c:pt>
                <c:pt idx="462">
                  <c:v>47.124671804703659</c:v>
                </c:pt>
                <c:pt idx="463">
                  <c:v>47.128470379224865</c:v>
                </c:pt>
                <c:pt idx="464">
                  <c:v>47.13014291543908</c:v>
                </c:pt>
                <c:pt idx="465">
                  <c:v>47.14849376914961</c:v>
                </c:pt>
                <c:pt idx="466">
                  <c:v>47.152560172930663</c:v>
                </c:pt>
                <c:pt idx="467">
                  <c:v>47.152884558179267</c:v>
                </c:pt>
                <c:pt idx="468">
                  <c:v>47.156451976548134</c:v>
                </c:pt>
                <c:pt idx="469">
                  <c:v>47.158009855697685</c:v>
                </c:pt>
                <c:pt idx="470">
                  <c:v>47.176640005740268</c:v>
                </c:pt>
                <c:pt idx="471">
                  <c:v>47.180683865343433</c:v>
                </c:pt>
                <c:pt idx="472">
                  <c:v>47.181016521869452</c:v>
                </c:pt>
                <c:pt idx="473">
                  <c:v>47.184632784775197</c:v>
                </c:pt>
                <c:pt idx="474">
                  <c:v>47.186214368391177</c:v>
                </c:pt>
                <c:pt idx="475">
                  <c:v>47.205994155861539</c:v>
                </c:pt>
                <c:pt idx="476">
                  <c:v>47.210554564781496</c:v>
                </c:pt>
                <c:pt idx="477">
                  <c:v>47.210578276813827</c:v>
                </c:pt>
                <c:pt idx="478">
                  <c:v>47.214406623450948</c:v>
                </c:pt>
                <c:pt idx="479">
                  <c:v>47.216081316006182</c:v>
                </c:pt>
                <c:pt idx="480">
                  <c:v>47.231882025390121</c:v>
                </c:pt>
                <c:pt idx="481">
                  <c:v>47.235381269728414</c:v>
                </c:pt>
                <c:pt idx="482">
                  <c:v>47.235540610173985</c:v>
                </c:pt>
                <c:pt idx="483">
                  <c:v>47.238663137084991</c:v>
                </c:pt>
                <c:pt idx="484">
                  <c:v>47.239977637910442</c:v>
                </c:pt>
                <c:pt idx="485">
                  <c:v>47.258603858829943</c:v>
                </c:pt>
                <c:pt idx="486">
                  <c:v>47.262590889774664</c:v>
                </c:pt>
                <c:pt idx="487">
                  <c:v>47.26285829064031</c:v>
                </c:pt>
                <c:pt idx="488">
                  <c:v>47.266262634183114</c:v>
                </c:pt>
                <c:pt idx="489">
                  <c:v>47.267860842243124</c:v>
                </c:pt>
                <c:pt idx="490">
                  <c:v>47.286462736462923</c:v>
                </c:pt>
                <c:pt idx="491">
                  <c:v>47.29049670356347</c:v>
                </c:pt>
                <c:pt idx="492">
                  <c:v>47.290626892859031</c:v>
                </c:pt>
                <c:pt idx="493">
                  <c:v>47.294143497929056</c:v>
                </c:pt>
                <c:pt idx="494">
                  <c:v>47.29574429803688</c:v>
                </c:pt>
                <c:pt idx="495">
                  <c:v>47.315465843832889</c:v>
                </c:pt>
                <c:pt idx="496">
                  <c:v>47.319691912584574</c:v>
                </c:pt>
                <c:pt idx="497">
                  <c:v>47.319866291697281</c:v>
                </c:pt>
                <c:pt idx="498">
                  <c:v>47.323597793666551</c:v>
                </c:pt>
                <c:pt idx="499">
                  <c:v>47.325294088387693</c:v>
                </c:pt>
                <c:pt idx="500">
                  <c:v>47.342741903389133</c:v>
                </c:pt>
                <c:pt idx="501">
                  <c:v>47.346655356673281</c:v>
                </c:pt>
                <c:pt idx="502">
                  <c:v>47.346774454368692</c:v>
                </c:pt>
                <c:pt idx="503">
                  <c:v>47.349870973456461</c:v>
                </c:pt>
                <c:pt idx="504">
                  <c:v>47.351527658454813</c:v>
                </c:pt>
                <c:pt idx="505">
                  <c:v>47.368627456620622</c:v>
                </c:pt>
                <c:pt idx="506">
                  <c:v>47.372290161586918</c:v>
                </c:pt>
                <c:pt idx="507">
                  <c:v>47.372311750209406</c:v>
                </c:pt>
                <c:pt idx="508">
                  <c:v>47.37543437297095</c:v>
                </c:pt>
                <c:pt idx="509">
                  <c:v>47.37709830350974</c:v>
                </c:pt>
                <c:pt idx="510">
                  <c:v>47.393071575422496</c:v>
                </c:pt>
                <c:pt idx="511">
                  <c:v>47.396598514808318</c:v>
                </c:pt>
                <c:pt idx="512">
                  <c:v>47.396656804106307</c:v>
                </c:pt>
                <c:pt idx="513">
                  <c:v>47.399565525047009</c:v>
                </c:pt>
                <c:pt idx="514">
                  <c:v>47.40101145920454</c:v>
                </c:pt>
                <c:pt idx="515">
                  <c:v>47.416792996734593</c:v>
                </c:pt>
                <c:pt idx="516">
                  <c:v>47.420317821710157</c:v>
                </c:pt>
                <c:pt idx="517">
                  <c:v>47.42044432740208</c:v>
                </c:pt>
                <c:pt idx="518">
                  <c:v>47.42331906847236</c:v>
                </c:pt>
                <c:pt idx="519">
                  <c:v>47.424927155377361</c:v>
                </c:pt>
                <c:pt idx="520">
                  <c:v>47.442023761770734</c:v>
                </c:pt>
                <c:pt idx="521">
                  <c:v>47.445637633556686</c:v>
                </c:pt>
                <c:pt idx="522">
                  <c:v>47.445870517973489</c:v>
                </c:pt>
                <c:pt idx="523">
                  <c:v>47.449128705207421</c:v>
                </c:pt>
                <c:pt idx="524">
                  <c:v>47.450506139657591</c:v>
                </c:pt>
                <c:pt idx="525">
                  <c:v>47.464636123470697</c:v>
                </c:pt>
                <c:pt idx="526">
                  <c:v>47.467879611112529</c:v>
                </c:pt>
                <c:pt idx="527">
                  <c:v>47.467901327117112</c:v>
                </c:pt>
                <c:pt idx="528">
                  <c:v>47.470556511159828</c:v>
                </c:pt>
                <c:pt idx="529">
                  <c:v>47.471768417764963</c:v>
                </c:pt>
                <c:pt idx="530">
                  <c:v>47.489269518936375</c:v>
                </c:pt>
                <c:pt idx="531">
                  <c:v>47.493210107723257</c:v>
                </c:pt>
                <c:pt idx="532">
                  <c:v>47.493335662221128</c:v>
                </c:pt>
                <c:pt idx="533">
                  <c:v>47.496576315223209</c:v>
                </c:pt>
                <c:pt idx="534">
                  <c:v>47.498019094057781</c:v>
                </c:pt>
                <c:pt idx="535">
                  <c:v>47.514365832723854</c:v>
                </c:pt>
                <c:pt idx="536">
                  <c:v>47.518012151029716</c:v>
                </c:pt>
                <c:pt idx="537">
                  <c:v>47.518072418864257</c:v>
                </c:pt>
                <c:pt idx="538">
                  <c:v>47.521332922234365</c:v>
                </c:pt>
                <c:pt idx="539">
                  <c:v>47.522608463971494</c:v>
                </c:pt>
                <c:pt idx="540">
                  <c:v>47.534532609950858</c:v>
                </c:pt>
                <c:pt idx="541">
                  <c:v>47.537284765306026</c:v>
                </c:pt>
                <c:pt idx="542">
                  <c:v>47.537345824677388</c:v>
                </c:pt>
                <c:pt idx="543">
                  <c:v>47.5395136081899</c:v>
                </c:pt>
                <c:pt idx="544">
                  <c:v>47.540554802164081</c:v>
                </c:pt>
                <c:pt idx="545">
                  <c:v>47.555576444596127</c:v>
                </c:pt>
                <c:pt idx="546">
                  <c:v>47.559039010139493</c:v>
                </c:pt>
                <c:pt idx="547">
                  <c:v>47.559143966573735</c:v>
                </c:pt>
                <c:pt idx="548">
                  <c:v>47.561737060674666</c:v>
                </c:pt>
                <c:pt idx="549">
                  <c:v>47.563155630457572</c:v>
                </c:pt>
                <c:pt idx="550">
                  <c:v>47.577579334250153</c:v>
                </c:pt>
                <c:pt idx="551">
                  <c:v>47.580796272552192</c:v>
                </c:pt>
                <c:pt idx="552">
                  <c:v>47.580815440338093</c:v>
                </c:pt>
                <c:pt idx="553">
                  <c:v>47.583444322377289</c:v>
                </c:pt>
                <c:pt idx="554">
                  <c:v>47.584763613142741</c:v>
                </c:pt>
                <c:pt idx="555">
                  <c:v>47.603202502260238</c:v>
                </c:pt>
                <c:pt idx="556">
                  <c:v>47.607218617457647</c:v>
                </c:pt>
                <c:pt idx="557">
                  <c:v>47.607330366816754</c:v>
                </c:pt>
                <c:pt idx="558">
                  <c:v>47.610589939100642</c:v>
                </c:pt>
                <c:pt idx="559">
                  <c:v>47.612354842727882</c:v>
                </c:pt>
                <c:pt idx="560">
                  <c:v>47.630170692279023</c:v>
                </c:pt>
                <c:pt idx="561">
                  <c:v>47.634189979071749</c:v>
                </c:pt>
                <c:pt idx="562">
                  <c:v>47.634196490391624</c:v>
                </c:pt>
                <c:pt idx="563">
                  <c:v>47.637475748489386</c:v>
                </c:pt>
                <c:pt idx="564">
                  <c:v>47.639285957195909</c:v>
                </c:pt>
                <c:pt idx="565">
                  <c:v>47.656682609619651</c:v>
                </c:pt>
                <c:pt idx="566">
                  <c:v>47.660526179837902</c:v>
                </c:pt>
                <c:pt idx="567">
                  <c:v>47.660595540276027</c:v>
                </c:pt>
                <c:pt idx="568">
                  <c:v>47.663804684044358</c:v>
                </c:pt>
                <c:pt idx="569">
                  <c:v>47.665556724766759</c:v>
                </c:pt>
                <c:pt idx="570">
                  <c:v>47.681883443145864</c:v>
                </c:pt>
                <c:pt idx="571">
                  <c:v>47.685508222667146</c:v>
                </c:pt>
                <c:pt idx="572">
                  <c:v>47.685625924396462</c:v>
                </c:pt>
                <c:pt idx="573">
                  <c:v>47.688598686611925</c:v>
                </c:pt>
                <c:pt idx="574">
                  <c:v>47.690164994488612</c:v>
                </c:pt>
                <c:pt idx="575">
                  <c:v>47.709126628758767</c:v>
                </c:pt>
                <c:pt idx="576">
                  <c:v>47.71334857053219</c:v>
                </c:pt>
                <c:pt idx="577">
                  <c:v>47.713582164651633</c:v>
                </c:pt>
                <c:pt idx="578">
                  <c:v>47.717048971302191</c:v>
                </c:pt>
                <c:pt idx="579">
                  <c:v>47.718768608293885</c:v>
                </c:pt>
                <c:pt idx="580">
                  <c:v>47.737291441238916</c:v>
                </c:pt>
                <c:pt idx="581">
                  <c:v>47.741534970828695</c:v>
                </c:pt>
                <c:pt idx="582">
                  <c:v>47.741728058326011</c:v>
                </c:pt>
                <c:pt idx="583">
                  <c:v>47.74503306005694</c:v>
                </c:pt>
                <c:pt idx="584">
                  <c:v>47.746712101004675</c:v>
                </c:pt>
                <c:pt idx="585">
                  <c:v>47.76725066226367</c:v>
                </c:pt>
                <c:pt idx="586">
                  <c:v>47.771719666198948</c:v>
                </c:pt>
                <c:pt idx="587">
                  <c:v>47.771797952875936</c:v>
                </c:pt>
                <c:pt idx="588">
                  <c:v>47.77547102645498</c:v>
                </c:pt>
                <c:pt idx="589">
                  <c:v>47.77731855409553</c:v>
                </c:pt>
                <c:pt idx="590">
                  <c:v>47.796161666396664</c:v>
                </c:pt>
                <c:pt idx="591">
                  <c:v>47.800352472258446</c:v>
                </c:pt>
                <c:pt idx="592">
                  <c:v>47.800475143350063</c:v>
                </c:pt>
                <c:pt idx="593">
                  <c:v>47.80392690084394</c:v>
                </c:pt>
                <c:pt idx="594">
                  <c:v>47.805601820747825</c:v>
                </c:pt>
                <c:pt idx="595">
                  <c:v>47.822197949189885</c:v>
                </c:pt>
                <c:pt idx="596">
                  <c:v>47.826034529522168</c:v>
                </c:pt>
                <c:pt idx="597">
                  <c:v>47.826108282894999</c:v>
                </c:pt>
                <c:pt idx="598">
                  <c:v>47.829035239959325</c:v>
                </c:pt>
                <c:pt idx="599">
                  <c:v>47.830561531759884</c:v>
                </c:pt>
                <c:pt idx="600">
                  <c:v>47.847348859609497</c:v>
                </c:pt>
                <c:pt idx="601">
                  <c:v>47.851070031193515</c:v>
                </c:pt>
                <c:pt idx="602">
                  <c:v>47.851133354207228</c:v>
                </c:pt>
                <c:pt idx="603">
                  <c:v>47.854160649747747</c:v>
                </c:pt>
                <c:pt idx="604">
                  <c:v>47.855856354638775</c:v>
                </c:pt>
                <c:pt idx="605">
                  <c:v>47.872752785330853</c:v>
                </c:pt>
                <c:pt idx="606">
                  <c:v>47.876646467413906</c:v>
                </c:pt>
                <c:pt idx="607">
                  <c:v>47.876740678834061</c:v>
                </c:pt>
                <c:pt idx="608">
                  <c:v>47.879786876305836</c:v>
                </c:pt>
                <c:pt idx="609">
                  <c:v>47.881486422310616</c:v>
                </c:pt>
                <c:pt idx="610">
                  <c:v>47.894367640409371</c:v>
                </c:pt>
                <c:pt idx="611">
                  <c:v>47.897213414092825</c:v>
                </c:pt>
                <c:pt idx="612">
                  <c:v>47.897262576344154</c:v>
                </c:pt>
                <c:pt idx="613">
                  <c:v>47.899652875429517</c:v>
                </c:pt>
                <c:pt idx="614">
                  <c:v>47.90079487905723</c:v>
                </c:pt>
                <c:pt idx="615">
                  <c:v>47.910492276908357</c:v>
                </c:pt>
                <c:pt idx="616">
                  <c:v>47.912544223099026</c:v>
                </c:pt>
                <c:pt idx="617">
                  <c:v>47.91260792408724</c:v>
                </c:pt>
                <c:pt idx="618">
                  <c:v>47.91495456804212</c:v>
                </c:pt>
                <c:pt idx="619">
                  <c:v>47.915444302860635</c:v>
                </c:pt>
                <c:pt idx="620">
                  <c:v>47.92857689475111</c:v>
                </c:pt>
                <c:pt idx="621">
                  <c:v>47.931387186658149</c:v>
                </c:pt>
                <c:pt idx="622">
                  <c:v>47.931489240028171</c:v>
                </c:pt>
                <c:pt idx="623">
                  <c:v>47.933968272250269</c:v>
                </c:pt>
                <c:pt idx="624">
                  <c:v>47.935420463934918</c:v>
                </c:pt>
                <c:pt idx="625">
                  <c:v>47.949007751906777</c:v>
                </c:pt>
                <c:pt idx="626">
                  <c:v>47.951866840864</c:v>
                </c:pt>
                <c:pt idx="627">
                  <c:v>47.952216596412455</c:v>
                </c:pt>
                <c:pt idx="628">
                  <c:v>47.954571266853662</c:v>
                </c:pt>
                <c:pt idx="629">
                  <c:v>47.956066302122622</c:v>
                </c:pt>
                <c:pt idx="630">
                  <c:v>47.971813849288395</c:v>
                </c:pt>
                <c:pt idx="631">
                  <c:v>47.974375168203316</c:v>
                </c:pt>
                <c:pt idx="632">
                  <c:v>47.974645374884027</c:v>
                </c:pt>
                <c:pt idx="633">
                  <c:v>47.97733635675943</c:v>
                </c:pt>
                <c:pt idx="634">
                  <c:v>47.979043734471134</c:v>
                </c:pt>
                <c:pt idx="635">
                  <c:v>47.991353601117225</c:v>
                </c:pt>
                <c:pt idx="636">
                  <c:v>47.993821623689442</c:v>
                </c:pt>
                <c:pt idx="637">
                  <c:v>47.993992820602401</c:v>
                </c:pt>
                <c:pt idx="638">
                  <c:v>47.996263653420641</c:v>
                </c:pt>
                <c:pt idx="639">
                  <c:v>47.997693430182778</c:v>
                </c:pt>
                <c:pt idx="640">
                  <c:v>48.017466536271293</c:v>
                </c:pt>
                <c:pt idx="641">
                  <c:v>48.021591314663723</c:v>
                </c:pt>
                <c:pt idx="642">
                  <c:v>48.022153823648111</c:v>
                </c:pt>
                <c:pt idx="643">
                  <c:v>48.025598608247421</c:v>
                </c:pt>
                <c:pt idx="644">
                  <c:v>48.027671956982942</c:v>
                </c:pt>
                <c:pt idx="645">
                  <c:v>48.04461096238937</c:v>
                </c:pt>
                <c:pt idx="646">
                  <c:v>48.048201487259874</c:v>
                </c:pt>
                <c:pt idx="647">
                  <c:v>48.048516034288234</c:v>
                </c:pt>
                <c:pt idx="648">
                  <c:v>48.05146928181464</c:v>
                </c:pt>
                <c:pt idx="649">
                  <c:v>48.053326539821001</c:v>
                </c:pt>
                <c:pt idx="650">
                  <c:v>48.069137484673064</c:v>
                </c:pt>
                <c:pt idx="651">
                  <c:v>48.072475567929516</c:v>
                </c:pt>
                <c:pt idx="652">
                  <c:v>48.072712627474367</c:v>
                </c:pt>
                <c:pt idx="653">
                  <c:v>48.075590495874806</c:v>
                </c:pt>
                <c:pt idx="654">
                  <c:v>48.076979926085016</c:v>
                </c:pt>
                <c:pt idx="655">
                  <c:v>48.091678817042521</c:v>
                </c:pt>
                <c:pt idx="656">
                  <c:v>48.094658211953785</c:v>
                </c:pt>
                <c:pt idx="657">
                  <c:v>48.094891288259426</c:v>
                </c:pt>
                <c:pt idx="658">
                  <c:v>48.097480826990427</c:v>
                </c:pt>
                <c:pt idx="659">
                  <c:v>48.098973374969432</c:v>
                </c:pt>
                <c:pt idx="660">
                  <c:v>48.115858769233107</c:v>
                </c:pt>
                <c:pt idx="661">
                  <c:v>48.119341192221412</c:v>
                </c:pt>
                <c:pt idx="662">
                  <c:v>48.119532378806042</c:v>
                </c:pt>
                <c:pt idx="663">
                  <c:v>48.122612033460292</c:v>
                </c:pt>
                <c:pt idx="664">
                  <c:v>48.124301281069734</c:v>
                </c:pt>
                <c:pt idx="665">
                  <c:v>48.137689803273119</c:v>
                </c:pt>
                <c:pt idx="666">
                  <c:v>48.140377047675429</c:v>
                </c:pt>
                <c:pt idx="667">
                  <c:v>48.140513096744932</c:v>
                </c:pt>
                <c:pt idx="668">
                  <c:v>48.142887935281443</c:v>
                </c:pt>
                <c:pt idx="669">
                  <c:v>48.144297930339803</c:v>
                </c:pt>
                <c:pt idx="670">
                  <c:v>48.157784033181187</c:v>
                </c:pt>
                <c:pt idx="671">
                  <c:v>48.160555543455594</c:v>
                </c:pt>
                <c:pt idx="672">
                  <c:v>48.160732329401178</c:v>
                </c:pt>
                <c:pt idx="673">
                  <c:v>48.163135160537195</c:v>
                </c:pt>
                <c:pt idx="674">
                  <c:v>48.164632361966596</c:v>
                </c:pt>
                <c:pt idx="675">
                  <c:v>48.174986992676253</c:v>
                </c:pt>
                <c:pt idx="676">
                  <c:v>48.177150513966772</c:v>
                </c:pt>
                <c:pt idx="677">
                  <c:v>48.177249261546962</c:v>
                </c:pt>
                <c:pt idx="678">
                  <c:v>48.179226165156052</c:v>
                </c:pt>
                <c:pt idx="679">
                  <c:v>48.180298817228959</c:v>
                </c:pt>
                <c:pt idx="680">
                  <c:v>48.187096950538766</c:v>
                </c:pt>
                <c:pt idx="681">
                  <c:v>48.188555436013914</c:v>
                </c:pt>
                <c:pt idx="682">
                  <c:v>48.188605203184821</c:v>
                </c:pt>
                <c:pt idx="683">
                  <c:v>48.18985417174526</c:v>
                </c:pt>
                <c:pt idx="684">
                  <c:v>48.190633953936697</c:v>
                </c:pt>
                <c:pt idx="685">
                  <c:v>48.198954850503995</c:v>
                </c:pt>
                <c:pt idx="686">
                  <c:v>48.20074413678126</c:v>
                </c:pt>
                <c:pt idx="687">
                  <c:v>48.200870655566675</c:v>
                </c:pt>
                <c:pt idx="688">
                  <c:v>48.202398287205355</c:v>
                </c:pt>
                <c:pt idx="689">
                  <c:v>48.203304879996949</c:v>
                </c:pt>
                <c:pt idx="690">
                  <c:v>48.21418036674136</c:v>
                </c:pt>
                <c:pt idx="691">
                  <c:v>48.216381437969581</c:v>
                </c:pt>
                <c:pt idx="692">
                  <c:v>48.216543190832198</c:v>
                </c:pt>
                <c:pt idx="693">
                  <c:v>48.218462874545978</c:v>
                </c:pt>
                <c:pt idx="694">
                  <c:v>48.219639860379516</c:v>
                </c:pt>
                <c:pt idx="695">
                  <c:v>48.233753684190432</c:v>
                </c:pt>
                <c:pt idx="696">
                  <c:v>48.236637341458113</c:v>
                </c:pt>
                <c:pt idx="697">
                  <c:v>48.236903441894377</c:v>
                </c:pt>
                <c:pt idx="698">
                  <c:v>48.239418596262986</c:v>
                </c:pt>
                <c:pt idx="699">
                  <c:v>48.240983460628172</c:v>
                </c:pt>
                <c:pt idx="700">
                  <c:v>48.25136484326358</c:v>
                </c:pt>
                <c:pt idx="701">
                  <c:v>48.253494065653392</c:v>
                </c:pt>
                <c:pt idx="702">
                  <c:v>48.253736344663416</c:v>
                </c:pt>
                <c:pt idx="703">
                  <c:v>48.255650403242861</c:v>
                </c:pt>
                <c:pt idx="704">
                  <c:v>48.25665594697989</c:v>
                </c:pt>
                <c:pt idx="705">
                  <c:v>48.266055271183632</c:v>
                </c:pt>
                <c:pt idx="706">
                  <c:v>48.267918371974005</c:v>
                </c:pt>
                <c:pt idx="707">
                  <c:v>48.26815038546102</c:v>
                </c:pt>
                <c:pt idx="708">
                  <c:v>48.269758875238495</c:v>
                </c:pt>
                <c:pt idx="709">
                  <c:v>48.270662402586368</c:v>
                </c:pt>
                <c:pt idx="710">
                  <c:v>48.279625574724562</c:v>
                </c:pt>
                <c:pt idx="711">
                  <c:v>48.281420172520683</c:v>
                </c:pt>
                <c:pt idx="712">
                  <c:v>48.281589950779775</c:v>
                </c:pt>
                <c:pt idx="713">
                  <c:v>48.283190221538113</c:v>
                </c:pt>
                <c:pt idx="714">
                  <c:v>48.284004157347852</c:v>
                </c:pt>
                <c:pt idx="715">
                  <c:v>48.296073481226443</c:v>
                </c:pt>
                <c:pt idx="716">
                  <c:v>48.297978759211723</c:v>
                </c:pt>
                <c:pt idx="717">
                  <c:v>48.298255131370219</c:v>
                </c:pt>
                <c:pt idx="718">
                  <c:v>48.300278529507686</c:v>
                </c:pt>
                <c:pt idx="719">
                  <c:v>48.301350736798497</c:v>
                </c:pt>
                <c:pt idx="720">
                  <c:v>48.313957461378813</c:v>
                </c:pt>
                <c:pt idx="721">
                  <c:v>48.31618289589575</c:v>
                </c:pt>
                <c:pt idx="722">
                  <c:v>48.316372342228654</c:v>
                </c:pt>
                <c:pt idx="723">
                  <c:v>48.318690005168186</c:v>
                </c:pt>
                <c:pt idx="724">
                  <c:v>48.319697578794035</c:v>
                </c:pt>
                <c:pt idx="725">
                  <c:v>48.337647517437908</c:v>
                </c:pt>
                <c:pt idx="726">
                  <c:v>48.341234493093481</c:v>
                </c:pt>
                <c:pt idx="727">
                  <c:v>48.341482158656348</c:v>
                </c:pt>
                <c:pt idx="728">
                  <c:v>48.344761187358309</c:v>
                </c:pt>
                <c:pt idx="729">
                  <c:v>48.346388686422586</c:v>
                </c:pt>
                <c:pt idx="730">
                  <c:v>48.361222926104396</c:v>
                </c:pt>
                <c:pt idx="731">
                  <c:v>48.364215855499985</c:v>
                </c:pt>
                <c:pt idx="732">
                  <c:v>48.364499868791491</c:v>
                </c:pt>
                <c:pt idx="733">
                  <c:v>48.367176621651154</c:v>
                </c:pt>
                <c:pt idx="734">
                  <c:v>48.368745071069952</c:v>
                </c:pt>
                <c:pt idx="735">
                  <c:v>48.38038957149405</c:v>
                </c:pt>
                <c:pt idx="736">
                  <c:v>48.382668359671513</c:v>
                </c:pt>
                <c:pt idx="737">
                  <c:v>48.382727112365828</c:v>
                </c:pt>
                <c:pt idx="738">
                  <c:v>48.384873471959871</c:v>
                </c:pt>
                <c:pt idx="739">
                  <c:v>48.386096054866186</c:v>
                </c:pt>
                <c:pt idx="740">
                  <c:v>48.395171459596391</c:v>
                </c:pt>
                <c:pt idx="741">
                  <c:v>48.397007282150007</c:v>
                </c:pt>
                <c:pt idx="742">
                  <c:v>48.397080911192859</c:v>
                </c:pt>
                <c:pt idx="743">
                  <c:v>48.398735544680179</c:v>
                </c:pt>
                <c:pt idx="744">
                  <c:v>48.39977876262833</c:v>
                </c:pt>
                <c:pt idx="745">
                  <c:v>48.405123104944231</c:v>
                </c:pt>
                <c:pt idx="746">
                  <c:v>48.406161747984676</c:v>
                </c:pt>
                <c:pt idx="747">
                  <c:v>48.40625598963544</c:v>
                </c:pt>
                <c:pt idx="748">
                  <c:v>48.407204747945777</c:v>
                </c:pt>
                <c:pt idx="749">
                  <c:v>48.407790901473732</c:v>
                </c:pt>
                <c:pt idx="750">
                  <c:v>48.417091825021366</c:v>
                </c:pt>
                <c:pt idx="751">
                  <c:v>48.418971867478071</c:v>
                </c:pt>
                <c:pt idx="752">
                  <c:v>48.419102104151456</c:v>
                </c:pt>
                <c:pt idx="753">
                  <c:v>48.420761213963935</c:v>
                </c:pt>
                <c:pt idx="754">
                  <c:v>48.42180823224669</c:v>
                </c:pt>
                <c:pt idx="755">
                  <c:v>48.43003431451347</c:v>
                </c:pt>
                <c:pt idx="756">
                  <c:v>48.431708832635614</c:v>
                </c:pt>
                <c:pt idx="757">
                  <c:v>48.431799855750299</c:v>
                </c:pt>
                <c:pt idx="758">
                  <c:v>48.433296063110014</c:v>
                </c:pt>
                <c:pt idx="759">
                  <c:v>48.434157903432435</c:v>
                </c:pt>
                <c:pt idx="760">
                  <c:v>48.439765208880623</c:v>
                </c:pt>
                <c:pt idx="761">
                  <c:v>48.440850667976918</c:v>
                </c:pt>
                <c:pt idx="762">
                  <c:v>48.440933925303312</c:v>
                </c:pt>
                <c:pt idx="763">
                  <c:v>48.441939293590131</c:v>
                </c:pt>
                <c:pt idx="764">
                  <c:v>48.442504593766614</c:v>
                </c:pt>
                <c:pt idx="765">
                  <c:v>48.449606561620918</c:v>
                </c:pt>
                <c:pt idx="766">
                  <c:v>48.451050099654715</c:v>
                </c:pt>
                <c:pt idx="767">
                  <c:v>48.451178100792283</c:v>
                </c:pt>
                <c:pt idx="768">
                  <c:v>48.452492497131765</c:v>
                </c:pt>
                <c:pt idx="769">
                  <c:v>48.453186750084001</c:v>
                </c:pt>
                <c:pt idx="770">
                  <c:v>48.464484495095476</c:v>
                </c:pt>
                <c:pt idx="771">
                  <c:v>48.466815167316177</c:v>
                </c:pt>
                <c:pt idx="772">
                  <c:v>48.466952307818836</c:v>
                </c:pt>
                <c:pt idx="773">
                  <c:v>48.46895532776373</c:v>
                </c:pt>
                <c:pt idx="774">
                  <c:v>48.470212176880068</c:v>
                </c:pt>
                <c:pt idx="775">
                  <c:v>48.480644234760334</c:v>
                </c:pt>
                <c:pt idx="776">
                  <c:v>48.482699930982022</c:v>
                </c:pt>
                <c:pt idx="777">
                  <c:v>48.482934638982073</c:v>
                </c:pt>
                <c:pt idx="778">
                  <c:v>48.484820847487484</c:v>
                </c:pt>
                <c:pt idx="779">
                  <c:v>48.485906330614227</c:v>
                </c:pt>
                <c:pt idx="780">
                  <c:v>48.49672374575028</c:v>
                </c:pt>
                <c:pt idx="781">
                  <c:v>48.498935717205697</c:v>
                </c:pt>
                <c:pt idx="782">
                  <c:v>48.4991178257917</c:v>
                </c:pt>
                <c:pt idx="783">
                  <c:v>48.501103544784065</c:v>
                </c:pt>
                <c:pt idx="784">
                  <c:v>48.50226822421331</c:v>
                </c:pt>
                <c:pt idx="785">
                  <c:v>48.512886776225379</c:v>
                </c:pt>
                <c:pt idx="786">
                  <c:v>48.515037635662303</c:v>
                </c:pt>
                <c:pt idx="787">
                  <c:v>48.515262071561004</c:v>
                </c:pt>
                <c:pt idx="788">
                  <c:v>48.517187588319999</c:v>
                </c:pt>
                <c:pt idx="789">
                  <c:v>48.518295127509077</c:v>
                </c:pt>
                <c:pt idx="790">
                  <c:v>48.527392480999268</c:v>
                </c:pt>
                <c:pt idx="791">
                  <c:v>48.529304066149876</c:v>
                </c:pt>
                <c:pt idx="792">
                  <c:v>48.529359304332722</c:v>
                </c:pt>
                <c:pt idx="793">
                  <c:v>48.5310275313918</c:v>
                </c:pt>
                <c:pt idx="794">
                  <c:v>48.53198728626603</c:v>
                </c:pt>
                <c:pt idx="795">
                  <c:v>48.540960510523142</c:v>
                </c:pt>
                <c:pt idx="796">
                  <c:v>48.542755219980975</c:v>
                </c:pt>
                <c:pt idx="797">
                  <c:v>48.542880446041409</c:v>
                </c:pt>
                <c:pt idx="798">
                  <c:v>48.544479355014879</c:v>
                </c:pt>
                <c:pt idx="799">
                  <c:v>48.545347133469022</c:v>
                </c:pt>
                <c:pt idx="800">
                  <c:v>48.550490194457993</c:v>
                </c:pt>
                <c:pt idx="801">
                  <c:v>48.551521456213869</c:v>
                </c:pt>
                <c:pt idx="802">
                  <c:v>48.551578836731295</c:v>
                </c:pt>
                <c:pt idx="803">
                  <c:v>48.552516825058639</c:v>
                </c:pt>
                <c:pt idx="804">
                  <c:v>48.55302892245146</c:v>
                </c:pt>
                <c:pt idx="805">
                  <c:v>48.562027719476028</c:v>
                </c:pt>
                <c:pt idx="806">
                  <c:v>48.563833011475644</c:v>
                </c:pt>
                <c:pt idx="807">
                  <c:v>48.56391897151012</c:v>
                </c:pt>
                <c:pt idx="808">
                  <c:v>48.565496567406186</c:v>
                </c:pt>
                <c:pt idx="809">
                  <c:v>48.566390256528734</c:v>
                </c:pt>
                <c:pt idx="810">
                  <c:v>48.574711507773664</c:v>
                </c:pt>
                <c:pt idx="811">
                  <c:v>48.576349818321908</c:v>
                </c:pt>
                <c:pt idx="812">
                  <c:v>48.576436838469412</c:v>
                </c:pt>
                <c:pt idx="813">
                  <c:v>48.577928881662331</c:v>
                </c:pt>
                <c:pt idx="814">
                  <c:v>48.578749311083243</c:v>
                </c:pt>
                <c:pt idx="815">
                  <c:v>48.587520905770631</c:v>
                </c:pt>
                <c:pt idx="816">
                  <c:v>48.589281540884379</c:v>
                </c:pt>
                <c:pt idx="817">
                  <c:v>48.589372510862951</c:v>
                </c:pt>
                <c:pt idx="818">
                  <c:v>48.590946521223763</c:v>
                </c:pt>
                <c:pt idx="819">
                  <c:v>48.59177908587975</c:v>
                </c:pt>
                <c:pt idx="820">
                  <c:v>48.60227034666022</c:v>
                </c:pt>
                <c:pt idx="821">
                  <c:v>48.604479650489282</c:v>
                </c:pt>
                <c:pt idx="822">
                  <c:v>48.604608366305769</c:v>
                </c:pt>
                <c:pt idx="823">
                  <c:v>48.606500194823383</c:v>
                </c:pt>
                <c:pt idx="824">
                  <c:v>48.607483319216044</c:v>
                </c:pt>
                <c:pt idx="825">
                  <c:v>48.614395400318649</c:v>
                </c:pt>
                <c:pt idx="826">
                  <c:v>48.615786311502937</c:v>
                </c:pt>
                <c:pt idx="827">
                  <c:v>48.615936938772663</c:v>
                </c:pt>
                <c:pt idx="828">
                  <c:v>48.617258908525805</c:v>
                </c:pt>
                <c:pt idx="829">
                  <c:v>48.61783820136867</c:v>
                </c:pt>
                <c:pt idx="830">
                  <c:v>48.624687190819266</c:v>
                </c:pt>
                <c:pt idx="831">
                  <c:v>48.626110872234989</c:v>
                </c:pt>
                <c:pt idx="832">
                  <c:v>48.626279361765988</c:v>
                </c:pt>
                <c:pt idx="833">
                  <c:v>48.627527305902049</c:v>
                </c:pt>
                <c:pt idx="834">
                  <c:v>48.628196801731178</c:v>
                </c:pt>
                <c:pt idx="835">
                  <c:v>48.635465015244961</c:v>
                </c:pt>
                <c:pt idx="836">
                  <c:v>48.636894957397544</c:v>
                </c:pt>
                <c:pt idx="837">
                  <c:v>48.63706572451369</c:v>
                </c:pt>
                <c:pt idx="838">
                  <c:v>48.638433864130789</c:v>
                </c:pt>
                <c:pt idx="839">
                  <c:v>48.639226054506651</c:v>
                </c:pt>
                <c:pt idx="840">
                  <c:v>48.647742016641992</c:v>
                </c:pt>
                <c:pt idx="841">
                  <c:v>48.649605522218479</c:v>
                </c:pt>
                <c:pt idx="842">
                  <c:v>48.649730653573421</c:v>
                </c:pt>
                <c:pt idx="843">
                  <c:v>48.651430106566607</c:v>
                </c:pt>
                <c:pt idx="844">
                  <c:v>48.652256889642956</c:v>
                </c:pt>
                <c:pt idx="845">
                  <c:v>48.661539577544126</c:v>
                </c:pt>
                <c:pt idx="846">
                  <c:v>48.66351096279336</c:v>
                </c:pt>
                <c:pt idx="847">
                  <c:v>48.663595527184661</c:v>
                </c:pt>
                <c:pt idx="848">
                  <c:v>48.665357842975155</c:v>
                </c:pt>
                <c:pt idx="849">
                  <c:v>48.66629547194384</c:v>
                </c:pt>
                <c:pt idx="850">
                  <c:v>48.677911240142244</c:v>
                </c:pt>
                <c:pt idx="851">
                  <c:v>48.680279979007267</c:v>
                </c:pt>
                <c:pt idx="852">
                  <c:v>48.680393310435285</c:v>
                </c:pt>
                <c:pt idx="853">
                  <c:v>48.682626844446034</c:v>
                </c:pt>
                <c:pt idx="854">
                  <c:v>48.683673696227004</c:v>
                </c:pt>
                <c:pt idx="855">
                  <c:v>48.691610320569566</c:v>
                </c:pt>
                <c:pt idx="856">
                  <c:v>48.693340840009171</c:v>
                </c:pt>
                <c:pt idx="857">
                  <c:v>48.693423195409963</c:v>
                </c:pt>
                <c:pt idx="858">
                  <c:v>48.694949161976808</c:v>
                </c:pt>
                <c:pt idx="859">
                  <c:v>48.695706937746365</c:v>
                </c:pt>
                <c:pt idx="860">
                  <c:v>48.703396226863092</c:v>
                </c:pt>
                <c:pt idx="861">
                  <c:v>48.70511063377603</c:v>
                </c:pt>
                <c:pt idx="862">
                  <c:v>48.70513842015059</c:v>
                </c:pt>
                <c:pt idx="863">
                  <c:v>48.706603622183259</c:v>
                </c:pt>
                <c:pt idx="864">
                  <c:v>48.707407370961334</c:v>
                </c:pt>
                <c:pt idx="865">
                  <c:v>48.713576681103362</c:v>
                </c:pt>
                <c:pt idx="866">
                  <c:v>48.714883981851415</c:v>
                </c:pt>
                <c:pt idx="867">
                  <c:v>48.714948086694946</c:v>
                </c:pt>
                <c:pt idx="868">
                  <c:v>48.716179398140696</c:v>
                </c:pt>
                <c:pt idx="869">
                  <c:v>48.716766991284487</c:v>
                </c:pt>
                <c:pt idx="870">
                  <c:v>48.724963014736083</c:v>
                </c:pt>
                <c:pt idx="871">
                  <c:v>48.726673476152797</c:v>
                </c:pt>
                <c:pt idx="872">
                  <c:v>48.726762677744759</c:v>
                </c:pt>
                <c:pt idx="873">
                  <c:v>48.728251528937029</c:v>
                </c:pt>
                <c:pt idx="874">
                  <c:v>48.72913601298967</c:v>
                </c:pt>
                <c:pt idx="875">
                  <c:v>48.737557919176844</c:v>
                </c:pt>
                <c:pt idx="876">
                  <c:v>48.739328107923839</c:v>
                </c:pt>
                <c:pt idx="877">
                  <c:v>48.739470109473281</c:v>
                </c:pt>
                <c:pt idx="878">
                  <c:v>48.741103743926274</c:v>
                </c:pt>
                <c:pt idx="879">
                  <c:v>48.741842662854481</c:v>
                </c:pt>
                <c:pt idx="880">
                  <c:v>48.749346665505591</c:v>
                </c:pt>
                <c:pt idx="881">
                  <c:v>48.750923347473595</c:v>
                </c:pt>
                <c:pt idx="882">
                  <c:v>48.751069511152423</c:v>
                </c:pt>
                <c:pt idx="883">
                  <c:v>48.752529685396212</c:v>
                </c:pt>
                <c:pt idx="884">
                  <c:v>48.753209200134847</c:v>
                </c:pt>
                <c:pt idx="885">
                  <c:v>48.764237309841633</c:v>
                </c:pt>
                <c:pt idx="886">
                  <c:v>48.766530654407063</c:v>
                </c:pt>
                <c:pt idx="887">
                  <c:v>48.766701390610962</c:v>
                </c:pt>
                <c:pt idx="888">
                  <c:v>48.768901904973525</c:v>
                </c:pt>
                <c:pt idx="889">
                  <c:v>48.769931343065252</c:v>
                </c:pt>
                <c:pt idx="890">
                  <c:v>48.779397745536109</c:v>
                </c:pt>
                <c:pt idx="891">
                  <c:v>48.781440342757364</c:v>
                </c:pt>
                <c:pt idx="892">
                  <c:v>48.781627292450814</c:v>
                </c:pt>
                <c:pt idx="893">
                  <c:v>48.783444352487138</c:v>
                </c:pt>
                <c:pt idx="894">
                  <c:v>48.784309448874637</c:v>
                </c:pt>
                <c:pt idx="895">
                  <c:v>48.788939642703376</c:v>
                </c:pt>
                <c:pt idx="896">
                  <c:v>48.789920909355324</c:v>
                </c:pt>
                <c:pt idx="897">
                  <c:v>48.790027070676189</c:v>
                </c:pt>
                <c:pt idx="898">
                  <c:v>48.790940102156192</c:v>
                </c:pt>
                <c:pt idx="899">
                  <c:v>48.791333628368079</c:v>
                </c:pt>
                <c:pt idx="900">
                  <c:v>48.793955544213787</c:v>
                </c:pt>
                <c:pt idx="901">
                  <c:v>48.794540483982907</c:v>
                </c:pt>
                <c:pt idx="902">
                  <c:v>48.794580643275545</c:v>
                </c:pt>
                <c:pt idx="903">
                  <c:v>48.795078767663355</c:v>
                </c:pt>
                <c:pt idx="904">
                  <c:v>48.795344867495487</c:v>
                </c:pt>
                <c:pt idx="905">
                  <c:v>48.801021767824373</c:v>
                </c:pt>
                <c:pt idx="906">
                  <c:v>48.802272601710932</c:v>
                </c:pt>
                <c:pt idx="907">
                  <c:v>48.802364954285125</c:v>
                </c:pt>
                <c:pt idx="908">
                  <c:v>48.803475848446901</c:v>
                </c:pt>
                <c:pt idx="909">
                  <c:v>48.804041435374643</c:v>
                </c:pt>
                <c:pt idx="910">
                  <c:v>48.810627026879949</c:v>
                </c:pt>
                <c:pt idx="911">
                  <c:v>48.812093714249123</c:v>
                </c:pt>
                <c:pt idx="912">
                  <c:v>48.812191747121609</c:v>
                </c:pt>
                <c:pt idx="913">
                  <c:v>48.813493368417241</c:v>
                </c:pt>
                <c:pt idx="914">
                  <c:v>48.814076693524328</c:v>
                </c:pt>
                <c:pt idx="915">
                  <c:v>48.819433923939883</c:v>
                </c:pt>
                <c:pt idx="916">
                  <c:v>48.82057419806992</c:v>
                </c:pt>
                <c:pt idx="917">
                  <c:v>48.820611592151337</c:v>
                </c:pt>
                <c:pt idx="918">
                  <c:v>48.821610666499787</c:v>
                </c:pt>
                <c:pt idx="919">
                  <c:v>48.82210340807211</c:v>
                </c:pt>
                <c:pt idx="920">
                  <c:v>48.828101671161392</c:v>
                </c:pt>
                <c:pt idx="921">
                  <c:v>48.829412782838219</c:v>
                </c:pt>
                <c:pt idx="922">
                  <c:v>48.829447907058025</c:v>
                </c:pt>
                <c:pt idx="923">
                  <c:v>48.830575826527763</c:v>
                </c:pt>
                <c:pt idx="924">
                  <c:v>48.831135065523313</c:v>
                </c:pt>
                <c:pt idx="925">
                  <c:v>48.839543578031041</c:v>
                </c:pt>
                <c:pt idx="926">
                  <c:v>48.841363425522339</c:v>
                </c:pt>
                <c:pt idx="927">
                  <c:v>48.84146496970007</c:v>
                </c:pt>
                <c:pt idx="928">
                  <c:v>48.843071753923425</c:v>
                </c:pt>
                <c:pt idx="929">
                  <c:v>48.843848796180453</c:v>
                </c:pt>
                <c:pt idx="930">
                  <c:v>48.853010934236963</c:v>
                </c:pt>
                <c:pt idx="931">
                  <c:v>48.854927899759247</c:v>
                </c:pt>
                <c:pt idx="932">
                  <c:v>48.85524305084671</c:v>
                </c:pt>
                <c:pt idx="933">
                  <c:v>48.856785329795684</c:v>
                </c:pt>
                <c:pt idx="934">
                  <c:v>48.857565002276658</c:v>
                </c:pt>
                <c:pt idx="935">
                  <c:v>48.864920506776848</c:v>
                </c:pt>
                <c:pt idx="936">
                  <c:v>48.866459279537509</c:v>
                </c:pt>
                <c:pt idx="937">
                  <c:v>48.866669558913571</c:v>
                </c:pt>
                <c:pt idx="938">
                  <c:v>48.868002385423836</c:v>
                </c:pt>
                <c:pt idx="939">
                  <c:v>48.86860486057418</c:v>
                </c:pt>
                <c:pt idx="940">
                  <c:v>48.876182880475405</c:v>
                </c:pt>
                <c:pt idx="941">
                  <c:v>48.877766467607088</c:v>
                </c:pt>
                <c:pt idx="942">
                  <c:v>48.878030455063389</c:v>
                </c:pt>
                <c:pt idx="943">
                  <c:v>48.879349929277041</c:v>
                </c:pt>
                <c:pt idx="944">
                  <c:v>48.879982445749818</c:v>
                </c:pt>
                <c:pt idx="945">
                  <c:v>48.887752973051121</c:v>
                </c:pt>
                <c:pt idx="946">
                  <c:v>48.889407270388006</c:v>
                </c:pt>
                <c:pt idx="947">
                  <c:v>48.889707909780199</c:v>
                </c:pt>
                <c:pt idx="948">
                  <c:v>48.89104418373104</c:v>
                </c:pt>
                <c:pt idx="949">
                  <c:v>48.891691522041242</c:v>
                </c:pt>
                <c:pt idx="950">
                  <c:v>48.898104637708379</c:v>
                </c:pt>
                <c:pt idx="951">
                  <c:v>48.899483755481157</c:v>
                </c:pt>
                <c:pt idx="952">
                  <c:v>48.899701223714011</c:v>
                </c:pt>
                <c:pt idx="953">
                  <c:v>48.900852669084941</c:v>
                </c:pt>
                <c:pt idx="954">
                  <c:v>48.901397683775031</c:v>
                </c:pt>
                <c:pt idx="955">
                  <c:v>48.906452757140535</c:v>
                </c:pt>
                <c:pt idx="956">
                  <c:v>48.907531986347088</c:v>
                </c:pt>
                <c:pt idx="957">
                  <c:v>48.907697769999345</c:v>
                </c:pt>
                <c:pt idx="958">
                  <c:v>48.908613073951869</c:v>
                </c:pt>
                <c:pt idx="959">
                  <c:v>48.909094307319094</c:v>
                </c:pt>
                <c:pt idx="960">
                  <c:v>48.912382333999027</c:v>
                </c:pt>
                <c:pt idx="961">
                  <c:v>48.913091452970264</c:v>
                </c:pt>
                <c:pt idx="962">
                  <c:v>48.913179469846796</c:v>
                </c:pt>
                <c:pt idx="963">
                  <c:v>48.913767293443954</c:v>
                </c:pt>
                <c:pt idx="964">
                  <c:v>48.91411319963845</c:v>
                </c:pt>
                <c:pt idx="965">
                  <c:v>48.917608111203407</c:v>
                </c:pt>
                <c:pt idx="966">
                  <c:v>48.918410096897155</c:v>
                </c:pt>
                <c:pt idx="967">
                  <c:v>48.918476540182624</c:v>
                </c:pt>
                <c:pt idx="968">
                  <c:v>48.919118989229815</c:v>
                </c:pt>
                <c:pt idx="969">
                  <c:v>48.919469359577874</c:v>
                </c:pt>
                <c:pt idx="970">
                  <c:v>48.925180370539046</c:v>
                </c:pt>
                <c:pt idx="971">
                  <c:v>48.926438836972039</c:v>
                </c:pt>
                <c:pt idx="972">
                  <c:v>48.926572219782024</c:v>
                </c:pt>
                <c:pt idx="973">
                  <c:v>48.92759637773846</c:v>
                </c:pt>
                <c:pt idx="974">
                  <c:v>48.928171884187179</c:v>
                </c:pt>
                <c:pt idx="975">
                  <c:v>48.9334371941491</c:v>
                </c:pt>
                <c:pt idx="976">
                  <c:v>48.93456678607005</c:v>
                </c:pt>
                <c:pt idx="977">
                  <c:v>48.934709081603536</c:v>
                </c:pt>
                <c:pt idx="978">
                  <c:v>48.935647352318696</c:v>
                </c:pt>
                <c:pt idx="979">
                  <c:v>48.936203661166132</c:v>
                </c:pt>
                <c:pt idx="980">
                  <c:v>48.942608096474906</c:v>
                </c:pt>
                <c:pt idx="981">
                  <c:v>48.943985137709689</c:v>
                </c:pt>
                <c:pt idx="982">
                  <c:v>48.944079696319605</c:v>
                </c:pt>
                <c:pt idx="983">
                  <c:v>48.945238130267796</c:v>
                </c:pt>
                <c:pt idx="984">
                  <c:v>48.945909073198379</c:v>
                </c:pt>
                <c:pt idx="985">
                  <c:v>48.952782277838942</c:v>
                </c:pt>
                <c:pt idx="986">
                  <c:v>48.954230227114792</c:v>
                </c:pt>
                <c:pt idx="987">
                  <c:v>48.954411863371334</c:v>
                </c:pt>
                <c:pt idx="988">
                  <c:v>48.95555466652737</c:v>
                </c:pt>
                <c:pt idx="989">
                  <c:v>48.956286252347354</c:v>
                </c:pt>
                <c:pt idx="990">
                  <c:v>48.96139222274914</c:v>
                </c:pt>
                <c:pt idx="991">
                  <c:v>48.962455760306341</c:v>
                </c:pt>
                <c:pt idx="992">
                  <c:v>48.962575299399838</c:v>
                </c:pt>
                <c:pt idx="993">
                  <c:v>48.963436988538227</c:v>
                </c:pt>
                <c:pt idx="994">
                  <c:v>48.963985228412412</c:v>
                </c:pt>
                <c:pt idx="995">
                  <c:v>48.969514903407749</c:v>
                </c:pt>
                <c:pt idx="996">
                  <c:v>48.970695882253906</c:v>
                </c:pt>
                <c:pt idx="997">
                  <c:v>48.970855592103305</c:v>
                </c:pt>
                <c:pt idx="998">
                  <c:v>48.971803754508407</c:v>
                </c:pt>
                <c:pt idx="999">
                  <c:v>48.972355837896998</c:v>
                </c:pt>
                <c:pt idx="1000">
                  <c:v>48.977211191809367</c:v>
                </c:pt>
                <c:pt idx="1001">
                  <c:v>48.97822291585252</c:v>
                </c:pt>
                <c:pt idx="1002">
                  <c:v>48.978300174582685</c:v>
                </c:pt>
                <c:pt idx="1003">
                  <c:v>48.97926342838101</c:v>
                </c:pt>
                <c:pt idx="1004">
                  <c:v>48.979721416109385</c:v>
                </c:pt>
                <c:pt idx="1005">
                  <c:v>48.978183786162404</c:v>
                </c:pt>
                <c:pt idx="1006">
                  <c:v>48.977860882112097</c:v>
                </c:pt>
                <c:pt idx="1007">
                  <c:v>48.977817852052567</c:v>
                </c:pt>
                <c:pt idx="1008">
                  <c:v>48.977550981124814</c:v>
                </c:pt>
                <c:pt idx="1009">
                  <c:v>48.977376500739297</c:v>
                </c:pt>
                <c:pt idx="1010">
                  <c:v>48.977158424147305</c:v>
                </c:pt>
                <c:pt idx="1011">
                  <c:v>48.977110076450735</c:v>
                </c:pt>
                <c:pt idx="1012">
                  <c:v>48.977105046904988</c:v>
                </c:pt>
                <c:pt idx="1013">
                  <c:v>48.977063499972218</c:v>
                </c:pt>
                <c:pt idx="1014">
                  <c:v>48.977042415840685</c:v>
                </c:pt>
                <c:pt idx="1015">
                  <c:v>48.974630191941017</c:v>
                </c:pt>
                <c:pt idx="1016">
                  <c:v>48.974110673931207</c:v>
                </c:pt>
                <c:pt idx="1017">
                  <c:v>48.974037541354825</c:v>
                </c:pt>
                <c:pt idx="1018">
                  <c:v>48.973597659461639</c:v>
                </c:pt>
                <c:pt idx="1019">
                  <c:v>48.973361219847561</c:v>
                </c:pt>
                <c:pt idx="1020">
                  <c:v>48.973579242365759</c:v>
                </c:pt>
                <c:pt idx="1021">
                  <c:v>48.973627663742462</c:v>
                </c:pt>
                <c:pt idx="1022">
                  <c:v>48.973633496913017</c:v>
                </c:pt>
                <c:pt idx="1023">
                  <c:v>48.973674693575525</c:v>
                </c:pt>
                <c:pt idx="1024">
                  <c:v>48.973695297860843</c:v>
                </c:pt>
                <c:pt idx="1025">
                  <c:v>48.977203428720259</c:v>
                </c:pt>
                <c:pt idx="1026">
                  <c:v>48.977973313772715</c:v>
                </c:pt>
                <c:pt idx="1027">
                  <c:v>48.978071737325131</c:v>
                </c:pt>
                <c:pt idx="1028">
                  <c:v>48.978726083369843</c:v>
                </c:pt>
                <c:pt idx="1029">
                  <c:v>48.9790500863852</c:v>
                </c:pt>
                <c:pt idx="1030">
                  <c:v>48.983893403765826</c:v>
                </c:pt>
                <c:pt idx="1031">
                  <c:v>48.984953033757847</c:v>
                </c:pt>
                <c:pt idx="1032">
                  <c:v>48.985068586893739</c:v>
                </c:pt>
                <c:pt idx="1033">
                  <c:v>48.985950650032997</c:v>
                </c:pt>
                <c:pt idx="1034">
                  <c:v>48.986415940803226</c:v>
                </c:pt>
                <c:pt idx="1035">
                  <c:v>48.994307055496186</c:v>
                </c:pt>
                <c:pt idx="1036">
                  <c:v>48.996008277581161</c:v>
                </c:pt>
                <c:pt idx="1037">
                  <c:v>48.996205754546438</c:v>
                </c:pt>
                <c:pt idx="1038">
                  <c:v>48.997707125435134</c:v>
                </c:pt>
                <c:pt idx="1039">
                  <c:v>48.998469240331133</c:v>
                </c:pt>
                <c:pt idx="1040">
                  <c:v>49.006447564775847</c:v>
                </c:pt>
                <c:pt idx="1041">
                  <c:v>49.008169907034713</c:v>
                </c:pt>
                <c:pt idx="1042">
                  <c:v>49.008314039232353</c:v>
                </c:pt>
                <c:pt idx="1043">
                  <c:v>49.009733842999921</c:v>
                </c:pt>
                <c:pt idx="1044">
                  <c:v>49.010523355723592</c:v>
                </c:pt>
                <c:pt idx="1045">
                  <c:v>49.020768874933246</c:v>
                </c:pt>
                <c:pt idx="1046">
                  <c:v>49.02289340371653</c:v>
                </c:pt>
                <c:pt idx="1047">
                  <c:v>49.023110640603356</c:v>
                </c:pt>
                <c:pt idx="1048">
                  <c:v>49.024965786868975</c:v>
                </c:pt>
                <c:pt idx="1049">
                  <c:v>49.025926325399553</c:v>
                </c:pt>
                <c:pt idx="1050">
                  <c:v>49.035462129724223</c:v>
                </c:pt>
                <c:pt idx="1051">
                  <c:v>49.037437661000993</c:v>
                </c:pt>
                <c:pt idx="1052">
                  <c:v>49.037634069421415</c:v>
                </c:pt>
                <c:pt idx="1053">
                  <c:v>49.039375715052657</c:v>
                </c:pt>
                <c:pt idx="1054">
                  <c:v>49.040328018856201</c:v>
                </c:pt>
                <c:pt idx="1055">
                  <c:v>49.048920487993712</c:v>
                </c:pt>
                <c:pt idx="1056">
                  <c:v>49.050778032974897</c:v>
                </c:pt>
                <c:pt idx="1057">
                  <c:v>49.050899402585934</c:v>
                </c:pt>
                <c:pt idx="1058">
                  <c:v>49.052539324468967</c:v>
                </c:pt>
                <c:pt idx="1059">
                  <c:v>49.053390812566818</c:v>
                </c:pt>
                <c:pt idx="1060">
                  <c:v>49.061116139298129</c:v>
                </c:pt>
                <c:pt idx="1061">
                  <c:v>49.062717692175767</c:v>
                </c:pt>
                <c:pt idx="1062">
                  <c:v>49.06287582230221</c:v>
                </c:pt>
                <c:pt idx="1063">
                  <c:v>49.064395302544092</c:v>
                </c:pt>
                <c:pt idx="1064">
                  <c:v>49.065111258290528</c:v>
                </c:pt>
                <c:pt idx="1065">
                  <c:v>49.0739331287716</c:v>
                </c:pt>
                <c:pt idx="1066">
                  <c:v>49.075895692563911</c:v>
                </c:pt>
                <c:pt idx="1067">
                  <c:v>49.075940574477364</c:v>
                </c:pt>
                <c:pt idx="1068">
                  <c:v>49.077709073126186</c:v>
                </c:pt>
                <c:pt idx="1069">
                  <c:v>49.078510159734776</c:v>
                </c:pt>
                <c:pt idx="1070">
                  <c:v>49.085536497821572</c:v>
                </c:pt>
                <c:pt idx="1071">
                  <c:v>49.087053785383006</c:v>
                </c:pt>
                <c:pt idx="1072">
                  <c:v>49.087186352771205</c:v>
                </c:pt>
                <c:pt idx="1073">
                  <c:v>49.088549434293121</c:v>
                </c:pt>
                <c:pt idx="1074">
                  <c:v>49.089229383443751</c:v>
                </c:pt>
                <c:pt idx="1075">
                  <c:v>49.097324442494411</c:v>
                </c:pt>
                <c:pt idx="1076">
                  <c:v>49.099122582869384</c:v>
                </c:pt>
                <c:pt idx="1077">
                  <c:v>49.09928658776635</c:v>
                </c:pt>
                <c:pt idx="1078">
                  <c:v>49.10086671476305</c:v>
                </c:pt>
                <c:pt idx="1079">
                  <c:v>49.101627157959683</c:v>
                </c:pt>
                <c:pt idx="1080">
                  <c:v>49.112191363870643</c:v>
                </c:pt>
                <c:pt idx="1081">
                  <c:v>49.114571756022372</c:v>
                </c:pt>
                <c:pt idx="1082">
                  <c:v>49.114764397036595</c:v>
                </c:pt>
                <c:pt idx="1083">
                  <c:v>49.116736908694449</c:v>
                </c:pt>
                <c:pt idx="1084">
                  <c:v>49.117706775386125</c:v>
                </c:pt>
                <c:pt idx="1085">
                  <c:v>49.126993582191282</c:v>
                </c:pt>
                <c:pt idx="1086">
                  <c:v>49.129067255323051</c:v>
                </c:pt>
                <c:pt idx="1087">
                  <c:v>49.12920125660839</c:v>
                </c:pt>
                <c:pt idx="1088">
                  <c:v>49.13096163487031</c:v>
                </c:pt>
                <c:pt idx="1089">
                  <c:v>49.131781593036123</c:v>
                </c:pt>
                <c:pt idx="1090">
                  <c:v>49.139526230335733</c:v>
                </c:pt>
                <c:pt idx="1091">
                  <c:v>49.141249843221232</c:v>
                </c:pt>
                <c:pt idx="1092">
                  <c:v>49.141345184486816</c:v>
                </c:pt>
                <c:pt idx="1093">
                  <c:v>49.143507265777089</c:v>
                </c:pt>
                <c:pt idx="1094">
                  <c:v>49.144470033584916</c:v>
                </c:pt>
                <c:pt idx="1095">
                  <c:v>49.146219629085984</c:v>
                </c:pt>
                <c:pt idx="1096">
                  <c:v>49.146741658179117</c:v>
                </c:pt>
                <c:pt idx="1097">
                  <c:v>49.146788150446973</c:v>
                </c:pt>
                <c:pt idx="1098">
                  <c:v>49.147300895625911</c:v>
                </c:pt>
                <c:pt idx="1099">
                  <c:v>49.147529570301003</c:v>
                </c:pt>
                <c:pt idx="1100">
                  <c:v>49.153371140201607</c:v>
                </c:pt>
                <c:pt idx="1101">
                  <c:v>49.154562602039725</c:v>
                </c:pt>
                <c:pt idx="1102">
                  <c:v>49.154670057692528</c:v>
                </c:pt>
                <c:pt idx="1103">
                  <c:v>49.155757051476442</c:v>
                </c:pt>
                <c:pt idx="1104">
                  <c:v>49.156243303689166</c:v>
                </c:pt>
                <c:pt idx="1105">
                  <c:v>49.158503364860991</c:v>
                </c:pt>
                <c:pt idx="1106">
                  <c:v>49.158935065939787</c:v>
                </c:pt>
                <c:pt idx="1107">
                  <c:v>49.158992436212621</c:v>
                </c:pt>
                <c:pt idx="1108">
                  <c:v>49.159397212868356</c:v>
                </c:pt>
                <c:pt idx="1109">
                  <c:v>49.159593884650917</c:v>
                </c:pt>
                <c:pt idx="1110">
                  <c:v>49.16501993024275</c:v>
                </c:pt>
                <c:pt idx="1111">
                  <c:v>49.166056187753121</c:v>
                </c:pt>
                <c:pt idx="1112">
                  <c:v>49.166153633623338</c:v>
                </c:pt>
                <c:pt idx="1113">
                  <c:v>49.167122669189432</c:v>
                </c:pt>
                <c:pt idx="1114">
                  <c:v>49.167636172588857</c:v>
                </c:pt>
                <c:pt idx="1115">
                  <c:v>49.173984838596724</c:v>
                </c:pt>
                <c:pt idx="1116">
                  <c:v>49.175200543000599</c:v>
                </c:pt>
                <c:pt idx="1117">
                  <c:v>49.175313720557753</c:v>
                </c:pt>
                <c:pt idx="1118">
                  <c:v>49.1765200730853</c:v>
                </c:pt>
                <c:pt idx="1119">
                  <c:v>49.177022992134994</c:v>
                </c:pt>
                <c:pt idx="1120">
                  <c:v>49.182661577492247</c:v>
                </c:pt>
                <c:pt idx="1121">
                  <c:v>49.183762460750032</c:v>
                </c:pt>
                <c:pt idx="1122">
                  <c:v>49.183878807028201</c:v>
                </c:pt>
                <c:pt idx="1123">
                  <c:v>49.184946677503874</c:v>
                </c:pt>
                <c:pt idx="1124">
                  <c:v>49.185400564392751</c:v>
                </c:pt>
                <c:pt idx="1125">
                  <c:v>49.192114491982643</c:v>
                </c:pt>
                <c:pt idx="1126">
                  <c:v>49.19352478855641</c:v>
                </c:pt>
                <c:pt idx="1127">
                  <c:v>49.193604114730284</c:v>
                </c:pt>
                <c:pt idx="1128">
                  <c:v>49.194906614530247</c:v>
                </c:pt>
                <c:pt idx="1129">
                  <c:v>49.195457339557322</c:v>
                </c:pt>
                <c:pt idx="1130">
                  <c:v>49.201621149757159</c:v>
                </c:pt>
                <c:pt idx="1131">
                  <c:v>49.202977423883802</c:v>
                </c:pt>
                <c:pt idx="1132">
                  <c:v>49.203040378453558</c:v>
                </c:pt>
                <c:pt idx="1133">
                  <c:v>49.204260405625874</c:v>
                </c:pt>
                <c:pt idx="1134">
                  <c:v>49.204842505340594</c:v>
                </c:pt>
                <c:pt idx="1135">
                  <c:v>49.212129243002231</c:v>
                </c:pt>
                <c:pt idx="1136">
                  <c:v>49.213664659461806</c:v>
                </c:pt>
                <c:pt idx="1137">
                  <c:v>49.213817446428124</c:v>
                </c:pt>
                <c:pt idx="1138">
                  <c:v>49.21519016169772</c:v>
                </c:pt>
                <c:pt idx="1139">
                  <c:v>49.215904020079734</c:v>
                </c:pt>
                <c:pt idx="1140">
                  <c:v>49.22315113125471</c:v>
                </c:pt>
                <c:pt idx="1141">
                  <c:v>49.22472036007273</c:v>
                </c:pt>
                <c:pt idx="1142">
                  <c:v>49.22488303812225</c:v>
                </c:pt>
                <c:pt idx="1143">
                  <c:v>49.226297544573534</c:v>
                </c:pt>
                <c:pt idx="1144">
                  <c:v>49.226969397390747</c:v>
                </c:pt>
                <c:pt idx="1145">
                  <c:v>49.228947551266664</c:v>
                </c:pt>
                <c:pt idx="1146">
                  <c:v>49.22938762939043</c:v>
                </c:pt>
                <c:pt idx="1147">
                  <c:v>49.229412248544577</c:v>
                </c:pt>
                <c:pt idx="1148">
                  <c:v>49.229796658917927</c:v>
                </c:pt>
                <c:pt idx="1149">
                  <c:v>49.229986776496105</c:v>
                </c:pt>
                <c:pt idx="1150">
                  <c:v>49.230874746901783</c:v>
                </c:pt>
                <c:pt idx="1151">
                  <c:v>49.231064547833036</c:v>
                </c:pt>
                <c:pt idx="1152">
                  <c:v>49.231071884543958</c:v>
                </c:pt>
                <c:pt idx="1153">
                  <c:v>49.231244810945761</c:v>
                </c:pt>
                <c:pt idx="1154">
                  <c:v>49.231328201475378</c:v>
                </c:pt>
                <c:pt idx="1155">
                  <c:v>49.233759177249695</c:v>
                </c:pt>
                <c:pt idx="1156">
                  <c:v>49.234289422627462</c:v>
                </c:pt>
                <c:pt idx="1157">
                  <c:v>49.234336875744944</c:v>
                </c:pt>
                <c:pt idx="1158">
                  <c:v>49.234766131362754</c:v>
                </c:pt>
                <c:pt idx="1159">
                  <c:v>49.235014806555739</c:v>
                </c:pt>
                <c:pt idx="1160">
                  <c:v>49.233689434458</c:v>
                </c:pt>
                <c:pt idx="1161">
                  <c:v>49.233413345839814</c:v>
                </c:pt>
                <c:pt idx="1162">
                  <c:v>49.233394939506397</c:v>
                </c:pt>
                <c:pt idx="1163">
                  <c:v>49.233158192840101</c:v>
                </c:pt>
                <c:pt idx="1164">
                  <c:v>49.23300420825052</c:v>
                </c:pt>
                <c:pt idx="1165">
                  <c:v>49.236768344921487</c:v>
                </c:pt>
                <c:pt idx="1166">
                  <c:v>49.237562764489219</c:v>
                </c:pt>
                <c:pt idx="1167">
                  <c:v>49.237611911977844</c:v>
                </c:pt>
                <c:pt idx="1168">
                  <c:v>49.238324372394572</c:v>
                </c:pt>
                <c:pt idx="1169">
                  <c:v>49.238704646719668</c:v>
                </c:pt>
                <c:pt idx="1170">
                  <c:v>49.246227086313645</c:v>
                </c:pt>
                <c:pt idx="1171">
                  <c:v>49.247780804825062</c:v>
                </c:pt>
                <c:pt idx="1172">
                  <c:v>49.247890544652407</c:v>
                </c:pt>
                <c:pt idx="1173">
                  <c:v>49.24930444006872</c:v>
                </c:pt>
                <c:pt idx="1174">
                  <c:v>49.250102931502454</c:v>
                </c:pt>
                <c:pt idx="1175">
                  <c:v>49.256083138349361</c:v>
                </c:pt>
                <c:pt idx="1176">
                  <c:v>49.257324439520389</c:v>
                </c:pt>
                <c:pt idx="1177">
                  <c:v>49.257409958180084</c:v>
                </c:pt>
                <c:pt idx="1178">
                  <c:v>49.258539750892261</c:v>
                </c:pt>
                <c:pt idx="1179">
                  <c:v>49.259156439817446</c:v>
                </c:pt>
                <c:pt idx="1180">
                  <c:v>49.263127721043965</c:v>
                </c:pt>
                <c:pt idx="1181">
                  <c:v>49.263948546932333</c:v>
                </c:pt>
                <c:pt idx="1182">
                  <c:v>49.264049897840486</c:v>
                </c:pt>
                <c:pt idx="1183">
                  <c:v>49.264741656511163</c:v>
                </c:pt>
                <c:pt idx="1184">
                  <c:v>49.265192376282869</c:v>
                </c:pt>
                <c:pt idx="1185">
                  <c:v>49.267392010736486</c:v>
                </c:pt>
                <c:pt idx="1186">
                  <c:v>49.267884424624626</c:v>
                </c:pt>
                <c:pt idx="1187">
                  <c:v>49.267895595023589</c:v>
                </c:pt>
                <c:pt idx="1188">
                  <c:v>49.268327487210954</c:v>
                </c:pt>
                <c:pt idx="1189">
                  <c:v>49.268545064190278</c:v>
                </c:pt>
                <c:pt idx="1190">
                  <c:v>49.268767208837183</c:v>
                </c:pt>
                <c:pt idx="1191">
                  <c:v>49.268817749649649</c:v>
                </c:pt>
                <c:pt idx="1192">
                  <c:v>49.268818379864896</c:v>
                </c:pt>
                <c:pt idx="1193">
                  <c:v>49.26886009654713</c:v>
                </c:pt>
                <c:pt idx="1194">
                  <c:v>49.268882862167573</c:v>
                </c:pt>
                <c:pt idx="1195">
                  <c:v>49.26998570488103</c:v>
                </c:pt>
                <c:pt idx="1196">
                  <c:v>49.270218635918951</c:v>
                </c:pt>
                <c:pt idx="1197">
                  <c:v>49.270241317625356</c:v>
                </c:pt>
                <c:pt idx="1198">
                  <c:v>49.270439068576984</c:v>
                </c:pt>
                <c:pt idx="1199">
                  <c:v>49.270559233902532</c:v>
                </c:pt>
                <c:pt idx="1200">
                  <c:v>49.267054333817086</c:v>
                </c:pt>
                <c:pt idx="1201">
                  <c:v>49.266223960621353</c:v>
                </c:pt>
                <c:pt idx="1202">
                  <c:v>49.265919634763861</c:v>
                </c:pt>
                <c:pt idx="1203">
                  <c:v>49.265557567957153</c:v>
                </c:pt>
                <c:pt idx="1204">
                  <c:v>49.265192376282869</c:v>
                </c:pt>
                <c:pt idx="1205">
                  <c:v>49.264754380988407</c:v>
                </c:pt>
                <c:pt idx="1206">
                  <c:v>49.264651870395106</c:v>
                </c:pt>
                <c:pt idx="1207">
                  <c:v>49.26465171135348</c:v>
                </c:pt>
                <c:pt idx="1208">
                  <c:v>49.264569590873919</c:v>
                </c:pt>
                <c:pt idx="1209">
                  <c:v>49.264523109301763</c:v>
                </c:pt>
                <c:pt idx="1210">
                  <c:v>49.26320584204425</c:v>
                </c:pt>
                <c:pt idx="1211">
                  <c:v>49.26290054318595</c:v>
                </c:pt>
                <c:pt idx="1212">
                  <c:v>49.262868456771358</c:v>
                </c:pt>
                <c:pt idx="1213">
                  <c:v>49.262641397077203</c:v>
                </c:pt>
                <c:pt idx="1214">
                  <c:v>49.262509010211716</c:v>
                </c:pt>
                <c:pt idx="1215">
                  <c:v>49.259402130321369</c:v>
                </c:pt>
                <c:pt idx="1216">
                  <c:v>49.258709215730157</c:v>
                </c:pt>
                <c:pt idx="1217">
                  <c:v>49.258700873964898</c:v>
                </c:pt>
                <c:pt idx="1218">
                  <c:v>49.258108447460856</c:v>
                </c:pt>
                <c:pt idx="1219">
                  <c:v>49.257814798567665</c:v>
                </c:pt>
                <c:pt idx="1220">
                  <c:v>49.257814798567665</c:v>
                </c:pt>
                <c:pt idx="1221">
                  <c:v>49.257814798567665</c:v>
                </c:pt>
                <c:pt idx="1222">
                  <c:v>49.257814798567665</c:v>
                </c:pt>
                <c:pt idx="1223">
                  <c:v>49.257814798567665</c:v>
                </c:pt>
                <c:pt idx="1224">
                  <c:v>49.257814798567665</c:v>
                </c:pt>
                <c:pt idx="1225">
                  <c:v>49.254025293271468</c:v>
                </c:pt>
                <c:pt idx="1226">
                  <c:v>49.25325654741583</c:v>
                </c:pt>
                <c:pt idx="1227">
                  <c:v>49.253171510460881</c:v>
                </c:pt>
                <c:pt idx="1228">
                  <c:v>49.252491832507907</c:v>
                </c:pt>
                <c:pt idx="1229">
                  <c:v>49.252113728928293</c:v>
                </c:pt>
                <c:pt idx="1230">
                  <c:v>49.2503406025603</c:v>
                </c:pt>
                <c:pt idx="1231">
                  <c:v>49.249982546187091</c:v>
                </c:pt>
                <c:pt idx="1232">
                  <c:v>49.249956625986727</c:v>
                </c:pt>
                <c:pt idx="1233">
                  <c:v>49.249629706930321</c:v>
                </c:pt>
                <c:pt idx="1234">
                  <c:v>49.249433723115317</c:v>
                </c:pt>
                <c:pt idx="1235">
                  <c:v>49.249210990091953</c:v>
                </c:pt>
                <c:pt idx="1236">
                  <c:v>49.249164223622735</c:v>
                </c:pt>
                <c:pt idx="1237">
                  <c:v>49.249161418728363</c:v>
                </c:pt>
                <c:pt idx="1238">
                  <c:v>49.249120447021355</c:v>
                </c:pt>
                <c:pt idx="1239">
                  <c:v>49.249095963264097</c:v>
                </c:pt>
                <c:pt idx="1240">
                  <c:v>49.251304867852625</c:v>
                </c:pt>
                <c:pt idx="1241">
                  <c:v>49.251767649502803</c:v>
                </c:pt>
                <c:pt idx="1242">
                  <c:v>49.251809608788179</c:v>
                </c:pt>
                <c:pt idx="1243">
                  <c:v>49.252221859781258</c:v>
                </c:pt>
                <c:pt idx="1244">
                  <c:v>49.252451494688898</c:v>
                </c:pt>
                <c:pt idx="1245">
                  <c:v>49.256666205462011</c:v>
                </c:pt>
                <c:pt idx="1246">
                  <c:v>49.257598598097687</c:v>
                </c:pt>
                <c:pt idx="1247">
                  <c:v>49.257626458088232</c:v>
                </c:pt>
                <c:pt idx="1248">
                  <c:v>49.258397240945783</c:v>
                </c:pt>
                <c:pt idx="1249">
                  <c:v>49.258821817728005</c:v>
                </c:pt>
                <c:pt idx="1250">
                  <c:v>49.261680260547713</c:v>
                </c:pt>
                <c:pt idx="1251">
                  <c:v>49.262334842511116</c:v>
                </c:pt>
                <c:pt idx="1252">
                  <c:v>49.262350267377336</c:v>
                </c:pt>
                <c:pt idx="1253">
                  <c:v>49.26287334256866</c:v>
                </c:pt>
                <c:pt idx="1254">
                  <c:v>49.263181426254164</c:v>
                </c:pt>
                <c:pt idx="1255">
                  <c:v>49.264063018982668</c:v>
                </c:pt>
                <c:pt idx="1256">
                  <c:v>49.26426824848383</c:v>
                </c:pt>
                <c:pt idx="1257">
                  <c:v>49.264268583083627</c:v>
                </c:pt>
                <c:pt idx="1258">
                  <c:v>49.264427830799633</c:v>
                </c:pt>
                <c:pt idx="1259">
                  <c:v>49.264523109301763</c:v>
                </c:pt>
                <c:pt idx="1260">
                  <c:v>49.266918348553631</c:v>
                </c:pt>
                <c:pt idx="1261">
                  <c:v>49.267476633146671</c:v>
                </c:pt>
                <c:pt idx="1262">
                  <c:v>49.267489188019439</c:v>
                </c:pt>
                <c:pt idx="1263">
                  <c:v>49.267915388190694</c:v>
                </c:pt>
                <c:pt idx="1264">
                  <c:v>49.268210423857226</c:v>
                </c:pt>
                <c:pt idx="1265">
                  <c:v>49.27149481685592</c:v>
                </c:pt>
                <c:pt idx="1266">
                  <c:v>49.272259081657104</c:v>
                </c:pt>
                <c:pt idx="1267">
                  <c:v>49.272341213207589</c:v>
                </c:pt>
                <c:pt idx="1268">
                  <c:v>49.272882339260669</c:v>
                </c:pt>
                <c:pt idx="1269">
                  <c:v>49.273239568407917</c:v>
                </c:pt>
                <c:pt idx="1270">
                  <c:v>49.276765010821727</c:v>
                </c:pt>
                <c:pt idx="1271">
                  <c:v>49.277571835132193</c:v>
                </c:pt>
                <c:pt idx="1272">
                  <c:v>49.277614146728538</c:v>
                </c:pt>
                <c:pt idx="1273">
                  <c:v>49.278227341672405</c:v>
                </c:pt>
                <c:pt idx="1274">
                  <c:v>49.27860667708137</c:v>
                </c:pt>
                <c:pt idx="1275">
                  <c:v>49.284310395399459</c:v>
                </c:pt>
                <c:pt idx="1276">
                  <c:v>49.28554018866523</c:v>
                </c:pt>
                <c:pt idx="1277">
                  <c:v>49.285626937834991</c:v>
                </c:pt>
                <c:pt idx="1278">
                  <c:v>49.286691906808031</c:v>
                </c:pt>
                <c:pt idx="1279">
                  <c:v>49.287327007495719</c:v>
                </c:pt>
                <c:pt idx="1280">
                  <c:v>49.288653531933292</c:v>
                </c:pt>
                <c:pt idx="1281">
                  <c:v>49.288949873633207</c:v>
                </c:pt>
                <c:pt idx="1282">
                  <c:v>49.288956281102195</c:v>
                </c:pt>
                <c:pt idx="1283">
                  <c:v>49.289199194670118</c:v>
                </c:pt>
                <c:pt idx="1284">
                  <c:v>49.28933823994231</c:v>
                </c:pt>
                <c:pt idx="1285">
                  <c:v>49.291118668638873</c:v>
                </c:pt>
                <c:pt idx="1286">
                  <c:v>49.291520063630934</c:v>
                </c:pt>
                <c:pt idx="1287">
                  <c:v>49.291521713365903</c:v>
                </c:pt>
                <c:pt idx="1288">
                  <c:v>49.291846411448695</c:v>
                </c:pt>
                <c:pt idx="1289">
                  <c:v>49.29202202480667</c:v>
                </c:pt>
                <c:pt idx="1290">
                  <c:v>49.292468322697005</c:v>
                </c:pt>
                <c:pt idx="1291">
                  <c:v>49.292562668268459</c:v>
                </c:pt>
                <c:pt idx="1292">
                  <c:v>49.2925634486134</c:v>
                </c:pt>
                <c:pt idx="1293">
                  <c:v>49.292643046988012</c:v>
                </c:pt>
                <c:pt idx="1294">
                  <c:v>49.292691398864918</c:v>
                </c:pt>
                <c:pt idx="1295">
                  <c:v>49.292915610458692</c:v>
                </c:pt>
                <c:pt idx="1296">
                  <c:v>49.292963543103873</c:v>
                </c:pt>
                <c:pt idx="1297">
                  <c:v>49.2929650521287</c:v>
                </c:pt>
                <c:pt idx="1298">
                  <c:v>49.293008051636491</c:v>
                </c:pt>
                <c:pt idx="1299">
                  <c:v>49.293029244310389</c:v>
                </c:pt>
                <c:pt idx="1300">
                  <c:v>49.292147980299141</c:v>
                </c:pt>
                <c:pt idx="1301">
                  <c:v>49.291949445097814</c:v>
                </c:pt>
                <c:pt idx="1302">
                  <c:v>49.29194864606918</c:v>
                </c:pt>
                <c:pt idx="1303">
                  <c:v>49.291788518409248</c:v>
                </c:pt>
                <c:pt idx="1304">
                  <c:v>49.291687338756674</c:v>
                </c:pt>
                <c:pt idx="1305">
                  <c:v>49.292345962905934</c:v>
                </c:pt>
                <c:pt idx="1306">
                  <c:v>49.292495101054158</c:v>
                </c:pt>
                <c:pt idx="1307">
                  <c:v>49.29249838103717</c:v>
                </c:pt>
                <c:pt idx="1308">
                  <c:v>49.292615172449949</c:v>
                </c:pt>
                <c:pt idx="1309">
                  <c:v>49.292691398864918</c:v>
                </c:pt>
                <c:pt idx="1310">
                  <c:v>49.290261615600279</c:v>
                </c:pt>
                <c:pt idx="1311">
                  <c:v>49.289726535776929</c:v>
                </c:pt>
                <c:pt idx="1312">
                  <c:v>49.289707169795669</c:v>
                </c:pt>
                <c:pt idx="1313">
                  <c:v>49.289249300790793</c:v>
                </c:pt>
                <c:pt idx="1314">
                  <c:v>49.28900355912549</c:v>
                </c:pt>
                <c:pt idx="1315">
                  <c:v>49.290111102290304</c:v>
                </c:pt>
                <c:pt idx="1316">
                  <c:v>49.290344226712442</c:v>
                </c:pt>
                <c:pt idx="1317">
                  <c:v>49.290360998594608</c:v>
                </c:pt>
                <c:pt idx="1318">
                  <c:v>49.290564728466357</c:v>
                </c:pt>
                <c:pt idx="1319">
                  <c:v>49.290680127128837</c:v>
                </c:pt>
                <c:pt idx="1320">
                  <c:v>49.288258111513485</c:v>
                </c:pt>
                <c:pt idx="1321">
                  <c:v>49.287736241120669</c:v>
                </c:pt>
                <c:pt idx="1322">
                  <c:v>49.28769971550701</c:v>
                </c:pt>
                <c:pt idx="1323">
                  <c:v>49.287239123241847</c:v>
                </c:pt>
                <c:pt idx="1324">
                  <c:v>49.286992330599503</c:v>
                </c:pt>
                <c:pt idx="1325">
                  <c:v>49.289666173972932</c:v>
                </c:pt>
                <c:pt idx="1326">
                  <c:v>49.290205000372694</c:v>
                </c:pt>
                <c:pt idx="1327">
                  <c:v>49.29025235461399</c:v>
                </c:pt>
                <c:pt idx="1328">
                  <c:v>49.290749565275071</c:v>
                </c:pt>
                <c:pt idx="1329">
                  <c:v>49.291014811214609</c:v>
                </c:pt>
                <c:pt idx="1330">
                  <c:v>49.294386998355229</c:v>
                </c:pt>
                <c:pt idx="1331">
                  <c:v>49.295059165983503</c:v>
                </c:pt>
                <c:pt idx="1332">
                  <c:v>49.295108098956234</c:v>
                </c:pt>
                <c:pt idx="1333">
                  <c:v>49.295744515642227</c:v>
                </c:pt>
                <c:pt idx="1334">
                  <c:v>49.296047780807157</c:v>
                </c:pt>
                <c:pt idx="1335">
                  <c:v>49.298754194085618</c:v>
                </c:pt>
                <c:pt idx="1336">
                  <c:v>49.299327390127935</c:v>
                </c:pt>
                <c:pt idx="1337">
                  <c:v>49.299819849349021</c:v>
                </c:pt>
                <c:pt idx="1338">
                  <c:v>49.300070473731353</c:v>
                </c:pt>
                <c:pt idx="1339">
                  <c:v>49.300095888254262</c:v>
                </c:pt>
                <c:pt idx="1340">
                  <c:v>49.300521676499997</c:v>
                </c:pt>
                <c:pt idx="1341">
                  <c:v>49.30061401792517</c:v>
                </c:pt>
                <c:pt idx="1342">
                  <c:v>49.300618861824567</c:v>
                </c:pt>
                <c:pt idx="1343">
                  <c:v>49.30070169983945</c:v>
                </c:pt>
                <c:pt idx="1344">
                  <c:v>49.300743036780545</c:v>
                </c:pt>
                <c:pt idx="1345">
                  <c:v>49.302748390373502</c:v>
                </c:pt>
                <c:pt idx="1346">
                  <c:v>49.30319935147962</c:v>
                </c:pt>
                <c:pt idx="1347">
                  <c:v>49.303205818275629</c:v>
                </c:pt>
                <c:pt idx="1348">
                  <c:v>49.303573024181787</c:v>
                </c:pt>
                <c:pt idx="1349">
                  <c:v>49.303761709073228</c:v>
                </c:pt>
                <c:pt idx="1350">
                  <c:v>49.306882144773795</c:v>
                </c:pt>
                <c:pt idx="1351">
                  <c:v>49.307564432771692</c:v>
                </c:pt>
                <c:pt idx="1352">
                  <c:v>49.307622760818752</c:v>
                </c:pt>
                <c:pt idx="1353">
                  <c:v>49.30814973027492</c:v>
                </c:pt>
                <c:pt idx="1354">
                  <c:v>49.308457176379022</c:v>
                </c:pt>
                <c:pt idx="1355">
                  <c:v>49.30956178966202</c:v>
                </c:pt>
                <c:pt idx="1356">
                  <c:v>49.309815131333266</c:v>
                </c:pt>
                <c:pt idx="1357">
                  <c:v>49.309818649194028</c:v>
                </c:pt>
                <c:pt idx="1358">
                  <c:v>49.310016483004496</c:v>
                </c:pt>
                <c:pt idx="1359">
                  <c:v>49.310133934630301</c:v>
                </c:pt>
                <c:pt idx="1360">
                  <c:v>49.307699192025858</c:v>
                </c:pt>
                <c:pt idx="1361">
                  <c:v>49.307145026822575</c:v>
                </c:pt>
                <c:pt idx="1362">
                  <c:v>49.30710931174491</c:v>
                </c:pt>
                <c:pt idx="1363">
                  <c:v>49.306692568284411</c:v>
                </c:pt>
                <c:pt idx="1364">
                  <c:v>49.306442561999802</c:v>
                </c:pt>
                <c:pt idx="1365">
                  <c:v>49.30356651670369</c:v>
                </c:pt>
                <c:pt idx="1366">
                  <c:v>49.302951943452271</c:v>
                </c:pt>
                <c:pt idx="1367">
                  <c:v>49.302905593358716</c:v>
                </c:pt>
                <c:pt idx="1368">
                  <c:v>49.302401180064599</c:v>
                </c:pt>
                <c:pt idx="1369">
                  <c:v>49.302085013191686</c:v>
                </c:pt>
                <c:pt idx="1370">
                  <c:v>49.303633663079154</c:v>
                </c:pt>
                <c:pt idx="1371">
                  <c:v>49.303996497825906</c:v>
                </c:pt>
                <c:pt idx="1372">
                  <c:v>49.304009423982066</c:v>
                </c:pt>
                <c:pt idx="1373">
                  <c:v>49.304281071216863</c:v>
                </c:pt>
                <c:pt idx="1374">
                  <c:v>49.304431128960573</c:v>
                </c:pt>
                <c:pt idx="1375">
                  <c:v>49.30577699559538</c:v>
                </c:pt>
                <c:pt idx="1376">
                  <c:v>49.306064797850738</c:v>
                </c:pt>
                <c:pt idx="1377">
                  <c:v>49.306081438802842</c:v>
                </c:pt>
                <c:pt idx="1378">
                  <c:v>49.306303653337956</c:v>
                </c:pt>
                <c:pt idx="1379">
                  <c:v>49.306442561999802</c:v>
                </c:pt>
                <c:pt idx="1380">
                  <c:v>49.310720767894473</c:v>
                </c:pt>
                <c:pt idx="1381">
                  <c:v>49.31155109206113</c:v>
                </c:pt>
                <c:pt idx="1382">
                  <c:v>49.311629400619793</c:v>
                </c:pt>
                <c:pt idx="1383">
                  <c:v>49.312394656928753</c:v>
                </c:pt>
                <c:pt idx="1384">
                  <c:v>49.312818045108941</c:v>
                </c:pt>
                <c:pt idx="1385">
                  <c:v>49.31909960269045</c:v>
                </c:pt>
                <c:pt idx="1386">
                  <c:v>49.320367995361039</c:v>
                </c:pt>
                <c:pt idx="1387">
                  <c:v>49.320421745774333</c:v>
                </c:pt>
                <c:pt idx="1388">
                  <c:v>49.321604182628036</c:v>
                </c:pt>
                <c:pt idx="1389">
                  <c:v>49.322209605375349</c:v>
                </c:pt>
                <c:pt idx="1390">
                  <c:v>49.324942086884725</c:v>
                </c:pt>
                <c:pt idx="1391">
                  <c:v>49.325474016458372</c:v>
                </c:pt>
                <c:pt idx="1392">
                  <c:v>49.325484177392134</c:v>
                </c:pt>
                <c:pt idx="1393">
                  <c:v>49.325993310382707</c:v>
                </c:pt>
                <c:pt idx="1394">
                  <c:v>49.326236071121855</c:v>
                </c:pt>
                <c:pt idx="1395">
                  <c:v>49.326460104055883</c:v>
                </c:pt>
                <c:pt idx="1396">
                  <c:v>49.326508086547861</c:v>
                </c:pt>
                <c:pt idx="1397">
                  <c:v>49.326508152362557</c:v>
                </c:pt>
                <c:pt idx="1398">
                  <c:v>49.326549738026806</c:v>
                </c:pt>
                <c:pt idx="1399">
                  <c:v>49.326570824702003</c:v>
                </c:pt>
                <c:pt idx="1400">
                  <c:v>49.327245288905146</c:v>
                </c:pt>
                <c:pt idx="1401">
                  <c:v>49.327389173775416</c:v>
                </c:pt>
                <c:pt idx="1402">
                  <c:v>49.327396996638619</c:v>
                </c:pt>
                <c:pt idx="1403">
                  <c:v>49.327515988473237</c:v>
                </c:pt>
                <c:pt idx="1404">
                  <c:v>49.327575089377376</c:v>
                </c:pt>
                <c:pt idx="1405">
                  <c:v>49.326902171461057</c:v>
                </c:pt>
                <c:pt idx="1406">
                  <c:v>49.326748724673237</c:v>
                </c:pt>
                <c:pt idx="1407">
                  <c:v>49.326728453468071</c:v>
                </c:pt>
                <c:pt idx="1408">
                  <c:v>49.326632689810403</c:v>
                </c:pt>
                <c:pt idx="1409">
                  <c:v>49.326570824702003</c:v>
                </c:pt>
                <c:pt idx="1410">
                  <c:v>49.324787451633128</c:v>
                </c:pt>
                <c:pt idx="1411">
                  <c:v>49.324375319225233</c:v>
                </c:pt>
                <c:pt idx="1412">
                  <c:v>49.324371591875789</c:v>
                </c:pt>
                <c:pt idx="1413">
                  <c:v>49.324051001430476</c:v>
                </c:pt>
                <c:pt idx="1414">
                  <c:v>49.323886498408058</c:v>
                </c:pt>
                <c:pt idx="1415">
                  <c:v>49.324108351444593</c:v>
                </c:pt>
                <c:pt idx="1416">
                  <c:v>49.324159023451948</c:v>
                </c:pt>
                <c:pt idx="1417">
                  <c:v>49.324159980411956</c:v>
                </c:pt>
                <c:pt idx="1418">
                  <c:v>49.324200853528069</c:v>
                </c:pt>
                <c:pt idx="1419">
                  <c:v>49.324221247386163</c:v>
                </c:pt>
                <c:pt idx="1420">
                  <c:v>49.324884262822387</c:v>
                </c:pt>
                <c:pt idx="1421">
                  <c:v>49.32503104066933</c:v>
                </c:pt>
                <c:pt idx="1422">
                  <c:v>49.325048898146726</c:v>
                </c:pt>
                <c:pt idx="1423">
                  <c:v>49.325156525174386</c:v>
                </c:pt>
                <c:pt idx="1424">
                  <c:v>49.325228656284878</c:v>
                </c:pt>
                <c:pt idx="1425">
                  <c:v>49.327442782560617</c:v>
                </c:pt>
                <c:pt idx="1426">
                  <c:v>49.327925852748841</c:v>
                </c:pt>
                <c:pt idx="1427">
                  <c:v>49.327977579528891</c:v>
                </c:pt>
                <c:pt idx="1428">
                  <c:v>49.328347832092795</c:v>
                </c:pt>
                <c:pt idx="1429">
                  <c:v>49.328582518048563</c:v>
                </c:pt>
                <c:pt idx="1430">
                  <c:v>49.330602463955579</c:v>
                </c:pt>
                <c:pt idx="1431">
                  <c:v>49.331010713366268</c:v>
                </c:pt>
                <c:pt idx="1432">
                  <c:v>49.331049800091094</c:v>
                </c:pt>
                <c:pt idx="1433">
                  <c:v>49.331391363758691</c:v>
                </c:pt>
                <c:pt idx="1434">
                  <c:v>49.33160168156229</c:v>
                </c:pt>
                <c:pt idx="1435">
                  <c:v>49.330474416778493</c:v>
                </c:pt>
                <c:pt idx="1436">
                  <c:v>49.330262328477275</c:v>
                </c:pt>
                <c:pt idx="1437">
                  <c:v>49.330231005348523</c:v>
                </c:pt>
                <c:pt idx="1438">
                  <c:v>49.330043286181166</c:v>
                </c:pt>
                <c:pt idx="1439">
                  <c:v>49.329924712812556</c:v>
                </c:pt>
                <c:pt idx="1440">
                  <c:v>49.327926741711934</c:v>
                </c:pt>
                <c:pt idx="1441">
                  <c:v>49.327515580484928</c:v>
                </c:pt>
                <c:pt idx="1442">
                  <c:v>49.327455181789468</c:v>
                </c:pt>
                <c:pt idx="1443">
                  <c:v>49.327121579690697</c:v>
                </c:pt>
                <c:pt idx="1444">
                  <c:v>49.326905578937954</c:v>
                </c:pt>
                <c:pt idx="1445">
                  <c:v>49.328025492029077</c:v>
                </c:pt>
                <c:pt idx="1446">
                  <c:v>49.328250298868788</c:v>
                </c:pt>
                <c:pt idx="1447">
                  <c:v>49.32827499122552</c:v>
                </c:pt>
                <c:pt idx="1448">
                  <c:v>49.328476536557545</c:v>
                </c:pt>
                <c:pt idx="1449">
                  <c:v>49.328582518048563</c:v>
                </c:pt>
                <c:pt idx="1450">
                  <c:v>49.328358341331231</c:v>
                </c:pt>
                <c:pt idx="1451">
                  <c:v>49.328313737528084</c:v>
                </c:pt>
                <c:pt idx="1452">
                  <c:v>49.328308403153763</c:v>
                </c:pt>
                <c:pt idx="1453">
                  <c:v>49.32826919444625</c:v>
                </c:pt>
                <c:pt idx="1454">
                  <c:v>49.328247760527006</c:v>
                </c:pt>
                <c:pt idx="1455">
                  <c:v>49.329368809526237</c:v>
                </c:pt>
                <c:pt idx="1456">
                  <c:v>49.32960330440973</c:v>
                </c:pt>
                <c:pt idx="1457">
                  <c:v>49.329624362286054</c:v>
                </c:pt>
                <c:pt idx="1458">
                  <c:v>49.329817655431178</c:v>
                </c:pt>
                <c:pt idx="1459">
                  <c:v>49.329924712812556</c:v>
                </c:pt>
                <c:pt idx="1460">
                  <c:v>49.328130721578802</c:v>
                </c:pt>
                <c:pt idx="1461">
                  <c:v>49.327767819084684</c:v>
                </c:pt>
                <c:pt idx="1462">
                  <c:v>49.327703830490648</c:v>
                </c:pt>
                <c:pt idx="1463">
                  <c:v>49.327414257717002</c:v>
                </c:pt>
                <c:pt idx="1464">
                  <c:v>49.327240333829707</c:v>
                </c:pt>
                <c:pt idx="1465">
                  <c:v>49.325222414604298</c:v>
                </c:pt>
                <c:pt idx="1466">
                  <c:v>49.324782367351141</c:v>
                </c:pt>
                <c:pt idx="1467">
                  <c:v>49.324716269911072</c:v>
                </c:pt>
                <c:pt idx="1468">
                  <c:v>49.324411975577675</c:v>
                </c:pt>
                <c:pt idx="1469">
                  <c:v>49.324221247386163</c:v>
                </c:pt>
                <c:pt idx="1470">
                  <c:v>49.324221247386163</c:v>
                </c:pt>
                <c:pt idx="1471">
                  <c:v>49.324221247386163</c:v>
                </c:pt>
                <c:pt idx="1472">
                  <c:v>49.324221247386163</c:v>
                </c:pt>
                <c:pt idx="1473">
                  <c:v>49.324221247386163</c:v>
                </c:pt>
                <c:pt idx="1474">
                  <c:v>49.324221247386163</c:v>
                </c:pt>
                <c:pt idx="1475">
                  <c:v>49.324221247386163</c:v>
                </c:pt>
                <c:pt idx="1476">
                  <c:v>49.324221247386163</c:v>
                </c:pt>
                <c:pt idx="1477">
                  <c:v>49.324221247386163</c:v>
                </c:pt>
                <c:pt idx="1478">
                  <c:v>49.324221247386163</c:v>
                </c:pt>
                <c:pt idx="1479">
                  <c:v>49.324221247386163</c:v>
                </c:pt>
                <c:pt idx="1480">
                  <c:v>49.323287220537992</c:v>
                </c:pt>
                <c:pt idx="1481">
                  <c:v>49.323142218464461</c:v>
                </c:pt>
                <c:pt idx="1482">
                  <c:v>49.323115532839353</c:v>
                </c:pt>
                <c:pt idx="1483">
                  <c:v>49.322968697145917</c:v>
                </c:pt>
                <c:pt idx="1484">
                  <c:v>49.322879097419559</c:v>
                </c:pt>
                <c:pt idx="1485">
                  <c:v>49.324912826083839</c:v>
                </c:pt>
                <c:pt idx="1486">
                  <c:v>49.325316863779697</c:v>
                </c:pt>
                <c:pt idx="1487">
                  <c:v>49.325360540024619</c:v>
                </c:pt>
                <c:pt idx="1488">
                  <c:v>49.325705277605046</c:v>
                </c:pt>
                <c:pt idx="1489">
                  <c:v>49.325898160154111</c:v>
                </c:pt>
                <c:pt idx="1490">
                  <c:v>49.327933402675924</c:v>
                </c:pt>
                <c:pt idx="1491">
                  <c:v>49.328343817782645</c:v>
                </c:pt>
                <c:pt idx="1492">
                  <c:v>49.328394758140874</c:v>
                </c:pt>
                <c:pt idx="1493">
                  <c:v>49.328731634188372</c:v>
                </c:pt>
                <c:pt idx="1494">
                  <c:v>49.328917276226093</c:v>
                </c:pt>
                <c:pt idx="1495">
                  <c:v>49.331409667343209</c:v>
                </c:pt>
                <c:pt idx="1496">
                  <c:v>49.33188137710237</c:v>
                </c:pt>
                <c:pt idx="1497">
                  <c:v>49.331948220412713</c:v>
                </c:pt>
                <c:pt idx="1498">
                  <c:v>49.33235838692579</c:v>
                </c:pt>
                <c:pt idx="1499">
                  <c:v>49.332609133983453</c:v>
                </c:pt>
                <c:pt idx="1500">
                  <c:v>49.333956176232434</c:v>
                </c:pt>
                <c:pt idx="1501">
                  <c:v>49.334222103853037</c:v>
                </c:pt>
                <c:pt idx="1502">
                  <c:v>49.334258864034446</c:v>
                </c:pt>
                <c:pt idx="1503">
                  <c:v>49.334496094492074</c:v>
                </c:pt>
                <c:pt idx="1504">
                  <c:v>49.334620898454432</c:v>
                </c:pt>
                <c:pt idx="1505">
                  <c:v>49.332826827478904</c:v>
                </c:pt>
                <c:pt idx="1506">
                  <c:v>49.332466311211867</c:v>
                </c:pt>
                <c:pt idx="1507">
                  <c:v>49.332432147406955</c:v>
                </c:pt>
                <c:pt idx="1508">
                  <c:v>49.33209688179619</c:v>
                </c:pt>
                <c:pt idx="1509">
                  <c:v>49.331936445657277</c:v>
                </c:pt>
                <c:pt idx="1510">
                  <c:v>49.332836714918876</c:v>
                </c:pt>
                <c:pt idx="1511">
                  <c:v>49.333016486677671</c:v>
                </c:pt>
                <c:pt idx="1512">
                  <c:v>49.333039908992852</c:v>
                </c:pt>
                <c:pt idx="1513">
                  <c:v>49.333195756455751</c:v>
                </c:pt>
                <c:pt idx="1514">
                  <c:v>49.333278666779961</c:v>
                </c:pt>
                <c:pt idx="1515">
                  <c:v>49.331711092186239</c:v>
                </c:pt>
                <c:pt idx="1516">
                  <c:v>49.331376611009944</c:v>
                </c:pt>
                <c:pt idx="1517">
                  <c:v>49.331356666441508</c:v>
                </c:pt>
                <c:pt idx="1518">
                  <c:v>49.331079765251431</c:v>
                </c:pt>
                <c:pt idx="1519">
                  <c:v>49.330932155340975</c:v>
                </c:pt>
                <c:pt idx="1520">
                  <c:v>49.331154431720442</c:v>
                </c:pt>
                <c:pt idx="1521">
                  <c:v>49.331203835700009</c:v>
                </c:pt>
                <c:pt idx="1522">
                  <c:v>49.331204570793879</c:v>
                </c:pt>
                <c:pt idx="1523">
                  <c:v>49.331245838725764</c:v>
                </c:pt>
                <c:pt idx="1524">
                  <c:v>49.331266918123504</c:v>
                </c:pt>
                <c:pt idx="1525">
                  <c:v>49.330369833351483</c:v>
                </c:pt>
                <c:pt idx="1526">
                  <c:v>49.330178357311866</c:v>
                </c:pt>
                <c:pt idx="1527">
                  <c:v>49.330159637052496</c:v>
                </c:pt>
                <c:pt idx="1528">
                  <c:v>49.330007970368328</c:v>
                </c:pt>
                <c:pt idx="1529">
                  <c:v>49.329924712812556</c:v>
                </c:pt>
                <c:pt idx="1530">
                  <c:v>49.331720569252766</c:v>
                </c:pt>
                <c:pt idx="1531">
                  <c:v>49.332096846811801</c:v>
                </c:pt>
                <c:pt idx="1532">
                  <c:v>49.332124858633492</c:v>
                </c:pt>
                <c:pt idx="1533">
                  <c:v>49.332429578514038</c:v>
                </c:pt>
                <c:pt idx="1534">
                  <c:v>49.332609133983453</c:v>
                </c:pt>
                <c:pt idx="1535">
                  <c:v>49.33170199710419</c:v>
                </c:pt>
                <c:pt idx="1536">
                  <c:v>49.331520630129276</c:v>
                </c:pt>
                <c:pt idx="1537">
                  <c:v>49.331499802190862</c:v>
                </c:pt>
                <c:pt idx="1538">
                  <c:v>49.33134495794603</c:v>
                </c:pt>
                <c:pt idx="1539">
                  <c:v>49.331266918123504</c:v>
                </c:pt>
                <c:pt idx="1540">
                  <c:v>49.329687732743771</c:v>
                </c:pt>
                <c:pt idx="1541">
                  <c:v>49.329343334531849</c:v>
                </c:pt>
                <c:pt idx="1542">
                  <c:v>49.329281625123599</c:v>
                </c:pt>
                <c:pt idx="1543">
                  <c:v>49.329083165532538</c:v>
                </c:pt>
                <c:pt idx="1544">
                  <c:v>49.328917276226093</c:v>
                </c:pt>
                <c:pt idx="1545">
                  <c:v>49.328244465226312</c:v>
                </c:pt>
                <c:pt idx="1546">
                  <c:v>49.328101012947407</c:v>
                </c:pt>
                <c:pt idx="1547">
                  <c:v>49.328088313440951</c:v>
                </c:pt>
                <c:pt idx="1548">
                  <c:v>49.327970156392091</c:v>
                </c:pt>
                <c:pt idx="1549">
                  <c:v>49.327913003661365</c:v>
                </c:pt>
                <c:pt idx="1550">
                  <c:v>49.326557002995031</c:v>
                </c:pt>
                <c:pt idx="1551">
                  <c:v>49.326285802299928</c:v>
                </c:pt>
                <c:pt idx="1552">
                  <c:v>49.326261088424609</c:v>
                </c:pt>
                <c:pt idx="1553">
                  <c:v>49.326008537359783</c:v>
                </c:pt>
                <c:pt idx="1554">
                  <c:v>49.325898160154111</c:v>
                </c:pt>
                <c:pt idx="1555">
                  <c:v>49.324322639994563</c:v>
                </c:pt>
                <c:pt idx="1556">
                  <c:v>49.324001057860272</c:v>
                </c:pt>
                <c:pt idx="1557">
                  <c:v>49.323973429795593</c:v>
                </c:pt>
                <c:pt idx="1558">
                  <c:v>49.323688663162976</c:v>
                </c:pt>
                <c:pt idx="1559">
                  <c:v>49.323551750085585</c:v>
                </c:pt>
                <c:pt idx="1560">
                  <c:v>49.322203923466894</c:v>
                </c:pt>
                <c:pt idx="1561">
                  <c:v>49.321916499006505</c:v>
                </c:pt>
                <c:pt idx="1562">
                  <c:v>49.321904002475122</c:v>
                </c:pt>
                <c:pt idx="1563">
                  <c:v>49.32164676898384</c:v>
                </c:pt>
                <c:pt idx="1564">
                  <c:v>49.32153695799002</c:v>
                </c:pt>
                <c:pt idx="1565">
                  <c:v>49.319499732639045</c:v>
                </c:pt>
                <c:pt idx="1566">
                  <c:v>49.319084625040304</c:v>
                </c:pt>
                <c:pt idx="1567">
                  <c:v>49.319047503448459</c:v>
                </c:pt>
                <c:pt idx="1568">
                  <c:v>49.318671738091169</c:v>
                </c:pt>
                <c:pt idx="1569">
                  <c:v>49.31851797226642</c:v>
                </c:pt>
                <c:pt idx="1570">
                  <c:v>49.315395710865353</c:v>
                </c:pt>
                <c:pt idx="1571">
                  <c:v>49.314694715337772</c:v>
                </c:pt>
                <c:pt idx="1572">
                  <c:v>49.314667577778209</c:v>
                </c:pt>
                <c:pt idx="1573">
                  <c:v>49.314088281958583</c:v>
                </c:pt>
                <c:pt idx="1574">
                  <c:v>49.31382222902397</c:v>
                </c:pt>
                <c:pt idx="1575">
                  <c:v>49.313158178890959</c:v>
                </c:pt>
                <c:pt idx="1576">
                  <c:v>49.313004005781366</c:v>
                </c:pt>
                <c:pt idx="1577">
                  <c:v>49.312987567796583</c:v>
                </c:pt>
                <c:pt idx="1578">
                  <c:v>49.312877939919375</c:v>
                </c:pt>
                <c:pt idx="1579">
                  <c:v>49.312818045108941</c:v>
                </c:pt>
                <c:pt idx="1580">
                  <c:v>49.308774201145695</c:v>
                </c:pt>
                <c:pt idx="1581">
                  <c:v>49.307888734757924</c:v>
                </c:pt>
                <c:pt idx="1582">
                  <c:v>49.307842730561866</c:v>
                </c:pt>
                <c:pt idx="1583">
                  <c:v>49.307110655616938</c:v>
                </c:pt>
                <c:pt idx="1584">
                  <c:v>49.306780434544407</c:v>
                </c:pt>
                <c:pt idx="1585">
                  <c:v>49.308558892226515</c:v>
                </c:pt>
                <c:pt idx="1586">
                  <c:v>49.308967945078699</c:v>
                </c:pt>
                <c:pt idx="1587">
                  <c:v>49.308996660837934</c:v>
                </c:pt>
                <c:pt idx="1588">
                  <c:v>49.309315627584411</c:v>
                </c:pt>
                <c:pt idx="1589">
                  <c:v>49.30946133471565</c:v>
                </c:pt>
                <c:pt idx="1590">
                  <c:v>49.30946133471565</c:v>
                </c:pt>
                <c:pt idx="1591">
                  <c:v>49.30946133471565</c:v>
                </c:pt>
                <c:pt idx="1592">
                  <c:v>49.30946133471565</c:v>
                </c:pt>
                <c:pt idx="1593">
                  <c:v>49.30946133471565</c:v>
                </c:pt>
                <c:pt idx="1594">
                  <c:v>49.30946133471565</c:v>
                </c:pt>
                <c:pt idx="1595">
                  <c:v>49.308099736602472</c:v>
                </c:pt>
                <c:pt idx="1596">
                  <c:v>49.307820910928882</c:v>
                </c:pt>
                <c:pt idx="1597">
                  <c:v>49.307794598062067</c:v>
                </c:pt>
                <c:pt idx="1598">
                  <c:v>49.307578793326265</c:v>
                </c:pt>
                <c:pt idx="1599">
                  <c:v>49.307449866227387</c:v>
                </c:pt>
                <c:pt idx="1600">
                  <c:v>49.307449866227387</c:v>
                </c:pt>
                <c:pt idx="1601">
                  <c:v>49.307449866227387</c:v>
                </c:pt>
                <c:pt idx="1602">
                  <c:v>49.307449866227387</c:v>
                </c:pt>
                <c:pt idx="1603">
                  <c:v>49.307449866227387</c:v>
                </c:pt>
                <c:pt idx="1604">
                  <c:v>49.307449866227387</c:v>
                </c:pt>
                <c:pt idx="1605">
                  <c:v>49.309936144671951</c:v>
                </c:pt>
                <c:pt idx="1606">
                  <c:v>49.310453820815383</c:v>
                </c:pt>
                <c:pt idx="1607">
                  <c:v>49.310488809619606</c:v>
                </c:pt>
                <c:pt idx="1608">
                  <c:v>49.310908173547332</c:v>
                </c:pt>
                <c:pt idx="1609">
                  <c:v>49.311141260570935</c:v>
                </c:pt>
                <c:pt idx="1610">
                  <c:v>49.310240662028875</c:v>
                </c:pt>
                <c:pt idx="1611">
                  <c:v>49.310056794521053</c:v>
                </c:pt>
                <c:pt idx="1612">
                  <c:v>49.31004306055798</c:v>
                </c:pt>
                <c:pt idx="1613">
                  <c:v>49.309888688419932</c:v>
                </c:pt>
                <c:pt idx="1614">
                  <c:v>49.309799213215797</c:v>
                </c:pt>
                <c:pt idx="1615">
                  <c:v>49.308896630429558</c:v>
                </c:pt>
                <c:pt idx="1616">
                  <c:v>49.308723198640941</c:v>
                </c:pt>
                <c:pt idx="1617">
                  <c:v>49.308712758334941</c:v>
                </c:pt>
                <c:pt idx="1618">
                  <c:v>49.308541603689207</c:v>
                </c:pt>
                <c:pt idx="1619">
                  <c:v>49.308457176379022</c:v>
                </c:pt>
                <c:pt idx="1620">
                  <c:v>49.309791302907911</c:v>
                </c:pt>
                <c:pt idx="1621">
                  <c:v>49.3100581383937</c:v>
                </c:pt>
                <c:pt idx="1622">
                  <c:v>49.310076682243071</c:v>
                </c:pt>
                <c:pt idx="1623">
                  <c:v>49.310328407227999</c:v>
                </c:pt>
                <c:pt idx="1624">
                  <c:v>49.310468656699186</c:v>
                </c:pt>
                <c:pt idx="1625">
                  <c:v>49.311141874176045</c:v>
                </c:pt>
                <c:pt idx="1626">
                  <c:v>49.31127602657935</c:v>
                </c:pt>
                <c:pt idx="1627">
                  <c:v>49.311284649473812</c:v>
                </c:pt>
                <c:pt idx="1628">
                  <c:v>49.311412977202316</c:v>
                </c:pt>
                <c:pt idx="1629">
                  <c:v>49.311475984609217</c:v>
                </c:pt>
                <c:pt idx="1630">
                  <c:v>49.313499936306421</c:v>
                </c:pt>
                <c:pt idx="1631">
                  <c:v>49.313917819725063</c:v>
                </c:pt>
                <c:pt idx="1632">
                  <c:v>49.313926331856983</c:v>
                </c:pt>
                <c:pt idx="1633">
                  <c:v>49.314311485596974</c:v>
                </c:pt>
                <c:pt idx="1634">
                  <c:v>49.314494846073273</c:v>
                </c:pt>
                <c:pt idx="1635">
                  <c:v>49.316955606664308</c:v>
                </c:pt>
                <c:pt idx="1636">
                  <c:v>49.317479844023836</c:v>
                </c:pt>
                <c:pt idx="1637">
                  <c:v>49.317503827065003</c:v>
                </c:pt>
                <c:pt idx="1638">
                  <c:v>49.317945968814378</c:v>
                </c:pt>
                <c:pt idx="1639">
                  <c:v>49.3181832344535</c:v>
                </c:pt>
                <c:pt idx="1640">
                  <c:v>49.318406837124691</c:v>
                </c:pt>
                <c:pt idx="1641">
                  <c:v>49.318456004242542</c:v>
                </c:pt>
                <c:pt idx="1642">
                  <c:v>49.318456573413663</c:v>
                </c:pt>
                <c:pt idx="1643">
                  <c:v>49.318500329402362</c:v>
                </c:pt>
                <c:pt idx="1644">
                  <c:v>49.31851797226642</c:v>
                </c:pt>
                <c:pt idx="1645">
                  <c:v>49.316717065295023</c:v>
                </c:pt>
                <c:pt idx="1646">
                  <c:v>49.316330741656415</c:v>
                </c:pt>
                <c:pt idx="1647">
                  <c:v>49.316330292747452</c:v>
                </c:pt>
                <c:pt idx="1648">
                  <c:v>49.315988479063805</c:v>
                </c:pt>
                <c:pt idx="1649">
                  <c:v>49.315836930245666</c:v>
                </c:pt>
                <c:pt idx="1650">
                  <c:v>49.314018120527898</c:v>
                </c:pt>
                <c:pt idx="1651">
                  <c:v>49.313642722268554</c:v>
                </c:pt>
                <c:pt idx="1652">
                  <c:v>49.313635125057623</c:v>
                </c:pt>
                <c:pt idx="1653">
                  <c:v>49.313313188058189</c:v>
                </c:pt>
                <c:pt idx="1654">
                  <c:v>49.313152772426008</c:v>
                </c:pt>
                <c:pt idx="1655">
                  <c:v>49.309319626146511</c:v>
                </c:pt>
                <c:pt idx="1656">
                  <c:v>49.308494271441688</c:v>
                </c:pt>
                <c:pt idx="1657">
                  <c:v>49.308490925133846</c:v>
                </c:pt>
                <c:pt idx="1658">
                  <c:v>49.307792722709785</c:v>
                </c:pt>
                <c:pt idx="1659">
                  <c:v>49.307449866227387</c:v>
                </c:pt>
                <c:pt idx="1660">
                  <c:v>49.304906626837393</c:v>
                </c:pt>
                <c:pt idx="1661">
                  <c:v>49.304445596078622</c:v>
                </c:pt>
                <c:pt idx="1662">
                  <c:v>49.30442947793837</c:v>
                </c:pt>
                <c:pt idx="1663">
                  <c:v>49.303975930140687</c:v>
                </c:pt>
                <c:pt idx="1664">
                  <c:v>49.303761709073228</c:v>
                </c:pt>
                <c:pt idx="1665">
                  <c:v>49.301039648107697</c:v>
                </c:pt>
                <c:pt idx="1666">
                  <c:v>49.300487925114936</c:v>
                </c:pt>
                <c:pt idx="1667">
                  <c:v>49.30047079143683</c:v>
                </c:pt>
                <c:pt idx="1668">
                  <c:v>49.299948935587729</c:v>
                </c:pt>
                <c:pt idx="1669">
                  <c:v>49.299735771976486</c:v>
                </c:pt>
                <c:pt idx="1670">
                  <c:v>49.300184346811704</c:v>
                </c:pt>
                <c:pt idx="1671">
                  <c:v>49.300273633997584</c:v>
                </c:pt>
                <c:pt idx="1672">
                  <c:v>49.300280115352855</c:v>
                </c:pt>
                <c:pt idx="1673">
                  <c:v>49.300364106498485</c:v>
                </c:pt>
                <c:pt idx="1674">
                  <c:v>49.300405176139634</c:v>
                </c:pt>
                <c:pt idx="1675">
                  <c:v>49.302414823254061</c:v>
                </c:pt>
                <c:pt idx="1676">
                  <c:v>49.30283590904299</c:v>
                </c:pt>
                <c:pt idx="1677">
                  <c:v>49.302853298680589</c:v>
                </c:pt>
                <c:pt idx="1678">
                  <c:v>49.303266861115134</c:v>
                </c:pt>
                <c:pt idx="1679">
                  <c:v>49.303423842481664</c:v>
                </c:pt>
                <c:pt idx="1680">
                  <c:v>49.304992146767908</c:v>
                </c:pt>
                <c:pt idx="1681">
                  <c:v>49.305325720598006</c:v>
                </c:pt>
                <c:pt idx="1682">
                  <c:v>49.305331388676692</c:v>
                </c:pt>
                <c:pt idx="1683">
                  <c:v>49.305637185867539</c:v>
                </c:pt>
                <c:pt idx="1684">
                  <c:v>49.305773134253343</c:v>
                </c:pt>
                <c:pt idx="1685">
                  <c:v>49.307124599353955</c:v>
                </c:pt>
                <c:pt idx="1686">
                  <c:v>49.30740205261602</c:v>
                </c:pt>
                <c:pt idx="1687">
                  <c:v>49.307412627972653</c:v>
                </c:pt>
                <c:pt idx="1688">
                  <c:v>49.307677739411581</c:v>
                </c:pt>
                <c:pt idx="1689">
                  <c:v>49.307784583050022</c:v>
                </c:pt>
                <c:pt idx="1690">
                  <c:v>49.314094021293819</c:v>
                </c:pt>
                <c:pt idx="1691">
                  <c:v>49.315408295574215</c:v>
                </c:pt>
                <c:pt idx="1692">
                  <c:v>49.315473553922239</c:v>
                </c:pt>
                <c:pt idx="1693">
                  <c:v>49.316695985515445</c:v>
                </c:pt>
                <c:pt idx="1694">
                  <c:v>49.317179024945119</c:v>
                </c:pt>
                <c:pt idx="1695">
                  <c:v>49.320731872166313</c:v>
                </c:pt>
                <c:pt idx="1696">
                  <c:v>49.321538263281838</c:v>
                </c:pt>
                <c:pt idx="1697">
                  <c:v>49.321558203705408</c:v>
                </c:pt>
                <c:pt idx="1698">
                  <c:v>49.322245373495612</c:v>
                </c:pt>
                <c:pt idx="1699">
                  <c:v>49.322544351069723</c:v>
                </c:pt>
                <c:pt idx="1700">
                  <c:v>49.329003000510312</c:v>
                </c:pt>
                <c:pt idx="1701">
                  <c:v>49.330487113014975</c:v>
                </c:pt>
                <c:pt idx="1702">
                  <c:v>49.330512036980707</c:v>
                </c:pt>
                <c:pt idx="1703">
                  <c:v>49.331781314422379</c:v>
                </c:pt>
                <c:pt idx="1704">
                  <c:v>49.332274368569699</c:v>
                </c:pt>
                <c:pt idx="1705">
                  <c:v>49.335678363394138</c:v>
                </c:pt>
                <c:pt idx="1706">
                  <c:v>49.336385790944831</c:v>
                </c:pt>
                <c:pt idx="1707">
                  <c:v>49.336415109388348</c:v>
                </c:pt>
                <c:pt idx="1708">
                  <c:v>49.337019913588136</c:v>
                </c:pt>
                <c:pt idx="1709">
                  <c:v>49.337305393466352</c:v>
                </c:pt>
                <c:pt idx="1710">
                  <c:v>49.338442707578245</c:v>
                </c:pt>
                <c:pt idx="1711">
                  <c:v>49.338673070264448</c:v>
                </c:pt>
                <c:pt idx="1712">
                  <c:v>49.338676455855627</c:v>
                </c:pt>
                <c:pt idx="1713">
                  <c:v>49.338888420078312</c:v>
                </c:pt>
                <c:pt idx="1714">
                  <c:v>49.338982434721459</c:v>
                </c:pt>
                <c:pt idx="1715">
                  <c:v>49.338756271467489</c:v>
                </c:pt>
                <c:pt idx="1716">
                  <c:v>49.338710337829127</c:v>
                </c:pt>
                <c:pt idx="1717">
                  <c:v>49.338707353582642</c:v>
                </c:pt>
                <c:pt idx="1718">
                  <c:v>49.338669102559521</c:v>
                </c:pt>
                <c:pt idx="1719">
                  <c:v>49.338647656807609</c:v>
                </c:pt>
                <c:pt idx="1720">
                  <c:v>49.340893871536011</c:v>
                </c:pt>
                <c:pt idx="1721">
                  <c:v>49.341346684403739</c:v>
                </c:pt>
                <c:pt idx="1722">
                  <c:v>49.341374995016409</c:v>
                </c:pt>
                <c:pt idx="1723">
                  <c:v>49.341768284860137</c:v>
                </c:pt>
                <c:pt idx="1724">
                  <c:v>49.342001782191687</c:v>
                </c:pt>
                <c:pt idx="1725">
                  <c:v>49.346751194680664</c:v>
                </c:pt>
                <c:pt idx="1726">
                  <c:v>49.347689264342286</c:v>
                </c:pt>
                <c:pt idx="1727">
                  <c:v>49.347738186103157</c:v>
                </c:pt>
                <c:pt idx="1728">
                  <c:v>49.348659359527851</c:v>
                </c:pt>
                <c:pt idx="1729">
                  <c:v>49.349048187023982</c:v>
                </c:pt>
                <c:pt idx="1730">
                  <c:v>49.351297609141767</c:v>
                </c:pt>
                <c:pt idx="1731">
                  <c:v>49.35174528003057</c:v>
                </c:pt>
                <c:pt idx="1732">
                  <c:v>49.351771065529661</c:v>
                </c:pt>
                <c:pt idx="1733">
                  <c:v>49.352205186107305</c:v>
                </c:pt>
                <c:pt idx="1734">
                  <c:v>49.35240251704289</c:v>
                </c:pt>
                <c:pt idx="1735">
                  <c:v>49.353074042539703</c:v>
                </c:pt>
                <c:pt idx="1736">
                  <c:v>49.353207728278676</c:v>
                </c:pt>
                <c:pt idx="1737">
                  <c:v>49.353217972405076</c:v>
                </c:pt>
                <c:pt idx="1738">
                  <c:v>49.353355799846497</c:v>
                </c:pt>
                <c:pt idx="1739">
                  <c:v>49.353410092349236</c:v>
                </c:pt>
                <c:pt idx="1740">
                  <c:v>49.358766011752472</c:v>
                </c:pt>
                <c:pt idx="1741">
                  <c:v>49.359856443139755</c:v>
                </c:pt>
                <c:pt idx="1742">
                  <c:v>49.359943566609914</c:v>
                </c:pt>
                <c:pt idx="1743">
                  <c:v>49.361014510978087</c:v>
                </c:pt>
                <c:pt idx="1744">
                  <c:v>49.36146143335003</c:v>
                </c:pt>
                <c:pt idx="1745">
                  <c:v>49.364592668542556</c:v>
                </c:pt>
                <c:pt idx="1746">
                  <c:v>49.365221800674526</c:v>
                </c:pt>
                <c:pt idx="1747">
                  <c:v>49.365268562859285</c:v>
                </c:pt>
                <c:pt idx="1748">
                  <c:v>49.365918708315661</c:v>
                </c:pt>
                <c:pt idx="1749">
                  <c:v>49.366158488090662</c:v>
                </c:pt>
                <c:pt idx="1750">
                  <c:v>49.369070580155658</c:v>
                </c:pt>
                <c:pt idx="1751">
                  <c:v>49.369653955134225</c:v>
                </c:pt>
                <c:pt idx="1752">
                  <c:v>49.369709323718524</c:v>
                </c:pt>
                <c:pt idx="1753">
                  <c:v>49.37026937881172</c:v>
                </c:pt>
                <c:pt idx="1754">
                  <c:v>49.370520831994213</c:v>
                </c:pt>
                <c:pt idx="1755">
                  <c:v>49.371404061386094</c:v>
                </c:pt>
                <c:pt idx="1756">
                  <c:v>49.37160216844098</c:v>
                </c:pt>
                <c:pt idx="1757">
                  <c:v>49.371615285486889</c:v>
                </c:pt>
                <c:pt idx="1758">
                  <c:v>49.371786162953292</c:v>
                </c:pt>
                <c:pt idx="1759">
                  <c:v>49.371863357172572</c:v>
                </c:pt>
                <c:pt idx="1760">
                  <c:v>49.374968146310962</c:v>
                </c:pt>
                <c:pt idx="1761">
                  <c:v>49.375641754449681</c:v>
                </c:pt>
                <c:pt idx="1762">
                  <c:v>49.375956597057787</c:v>
                </c:pt>
                <c:pt idx="1763">
                  <c:v>49.376298760182394</c:v>
                </c:pt>
                <c:pt idx="1764">
                  <c:v>49.376560699344793</c:v>
                </c:pt>
                <c:pt idx="1765">
                  <c:v>49.381481670488846</c:v>
                </c:pt>
                <c:pt idx="1766">
                  <c:v>49.382551175704016</c:v>
                </c:pt>
                <c:pt idx="1767">
                  <c:v>49.382574616069789</c:v>
                </c:pt>
                <c:pt idx="1768">
                  <c:v>49.383528114700894</c:v>
                </c:pt>
                <c:pt idx="1769">
                  <c:v>49.383943402182865</c:v>
                </c:pt>
                <c:pt idx="1770">
                  <c:v>49.387334391536314</c:v>
                </c:pt>
                <c:pt idx="1771">
                  <c:v>49.388024662375486</c:v>
                </c:pt>
                <c:pt idx="1772">
                  <c:v>49.388047982182712</c:v>
                </c:pt>
                <c:pt idx="1773">
                  <c:v>49.388698907065383</c:v>
                </c:pt>
                <c:pt idx="1774">
                  <c:v>49.388975954960756</c:v>
                </c:pt>
                <c:pt idx="1775">
                  <c:v>49.395333179330478</c:v>
                </c:pt>
                <c:pt idx="1776">
                  <c:v>49.396599391822022</c:v>
                </c:pt>
                <c:pt idx="1777">
                  <c:v>49.396663599311026</c:v>
                </c:pt>
                <c:pt idx="1778">
                  <c:v>49.39782778795508</c:v>
                </c:pt>
                <c:pt idx="1779">
                  <c:v>49.398371716924032</c:v>
                </c:pt>
                <c:pt idx="1780">
                  <c:v>49.405425798499721</c:v>
                </c:pt>
                <c:pt idx="1781">
                  <c:v>49.406814775185133</c:v>
                </c:pt>
                <c:pt idx="1782">
                  <c:v>49.406881417614393</c:v>
                </c:pt>
                <c:pt idx="1783">
                  <c:v>49.408176363630119</c:v>
                </c:pt>
                <c:pt idx="1784">
                  <c:v>49.408775904095705</c:v>
                </c:pt>
                <c:pt idx="1785">
                  <c:v>49.413973673433112</c:v>
                </c:pt>
                <c:pt idx="1786">
                  <c:v>49.415013259788822</c:v>
                </c:pt>
                <c:pt idx="1787">
                  <c:v>49.41506565052152</c:v>
                </c:pt>
                <c:pt idx="1788">
                  <c:v>49.41605291928154</c:v>
                </c:pt>
                <c:pt idx="1789">
                  <c:v>49.41649494164551</c:v>
                </c:pt>
                <c:pt idx="1790">
                  <c:v>49.422630142144911</c:v>
                </c:pt>
                <c:pt idx="1791">
                  <c:v>49.423798969056627</c:v>
                </c:pt>
                <c:pt idx="1792">
                  <c:v>49.423922314591046</c:v>
                </c:pt>
                <c:pt idx="1793">
                  <c:v>49.425040288646514</c:v>
                </c:pt>
                <c:pt idx="1794">
                  <c:v>49.42555728256076</c:v>
                </c:pt>
                <c:pt idx="1795">
                  <c:v>49.428938104328225</c:v>
                </c:pt>
                <c:pt idx="1796">
                  <c:v>49.429611872885211</c:v>
                </c:pt>
                <c:pt idx="1797">
                  <c:v>49.429663512121714</c:v>
                </c:pt>
                <c:pt idx="1798">
                  <c:v>49.430305553585903</c:v>
                </c:pt>
                <c:pt idx="1799">
                  <c:v>49.430594233235468</c:v>
                </c:pt>
                <c:pt idx="1800">
                  <c:v>49.434183562958822</c:v>
                </c:pt>
                <c:pt idx="1801">
                  <c:v>49.434900506242656</c:v>
                </c:pt>
                <c:pt idx="1802">
                  <c:v>49.434953177951947</c:v>
                </c:pt>
                <c:pt idx="1803">
                  <c:v>49.435644535702529</c:v>
                </c:pt>
                <c:pt idx="1804">
                  <c:v>49.43596314358939</c:v>
                </c:pt>
                <c:pt idx="1805">
                  <c:v>49.440463194587082</c:v>
                </c:pt>
                <c:pt idx="1806">
                  <c:v>49.441358247982244</c:v>
                </c:pt>
                <c:pt idx="1807">
                  <c:v>49.441450989367418</c:v>
                </c:pt>
                <c:pt idx="1808">
                  <c:v>49.442318517094648</c:v>
                </c:pt>
                <c:pt idx="1809">
                  <c:v>49.442678472233354</c:v>
                </c:pt>
                <c:pt idx="1810">
                  <c:v>49.445601646835961</c:v>
                </c:pt>
                <c:pt idx="1811">
                  <c:v>49.446186180209089</c:v>
                </c:pt>
                <c:pt idx="1812">
                  <c:v>49.44623205758861</c:v>
                </c:pt>
                <c:pt idx="1813">
                  <c:v>49.446812105295969</c:v>
                </c:pt>
                <c:pt idx="1814">
                  <c:v>49.447042789306238</c:v>
                </c:pt>
                <c:pt idx="1815">
                  <c:v>49.448597215648071</c:v>
                </c:pt>
                <c:pt idx="1816">
                  <c:v>49.44892082126956</c:v>
                </c:pt>
                <c:pt idx="1817">
                  <c:v>49.448946167389963</c:v>
                </c:pt>
                <c:pt idx="1818">
                  <c:v>49.44924332548225</c:v>
                </c:pt>
                <c:pt idx="1819">
                  <c:v>49.44939090821498</c:v>
                </c:pt>
                <c:pt idx="1820">
                  <c:v>49.451838762148782</c:v>
                </c:pt>
                <c:pt idx="1821">
                  <c:v>49.452334163651756</c:v>
                </c:pt>
                <c:pt idx="1822">
                  <c:v>49.452390643503875</c:v>
                </c:pt>
                <c:pt idx="1823">
                  <c:v>49.452853848997165</c:v>
                </c:pt>
                <c:pt idx="1824">
                  <c:v>49.453085390413491</c:v>
                </c:pt>
                <c:pt idx="1825">
                  <c:v>49.455543143386073</c:v>
                </c:pt>
                <c:pt idx="1826">
                  <c:v>49.456044347472798</c:v>
                </c:pt>
                <c:pt idx="1827">
                  <c:v>49.456092785550396</c:v>
                </c:pt>
                <c:pt idx="1828">
                  <c:v>49.45656627980577</c:v>
                </c:pt>
                <c:pt idx="1829">
                  <c:v>49.456776793249901</c:v>
                </c:pt>
                <c:pt idx="1830">
                  <c:v>49.460148003767245</c:v>
                </c:pt>
                <c:pt idx="1831">
                  <c:v>49.460817854788061</c:v>
                </c:pt>
                <c:pt idx="1832">
                  <c:v>49.460875990120925</c:v>
                </c:pt>
                <c:pt idx="1833">
                  <c:v>49.461498324102337</c:v>
                </c:pt>
                <c:pt idx="1834">
                  <c:v>49.461811516945033</c:v>
                </c:pt>
                <c:pt idx="1835">
                  <c:v>49.463160665563116</c:v>
                </c:pt>
                <c:pt idx="1836">
                  <c:v>49.463433679547272</c:v>
                </c:pt>
                <c:pt idx="1837">
                  <c:v>49.463447937860266</c:v>
                </c:pt>
                <c:pt idx="1838">
                  <c:v>49.46370253404249</c:v>
                </c:pt>
                <c:pt idx="1839">
                  <c:v>49.463827977136532</c:v>
                </c:pt>
                <c:pt idx="1840">
                  <c:v>49.463827977136532</c:v>
                </c:pt>
                <c:pt idx="1841">
                  <c:v>49.463827977136532</c:v>
                </c:pt>
                <c:pt idx="1842">
                  <c:v>49.463827977136532</c:v>
                </c:pt>
                <c:pt idx="1843">
                  <c:v>49.463827977136532</c:v>
                </c:pt>
                <c:pt idx="1844">
                  <c:v>49.463827977136532</c:v>
                </c:pt>
                <c:pt idx="1845">
                  <c:v>49.461352078519361</c:v>
                </c:pt>
                <c:pt idx="1846">
                  <c:v>49.460865844063072</c:v>
                </c:pt>
                <c:pt idx="1847">
                  <c:v>49.46083706861544</c:v>
                </c:pt>
                <c:pt idx="1848">
                  <c:v>49.460360773018309</c:v>
                </c:pt>
                <c:pt idx="1849">
                  <c:v>49.460133258961434</c:v>
                </c:pt>
                <c:pt idx="1850">
                  <c:v>49.462081308682926</c:v>
                </c:pt>
                <c:pt idx="1851">
                  <c:v>49.462479316909501</c:v>
                </c:pt>
                <c:pt idx="1852">
                  <c:v>49.462513715673559</c:v>
                </c:pt>
                <c:pt idx="1853">
                  <c:v>49.462886593000071</c:v>
                </c:pt>
                <c:pt idx="1854">
                  <c:v>49.46315476751704</c:v>
                </c:pt>
                <c:pt idx="1855">
                  <c:v>49.465108569395561</c:v>
                </c:pt>
                <c:pt idx="1856">
                  <c:v>49.465541402913026</c:v>
                </c:pt>
                <c:pt idx="1857">
                  <c:v>49.46556452823021</c:v>
                </c:pt>
                <c:pt idx="1858">
                  <c:v>49.465973627568424</c:v>
                </c:pt>
                <c:pt idx="1859">
                  <c:v>49.466176330397161</c:v>
                </c:pt>
                <c:pt idx="1860">
                  <c:v>49.468574296625988</c:v>
                </c:pt>
                <c:pt idx="1861">
                  <c:v>49.469093032676341</c:v>
                </c:pt>
                <c:pt idx="1862">
                  <c:v>49.469118622908205</c:v>
                </c:pt>
                <c:pt idx="1863">
                  <c:v>49.469589017904191</c:v>
                </c:pt>
                <c:pt idx="1864">
                  <c:v>49.469871181461201</c:v>
                </c:pt>
                <c:pt idx="1865">
                  <c:v>49.47604508460897</c:v>
                </c:pt>
                <c:pt idx="1866">
                  <c:v>49.477355780280242</c:v>
                </c:pt>
                <c:pt idx="1867">
                  <c:v>49.477448684043928</c:v>
                </c:pt>
                <c:pt idx="1868">
                  <c:v>49.478713746461189</c:v>
                </c:pt>
                <c:pt idx="1869">
                  <c:v>49.479271451460363</c:v>
                </c:pt>
                <c:pt idx="1870">
                  <c:v>49.484926815093743</c:v>
                </c:pt>
                <c:pt idx="1871">
                  <c:v>49.485014013666166</c:v>
                </c:pt>
                <c:pt idx="1872">
                  <c:v>49.485952188219507</c:v>
                </c:pt>
                <c:pt idx="1873">
                  <c:v>49.486012072002758</c:v>
                </c:pt>
                <c:pt idx="1874">
                  <c:v>49.486323580189946</c:v>
                </c:pt>
                <c:pt idx="1875">
                  <c:v>49.492459301759538</c:v>
                </c:pt>
                <c:pt idx="1876">
                  <c:v>49.493704718660219</c:v>
                </c:pt>
                <c:pt idx="1877">
                  <c:v>49.494891089074365</c:v>
                </c:pt>
                <c:pt idx="1878">
                  <c:v>49.49538968413799</c:v>
                </c:pt>
                <c:pt idx="1879">
                  <c:v>49.495944403153878</c:v>
                </c:pt>
                <c:pt idx="1880">
                  <c:v>49.498930531796056</c:v>
                </c:pt>
                <c:pt idx="1881">
                  <c:v>49.499694834833662</c:v>
                </c:pt>
                <c:pt idx="1882">
                  <c:v>49.49979865996692</c:v>
                </c:pt>
                <c:pt idx="1883">
                  <c:v>49.500439455812021</c:v>
                </c:pt>
                <c:pt idx="1884">
                  <c:v>49.500760665557038</c:v>
                </c:pt>
                <c:pt idx="1885">
                  <c:v>49.505918175637724</c:v>
                </c:pt>
                <c:pt idx="1886">
                  <c:v>49.506992056976166</c:v>
                </c:pt>
                <c:pt idx="1887">
                  <c:v>49.507090445487158</c:v>
                </c:pt>
                <c:pt idx="1888">
                  <c:v>49.508099524489623</c:v>
                </c:pt>
                <c:pt idx="1889">
                  <c:v>49.50848392697884</c:v>
                </c:pt>
                <c:pt idx="1890">
                  <c:v>49.512515575776476</c:v>
                </c:pt>
                <c:pt idx="1891">
                  <c:v>49.513360195854794</c:v>
                </c:pt>
                <c:pt idx="1892">
                  <c:v>49.513447046556678</c:v>
                </c:pt>
                <c:pt idx="1893">
                  <c:v>49.514204255789622</c:v>
                </c:pt>
                <c:pt idx="1894">
                  <c:v>49.514528742370146</c:v>
                </c:pt>
                <c:pt idx="1895">
                  <c:v>49.517218297631715</c:v>
                </c:pt>
                <c:pt idx="1896">
                  <c:v>49.517799759162706</c:v>
                </c:pt>
                <c:pt idx="1897">
                  <c:v>49.517838610670864</c:v>
                </c:pt>
                <c:pt idx="1898">
                  <c:v>49.518329162752011</c:v>
                </c:pt>
                <c:pt idx="1899">
                  <c:v>49.518559794712985</c:v>
                </c:pt>
                <c:pt idx="1900">
                  <c:v>49.517211387552791</c:v>
                </c:pt>
                <c:pt idx="1901">
                  <c:v>49.516924571551087</c:v>
                </c:pt>
                <c:pt idx="1902">
                  <c:v>49.516909948398791</c:v>
                </c:pt>
                <c:pt idx="1903">
                  <c:v>49.516659465749278</c:v>
                </c:pt>
                <c:pt idx="1904">
                  <c:v>49.516545837182491</c:v>
                </c:pt>
                <c:pt idx="1905">
                  <c:v>49.516321072669022</c:v>
                </c:pt>
                <c:pt idx="1906">
                  <c:v>49.516272489684823</c:v>
                </c:pt>
                <c:pt idx="1907">
                  <c:v>49.516270300283793</c:v>
                </c:pt>
                <c:pt idx="1908">
                  <c:v>49.516227576179972</c:v>
                </c:pt>
                <c:pt idx="1909">
                  <c:v>49.516207545286306</c:v>
                </c:pt>
                <c:pt idx="1910">
                  <c:v>49.514430121361841</c:v>
                </c:pt>
                <c:pt idx="1911">
                  <c:v>49.514028014601742</c:v>
                </c:pt>
                <c:pt idx="1912">
                  <c:v>49.51401403311953</c:v>
                </c:pt>
                <c:pt idx="1913">
                  <c:v>49.513685109673872</c:v>
                </c:pt>
                <c:pt idx="1914">
                  <c:v>49.513523365651679</c:v>
                </c:pt>
                <c:pt idx="1915">
                  <c:v>49.510630320527575</c:v>
                </c:pt>
                <c:pt idx="1916">
                  <c:v>49.510008758757557</c:v>
                </c:pt>
                <c:pt idx="1917">
                  <c:v>49.50997952387295</c:v>
                </c:pt>
                <c:pt idx="1918">
                  <c:v>49.509414969649917</c:v>
                </c:pt>
                <c:pt idx="1919">
                  <c:v>49.509157318707139</c:v>
                </c:pt>
                <c:pt idx="1920">
                  <c:v>49.509157318707139</c:v>
                </c:pt>
                <c:pt idx="1921">
                  <c:v>49.509157318707139</c:v>
                </c:pt>
                <c:pt idx="1922">
                  <c:v>49.509157318707139</c:v>
                </c:pt>
                <c:pt idx="1923">
                  <c:v>49.509157318707139</c:v>
                </c:pt>
                <c:pt idx="1924">
                  <c:v>49.509157318707139</c:v>
                </c:pt>
                <c:pt idx="1925">
                  <c:v>49.509379148874181</c:v>
                </c:pt>
                <c:pt idx="1926">
                  <c:v>49.509426848783001</c:v>
                </c:pt>
                <c:pt idx="1927">
                  <c:v>49.509429161529617</c:v>
                </c:pt>
                <c:pt idx="1928">
                  <c:v>49.509476121053865</c:v>
                </c:pt>
                <c:pt idx="1929">
                  <c:v>49.509492434850586</c:v>
                </c:pt>
                <c:pt idx="1930">
                  <c:v>49.5114901927966</c:v>
                </c:pt>
                <c:pt idx="1931">
                  <c:v>49.511919213083537</c:v>
                </c:pt>
                <c:pt idx="1932">
                  <c:v>49.511948938822577</c:v>
                </c:pt>
                <c:pt idx="1933">
                  <c:v>49.512380646139185</c:v>
                </c:pt>
                <c:pt idx="1934">
                  <c:v>49.51251483345078</c:v>
                </c:pt>
                <c:pt idx="1935">
                  <c:v>49.512737414592209</c:v>
                </c:pt>
                <c:pt idx="1936">
                  <c:v>49.512784832831031</c:v>
                </c:pt>
                <c:pt idx="1937">
                  <c:v>49.512788249181213</c:v>
                </c:pt>
                <c:pt idx="1938">
                  <c:v>49.512832224250168</c:v>
                </c:pt>
                <c:pt idx="1939">
                  <c:v>49.512849956327955</c:v>
                </c:pt>
                <c:pt idx="1940">
                  <c:v>49.511959728190362</c:v>
                </c:pt>
                <c:pt idx="1941">
                  <c:v>49.511768915977086</c:v>
                </c:pt>
                <c:pt idx="1942">
                  <c:v>49.511750896550879</c:v>
                </c:pt>
                <c:pt idx="1943">
                  <c:v>49.511581916315784</c:v>
                </c:pt>
                <c:pt idx="1944">
                  <c:v>49.511506307338095</c:v>
                </c:pt>
                <c:pt idx="1945">
                  <c:v>49.509275612039843</c:v>
                </c:pt>
                <c:pt idx="1946">
                  <c:v>49.508809801865766</c:v>
                </c:pt>
                <c:pt idx="1947">
                  <c:v>49.508771552532544</c:v>
                </c:pt>
                <c:pt idx="1948">
                  <c:v>49.508346339846071</c:v>
                </c:pt>
                <c:pt idx="1949">
                  <c:v>49.508148812857428</c:v>
                </c:pt>
                <c:pt idx="1950">
                  <c:v>49.504109506829224</c:v>
                </c:pt>
                <c:pt idx="1951">
                  <c:v>49.503269083324128</c:v>
                </c:pt>
                <c:pt idx="1952">
                  <c:v>49.503191427726605</c:v>
                </c:pt>
                <c:pt idx="1953">
                  <c:v>49.502455990905766</c:v>
                </c:pt>
                <c:pt idx="1954">
                  <c:v>49.502104228184237</c:v>
                </c:pt>
                <c:pt idx="1955">
                  <c:v>49.498936161917364</c:v>
                </c:pt>
                <c:pt idx="1956">
                  <c:v>49.498288281340692</c:v>
                </c:pt>
                <c:pt idx="1957">
                  <c:v>49.498269044431559</c:v>
                </c:pt>
                <c:pt idx="1958">
                  <c:v>49.497674868794917</c:v>
                </c:pt>
                <c:pt idx="1959">
                  <c:v>49.49740338681471</c:v>
                </c:pt>
                <c:pt idx="1960">
                  <c:v>49.493763428617207</c:v>
                </c:pt>
                <c:pt idx="1961">
                  <c:v>49.493056656876597</c:v>
                </c:pt>
                <c:pt idx="1962">
                  <c:v>49.493000156219352</c:v>
                </c:pt>
                <c:pt idx="1963">
                  <c:v>49.492345593667899</c:v>
                </c:pt>
                <c:pt idx="1964">
                  <c:v>49.492029351972121</c:v>
                </c:pt>
                <c:pt idx="1965">
                  <c:v>49.487798830164031</c:v>
                </c:pt>
                <c:pt idx="1966">
                  <c:v>49.48693778031349</c:v>
                </c:pt>
                <c:pt idx="1967">
                  <c:v>49.486906070233907</c:v>
                </c:pt>
                <c:pt idx="1968">
                  <c:v>49.48612769291163</c:v>
                </c:pt>
                <c:pt idx="1969">
                  <c:v>49.485650280325558</c:v>
                </c:pt>
                <c:pt idx="1970">
                  <c:v>49.482951942178204</c:v>
                </c:pt>
                <c:pt idx="1971">
                  <c:v>49.482402932357772</c:v>
                </c:pt>
                <c:pt idx="1972">
                  <c:v>49.482378860409497</c:v>
                </c:pt>
                <c:pt idx="1973">
                  <c:v>49.481620020780269</c:v>
                </c:pt>
                <c:pt idx="1974">
                  <c:v>49.481065322163268</c:v>
                </c:pt>
                <c:pt idx="1975">
                  <c:v>49.480050500009007</c:v>
                </c:pt>
                <c:pt idx="1976">
                  <c:v>49.47972766938819</c:v>
                </c:pt>
                <c:pt idx="1977">
                  <c:v>49.479717447296437</c:v>
                </c:pt>
                <c:pt idx="1978">
                  <c:v>49.479434387085298</c:v>
                </c:pt>
                <c:pt idx="1979">
                  <c:v>49.479271451460363</c:v>
                </c:pt>
                <c:pt idx="1980">
                  <c:v>49.477934109242874</c:v>
                </c:pt>
                <c:pt idx="1981">
                  <c:v>49.477665807019086</c:v>
                </c:pt>
                <c:pt idx="1982">
                  <c:v>49.477649352306074</c:v>
                </c:pt>
                <c:pt idx="1983">
                  <c:v>49.477404776619863</c:v>
                </c:pt>
                <c:pt idx="1984">
                  <c:v>49.477257966664126</c:v>
                </c:pt>
                <c:pt idx="1985">
                  <c:v>49.476364294355783</c:v>
                </c:pt>
                <c:pt idx="1986">
                  <c:v>49.476175393527967</c:v>
                </c:pt>
                <c:pt idx="1987">
                  <c:v>49.476162714498706</c:v>
                </c:pt>
                <c:pt idx="1988">
                  <c:v>49.476001018281856</c:v>
                </c:pt>
                <c:pt idx="1989">
                  <c:v>49.475914603277431</c:v>
                </c:pt>
                <c:pt idx="1990">
                  <c:v>49.477025202460005</c:v>
                </c:pt>
                <c:pt idx="1991">
                  <c:v>49.477271898478996</c:v>
                </c:pt>
                <c:pt idx="1992">
                  <c:v>49.477289906993164</c:v>
                </c:pt>
                <c:pt idx="1993">
                  <c:v>49.477492334609082</c:v>
                </c:pt>
                <c:pt idx="1994">
                  <c:v>49.477593018972925</c:v>
                </c:pt>
                <c:pt idx="1995">
                  <c:v>49.479168637375118</c:v>
                </c:pt>
                <c:pt idx="1996">
                  <c:v>49.479478991302408</c:v>
                </c:pt>
                <c:pt idx="1997">
                  <c:v>49.479507459030579</c:v>
                </c:pt>
                <c:pt idx="1998">
                  <c:v>49.479799341565219</c:v>
                </c:pt>
                <c:pt idx="1999">
                  <c:v>49.479941564790636</c:v>
                </c:pt>
                <c:pt idx="2000">
                  <c:v>49.479053709289971</c:v>
                </c:pt>
                <c:pt idx="2001">
                  <c:v>49.47885980740238</c:v>
                </c:pt>
                <c:pt idx="2002">
                  <c:v>49.478846973088878</c:v>
                </c:pt>
                <c:pt idx="2003">
                  <c:v>49.478681882898087</c:v>
                </c:pt>
                <c:pt idx="2004">
                  <c:v>49.478598179914343</c:v>
                </c:pt>
                <c:pt idx="2005">
                  <c:v>49.473632164535516</c:v>
                </c:pt>
                <c:pt idx="2006">
                  <c:v>49.472634255315327</c:v>
                </c:pt>
                <c:pt idx="2007">
                  <c:v>49.472517925405036</c:v>
                </c:pt>
                <c:pt idx="2008">
                  <c:v>49.471641992400585</c:v>
                </c:pt>
                <c:pt idx="2009">
                  <c:v>49.471214496480172</c:v>
                </c:pt>
                <c:pt idx="2010">
                  <c:v>49.469407671780822</c:v>
                </c:pt>
                <c:pt idx="2011">
                  <c:v>49.469043182862848</c:v>
                </c:pt>
                <c:pt idx="2012">
                  <c:v>49.469010238224257</c:v>
                </c:pt>
                <c:pt idx="2013">
                  <c:v>49.468694811913849</c:v>
                </c:pt>
                <c:pt idx="2014">
                  <c:v>49.468527877188137</c:v>
                </c:pt>
                <c:pt idx="2015">
                  <c:v>49.46624596321395</c:v>
                </c:pt>
                <c:pt idx="2016">
                  <c:v>49.465803096300924</c:v>
                </c:pt>
                <c:pt idx="2017">
                  <c:v>49.465768421005521</c:v>
                </c:pt>
                <c:pt idx="2018">
                  <c:v>49.465380383879015</c:v>
                </c:pt>
                <c:pt idx="2019">
                  <c:v>49.465171243826489</c:v>
                </c:pt>
                <c:pt idx="2020">
                  <c:v>49.468578799928956</c:v>
                </c:pt>
                <c:pt idx="2021">
                  <c:v>49.469237380241168</c:v>
                </c:pt>
                <c:pt idx="2022">
                  <c:v>49.469295169930142</c:v>
                </c:pt>
                <c:pt idx="2023">
                  <c:v>49.469888082820134</c:v>
                </c:pt>
                <c:pt idx="2024">
                  <c:v>49.47020621902476</c:v>
                </c:pt>
                <c:pt idx="2025">
                  <c:v>49.472707947753285</c:v>
                </c:pt>
                <c:pt idx="2026">
                  <c:v>49.473184011359059</c:v>
                </c:pt>
                <c:pt idx="2027">
                  <c:v>49.473216591661178</c:v>
                </c:pt>
                <c:pt idx="2028">
                  <c:v>49.473656908657738</c:v>
                </c:pt>
                <c:pt idx="2029">
                  <c:v>49.473897997959284</c:v>
                </c:pt>
                <c:pt idx="2030">
                  <c:v>49.475933430043447</c:v>
                </c:pt>
                <c:pt idx="2031">
                  <c:v>49.476334983041632</c:v>
                </c:pt>
                <c:pt idx="2032">
                  <c:v>49.476357768542428</c:v>
                </c:pt>
                <c:pt idx="2033">
                  <c:v>49.476730968521366</c:v>
                </c:pt>
                <c:pt idx="2034">
                  <c:v>49.476919754163134</c:v>
                </c:pt>
                <c:pt idx="2035">
                  <c:v>49.478273470273187</c:v>
                </c:pt>
                <c:pt idx="2036">
                  <c:v>49.478535615934597</c:v>
                </c:pt>
                <c:pt idx="2037">
                  <c:v>49.478556043975487</c:v>
                </c:pt>
                <c:pt idx="2038">
                  <c:v>49.478797424289439</c:v>
                </c:pt>
                <c:pt idx="2039">
                  <c:v>49.478936395799224</c:v>
                </c:pt>
                <c:pt idx="2040">
                  <c:v>49.479384313613117</c:v>
                </c:pt>
                <c:pt idx="2041">
                  <c:v>49.479475921980715</c:v>
                </c:pt>
                <c:pt idx="2042">
                  <c:v>49.479480427032442</c:v>
                </c:pt>
                <c:pt idx="2043">
                  <c:v>49.479561043229239</c:v>
                </c:pt>
                <c:pt idx="2044">
                  <c:v>49.479606507790834</c:v>
                </c:pt>
                <c:pt idx="2045">
                  <c:v>49.476929423809317</c:v>
                </c:pt>
                <c:pt idx="2046">
                  <c:v>49.476381888360969</c:v>
                </c:pt>
                <c:pt idx="2047">
                  <c:v>49.476339195703495</c:v>
                </c:pt>
                <c:pt idx="2048">
                  <c:v>49.475848671540561</c:v>
                </c:pt>
                <c:pt idx="2049">
                  <c:v>49.475576393484175</c:v>
                </c:pt>
                <c:pt idx="2050">
                  <c:v>49.473337502913502</c:v>
                </c:pt>
                <c:pt idx="2051">
                  <c:v>49.472891248087357</c:v>
                </c:pt>
                <c:pt idx="2052">
                  <c:v>49.472847558787258</c:v>
                </c:pt>
                <c:pt idx="2053">
                  <c:v>49.472449277906954</c:v>
                </c:pt>
                <c:pt idx="2054">
                  <c:v>49.472219619218038</c:v>
                </c:pt>
                <c:pt idx="2055">
                  <c:v>49.470422279437599</c:v>
                </c:pt>
                <c:pt idx="2056">
                  <c:v>49.470041853587453</c:v>
                </c:pt>
                <c:pt idx="2057">
                  <c:v>49.47000720974804</c:v>
                </c:pt>
                <c:pt idx="2058">
                  <c:v>49.469681558631585</c:v>
                </c:pt>
                <c:pt idx="2059">
                  <c:v>49.469532983843919</c:v>
                </c:pt>
                <c:pt idx="2060">
                  <c:v>49.468188012079274</c:v>
                </c:pt>
                <c:pt idx="2061">
                  <c:v>49.467925431333761</c:v>
                </c:pt>
                <c:pt idx="2062">
                  <c:v>49.467898229307941</c:v>
                </c:pt>
                <c:pt idx="2063">
                  <c:v>49.46766033361039</c:v>
                </c:pt>
                <c:pt idx="2064">
                  <c:v>49.467519615863125</c:v>
                </c:pt>
                <c:pt idx="2065">
                  <c:v>49.464957651530362</c:v>
                </c:pt>
                <c:pt idx="2066">
                  <c:v>49.464413798490284</c:v>
                </c:pt>
                <c:pt idx="2067">
                  <c:v>49.464379562924663</c:v>
                </c:pt>
                <c:pt idx="2068">
                  <c:v>49.463938365090655</c:v>
                </c:pt>
                <c:pt idx="2069">
                  <c:v>49.463489791685447</c:v>
                </c:pt>
                <c:pt idx="2070">
                  <c:v>49.458206290930143</c:v>
                </c:pt>
                <c:pt idx="2071">
                  <c:v>49.457061106611967</c:v>
                </c:pt>
                <c:pt idx="2072">
                  <c:v>49.456967217140743</c:v>
                </c:pt>
                <c:pt idx="2073">
                  <c:v>49.455947823396748</c:v>
                </c:pt>
                <c:pt idx="2074">
                  <c:v>49.45543359363063</c:v>
                </c:pt>
                <c:pt idx="2075">
                  <c:v>49.451386335697272</c:v>
                </c:pt>
                <c:pt idx="2076">
                  <c:v>49.450524841262407</c:v>
                </c:pt>
                <c:pt idx="2077">
                  <c:v>49.45049688947708</c:v>
                </c:pt>
                <c:pt idx="2078">
                  <c:v>49.449761173239381</c:v>
                </c:pt>
                <c:pt idx="2079">
                  <c:v>49.44939090821498</c:v>
                </c:pt>
                <c:pt idx="2080">
                  <c:v>49.442342308907854</c:v>
                </c:pt>
                <c:pt idx="2081">
                  <c:v>49.440986804846005</c:v>
                </c:pt>
                <c:pt idx="2082">
                  <c:v>49.440853259812357</c:v>
                </c:pt>
                <c:pt idx="2083">
                  <c:v>49.439634653978949</c:v>
                </c:pt>
                <c:pt idx="2084">
                  <c:v>49.438984218331768</c:v>
                </c:pt>
                <c:pt idx="2085">
                  <c:v>49.437859905576914</c:v>
                </c:pt>
                <c:pt idx="2086">
                  <c:v>49.437636147301191</c:v>
                </c:pt>
                <c:pt idx="2087">
                  <c:v>49.437616749753474</c:v>
                </c:pt>
                <c:pt idx="2088">
                  <c:v>49.437422543641439</c:v>
                </c:pt>
                <c:pt idx="2089">
                  <c:v>49.437306187915169</c:v>
                </c:pt>
                <c:pt idx="2090">
                  <c:v>49.433945106192709</c:v>
                </c:pt>
                <c:pt idx="2091">
                  <c:v>49.433267401301947</c:v>
                </c:pt>
                <c:pt idx="2092">
                  <c:v>49.43321739507418</c:v>
                </c:pt>
                <c:pt idx="2093">
                  <c:v>49.432612662682949</c:v>
                </c:pt>
                <c:pt idx="2094">
                  <c:v>49.432272196864801</c:v>
                </c:pt>
                <c:pt idx="2095">
                  <c:v>49.428209921826173</c:v>
                </c:pt>
                <c:pt idx="2096">
                  <c:v>49.427431442324547</c:v>
                </c:pt>
                <c:pt idx="2097">
                  <c:v>49.427373235184668</c:v>
                </c:pt>
                <c:pt idx="2098">
                  <c:v>49.426649862324538</c:v>
                </c:pt>
                <c:pt idx="2099">
                  <c:v>49.426230341923656</c:v>
                </c:pt>
                <c:pt idx="2100">
                  <c:v>49.427132929057215</c:v>
                </c:pt>
                <c:pt idx="2101">
                  <c:v>49.427310174329506</c:v>
                </c:pt>
                <c:pt idx="2102">
                  <c:v>49.427330698099553</c:v>
                </c:pt>
                <c:pt idx="2103">
                  <c:v>49.42748927954991</c:v>
                </c:pt>
                <c:pt idx="2104">
                  <c:v>49.427573308765716</c:v>
                </c:pt>
                <c:pt idx="2105">
                  <c:v>49.430278784452732</c:v>
                </c:pt>
                <c:pt idx="2106">
                  <c:v>49.430802403454166</c:v>
                </c:pt>
                <c:pt idx="2107">
                  <c:v>49.430843879342582</c:v>
                </c:pt>
                <c:pt idx="2108">
                  <c:v>49.43135329745423</c:v>
                </c:pt>
                <c:pt idx="2109">
                  <c:v>49.431599113404388</c:v>
                </c:pt>
                <c:pt idx="2110">
                  <c:v>49.429803433180425</c:v>
                </c:pt>
                <c:pt idx="2111">
                  <c:v>49.429437142408574</c:v>
                </c:pt>
                <c:pt idx="2112">
                  <c:v>49.429402522093433</c:v>
                </c:pt>
                <c:pt idx="2113">
                  <c:v>49.42907226450771</c:v>
                </c:pt>
                <c:pt idx="2114">
                  <c:v>49.428916286293656</c:v>
                </c:pt>
                <c:pt idx="2115">
                  <c:v>49.427572739693893</c:v>
                </c:pt>
                <c:pt idx="2116">
                  <c:v>49.427286053145721</c:v>
                </c:pt>
                <c:pt idx="2117">
                  <c:v>49.427261546532996</c:v>
                </c:pt>
                <c:pt idx="2118">
                  <c:v>49.427017090494445</c:v>
                </c:pt>
                <c:pt idx="2119">
                  <c:v>49.426900244048113</c:v>
                </c:pt>
                <c:pt idx="2120">
                  <c:v>49.42533167222193</c:v>
                </c:pt>
                <c:pt idx="2121">
                  <c:v>49.425009099859032</c:v>
                </c:pt>
                <c:pt idx="2122">
                  <c:v>49.424975328728308</c:v>
                </c:pt>
                <c:pt idx="2123">
                  <c:v>49.424693725336844</c:v>
                </c:pt>
                <c:pt idx="2124">
                  <c:v>49.424552438364458</c:v>
                </c:pt>
                <c:pt idx="2125">
                  <c:v>49.422293016147123</c:v>
                </c:pt>
                <c:pt idx="2126">
                  <c:v>49.421825738738157</c:v>
                </c:pt>
                <c:pt idx="2127">
                  <c:v>49.421803595043855</c:v>
                </c:pt>
                <c:pt idx="2128">
                  <c:v>49.421390398624538</c:v>
                </c:pt>
                <c:pt idx="2129">
                  <c:v>49.421193521449538</c:v>
                </c:pt>
                <c:pt idx="2130">
                  <c:v>49.415560098553534</c:v>
                </c:pt>
                <c:pt idx="2131">
                  <c:v>49.414385705831691</c:v>
                </c:pt>
                <c:pt idx="2132">
                  <c:v>49.414326677297574</c:v>
                </c:pt>
                <c:pt idx="2133">
                  <c:v>49.413294779301125</c:v>
                </c:pt>
                <c:pt idx="2134">
                  <c:v>49.412804420458258</c:v>
                </c:pt>
                <c:pt idx="2135">
                  <c:v>49.405080888501111</c:v>
                </c:pt>
                <c:pt idx="2136">
                  <c:v>49.403532097811244</c:v>
                </c:pt>
                <c:pt idx="2137">
                  <c:v>49.403480118728325</c:v>
                </c:pt>
                <c:pt idx="2138">
                  <c:v>49.402084961580812</c:v>
                </c:pt>
                <c:pt idx="2139">
                  <c:v>49.401392119604964</c:v>
                </c:pt>
                <c:pt idx="2140">
                  <c:v>49.399130678728483</c:v>
                </c:pt>
                <c:pt idx="2141">
                  <c:v>49.398690224211904</c:v>
                </c:pt>
                <c:pt idx="2142">
                  <c:v>49.398654469924061</c:v>
                </c:pt>
                <c:pt idx="2143">
                  <c:v>49.398241150033691</c:v>
                </c:pt>
                <c:pt idx="2144">
                  <c:v>49.398036822036147</c:v>
                </c:pt>
                <c:pt idx="2145">
                  <c:v>49.39939054598824</c:v>
                </c:pt>
                <c:pt idx="2146">
                  <c:v>49.399652302274539</c:v>
                </c:pt>
                <c:pt idx="2147">
                  <c:v>49.399667407341703</c:v>
                </c:pt>
                <c:pt idx="2148">
                  <c:v>49.399933817843106</c:v>
                </c:pt>
                <c:pt idx="2149">
                  <c:v>49.400049360716196</c:v>
                </c:pt>
                <c:pt idx="2150">
                  <c:v>49.399825098194128</c:v>
                </c:pt>
                <c:pt idx="2151">
                  <c:v>49.39977972279808</c:v>
                </c:pt>
                <c:pt idx="2152">
                  <c:v>49.399736194679924</c:v>
                </c:pt>
                <c:pt idx="2153">
                  <c:v>49.399714462511042</c:v>
                </c:pt>
                <c:pt idx="2154">
                  <c:v>49.399456100817524</c:v>
                </c:pt>
                <c:pt idx="2155">
                  <c:v>49.398365342997337</c:v>
                </c:pt>
                <c:pt idx="2156">
                  <c:v>49.398097377795295</c:v>
                </c:pt>
                <c:pt idx="2157">
                  <c:v>49.398075961060812</c:v>
                </c:pt>
                <c:pt idx="2158">
                  <c:v>49.397835708172899</c:v>
                </c:pt>
                <c:pt idx="2159">
                  <c:v>49.397701927810374</c:v>
                </c:pt>
                <c:pt idx="2160">
                  <c:v>49.396348091640768</c:v>
                </c:pt>
                <c:pt idx="2161">
                  <c:v>49.396078633456916</c:v>
                </c:pt>
                <c:pt idx="2162">
                  <c:v>49.396053669511751</c:v>
                </c:pt>
                <c:pt idx="2163">
                  <c:v>49.395816187940646</c:v>
                </c:pt>
                <c:pt idx="2164">
                  <c:v>49.395689417019639</c:v>
                </c:pt>
                <c:pt idx="2165">
                  <c:v>49.39523983062945</c:v>
                </c:pt>
                <c:pt idx="2166">
                  <c:v>49.395147326617383</c:v>
                </c:pt>
                <c:pt idx="2167">
                  <c:v>49.395140405531023</c:v>
                </c:pt>
                <c:pt idx="2168">
                  <c:v>49.395059333695215</c:v>
                </c:pt>
                <c:pt idx="2169">
                  <c:v>49.395016479184051</c:v>
                </c:pt>
                <c:pt idx="2170">
                  <c:v>49.394795993774764</c:v>
                </c:pt>
                <c:pt idx="2171">
                  <c:v>49.394751947186691</c:v>
                </c:pt>
                <c:pt idx="2172">
                  <c:v>49.394746929051053</c:v>
                </c:pt>
                <c:pt idx="2173">
                  <c:v>49.39470921430339</c:v>
                </c:pt>
                <c:pt idx="2174">
                  <c:v>49.394681590928428</c:v>
                </c:pt>
                <c:pt idx="2175">
                  <c:v>49.392237767310412</c:v>
                </c:pt>
                <c:pt idx="2176">
                  <c:v>49.391719783630812</c:v>
                </c:pt>
                <c:pt idx="2177">
                  <c:v>49.391700455535798</c:v>
                </c:pt>
                <c:pt idx="2178">
                  <c:v>49.391251299843006</c:v>
                </c:pt>
                <c:pt idx="2179">
                  <c:v>49.390988386035815</c:v>
                </c:pt>
                <c:pt idx="2180">
                  <c:v>49.392562625039041</c:v>
                </c:pt>
                <c:pt idx="2181">
                  <c:v>49.392882805986879</c:v>
                </c:pt>
                <c:pt idx="2182">
                  <c:v>49.392909286247651</c:v>
                </c:pt>
                <c:pt idx="2183">
                  <c:v>49.393193688508056</c:v>
                </c:pt>
                <c:pt idx="2184">
                  <c:v>49.393338885228729</c:v>
                </c:pt>
                <c:pt idx="2185">
                  <c:v>49.394928130914806</c:v>
                </c:pt>
                <c:pt idx="2186">
                  <c:v>49.395234514702153</c:v>
                </c:pt>
                <c:pt idx="2187">
                  <c:v>49.395262062764928</c:v>
                </c:pt>
                <c:pt idx="2188">
                  <c:v>49.395548194527272</c:v>
                </c:pt>
                <c:pt idx="2189">
                  <c:v>49.395689417019639</c:v>
                </c:pt>
                <c:pt idx="2190">
                  <c:v>49.394786232591919</c:v>
                </c:pt>
                <c:pt idx="2191">
                  <c:v>49.394603156549231</c:v>
                </c:pt>
                <c:pt idx="2192">
                  <c:v>49.394592193317003</c:v>
                </c:pt>
                <c:pt idx="2193">
                  <c:v>49.394424886728835</c:v>
                </c:pt>
                <c:pt idx="2194">
                  <c:v>49.394346703334577</c:v>
                </c:pt>
                <c:pt idx="2195">
                  <c:v>49.390727581392731</c:v>
                </c:pt>
                <c:pt idx="2196">
                  <c:v>49.390010307273748</c:v>
                </c:pt>
                <c:pt idx="2197">
                  <c:v>49.38997781073418</c:v>
                </c:pt>
                <c:pt idx="2198">
                  <c:v>49.389301568126207</c:v>
                </c:pt>
                <c:pt idx="2199">
                  <c:v>49.388975954960756</c:v>
                </c:pt>
                <c:pt idx="2200">
                  <c:v>49.383988946996091</c:v>
                </c:pt>
                <c:pt idx="2201">
                  <c:v>49.383055450015952</c:v>
                </c:pt>
                <c:pt idx="2202">
                  <c:v>49.382985724968371</c:v>
                </c:pt>
                <c:pt idx="2203">
                  <c:v>49.382095660716772</c:v>
                </c:pt>
                <c:pt idx="2204">
                  <c:v>49.381593033192246</c:v>
                </c:pt>
                <c:pt idx="2205">
                  <c:v>49.378990047881473</c:v>
                </c:pt>
                <c:pt idx="2206">
                  <c:v>49.378580767808018</c:v>
                </c:pt>
                <c:pt idx="2207">
                  <c:v>49.378560259505406</c:v>
                </c:pt>
                <c:pt idx="2208">
                  <c:v>49.3781431360444</c:v>
                </c:pt>
                <c:pt idx="2209">
                  <c:v>49.37790327225531</c:v>
                </c:pt>
                <c:pt idx="2210">
                  <c:v>49.374987398047587</c:v>
                </c:pt>
                <c:pt idx="2211">
                  <c:v>49.374312297984559</c:v>
                </c:pt>
                <c:pt idx="2212">
                  <c:v>49.374240104924226</c:v>
                </c:pt>
                <c:pt idx="2213">
                  <c:v>49.373818875570016</c:v>
                </c:pt>
                <c:pt idx="2214">
                  <c:v>49.373540738829604</c:v>
                </c:pt>
                <c:pt idx="2215">
                  <c:v>49.370625495101969</c:v>
                </c:pt>
                <c:pt idx="2216">
                  <c:v>49.370028266760301</c:v>
                </c:pt>
                <c:pt idx="2217">
                  <c:v>49.369961081384773</c:v>
                </c:pt>
                <c:pt idx="2218">
                  <c:v>49.369468026223423</c:v>
                </c:pt>
                <c:pt idx="2219">
                  <c:v>49.369178317420563</c:v>
                </c:pt>
                <c:pt idx="2220">
                  <c:v>49.364018802236906</c:v>
                </c:pt>
                <c:pt idx="2221">
                  <c:v>49.362940266290401</c:v>
                </c:pt>
                <c:pt idx="2222">
                  <c:v>49.36278661147125</c:v>
                </c:pt>
                <c:pt idx="2223">
                  <c:v>49.361969088016281</c:v>
                </c:pt>
                <c:pt idx="2224">
                  <c:v>49.36146143335003</c:v>
                </c:pt>
                <c:pt idx="2225">
                  <c:v>49.357003781683588</c:v>
                </c:pt>
                <c:pt idx="2226">
                  <c:v>49.356050131938389</c:v>
                </c:pt>
                <c:pt idx="2227">
                  <c:v>49.355902952179797</c:v>
                </c:pt>
                <c:pt idx="2228">
                  <c:v>49.355177673940844</c:v>
                </c:pt>
                <c:pt idx="2229">
                  <c:v>49.354749323926853</c:v>
                </c:pt>
                <c:pt idx="2230">
                  <c:v>49.352296731340708</c:v>
                </c:pt>
                <c:pt idx="2231">
                  <c:v>49.351775746933654</c:v>
                </c:pt>
                <c:pt idx="2232">
                  <c:v>49.351720038284782</c:v>
                </c:pt>
                <c:pt idx="2233">
                  <c:v>49.351294531548689</c:v>
                </c:pt>
                <c:pt idx="2234">
                  <c:v>49.351060145408439</c:v>
                </c:pt>
                <c:pt idx="2235">
                  <c:v>49.350380087767</c:v>
                </c:pt>
                <c:pt idx="2236">
                  <c:v>49.350244034527151</c:v>
                </c:pt>
                <c:pt idx="2237">
                  <c:v>49.35022796429169</c:v>
                </c:pt>
                <c:pt idx="2238">
                  <c:v>49.350112013304162</c:v>
                </c:pt>
                <c:pt idx="2239">
                  <c:v>49.350052584001276</c:v>
                </c:pt>
                <c:pt idx="2240">
                  <c:v>49.350052584001276</c:v>
                </c:pt>
                <c:pt idx="2241">
                  <c:v>49.350052584001276</c:v>
                </c:pt>
                <c:pt idx="2242">
                  <c:v>49.350052584001276</c:v>
                </c:pt>
                <c:pt idx="2243">
                  <c:v>49.350052584001276</c:v>
                </c:pt>
                <c:pt idx="2244">
                  <c:v>49.350052584001276</c:v>
                </c:pt>
                <c:pt idx="2245">
                  <c:v>49.349375290216564</c:v>
                </c:pt>
                <c:pt idx="2246">
                  <c:v>49.349244333005849</c:v>
                </c:pt>
                <c:pt idx="2247">
                  <c:v>49.349228150242553</c:v>
                </c:pt>
                <c:pt idx="2248">
                  <c:v>49.349109585639951</c:v>
                </c:pt>
                <c:pt idx="2249">
                  <c:v>49.349048187023982</c:v>
                </c:pt>
                <c:pt idx="2250">
                  <c:v>49.347253477809936</c:v>
                </c:pt>
                <c:pt idx="2251">
                  <c:v>49.346878586490092</c:v>
                </c:pt>
                <c:pt idx="2252">
                  <c:v>49.346850299618907</c:v>
                </c:pt>
                <c:pt idx="2253">
                  <c:v>49.346540806837453</c:v>
                </c:pt>
                <c:pt idx="2254">
                  <c:v>49.346363507180456</c:v>
                </c:pt>
                <c:pt idx="2255">
                  <c:v>49.347712169025925</c:v>
                </c:pt>
                <c:pt idx="2256">
                  <c:v>49.347975019614182</c:v>
                </c:pt>
                <c:pt idx="2257">
                  <c:v>49.348004322042556</c:v>
                </c:pt>
                <c:pt idx="2258">
                  <c:v>49.348242525425185</c:v>
                </c:pt>
                <c:pt idx="2259">
                  <c:v>49.348375433868682</c:v>
                </c:pt>
                <c:pt idx="2260">
                  <c:v>49.349950158192584</c:v>
                </c:pt>
                <c:pt idx="2261">
                  <c:v>49.35027643958454</c:v>
                </c:pt>
                <c:pt idx="2262">
                  <c:v>49.350306396363386</c:v>
                </c:pt>
                <c:pt idx="2263">
                  <c:v>49.350570475382597</c:v>
                </c:pt>
                <c:pt idx="2264">
                  <c:v>49.350725343778265</c:v>
                </c:pt>
                <c:pt idx="2265">
                  <c:v>49.353430928395959</c:v>
                </c:pt>
                <c:pt idx="2266">
                  <c:v>49.353989160041507</c:v>
                </c:pt>
                <c:pt idx="2267">
                  <c:v>49.354032959699538</c:v>
                </c:pt>
                <c:pt idx="2268">
                  <c:v>49.354492461104243</c:v>
                </c:pt>
                <c:pt idx="2269">
                  <c:v>49.354749323926853</c:v>
                </c:pt>
                <c:pt idx="2270">
                  <c:v>49.357673936057495</c:v>
                </c:pt>
                <c:pt idx="2271">
                  <c:v>49.358293743469673</c:v>
                </c:pt>
                <c:pt idx="2272">
                  <c:v>49.358361069093974</c:v>
                </c:pt>
                <c:pt idx="2273">
                  <c:v>49.358837098452867</c:v>
                </c:pt>
                <c:pt idx="2274">
                  <c:v>49.359111375279042</c:v>
                </c:pt>
                <c:pt idx="2275">
                  <c:v>49.361370046060678</c:v>
                </c:pt>
                <c:pt idx="2276">
                  <c:v>49.361825586917305</c:v>
                </c:pt>
                <c:pt idx="2277">
                  <c:v>49.361884606418755</c:v>
                </c:pt>
                <c:pt idx="2278">
                  <c:v>49.362254404152317</c:v>
                </c:pt>
                <c:pt idx="2279">
                  <c:v>49.362469062276432</c:v>
                </c:pt>
                <c:pt idx="2280">
                  <c:v>49.360880933985371</c:v>
                </c:pt>
                <c:pt idx="2281">
                  <c:v>49.360566448391438</c:v>
                </c:pt>
                <c:pt idx="2282">
                  <c:v>49.360516191939347</c:v>
                </c:pt>
                <c:pt idx="2283">
                  <c:v>49.360266987631491</c:v>
                </c:pt>
                <c:pt idx="2284">
                  <c:v>49.360118990289379</c:v>
                </c:pt>
                <c:pt idx="2285">
                  <c:v>49.358081535386773</c:v>
                </c:pt>
                <c:pt idx="2286">
                  <c:v>49.357677352992894</c:v>
                </c:pt>
                <c:pt idx="2287">
                  <c:v>49.357623746972301</c:v>
                </c:pt>
                <c:pt idx="2288">
                  <c:v>49.357280589372905</c:v>
                </c:pt>
                <c:pt idx="2289">
                  <c:v>49.357099321774626</c:v>
                </c:pt>
                <c:pt idx="2290">
                  <c:v>49.356875186662734</c:v>
                </c:pt>
                <c:pt idx="2291">
                  <c:v>49.356828936648547</c:v>
                </c:pt>
                <c:pt idx="2292">
                  <c:v>49.356822936391914</c:v>
                </c:pt>
                <c:pt idx="2293">
                  <c:v>49.356785829161701</c:v>
                </c:pt>
                <c:pt idx="2294">
                  <c:v>49.356764508271908</c:v>
                </c:pt>
                <c:pt idx="2295">
                  <c:v>49.356986426677651</c:v>
                </c:pt>
                <c:pt idx="2296">
                  <c:v>49.357033636608378</c:v>
                </c:pt>
                <c:pt idx="2297">
                  <c:v>49.35703933720167</c:v>
                </c:pt>
                <c:pt idx="2298">
                  <c:v>49.35707847966961</c:v>
                </c:pt>
                <c:pt idx="2299">
                  <c:v>49.357099321774626</c:v>
                </c:pt>
                <c:pt idx="2300">
                  <c:v>49.356655124264122</c:v>
                </c:pt>
                <c:pt idx="2301">
                  <c:v>49.356560559025176</c:v>
                </c:pt>
                <c:pt idx="2302">
                  <c:v>49.356548407252085</c:v>
                </c:pt>
                <c:pt idx="2303">
                  <c:v>49.35646699216332</c:v>
                </c:pt>
                <c:pt idx="2304">
                  <c:v>49.356429695427607</c:v>
                </c:pt>
                <c:pt idx="2305">
                  <c:v>49.357558053595291</c:v>
                </c:pt>
                <c:pt idx="2306">
                  <c:v>49.357792265616723</c:v>
                </c:pt>
                <c:pt idx="2307">
                  <c:v>49.357800282387601</c:v>
                </c:pt>
                <c:pt idx="2308">
                  <c:v>49.357997218324627</c:v>
                </c:pt>
                <c:pt idx="2309">
                  <c:v>49.358106924873823</c:v>
                </c:pt>
                <c:pt idx="2310">
                  <c:v>49.356110380813398</c:v>
                </c:pt>
                <c:pt idx="2311">
                  <c:v>49.355669017455398</c:v>
                </c:pt>
                <c:pt idx="2312">
                  <c:v>49.355638161096451</c:v>
                </c:pt>
                <c:pt idx="2313">
                  <c:v>49.355280552528129</c:v>
                </c:pt>
                <c:pt idx="2314">
                  <c:v>49.355087292050541</c:v>
                </c:pt>
                <c:pt idx="2315">
                  <c:v>49.350796171486579</c:v>
                </c:pt>
                <c:pt idx="2316">
                  <c:v>49.349910292255451</c:v>
                </c:pt>
                <c:pt idx="2317">
                  <c:v>49.349848092707603</c:v>
                </c:pt>
                <c:pt idx="2318">
                  <c:v>49.349117306240537</c:v>
                </c:pt>
                <c:pt idx="2319">
                  <c:v>49.348710230881579</c:v>
                </c:pt>
                <c:pt idx="2320">
                  <c:v>49.343174503382969</c:v>
                </c:pt>
                <c:pt idx="2321">
                  <c:v>49.342376022610509</c:v>
                </c:pt>
                <c:pt idx="2322">
                  <c:v>49.342362135510065</c:v>
                </c:pt>
                <c:pt idx="2323">
                  <c:v>49.341483348172986</c:v>
                </c:pt>
                <c:pt idx="2324">
                  <c:v>49.340994274322611</c:v>
                </c:pt>
                <c:pt idx="2325">
                  <c:v>49.335417787417697</c:v>
                </c:pt>
                <c:pt idx="2326">
                  <c:v>49.334163968723509</c:v>
                </c:pt>
                <c:pt idx="2327">
                  <c:v>49.334104381355125</c:v>
                </c:pt>
                <c:pt idx="2328">
                  <c:v>49.333148478572966</c:v>
                </c:pt>
                <c:pt idx="2329">
                  <c:v>49.332609133983453</c:v>
                </c:pt>
                <c:pt idx="2330">
                  <c:v>49.32925374269</c:v>
                </c:pt>
                <c:pt idx="2331">
                  <c:v>49.328503845958508</c:v>
                </c:pt>
                <c:pt idx="2332">
                  <c:v>49.328446061073151</c:v>
                </c:pt>
                <c:pt idx="2333">
                  <c:v>49.327901201568025</c:v>
                </c:pt>
                <c:pt idx="2334">
                  <c:v>49.327575089377376</c:v>
                </c:pt>
                <c:pt idx="2335">
                  <c:v>49.327799717138753</c:v>
                </c:pt>
                <c:pt idx="2336">
                  <c:v>49.327849341918977</c:v>
                </c:pt>
                <c:pt idx="2337">
                  <c:v>49.327853891989122</c:v>
                </c:pt>
                <c:pt idx="2338">
                  <c:v>49.327890774883038</c:v>
                </c:pt>
                <c:pt idx="2339">
                  <c:v>49.327913003661365</c:v>
                </c:pt>
                <c:pt idx="2340">
                  <c:v>49.330585329987983</c:v>
                </c:pt>
                <c:pt idx="2341">
                  <c:v>49.331190245557615</c:v>
                </c:pt>
                <c:pt idx="2342">
                  <c:v>49.331234720886798</c:v>
                </c:pt>
                <c:pt idx="2343">
                  <c:v>49.33169599392042</c:v>
                </c:pt>
                <c:pt idx="2344">
                  <c:v>49.331936445657277</c:v>
                </c:pt>
                <c:pt idx="2345">
                  <c:v>49.339282605071816</c:v>
                </c:pt>
                <c:pt idx="2346">
                  <c:v>49.340971166438159</c:v>
                </c:pt>
                <c:pt idx="2347">
                  <c:v>49.34106612609046</c:v>
                </c:pt>
                <c:pt idx="2348">
                  <c:v>49.342282977853692</c:v>
                </c:pt>
                <c:pt idx="2349">
                  <c:v>49.343009296012553</c:v>
                </c:pt>
                <c:pt idx="2350">
                  <c:v>49.346378004172365</c:v>
                </c:pt>
                <c:pt idx="2351">
                  <c:v>49.347096225617854</c:v>
                </c:pt>
                <c:pt idx="2352">
                  <c:v>49.34714352093718</c:v>
                </c:pt>
                <c:pt idx="2353">
                  <c:v>49.347739213278913</c:v>
                </c:pt>
                <c:pt idx="2354">
                  <c:v>49.348040637513577</c:v>
                </c:pt>
                <c:pt idx="2355">
                  <c:v>49.353609952121552</c:v>
                </c:pt>
                <c:pt idx="2356">
                  <c:v>49.354861485991364</c:v>
                </c:pt>
                <c:pt idx="2357">
                  <c:v>49.354937825952902</c:v>
                </c:pt>
                <c:pt idx="2358">
                  <c:v>49.355937842183963</c:v>
                </c:pt>
                <c:pt idx="2359">
                  <c:v>49.356429695427607</c:v>
                </c:pt>
                <c:pt idx="2360">
                  <c:v>49.358653057752953</c:v>
                </c:pt>
                <c:pt idx="2361">
                  <c:v>49.359152959250466</c:v>
                </c:pt>
                <c:pt idx="2362">
                  <c:v>49.359181971715607</c:v>
                </c:pt>
                <c:pt idx="2363">
                  <c:v>49.359585963500074</c:v>
                </c:pt>
                <c:pt idx="2364">
                  <c:v>49.359784170846694</c:v>
                </c:pt>
                <c:pt idx="2365">
                  <c:v>49.363594938491424</c:v>
                </c:pt>
                <c:pt idx="2366">
                  <c:v>49.364403593487218</c:v>
                </c:pt>
                <c:pt idx="2367">
                  <c:v>49.364417444160701</c:v>
                </c:pt>
                <c:pt idx="2368">
                  <c:v>49.365119085600874</c:v>
                </c:pt>
                <c:pt idx="2369">
                  <c:v>49.365488826090427</c:v>
                </c:pt>
                <c:pt idx="2370">
                  <c:v>49.368615116142777</c:v>
                </c:pt>
                <c:pt idx="2371">
                  <c:v>49.369299377556409</c:v>
                </c:pt>
                <c:pt idx="2372">
                  <c:v>49.369883021574346</c:v>
                </c:pt>
                <c:pt idx="2373">
                  <c:v>49.37018599207272</c:v>
                </c:pt>
                <c:pt idx="2374">
                  <c:v>49.370314703655502</c:v>
                </c:pt>
                <c:pt idx="2375">
                  <c:v>49.371968684611424</c:v>
                </c:pt>
                <c:pt idx="2376">
                  <c:v>49.372350249871474</c:v>
                </c:pt>
                <c:pt idx="2377">
                  <c:v>49.372373343422005</c:v>
                </c:pt>
                <c:pt idx="2378">
                  <c:v>49.37270270543177</c:v>
                </c:pt>
                <c:pt idx="2379">
                  <c:v>49.372867888831308</c:v>
                </c:pt>
                <c:pt idx="2380">
                  <c:v>49.37844709481552</c:v>
                </c:pt>
                <c:pt idx="2381">
                  <c:v>49.379704064006617</c:v>
                </c:pt>
                <c:pt idx="2382">
                  <c:v>49.379712412716316</c:v>
                </c:pt>
                <c:pt idx="2383">
                  <c:v>49.380718798731259</c:v>
                </c:pt>
                <c:pt idx="2384">
                  <c:v>49.381258171442141</c:v>
                </c:pt>
                <c:pt idx="2385">
                  <c:v>49.379924351033203</c:v>
                </c:pt>
                <c:pt idx="2386">
                  <c:v>49.37962520306143</c:v>
                </c:pt>
                <c:pt idx="2387">
                  <c:v>49.379622563201423</c:v>
                </c:pt>
                <c:pt idx="2388">
                  <c:v>49.379379251885069</c:v>
                </c:pt>
                <c:pt idx="2389">
                  <c:v>49.379245855780994</c:v>
                </c:pt>
                <c:pt idx="2390">
                  <c:v>49.38171522865845</c:v>
                </c:pt>
                <c:pt idx="2391">
                  <c:v>49.38225051396298</c:v>
                </c:pt>
                <c:pt idx="2392">
                  <c:v>49.382267354940751</c:v>
                </c:pt>
                <c:pt idx="2393">
                  <c:v>49.382694458208093</c:v>
                </c:pt>
                <c:pt idx="2394">
                  <c:v>49.382935645900716</c:v>
                </c:pt>
                <c:pt idx="2395">
                  <c:v>49.384744527530927</c:v>
                </c:pt>
                <c:pt idx="2396">
                  <c:v>49.385124273701237</c:v>
                </c:pt>
                <c:pt idx="2397">
                  <c:v>49.385135211404958</c:v>
                </c:pt>
                <c:pt idx="2398">
                  <c:v>49.385443096888693</c:v>
                </c:pt>
                <c:pt idx="2399">
                  <c:v>49.385620903186521</c:v>
                </c:pt>
                <c:pt idx="2400">
                  <c:v>49.385620903186521</c:v>
                </c:pt>
                <c:pt idx="2401">
                  <c:v>49.385620903186521</c:v>
                </c:pt>
                <c:pt idx="2402">
                  <c:v>49.385620903186521</c:v>
                </c:pt>
                <c:pt idx="2403">
                  <c:v>49.385620903186521</c:v>
                </c:pt>
                <c:pt idx="2404">
                  <c:v>49.385620903186521</c:v>
                </c:pt>
                <c:pt idx="2405">
                  <c:v>49.381786553344895</c:v>
                </c:pt>
                <c:pt idx="2406">
                  <c:v>49.380964895871962</c:v>
                </c:pt>
                <c:pt idx="2407">
                  <c:v>49.380931246268808</c:v>
                </c:pt>
                <c:pt idx="2408">
                  <c:v>49.380278918493595</c:v>
                </c:pt>
                <c:pt idx="2409">
                  <c:v>49.379915572002631</c:v>
                </c:pt>
                <c:pt idx="2410">
                  <c:v>49.378785971473285</c:v>
                </c:pt>
                <c:pt idx="2411">
                  <c:v>49.378549554418008</c:v>
                </c:pt>
                <c:pt idx="2412">
                  <c:v>49.378537438474162</c:v>
                </c:pt>
                <c:pt idx="2413">
                  <c:v>49.378343640596825</c:v>
                </c:pt>
                <c:pt idx="2414">
                  <c:v>49.378238127388045</c:v>
                </c:pt>
                <c:pt idx="2415">
                  <c:v>49.373316372257385</c:v>
                </c:pt>
                <c:pt idx="2416">
                  <c:v>49.372235774123553</c:v>
                </c:pt>
                <c:pt idx="2417">
                  <c:v>49.372198510496744</c:v>
                </c:pt>
                <c:pt idx="2418">
                  <c:v>49.371330147810632</c:v>
                </c:pt>
                <c:pt idx="2419">
                  <c:v>49.370855672575431</c:v>
                </c:pt>
                <c:pt idx="2420">
                  <c:v>49.368828297851366</c:v>
                </c:pt>
                <c:pt idx="2421">
                  <c:v>49.368405621985303</c:v>
                </c:pt>
                <c:pt idx="2422">
                  <c:v>49.368386503262762</c:v>
                </c:pt>
                <c:pt idx="2423">
                  <c:v>49.368034657602159</c:v>
                </c:pt>
                <c:pt idx="2424">
                  <c:v>49.367835813449688</c:v>
                </c:pt>
                <c:pt idx="2425">
                  <c:v>49.363124981155721</c:v>
                </c:pt>
                <c:pt idx="2426">
                  <c:v>49.362157826777057</c:v>
                </c:pt>
                <c:pt idx="2427">
                  <c:v>49.362085030892779</c:v>
                </c:pt>
                <c:pt idx="2428">
                  <c:v>49.361237564821572</c:v>
                </c:pt>
                <c:pt idx="2429">
                  <c:v>49.360788631151081</c:v>
                </c:pt>
                <c:pt idx="2430">
                  <c:v>49.357201201082447</c:v>
                </c:pt>
                <c:pt idx="2431">
                  <c:v>49.356485631937865</c:v>
                </c:pt>
                <c:pt idx="2432">
                  <c:v>49.356453075242989</c:v>
                </c:pt>
                <c:pt idx="2433">
                  <c:v>49.355797136417571</c:v>
                </c:pt>
                <c:pt idx="2434">
                  <c:v>49.355422102255091</c:v>
                </c:pt>
                <c:pt idx="2435">
                  <c:v>49.353172814744696</c:v>
                </c:pt>
                <c:pt idx="2436">
                  <c:v>49.352695834595949</c:v>
                </c:pt>
                <c:pt idx="2437">
                  <c:v>49.352692117038181</c:v>
                </c:pt>
                <c:pt idx="2438">
                  <c:v>49.35227693608698</c:v>
                </c:pt>
                <c:pt idx="2439">
                  <c:v>49.352067712774499</c:v>
                </c:pt>
                <c:pt idx="2440">
                  <c:v>49.350936849091624</c:v>
                </c:pt>
                <c:pt idx="2441">
                  <c:v>49.350700092236501</c:v>
                </c:pt>
                <c:pt idx="2442">
                  <c:v>49.350697584889147</c:v>
                </c:pt>
                <c:pt idx="2443">
                  <c:v>49.350490848490765</c:v>
                </c:pt>
                <c:pt idx="2444">
                  <c:v>49.350390542805997</c:v>
                </c:pt>
                <c:pt idx="2445">
                  <c:v>49.346998119614796</c:v>
                </c:pt>
                <c:pt idx="2446">
                  <c:v>49.346285899389571</c:v>
                </c:pt>
                <c:pt idx="2447">
                  <c:v>49.346271449905664</c:v>
                </c:pt>
                <c:pt idx="2448">
                  <c:v>49.345673531185739</c:v>
                </c:pt>
                <c:pt idx="2449">
                  <c:v>49.345355973539824</c:v>
                </c:pt>
                <c:pt idx="2450">
                  <c:v>49.339013634606459</c:v>
                </c:pt>
                <c:pt idx="2451">
                  <c:v>49.337703044218422</c:v>
                </c:pt>
                <c:pt idx="2452">
                  <c:v>49.337689072792472</c:v>
                </c:pt>
                <c:pt idx="2453">
                  <c:v>49.336534434031947</c:v>
                </c:pt>
                <c:pt idx="2454">
                  <c:v>49.335963140682622</c:v>
                </c:pt>
                <c:pt idx="2455">
                  <c:v>49.328074807810516</c:v>
                </c:pt>
                <c:pt idx="2456">
                  <c:v>49.326360696343109</c:v>
                </c:pt>
                <c:pt idx="2457">
                  <c:v>49.326324732729766</c:v>
                </c:pt>
                <c:pt idx="2458">
                  <c:v>49.324911861405269</c:v>
                </c:pt>
                <c:pt idx="2459">
                  <c:v>49.324221247386163</c:v>
                </c:pt>
                <c:pt idx="2460">
                  <c:v>49.321291608489119</c:v>
                </c:pt>
                <c:pt idx="2461">
                  <c:v>49.320659578436775</c:v>
                </c:pt>
                <c:pt idx="2462">
                  <c:v>49.320653746554733</c:v>
                </c:pt>
                <c:pt idx="2463">
                  <c:v>49.32013702453164</c:v>
                </c:pt>
                <c:pt idx="2464">
                  <c:v>49.319860088000837</c:v>
                </c:pt>
                <c:pt idx="2465">
                  <c:v>49.314005164885145</c:v>
                </c:pt>
                <c:pt idx="2466">
                  <c:v>49.312776023333249</c:v>
                </c:pt>
                <c:pt idx="2467">
                  <c:v>49.312699750107718</c:v>
                </c:pt>
                <c:pt idx="2468">
                  <c:v>49.311695871436342</c:v>
                </c:pt>
                <c:pt idx="2469">
                  <c:v>49.311141260570935</c:v>
                </c:pt>
                <c:pt idx="2470">
                  <c:v>49.307783380221757</c:v>
                </c:pt>
                <c:pt idx="2471">
                  <c:v>49.307065182402717</c:v>
                </c:pt>
                <c:pt idx="2472">
                  <c:v>49.307001506574032</c:v>
                </c:pt>
                <c:pt idx="2473">
                  <c:v>49.306441859263259</c:v>
                </c:pt>
                <c:pt idx="2474">
                  <c:v>49.306107847799581</c:v>
                </c:pt>
                <c:pt idx="2475">
                  <c:v>49.302070566306199</c:v>
                </c:pt>
                <c:pt idx="2476">
                  <c:v>49.301258702828413</c:v>
                </c:pt>
                <c:pt idx="2477">
                  <c:v>49.301206358514904</c:v>
                </c:pt>
                <c:pt idx="2478">
                  <c:v>49.300496033539368</c:v>
                </c:pt>
                <c:pt idx="2479">
                  <c:v>49.300070473731353</c:v>
                </c:pt>
                <c:pt idx="2480">
                  <c:v>49.293873229420214</c:v>
                </c:pt>
                <c:pt idx="2481">
                  <c:v>49.292553545570456</c:v>
                </c:pt>
                <c:pt idx="2482">
                  <c:v>49.292543114460202</c:v>
                </c:pt>
                <c:pt idx="2483">
                  <c:v>49.291420059278785</c:v>
                </c:pt>
                <c:pt idx="2484">
                  <c:v>49.290680127128837</c:v>
                </c:pt>
                <c:pt idx="2485">
                  <c:v>49.28198623530389</c:v>
                </c:pt>
                <c:pt idx="2486">
                  <c:v>49.280182875350043</c:v>
                </c:pt>
                <c:pt idx="2487">
                  <c:v>49.280117239423681</c:v>
                </c:pt>
                <c:pt idx="2488">
                  <c:v>49.278532265565161</c:v>
                </c:pt>
                <c:pt idx="2489">
                  <c:v>49.277599542154974</c:v>
                </c:pt>
                <c:pt idx="2490">
                  <c:v>49.270939978186135</c:v>
                </c:pt>
                <c:pt idx="2491">
                  <c:v>49.269488541460497</c:v>
                </c:pt>
                <c:pt idx="2492">
                  <c:v>49.269480699411226</c:v>
                </c:pt>
                <c:pt idx="2493">
                  <c:v>49.268249732966872</c:v>
                </c:pt>
                <c:pt idx="2494">
                  <c:v>49.2675411451429</c:v>
                </c:pt>
                <c:pt idx="2495">
                  <c:v>49.263052061300989</c:v>
                </c:pt>
                <c:pt idx="2496">
                  <c:v>49.262104725179967</c:v>
                </c:pt>
                <c:pt idx="2497">
                  <c:v>49.262102325613192</c:v>
                </c:pt>
                <c:pt idx="2498">
                  <c:v>49.261255638137769</c:v>
                </c:pt>
                <c:pt idx="2499">
                  <c:v>49.260832716858999</c:v>
                </c:pt>
                <c:pt idx="2500">
                  <c:v>49.255683496767858</c:v>
                </c:pt>
                <c:pt idx="2501">
                  <c:v>49.254607855894037</c:v>
                </c:pt>
                <c:pt idx="2502">
                  <c:v>49.254592733357939</c:v>
                </c:pt>
                <c:pt idx="2503">
                  <c:v>49.253656498213736</c:v>
                </c:pt>
                <c:pt idx="2504">
                  <c:v>49.253120714785268</c:v>
                </c:pt>
                <c:pt idx="2505">
                  <c:v>49.249555072182986</c:v>
                </c:pt>
                <c:pt idx="2506">
                  <c:v>49.248772243213004</c:v>
                </c:pt>
                <c:pt idx="2507">
                  <c:v>49.248770027361765</c:v>
                </c:pt>
                <c:pt idx="2508">
                  <c:v>49.248132978191386</c:v>
                </c:pt>
                <c:pt idx="2509">
                  <c:v>49.247757556897454</c:v>
                </c:pt>
                <c:pt idx="2510">
                  <c:v>49.245519717250097</c:v>
                </c:pt>
                <c:pt idx="2511">
                  <c:v>49.245027883151764</c:v>
                </c:pt>
                <c:pt idx="2512">
                  <c:v>49.245025336547521</c:v>
                </c:pt>
                <c:pt idx="2513">
                  <c:v>49.2446051847555</c:v>
                </c:pt>
                <c:pt idx="2514">
                  <c:v>49.244402116759659</c:v>
                </c:pt>
                <c:pt idx="2515">
                  <c:v>49.24126539554333</c:v>
                </c:pt>
                <c:pt idx="2516">
                  <c:v>49.240595122601547</c:v>
                </c:pt>
                <c:pt idx="2517">
                  <c:v>49.240590521099975</c:v>
                </c:pt>
                <c:pt idx="2518">
                  <c:v>49.24001933058738</c:v>
                </c:pt>
                <c:pt idx="2519">
                  <c:v>49.239708397883987</c:v>
                </c:pt>
                <c:pt idx="2520">
                  <c:v>49.23678055483478</c:v>
                </c:pt>
                <c:pt idx="2521">
                  <c:v>49.236181487874788</c:v>
                </c:pt>
                <c:pt idx="2522">
                  <c:v>49.236137728533485</c:v>
                </c:pt>
                <c:pt idx="2523">
                  <c:v>49.235629029915593</c:v>
                </c:pt>
                <c:pt idx="2524">
                  <c:v>49.235349382483946</c:v>
                </c:pt>
                <c:pt idx="2525">
                  <c:v>49.235797915340036</c:v>
                </c:pt>
                <c:pt idx="2526">
                  <c:v>49.235896936297948</c:v>
                </c:pt>
                <c:pt idx="2527">
                  <c:v>49.2358991100349</c:v>
                </c:pt>
                <c:pt idx="2528">
                  <c:v>49.235978422292469</c:v>
                </c:pt>
                <c:pt idx="2529">
                  <c:v>49.236021692675592</c:v>
                </c:pt>
                <c:pt idx="2530">
                  <c:v>49.237134187057194</c:v>
                </c:pt>
                <c:pt idx="2531">
                  <c:v>49.23736529321414</c:v>
                </c:pt>
                <c:pt idx="2532">
                  <c:v>49.237374612491593</c:v>
                </c:pt>
                <c:pt idx="2533">
                  <c:v>49.237564252826644</c:v>
                </c:pt>
                <c:pt idx="2534">
                  <c:v>49.237697744965089</c:v>
                </c:pt>
                <c:pt idx="2535">
                  <c:v>49.241047258414639</c:v>
                </c:pt>
                <c:pt idx="2536">
                  <c:v>49.241811058953743</c:v>
                </c:pt>
                <c:pt idx="2537">
                  <c:v>49.241838692931182</c:v>
                </c:pt>
                <c:pt idx="2538">
                  <c:v>49.24239655087888</c:v>
                </c:pt>
                <c:pt idx="2539">
                  <c:v>49.242725999408094</c:v>
                </c:pt>
                <c:pt idx="2540">
                  <c:v>49.241825870033303</c:v>
                </c:pt>
                <c:pt idx="2541">
                  <c:v>49.241649889578817</c:v>
                </c:pt>
                <c:pt idx="2542">
                  <c:v>49.241643948279915</c:v>
                </c:pt>
                <c:pt idx="2543">
                  <c:v>49.24147878046206</c:v>
                </c:pt>
                <c:pt idx="2544">
                  <c:v>49.241384485944138</c:v>
                </c:pt>
                <c:pt idx="2545">
                  <c:v>49.243173521765392</c:v>
                </c:pt>
                <c:pt idx="2546">
                  <c:v>49.243541014496536</c:v>
                </c:pt>
                <c:pt idx="2547">
                  <c:v>49.243565036816086</c:v>
                </c:pt>
                <c:pt idx="2548">
                  <c:v>49.243888383927647</c:v>
                </c:pt>
                <c:pt idx="2549">
                  <c:v>49.244067523295257</c:v>
                </c:pt>
                <c:pt idx="2550">
                  <c:v>49.245192501509869</c:v>
                </c:pt>
                <c:pt idx="2551">
                  <c:v>49.245424115070271</c:v>
                </c:pt>
                <c:pt idx="2552">
                  <c:v>49.245427858109849</c:v>
                </c:pt>
                <c:pt idx="2553">
                  <c:v>49.245641279122701</c:v>
                </c:pt>
                <c:pt idx="2554">
                  <c:v>49.245743653672548</c:v>
                </c:pt>
                <c:pt idx="2555">
                  <c:v>49.246428781221752</c:v>
                </c:pt>
                <c:pt idx="2556">
                  <c:v>49.246559608986097</c:v>
                </c:pt>
                <c:pt idx="2557">
                  <c:v>49.246559908205001</c:v>
                </c:pt>
                <c:pt idx="2558">
                  <c:v>49.246686344735252</c:v>
                </c:pt>
                <c:pt idx="2559">
                  <c:v>49.24675060234722</c:v>
                </c:pt>
                <c:pt idx="2560">
                  <c:v>49.247425611067683</c:v>
                </c:pt>
                <c:pt idx="2561">
                  <c:v>49.247568985678711</c:v>
                </c:pt>
                <c:pt idx="2562">
                  <c:v>49.247570175538399</c:v>
                </c:pt>
                <c:pt idx="2563">
                  <c:v>49.247695615282318</c:v>
                </c:pt>
                <c:pt idx="2564">
                  <c:v>49.247757556897454</c:v>
                </c:pt>
                <c:pt idx="2565">
                  <c:v>49.245301076044882</c:v>
                </c:pt>
                <c:pt idx="2566">
                  <c:v>49.24477044447454</c:v>
                </c:pt>
                <c:pt idx="2567">
                  <c:v>49.244766538224596</c:v>
                </c:pt>
                <c:pt idx="2568">
                  <c:v>49.244318518064723</c:v>
                </c:pt>
                <c:pt idx="2569">
                  <c:v>49.244067523295257</c:v>
                </c:pt>
                <c:pt idx="2570">
                  <c:v>49.242952185029196</c:v>
                </c:pt>
                <c:pt idx="2571">
                  <c:v>49.242710992493407</c:v>
                </c:pt>
                <c:pt idx="2572">
                  <c:v>49.242703839343839</c:v>
                </c:pt>
                <c:pt idx="2573">
                  <c:v>49.242496674371189</c:v>
                </c:pt>
                <c:pt idx="2574">
                  <c:v>49.242391409192066</c:v>
                </c:pt>
                <c:pt idx="2575">
                  <c:v>49.241941692354416</c:v>
                </c:pt>
                <c:pt idx="2576">
                  <c:v>49.241850623577875</c:v>
                </c:pt>
                <c:pt idx="2577">
                  <c:v>49.241846122115795</c:v>
                </c:pt>
                <c:pt idx="2578">
                  <c:v>49.241764089116892</c:v>
                </c:pt>
                <c:pt idx="2579">
                  <c:v>49.241722230705193</c:v>
                </c:pt>
                <c:pt idx="2580">
                  <c:v>49.240828263993201</c:v>
                </c:pt>
                <c:pt idx="2581">
                  <c:v>49.240636885306529</c:v>
                </c:pt>
                <c:pt idx="2582">
                  <c:v>49.240624694388529</c:v>
                </c:pt>
                <c:pt idx="2583">
                  <c:v>49.240466135079181</c:v>
                </c:pt>
                <c:pt idx="2584">
                  <c:v>49.240380725039131</c:v>
                </c:pt>
                <c:pt idx="2585">
                  <c:v>49.2376740470011</c:v>
                </c:pt>
                <c:pt idx="2586">
                  <c:v>49.237110315360887</c:v>
                </c:pt>
                <c:pt idx="2587">
                  <c:v>49.237069416048534</c:v>
                </c:pt>
                <c:pt idx="2588">
                  <c:v>49.236594187580891</c:v>
                </c:pt>
                <c:pt idx="2589">
                  <c:v>49.236356270553244</c:v>
                </c:pt>
                <c:pt idx="2590">
                  <c:v>49.236809296605024</c:v>
                </c:pt>
                <c:pt idx="2591">
                  <c:v>49.23690104078802</c:v>
                </c:pt>
                <c:pt idx="2592">
                  <c:v>49.236904702168054</c:v>
                </c:pt>
                <c:pt idx="2593">
                  <c:v>49.236982962744889</c:v>
                </c:pt>
                <c:pt idx="2594">
                  <c:v>49.237025428252082</c:v>
                </c:pt>
                <c:pt idx="2595">
                  <c:v>49.236573143717521</c:v>
                </c:pt>
                <c:pt idx="2596">
                  <c:v>49.236481214587307</c:v>
                </c:pt>
                <c:pt idx="2597">
                  <c:v>49.23648053030567</c:v>
                </c:pt>
                <c:pt idx="2598">
                  <c:v>49.236397285539013</c:v>
                </c:pt>
                <c:pt idx="2599">
                  <c:v>49.236356270553244</c:v>
                </c:pt>
                <c:pt idx="2600">
                  <c:v>49.235460034094281</c:v>
                </c:pt>
                <c:pt idx="2601">
                  <c:v>49.235269918814943</c:v>
                </c:pt>
                <c:pt idx="2602">
                  <c:v>49.235260114019077</c:v>
                </c:pt>
                <c:pt idx="2603">
                  <c:v>49.235098245000394</c:v>
                </c:pt>
                <c:pt idx="2604">
                  <c:v>49.235014806555739</c:v>
                </c:pt>
                <c:pt idx="2605">
                  <c:v>49.232783153904862</c:v>
                </c:pt>
                <c:pt idx="2606">
                  <c:v>49.23228928408281</c:v>
                </c:pt>
                <c:pt idx="2607">
                  <c:v>49.232258542758608</c:v>
                </c:pt>
                <c:pt idx="2608">
                  <c:v>49.231885791811372</c:v>
                </c:pt>
                <c:pt idx="2609">
                  <c:v>49.231662770268144</c:v>
                </c:pt>
                <c:pt idx="2610">
                  <c:v>49.232148019047322</c:v>
                </c:pt>
                <c:pt idx="2611">
                  <c:v>49.232203570064058</c:v>
                </c:pt>
                <c:pt idx="2612">
                  <c:v>49.232206788547373</c:v>
                </c:pt>
                <c:pt idx="2613">
                  <c:v>49.232293722118015</c:v>
                </c:pt>
                <c:pt idx="2614">
                  <c:v>49.232331909795903</c:v>
                </c:pt>
                <c:pt idx="2615">
                  <c:v>49.235218630867251</c:v>
                </c:pt>
                <c:pt idx="2616">
                  <c:v>49.235865571892006</c:v>
                </c:pt>
                <c:pt idx="2617">
                  <c:v>49.235913076267359</c:v>
                </c:pt>
                <c:pt idx="2618">
                  <c:v>49.236439755894168</c:v>
                </c:pt>
                <c:pt idx="2619">
                  <c:v>49.236690849078741</c:v>
                </c:pt>
                <c:pt idx="2620">
                  <c:v>49.23999891731421</c:v>
                </c:pt>
                <c:pt idx="2621">
                  <c:v>49.240743843633147</c:v>
                </c:pt>
                <c:pt idx="2622">
                  <c:v>49.240760984301687</c:v>
                </c:pt>
                <c:pt idx="2623">
                  <c:v>49.241398647581725</c:v>
                </c:pt>
                <c:pt idx="2624">
                  <c:v>49.241722230705193</c:v>
                </c:pt>
                <c:pt idx="2625">
                  <c:v>49.246366376261228</c:v>
                </c:pt>
                <c:pt idx="2626">
                  <c:v>49.247393045848803</c:v>
                </c:pt>
                <c:pt idx="2627">
                  <c:v>49.247428955323784</c:v>
                </c:pt>
                <c:pt idx="2628">
                  <c:v>49.248357691005999</c:v>
                </c:pt>
                <c:pt idx="2629">
                  <c:v>49.24876136069912</c:v>
                </c:pt>
                <c:pt idx="2630">
                  <c:v>49.252990746408088</c:v>
                </c:pt>
                <c:pt idx="2631">
                  <c:v>49.253906609716488</c:v>
                </c:pt>
                <c:pt idx="2632">
                  <c:v>49.253949639328958</c:v>
                </c:pt>
                <c:pt idx="2633">
                  <c:v>49.254772017457526</c:v>
                </c:pt>
                <c:pt idx="2634">
                  <c:v>49.255131547400254</c:v>
                </c:pt>
                <c:pt idx="2635">
                  <c:v>49.256030922368879</c:v>
                </c:pt>
                <c:pt idx="2636">
                  <c:v>49.256219292562299</c:v>
                </c:pt>
                <c:pt idx="2637">
                  <c:v>49.256237235476114</c:v>
                </c:pt>
                <c:pt idx="2638">
                  <c:v>49.256398586372633</c:v>
                </c:pt>
                <c:pt idx="2639">
                  <c:v>49.256473167762522</c:v>
                </c:pt>
                <c:pt idx="2640">
                  <c:v>49.255575779652553</c:v>
                </c:pt>
                <c:pt idx="2641">
                  <c:v>49.255383321777771</c:v>
                </c:pt>
                <c:pt idx="2642">
                  <c:v>49.255363959055664</c:v>
                </c:pt>
                <c:pt idx="2643">
                  <c:v>49.255219845912386</c:v>
                </c:pt>
                <c:pt idx="2644">
                  <c:v>49.255131547400254</c:v>
                </c:pt>
                <c:pt idx="2645">
                  <c:v>49.253552465916663</c:v>
                </c:pt>
                <c:pt idx="2646">
                  <c:v>49.25322385520635</c:v>
                </c:pt>
                <c:pt idx="2647">
                  <c:v>49.253194580553092</c:v>
                </c:pt>
                <c:pt idx="2648">
                  <c:v>49.252938536963029</c:v>
                </c:pt>
                <c:pt idx="2649">
                  <c:v>49.252786104412451</c:v>
                </c:pt>
                <c:pt idx="2650">
                  <c:v>49.254143438606583</c:v>
                </c:pt>
                <c:pt idx="2651">
                  <c:v>49.25440980294487</c:v>
                </c:pt>
                <c:pt idx="2652">
                  <c:v>49.254442046768531</c:v>
                </c:pt>
                <c:pt idx="2653">
                  <c:v>49.254675419872477</c:v>
                </c:pt>
                <c:pt idx="2654">
                  <c:v>49.254796933125021</c:v>
                </c:pt>
                <c:pt idx="2655">
                  <c:v>49.256111261593965</c:v>
                </c:pt>
                <c:pt idx="2656">
                  <c:v>49.256390314818546</c:v>
                </c:pt>
                <c:pt idx="2657">
                  <c:v>49.256402789249286</c:v>
                </c:pt>
                <c:pt idx="2658">
                  <c:v>49.256625855048135</c:v>
                </c:pt>
                <c:pt idx="2659">
                  <c:v>49.256810942063908</c:v>
                </c:pt>
                <c:pt idx="2660">
                  <c:v>49.255926259932444</c:v>
                </c:pt>
                <c:pt idx="2661">
                  <c:v>49.255728860449238</c:v>
                </c:pt>
                <c:pt idx="2662">
                  <c:v>49.255714282312219</c:v>
                </c:pt>
                <c:pt idx="2663">
                  <c:v>49.255547234597202</c:v>
                </c:pt>
                <c:pt idx="2664">
                  <c:v>49.255469319072688</c:v>
                </c:pt>
                <c:pt idx="2665">
                  <c:v>49.257933627332044</c:v>
                </c:pt>
                <c:pt idx="2666">
                  <c:v>49.258458600842175</c:v>
                </c:pt>
                <c:pt idx="2667">
                  <c:v>49.258500292950025</c:v>
                </c:pt>
                <c:pt idx="2668">
                  <c:v>49.25896515856514</c:v>
                </c:pt>
                <c:pt idx="2669">
                  <c:v>49.259156439817446</c:v>
                </c:pt>
                <c:pt idx="2670">
                  <c:v>49.264690296712843</c:v>
                </c:pt>
                <c:pt idx="2671">
                  <c:v>49.265877257374157</c:v>
                </c:pt>
                <c:pt idx="2672">
                  <c:v>49.265999877637661</c:v>
                </c:pt>
                <c:pt idx="2673">
                  <c:v>49.267035677813965</c:v>
                </c:pt>
                <c:pt idx="2674">
                  <c:v>49.2675411451429</c:v>
                </c:pt>
                <c:pt idx="2675">
                  <c:v>49.273260218495537</c:v>
                </c:pt>
                <c:pt idx="2676">
                  <c:v>49.274520379750086</c:v>
                </c:pt>
                <c:pt idx="2677">
                  <c:v>49.274672028970514</c:v>
                </c:pt>
                <c:pt idx="2678">
                  <c:v>49.27568993023543</c:v>
                </c:pt>
                <c:pt idx="2679">
                  <c:v>49.276257757140627</c:v>
                </c:pt>
                <c:pt idx="2680">
                  <c:v>49.278230339415721</c:v>
                </c:pt>
                <c:pt idx="2681">
                  <c:v>49.278652636789104</c:v>
                </c:pt>
                <c:pt idx="2682">
                  <c:v>49.278701317584819</c:v>
                </c:pt>
                <c:pt idx="2683">
                  <c:v>49.279068432856512</c:v>
                </c:pt>
                <c:pt idx="2684">
                  <c:v>49.279275998854416</c:v>
                </c:pt>
                <c:pt idx="2685">
                  <c:v>49.28125746285199</c:v>
                </c:pt>
                <c:pt idx="2686">
                  <c:v>49.28167457032599</c:v>
                </c:pt>
                <c:pt idx="2687">
                  <c:v>49.281753353836478</c:v>
                </c:pt>
                <c:pt idx="2688">
                  <c:v>49.282098111518067</c:v>
                </c:pt>
                <c:pt idx="2689">
                  <c:v>49.282294293570828</c:v>
                </c:pt>
                <c:pt idx="2690">
                  <c:v>49.284703410510545</c:v>
                </c:pt>
                <c:pt idx="2691">
                  <c:v>49.285223661171194</c:v>
                </c:pt>
                <c:pt idx="2692">
                  <c:v>49.285301094631514</c:v>
                </c:pt>
                <c:pt idx="2693">
                  <c:v>49.285733160081413</c:v>
                </c:pt>
                <c:pt idx="2694">
                  <c:v>49.28598514651685</c:v>
                </c:pt>
                <c:pt idx="2695">
                  <c:v>49.289288742098265</c:v>
                </c:pt>
                <c:pt idx="2696">
                  <c:v>49.289977922477313</c:v>
                </c:pt>
                <c:pt idx="2697">
                  <c:v>49.290054387101769</c:v>
                </c:pt>
                <c:pt idx="2698">
                  <c:v>49.290661491308768</c:v>
                </c:pt>
                <c:pt idx="2699">
                  <c:v>49.291014811214609</c:v>
                </c:pt>
                <c:pt idx="2700">
                  <c:v>49.294982100758787</c:v>
                </c:pt>
                <c:pt idx="2701">
                  <c:v>49.295839733809231</c:v>
                </c:pt>
                <c:pt idx="2702">
                  <c:v>49.295912627575369</c:v>
                </c:pt>
                <c:pt idx="2703">
                  <c:v>49.296638424105808</c:v>
                </c:pt>
                <c:pt idx="2704">
                  <c:v>49.297051866435993</c:v>
                </c:pt>
                <c:pt idx="2705">
                  <c:v>49.295943705847804</c:v>
                </c:pt>
                <c:pt idx="2706">
                  <c:v>49.295715662531833</c:v>
                </c:pt>
                <c:pt idx="2707">
                  <c:v>49.295686434128676</c:v>
                </c:pt>
                <c:pt idx="2708">
                  <c:v>49.295492800142831</c:v>
                </c:pt>
                <c:pt idx="2709">
                  <c:v>49.295375236173129</c:v>
                </c:pt>
                <c:pt idx="2710">
                  <c:v>49.292055709413887</c:v>
                </c:pt>
                <c:pt idx="2711">
                  <c:v>49.291331409082979</c:v>
                </c:pt>
                <c:pt idx="2712">
                  <c:v>49.29130013832247</c:v>
                </c:pt>
                <c:pt idx="2713">
                  <c:v>49.290679454607044</c:v>
                </c:pt>
                <c:pt idx="2714">
                  <c:v>49.290345443695628</c:v>
                </c:pt>
                <c:pt idx="2715">
                  <c:v>49.289892913082255</c:v>
                </c:pt>
                <c:pt idx="2716">
                  <c:v>49.289802741869245</c:v>
                </c:pt>
                <c:pt idx="2717">
                  <c:v>49.289799538712039</c:v>
                </c:pt>
                <c:pt idx="2718">
                  <c:v>49.289717403842452</c:v>
                </c:pt>
                <c:pt idx="2719">
                  <c:v>49.289672921411636</c:v>
                </c:pt>
                <c:pt idx="2720">
                  <c:v>49.283865897668228</c:v>
                </c:pt>
                <c:pt idx="2721">
                  <c:v>49.282680898248515</c:v>
                </c:pt>
                <c:pt idx="2722">
                  <c:v>49.282584097056414</c:v>
                </c:pt>
                <c:pt idx="2723">
                  <c:v>49.281493054599245</c:v>
                </c:pt>
                <c:pt idx="2724">
                  <c:v>49.280955629120967</c:v>
                </c:pt>
                <c:pt idx="2725">
                  <c:v>49.277392193393112</c:v>
                </c:pt>
                <c:pt idx="2726">
                  <c:v>49.276632346860247</c:v>
                </c:pt>
                <c:pt idx="2727">
                  <c:v>49.276561161294929</c:v>
                </c:pt>
                <c:pt idx="2728">
                  <c:v>49.275916543152526</c:v>
                </c:pt>
                <c:pt idx="2729">
                  <c:v>49.275588447118423</c:v>
                </c:pt>
                <c:pt idx="2730">
                  <c:v>49.274253722133118</c:v>
                </c:pt>
                <c:pt idx="2731">
                  <c:v>49.273968721898804</c:v>
                </c:pt>
                <c:pt idx="2732">
                  <c:v>49.273932439997282</c:v>
                </c:pt>
                <c:pt idx="2733">
                  <c:v>49.273698040082181</c:v>
                </c:pt>
                <c:pt idx="2734">
                  <c:v>49.273577375602258</c:v>
                </c:pt>
                <c:pt idx="2735">
                  <c:v>49.271135253028135</c:v>
                </c:pt>
                <c:pt idx="2736">
                  <c:v>49.270609007233872</c:v>
                </c:pt>
                <c:pt idx="2737">
                  <c:v>49.270532352648935</c:v>
                </c:pt>
                <c:pt idx="2738">
                  <c:v>49.270105787211264</c:v>
                </c:pt>
                <c:pt idx="2739">
                  <c:v>49.269886789041664</c:v>
                </c:pt>
                <c:pt idx="2740">
                  <c:v>49.266793930828094</c:v>
                </c:pt>
                <c:pt idx="2741">
                  <c:v>49.266125301652551</c:v>
                </c:pt>
                <c:pt idx="2742">
                  <c:v>49.265995821058354</c:v>
                </c:pt>
                <c:pt idx="2743">
                  <c:v>49.265517553209747</c:v>
                </c:pt>
                <c:pt idx="2744">
                  <c:v>49.265192376282869</c:v>
                </c:pt>
                <c:pt idx="2745">
                  <c:v>49.260336095889734</c:v>
                </c:pt>
                <c:pt idx="2746">
                  <c:v>49.259259252134527</c:v>
                </c:pt>
                <c:pt idx="2747">
                  <c:v>49.259133759701221</c:v>
                </c:pt>
                <c:pt idx="2748">
                  <c:v>49.258303191625465</c:v>
                </c:pt>
                <c:pt idx="2749">
                  <c:v>49.257814798567665</c:v>
                </c:pt>
                <c:pt idx="2750">
                  <c:v>49.256271262333129</c:v>
                </c:pt>
                <c:pt idx="2751">
                  <c:v>49.255931664020345</c:v>
                </c:pt>
                <c:pt idx="2752">
                  <c:v>49.255884838305647</c:v>
                </c:pt>
                <c:pt idx="2753">
                  <c:v>49.255624792632403</c:v>
                </c:pt>
                <c:pt idx="2754">
                  <c:v>49.255469319072688</c:v>
                </c:pt>
                <c:pt idx="2755">
                  <c:v>49.253914027161493</c:v>
                </c:pt>
                <c:pt idx="2756">
                  <c:v>49.253580694926598</c:v>
                </c:pt>
                <c:pt idx="2757">
                  <c:v>49.253542932234964</c:v>
                </c:pt>
                <c:pt idx="2758">
                  <c:v>49.25328613926348</c:v>
                </c:pt>
                <c:pt idx="2759">
                  <c:v>49.253120714785268</c:v>
                </c:pt>
                <c:pt idx="2760">
                  <c:v>49.251327454826026</c:v>
                </c:pt>
                <c:pt idx="2761">
                  <c:v>49.250969807248644</c:v>
                </c:pt>
                <c:pt idx="2762">
                  <c:v>49.25091463596241</c:v>
                </c:pt>
                <c:pt idx="2763">
                  <c:v>49.250612786321369</c:v>
                </c:pt>
                <c:pt idx="2764">
                  <c:v>49.250437536669608</c:v>
                </c:pt>
                <c:pt idx="2765">
                  <c:v>49.248000333597979</c:v>
                </c:pt>
                <c:pt idx="2766">
                  <c:v>49.247480085772665</c:v>
                </c:pt>
                <c:pt idx="2767">
                  <c:v>49.24742627249465</c:v>
                </c:pt>
                <c:pt idx="2768">
                  <c:v>49.247000751161274</c:v>
                </c:pt>
                <c:pt idx="2769">
                  <c:v>49.24675060234722</c:v>
                </c:pt>
                <c:pt idx="2770">
                  <c:v>49.245201079831958</c:v>
                </c:pt>
                <c:pt idx="2771">
                  <c:v>49.244867282251462</c:v>
                </c:pt>
                <c:pt idx="2772">
                  <c:v>49.244835064578339</c:v>
                </c:pt>
                <c:pt idx="2773">
                  <c:v>49.244553490871162</c:v>
                </c:pt>
                <c:pt idx="2774">
                  <c:v>49.244402116759659</c:v>
                </c:pt>
                <c:pt idx="2775">
                  <c:v>49.243292458623756</c:v>
                </c:pt>
                <c:pt idx="2776">
                  <c:v>49.243048898971814</c:v>
                </c:pt>
                <c:pt idx="2777">
                  <c:v>49.24302674335361</c:v>
                </c:pt>
                <c:pt idx="2778">
                  <c:v>49.242824172641143</c:v>
                </c:pt>
                <c:pt idx="2779">
                  <c:v>49.242725999408094</c:v>
                </c:pt>
                <c:pt idx="2780">
                  <c:v>49.240705826460513</c:v>
                </c:pt>
                <c:pt idx="2781">
                  <c:v>49.24028086244207</c:v>
                </c:pt>
                <c:pt idx="2782">
                  <c:v>49.240237910772613</c:v>
                </c:pt>
                <c:pt idx="2783">
                  <c:v>49.239864594651998</c:v>
                </c:pt>
                <c:pt idx="2784">
                  <c:v>49.239708397883987</c:v>
                </c:pt>
                <c:pt idx="2785">
                  <c:v>49.237251244533226</c:v>
                </c:pt>
                <c:pt idx="2786">
                  <c:v>49.236726951494255</c:v>
                </c:pt>
                <c:pt idx="2787">
                  <c:v>49.236680604043194</c:v>
                </c:pt>
                <c:pt idx="2788">
                  <c:v>49.236219284713052</c:v>
                </c:pt>
                <c:pt idx="2789">
                  <c:v>49.236021692675592</c:v>
                </c:pt>
                <c:pt idx="2790">
                  <c:v>49.234015415680418</c:v>
                </c:pt>
                <c:pt idx="2791">
                  <c:v>49.23358239162841</c:v>
                </c:pt>
                <c:pt idx="2792">
                  <c:v>49.233529412296839</c:v>
                </c:pt>
                <c:pt idx="2793">
                  <c:v>49.233037376974565</c:v>
                </c:pt>
                <c:pt idx="2794">
                  <c:v>49.23300420825052</c:v>
                </c:pt>
                <c:pt idx="2795">
                  <c:v>49.231464344168323</c:v>
                </c:pt>
                <c:pt idx="2796">
                  <c:v>49.231135030872508</c:v>
                </c:pt>
                <c:pt idx="2797">
                  <c:v>49.231091361165682</c:v>
                </c:pt>
                <c:pt idx="2798">
                  <c:v>49.230800059771376</c:v>
                </c:pt>
                <c:pt idx="2799">
                  <c:v>49.230655909537916</c:v>
                </c:pt>
                <c:pt idx="2800">
                  <c:v>49.228874108576996</c:v>
                </c:pt>
                <c:pt idx="2801">
                  <c:v>49.228496913643724</c:v>
                </c:pt>
                <c:pt idx="2802">
                  <c:v>49.228447731266385</c:v>
                </c:pt>
                <c:pt idx="2803">
                  <c:v>49.228110687327565</c:v>
                </c:pt>
                <c:pt idx="2804">
                  <c:v>49.227973080413904</c:v>
                </c:pt>
                <c:pt idx="2805">
                  <c:v>49.226859177525547</c:v>
                </c:pt>
                <c:pt idx="2806">
                  <c:v>49.226626651542809</c:v>
                </c:pt>
                <c:pt idx="2807">
                  <c:v>49.226592884940558</c:v>
                </c:pt>
                <c:pt idx="2808">
                  <c:v>49.226394873187914</c:v>
                </c:pt>
                <c:pt idx="2809">
                  <c:v>49.226297122395806</c:v>
                </c:pt>
                <c:pt idx="2810">
                  <c:v>49.228286093030768</c:v>
                </c:pt>
                <c:pt idx="2811">
                  <c:v>49.228703360251515</c:v>
                </c:pt>
                <c:pt idx="2812">
                  <c:v>49.228770743089484</c:v>
                </c:pt>
                <c:pt idx="2813">
                  <c:v>49.229118400131171</c:v>
                </c:pt>
                <c:pt idx="2814">
                  <c:v>49.229314489773742</c:v>
                </c:pt>
                <c:pt idx="2815">
                  <c:v>49.231746839580893</c:v>
                </c:pt>
                <c:pt idx="2816">
                  <c:v>49.232275366603709</c:v>
                </c:pt>
                <c:pt idx="2817">
                  <c:v>49.232341045492852</c:v>
                </c:pt>
                <c:pt idx="2818">
                  <c:v>49.232776809051622</c:v>
                </c:pt>
                <c:pt idx="2819">
                  <c:v>49.23300420825052</c:v>
                </c:pt>
                <c:pt idx="2820">
                  <c:v>49.235106099150265</c:v>
                </c:pt>
                <c:pt idx="2821">
                  <c:v>49.235552406208804</c:v>
                </c:pt>
                <c:pt idx="2822">
                  <c:v>49.2355837204206</c:v>
                </c:pt>
                <c:pt idx="2823">
                  <c:v>49.235934646035879</c:v>
                </c:pt>
                <c:pt idx="2824">
                  <c:v>49.236356270553244</c:v>
                </c:pt>
                <c:pt idx="2825">
                  <c:v>49.235941224506703</c:v>
                </c:pt>
                <c:pt idx="2826">
                  <c:v>49.235844785717731</c:v>
                </c:pt>
                <c:pt idx="2827">
                  <c:v>49.235832363517972</c:v>
                </c:pt>
                <c:pt idx="2828">
                  <c:v>49.235749467125011</c:v>
                </c:pt>
                <c:pt idx="2829">
                  <c:v>49.235687115445785</c:v>
                </c:pt>
                <c:pt idx="2830">
                  <c:v>49.234367996800295</c:v>
                </c:pt>
                <c:pt idx="2831">
                  <c:v>49.234069196895192</c:v>
                </c:pt>
                <c:pt idx="2832">
                  <c:v>49.234048252352849</c:v>
                </c:pt>
                <c:pt idx="2833">
                  <c:v>49.233781230294944</c:v>
                </c:pt>
                <c:pt idx="2834">
                  <c:v>49.233673352970584</c:v>
                </c:pt>
                <c:pt idx="2835">
                  <c:v>49.231860543788684</c:v>
                </c:pt>
                <c:pt idx="2836">
                  <c:v>49.231492924077045</c:v>
                </c:pt>
                <c:pt idx="2837">
                  <c:v>49.231372992506067</c:v>
                </c:pt>
                <c:pt idx="2838">
                  <c:v>49.231147804175635</c:v>
                </c:pt>
                <c:pt idx="2839">
                  <c:v>49.23099047702982</c:v>
                </c:pt>
                <c:pt idx="2840">
                  <c:v>49.227750895396348</c:v>
                </c:pt>
                <c:pt idx="2841">
                  <c:v>49.227201527469894</c:v>
                </c:pt>
                <c:pt idx="2842">
                  <c:v>49.227166660676701</c:v>
                </c:pt>
                <c:pt idx="2843">
                  <c:v>49.226556984887154</c:v>
                </c:pt>
                <c:pt idx="2844">
                  <c:v>49.226297122395806</c:v>
                </c:pt>
                <c:pt idx="2845">
                  <c:v>49.22540158300091</c:v>
                </c:pt>
                <c:pt idx="2846">
                  <c:v>49.225208412413394</c:v>
                </c:pt>
                <c:pt idx="2847">
                  <c:v>49.225197075500944</c:v>
                </c:pt>
                <c:pt idx="2848">
                  <c:v>49.225025649474411</c:v>
                </c:pt>
                <c:pt idx="2849">
                  <c:v>49.224955736432548</c:v>
                </c:pt>
                <c:pt idx="2850">
                  <c:v>49.225624693540567</c:v>
                </c:pt>
                <c:pt idx="2851">
                  <c:v>49.225769263543228</c:v>
                </c:pt>
                <c:pt idx="2852">
                  <c:v>49.225780110465166</c:v>
                </c:pt>
                <c:pt idx="2853">
                  <c:v>49.225909928698357</c:v>
                </c:pt>
                <c:pt idx="2854">
                  <c:v>49.225962563982193</c:v>
                </c:pt>
                <c:pt idx="2855">
                  <c:v>49.228185883504942</c:v>
                </c:pt>
                <c:pt idx="2856">
                  <c:v>49.228661676547389</c:v>
                </c:pt>
                <c:pt idx="2857">
                  <c:v>49.228693102232874</c:v>
                </c:pt>
                <c:pt idx="2858">
                  <c:v>49.229142815135816</c:v>
                </c:pt>
                <c:pt idx="2859">
                  <c:v>49.229314489773742</c:v>
                </c:pt>
                <c:pt idx="2860">
                  <c:v>49.231984718421835</c:v>
                </c:pt>
                <c:pt idx="2861">
                  <c:v>49.232557560369465</c:v>
                </c:pt>
                <c:pt idx="2862">
                  <c:v>49.232627907731555</c:v>
                </c:pt>
                <c:pt idx="2863">
                  <c:v>49.233117020415897</c:v>
                </c:pt>
                <c:pt idx="2864">
                  <c:v>49.233338780286772</c:v>
                </c:pt>
                <c:pt idx="2865">
                  <c:v>49.234911580320677</c:v>
                </c:pt>
                <c:pt idx="2866">
                  <c:v>49.235241707000185</c:v>
                </c:pt>
                <c:pt idx="2867">
                  <c:v>49.23527418710578</c:v>
                </c:pt>
                <c:pt idx="2868">
                  <c:v>49.235549899642244</c:v>
                </c:pt>
                <c:pt idx="2869">
                  <c:v>49.235687115445785</c:v>
                </c:pt>
                <c:pt idx="2870">
                  <c:v>49.235467019409725</c:v>
                </c:pt>
                <c:pt idx="2871">
                  <c:v>49.235421476893144</c:v>
                </c:pt>
                <c:pt idx="2872">
                  <c:v>49.23541475386714</c:v>
                </c:pt>
                <c:pt idx="2873">
                  <c:v>49.235376105422262</c:v>
                </c:pt>
                <c:pt idx="2874">
                  <c:v>49.235349382483946</c:v>
                </c:pt>
                <c:pt idx="2875">
                  <c:v>49.235349382483946</c:v>
                </c:pt>
                <c:pt idx="2876">
                  <c:v>49.235349382483946</c:v>
                </c:pt>
                <c:pt idx="2877">
                  <c:v>49.235349382483946</c:v>
                </c:pt>
                <c:pt idx="2878">
                  <c:v>49.235349382483946</c:v>
                </c:pt>
                <c:pt idx="2879">
                  <c:v>49.235349382483946</c:v>
                </c:pt>
                <c:pt idx="2880">
                  <c:v>49.234903869095277</c:v>
                </c:pt>
                <c:pt idx="2881">
                  <c:v>49.234809857811847</c:v>
                </c:pt>
                <c:pt idx="2882">
                  <c:v>49.234803485146088</c:v>
                </c:pt>
                <c:pt idx="2883">
                  <c:v>49.234719442067103</c:v>
                </c:pt>
                <c:pt idx="2884">
                  <c:v>49.234680231275263</c:v>
                </c:pt>
                <c:pt idx="2885">
                  <c:v>49.231337372544573</c:v>
                </c:pt>
                <c:pt idx="2886">
                  <c:v>49.230625844291787</c:v>
                </c:pt>
                <c:pt idx="2887">
                  <c:v>49.23058320180278</c:v>
                </c:pt>
                <c:pt idx="2888">
                  <c:v>49.229999859678976</c:v>
                </c:pt>
                <c:pt idx="2889">
                  <c:v>49.229652210946085</c:v>
                </c:pt>
                <c:pt idx="2890">
                  <c:v>49.230315629538417</c:v>
                </c:pt>
                <c:pt idx="2891">
                  <c:v>49.230463660941524</c:v>
                </c:pt>
                <c:pt idx="2892">
                  <c:v>49.230477539753977</c:v>
                </c:pt>
                <c:pt idx="2893">
                  <c:v>49.230592313718986</c:v>
                </c:pt>
                <c:pt idx="2894">
                  <c:v>49.230655909537916</c:v>
                </c:pt>
                <c:pt idx="2895">
                  <c:v>49.228871492260275</c:v>
                </c:pt>
                <c:pt idx="2896">
                  <c:v>49.228491967707434</c:v>
                </c:pt>
                <c:pt idx="2897">
                  <c:v>49.228459994183396</c:v>
                </c:pt>
                <c:pt idx="2898">
                  <c:v>49.228104431600258</c:v>
                </c:pt>
                <c:pt idx="2899">
                  <c:v>49.227973080413904</c:v>
                </c:pt>
                <c:pt idx="2900">
                  <c:v>49.230876236216993</c:v>
                </c:pt>
                <c:pt idx="2901">
                  <c:v>49.23151658891868</c:v>
                </c:pt>
                <c:pt idx="2902">
                  <c:v>49.231572988839858</c:v>
                </c:pt>
                <c:pt idx="2903">
                  <c:v>49.232097162596112</c:v>
                </c:pt>
                <c:pt idx="2904">
                  <c:v>49.232331909795903</c:v>
                </c:pt>
                <c:pt idx="2905">
                  <c:v>49.2318877208507</c:v>
                </c:pt>
                <c:pt idx="2906">
                  <c:v>49.231785328679642</c:v>
                </c:pt>
                <c:pt idx="2907">
                  <c:v>49.231773750177453</c:v>
                </c:pt>
                <c:pt idx="2908">
                  <c:v>49.231697873463048</c:v>
                </c:pt>
                <c:pt idx="2909">
                  <c:v>49.231662770268144</c:v>
                </c:pt>
                <c:pt idx="2910">
                  <c:v>49.232999275448172</c:v>
                </c:pt>
                <c:pt idx="2911">
                  <c:v>49.233280473569593</c:v>
                </c:pt>
                <c:pt idx="2912">
                  <c:v>49.233329204967099</c:v>
                </c:pt>
                <c:pt idx="2913">
                  <c:v>49.233572576664116</c:v>
                </c:pt>
                <c:pt idx="2914">
                  <c:v>49.233673352970584</c:v>
                </c:pt>
                <c:pt idx="2915">
                  <c:v>49.232119528131179</c:v>
                </c:pt>
                <c:pt idx="2916">
                  <c:v>49.231787555864059</c:v>
                </c:pt>
                <c:pt idx="2917">
                  <c:v>49.231740712022606</c:v>
                </c:pt>
                <c:pt idx="2918">
                  <c:v>49.231473934493671</c:v>
                </c:pt>
                <c:pt idx="2919">
                  <c:v>49.231328201475378</c:v>
                </c:pt>
                <c:pt idx="2920">
                  <c:v>49.227103816764235</c:v>
                </c:pt>
                <c:pt idx="2921">
                  <c:v>49.226207215882226</c:v>
                </c:pt>
                <c:pt idx="2922">
                  <c:v>49.226095469448275</c:v>
                </c:pt>
                <c:pt idx="2923">
                  <c:v>49.225359485809705</c:v>
                </c:pt>
                <c:pt idx="2924">
                  <c:v>49.224955736432548</c:v>
                </c:pt>
                <c:pt idx="2925">
                  <c:v>49.222965153739295</c:v>
                </c:pt>
                <c:pt idx="2926">
                  <c:v>49.222540789960156</c:v>
                </c:pt>
                <c:pt idx="2927">
                  <c:v>49.222478127799214</c:v>
                </c:pt>
                <c:pt idx="2928">
                  <c:v>49.222116048546575</c:v>
                </c:pt>
                <c:pt idx="2929">
                  <c:v>49.221938445064211</c:v>
                </c:pt>
                <c:pt idx="2930">
                  <c:v>49.221043260429198</c:v>
                </c:pt>
                <c:pt idx="2931">
                  <c:v>49.220858861688718</c:v>
                </c:pt>
                <c:pt idx="2932">
                  <c:v>49.220835431271645</c:v>
                </c:pt>
                <c:pt idx="2933">
                  <c:v>49.220672857001489</c:v>
                </c:pt>
                <c:pt idx="2934">
                  <c:v>49.220600248992355</c:v>
                </c:pt>
                <c:pt idx="2935">
                  <c:v>49.218574415274702</c:v>
                </c:pt>
                <c:pt idx="2936">
                  <c:v>49.218189253789454</c:v>
                </c:pt>
                <c:pt idx="2937">
                  <c:v>49.218122687301189</c:v>
                </c:pt>
                <c:pt idx="2938">
                  <c:v>49.217800512685926</c:v>
                </c:pt>
                <c:pt idx="2939">
                  <c:v>49.217583033533401</c:v>
                </c:pt>
                <c:pt idx="2940">
                  <c:v>49.217360189350011</c:v>
                </c:pt>
                <c:pt idx="2941">
                  <c:v>49.217314429533076</c:v>
                </c:pt>
                <c:pt idx="2942">
                  <c:v>49.217310488604866</c:v>
                </c:pt>
                <c:pt idx="2943">
                  <c:v>49.217272234738878</c:v>
                </c:pt>
                <c:pt idx="2944">
                  <c:v>49.217245335910945</c:v>
                </c:pt>
                <c:pt idx="2945">
                  <c:v>49.216349186648713</c:v>
                </c:pt>
                <c:pt idx="2946">
                  <c:v>49.216161410638335</c:v>
                </c:pt>
                <c:pt idx="2947">
                  <c:v>49.216146404134143</c:v>
                </c:pt>
                <c:pt idx="2948">
                  <c:v>49.215984479309029</c:v>
                </c:pt>
                <c:pt idx="2949">
                  <c:v>49.215904020079734</c:v>
                </c:pt>
                <c:pt idx="2950">
                  <c:v>49.211388945864655</c:v>
                </c:pt>
                <c:pt idx="2951">
                  <c:v>49.210509823163811</c:v>
                </c:pt>
                <c:pt idx="2952">
                  <c:v>49.210400532896365</c:v>
                </c:pt>
                <c:pt idx="2953">
                  <c:v>49.209663328413356</c:v>
                </c:pt>
                <c:pt idx="2954">
                  <c:v>49.209200752568165</c:v>
                </c:pt>
                <c:pt idx="2955">
                  <c:v>49.201993268780626</c:v>
                </c:pt>
                <c:pt idx="2956">
                  <c:v>49.200487509585031</c:v>
                </c:pt>
                <c:pt idx="2957">
                  <c:v>49.200412401655292</c:v>
                </c:pt>
                <c:pt idx="2958">
                  <c:v>49.199161327394279</c:v>
                </c:pt>
                <c:pt idx="2959">
                  <c:v>49.19847417005974</c:v>
                </c:pt>
                <c:pt idx="2960">
                  <c:v>49.189517722219151</c:v>
                </c:pt>
                <c:pt idx="2961">
                  <c:v>49.187584049626196</c:v>
                </c:pt>
                <c:pt idx="2962">
                  <c:v>49.187446317222438</c:v>
                </c:pt>
                <c:pt idx="2963">
                  <c:v>49.185962878630718</c:v>
                </c:pt>
                <c:pt idx="2964">
                  <c:v>49.185066084849211</c:v>
                </c:pt>
                <c:pt idx="2965">
                  <c:v>49.181384313892373</c:v>
                </c:pt>
                <c:pt idx="2966">
                  <c:v>49.180691325125018</c:v>
                </c:pt>
                <c:pt idx="2967">
                  <c:v>49.180646536239195</c:v>
                </c:pt>
                <c:pt idx="2968">
                  <c:v>49.17998787298761</c:v>
                </c:pt>
                <c:pt idx="2969">
                  <c:v>49.179701878152969</c:v>
                </c:pt>
                <c:pt idx="2970">
                  <c:v>49.18037259584051</c:v>
                </c:pt>
                <c:pt idx="2971">
                  <c:v>49.180521334937538</c:v>
                </c:pt>
                <c:pt idx="2972">
                  <c:v>49.180530152918145</c:v>
                </c:pt>
                <c:pt idx="2973">
                  <c:v>49.180657569424675</c:v>
                </c:pt>
                <c:pt idx="2974">
                  <c:v>49.180708443156618</c:v>
                </c:pt>
                <c:pt idx="2975">
                  <c:v>49.181376788906633</c:v>
                </c:pt>
                <c:pt idx="2976">
                  <c:v>49.181520195471506</c:v>
                </c:pt>
                <c:pt idx="2977">
                  <c:v>49.18153508640372</c:v>
                </c:pt>
                <c:pt idx="2978">
                  <c:v>49.18166281097038</c:v>
                </c:pt>
                <c:pt idx="2979">
                  <c:v>49.181715013983023</c:v>
                </c:pt>
                <c:pt idx="2980">
                  <c:v>49.181490823075187</c:v>
                </c:pt>
                <c:pt idx="2981">
                  <c:v>49.181443546951598</c:v>
                </c:pt>
                <c:pt idx="2982">
                  <c:v>49.181437009764736</c:v>
                </c:pt>
                <c:pt idx="2983">
                  <c:v>49.181398463176649</c:v>
                </c:pt>
                <c:pt idx="2984">
                  <c:v>49.18138054152638</c:v>
                </c:pt>
                <c:pt idx="2985">
                  <c:v>49.183642882649153</c:v>
                </c:pt>
                <c:pt idx="2986">
                  <c:v>49.184101953539582</c:v>
                </c:pt>
                <c:pt idx="2987">
                  <c:v>49.184146825532629</c:v>
                </c:pt>
                <c:pt idx="2988">
                  <c:v>49.184539740360634</c:v>
                </c:pt>
                <c:pt idx="2989">
                  <c:v>49.184731605948912</c:v>
                </c:pt>
                <c:pt idx="2990">
                  <c:v>49.18675226091996</c:v>
                </c:pt>
                <c:pt idx="2991">
                  <c:v>49.187158263343974</c:v>
                </c:pt>
                <c:pt idx="2992">
                  <c:v>49.187212593092454</c:v>
                </c:pt>
                <c:pt idx="2993">
                  <c:v>49.187585363972318</c:v>
                </c:pt>
                <c:pt idx="2994">
                  <c:v>49.187748250239281</c:v>
                </c:pt>
                <c:pt idx="2995">
                  <c:v>49.189995527434078</c:v>
                </c:pt>
                <c:pt idx="2996">
                  <c:v>49.190463344671208</c:v>
                </c:pt>
                <c:pt idx="2997">
                  <c:v>49.190472631345088</c:v>
                </c:pt>
                <c:pt idx="2998">
                  <c:v>49.190887103061513</c:v>
                </c:pt>
                <c:pt idx="2999">
                  <c:v>49.191099437384594</c:v>
                </c:pt>
                <c:pt idx="3000">
                  <c:v>49.192223317646622</c:v>
                </c:pt>
                <c:pt idx="3001">
                  <c:v>49.192455825130395</c:v>
                </c:pt>
                <c:pt idx="3002">
                  <c:v>49.192468797857124</c:v>
                </c:pt>
                <c:pt idx="3003">
                  <c:v>49.192668571432364</c:v>
                </c:pt>
                <c:pt idx="3004">
                  <c:v>49.192775055190737</c:v>
                </c:pt>
                <c:pt idx="3005">
                  <c:v>49.192775055190737</c:v>
                </c:pt>
                <c:pt idx="3006">
                  <c:v>49.192775055190737</c:v>
                </c:pt>
                <c:pt idx="3007">
                  <c:v>49.192775055190737</c:v>
                </c:pt>
                <c:pt idx="3008">
                  <c:v>49.192775055190737</c:v>
                </c:pt>
                <c:pt idx="3009">
                  <c:v>49.195256568533267</c:v>
                </c:pt>
                <c:pt idx="3010">
                  <c:v>49.195769516954797</c:v>
                </c:pt>
                <c:pt idx="3011">
                  <c:v>49.195796501620144</c:v>
                </c:pt>
                <c:pt idx="3012">
                  <c:v>49.196463995791817</c:v>
                </c:pt>
              </c:numCache>
            </c:numRef>
          </c:yVal>
          <c:smooth val="1"/>
          <c:extLst>
            <c:ext xmlns:c16="http://schemas.microsoft.com/office/drawing/2014/chart" uri="{C3380CC4-5D6E-409C-BE32-E72D297353CC}">
              <c16:uniqueId val="{00000002-653C-417C-8980-1924B2D2498C}"/>
            </c:ext>
          </c:extLst>
        </c:ser>
        <c:ser>
          <c:idx val="3"/>
          <c:order val="3"/>
          <c:tx>
            <c:strRef>
              <c:f>Efficiency_1!$E$1</c:f>
              <c:strCache>
                <c:ptCount val="1"/>
                <c:pt idx="0">
                  <c:v>Sum of Temp_motor_NTC: 150k - 22250 - 42 - 8kW_GaN_Infineon</c:v>
                </c:pt>
              </c:strCache>
            </c:strRef>
          </c:tx>
          <c:spPr>
            <a:ln w="15875">
              <a:solidFill>
                <a:srgbClr val="B8DEDA"/>
              </a:solidFill>
            </a:ln>
          </c:spPr>
          <c:marker>
            <c:symbol val="none"/>
          </c:marker>
          <c:xVal>
            <c:numRef>
              <c:f>Efficiency_1!$A$2:$A$3022</c:f>
              <c:numCache>
                <c:formatCode>General</c:formatCode>
                <c:ptCount val="3021"/>
                <c:pt idx="0">
                  <c:v>5.9000000000000003E-6</c:v>
                </c:pt>
                <c:pt idx="1">
                  <c:v>6.1E-6</c:v>
                </c:pt>
                <c:pt idx="2">
                  <c:v>6.4999999999999996E-6</c:v>
                </c:pt>
                <c:pt idx="3">
                  <c:v>7.6000000000000001E-6</c:v>
                </c:pt>
                <c:pt idx="4">
                  <c:v>1.03E-5</c:v>
                </c:pt>
                <c:pt idx="5">
                  <c:v>0.63546879999999994</c:v>
                </c:pt>
                <c:pt idx="6">
                  <c:v>0.78398659999999998</c:v>
                </c:pt>
                <c:pt idx="7">
                  <c:v>0.78767399999999999</c:v>
                </c:pt>
                <c:pt idx="8">
                  <c:v>0.90497519999999998</c:v>
                </c:pt>
                <c:pt idx="9">
                  <c:v>0.96669959999999999</c:v>
                </c:pt>
                <c:pt idx="10">
                  <c:v>1.6330251</c:v>
                </c:pt>
                <c:pt idx="11">
                  <c:v>1.7819898999999999</c:v>
                </c:pt>
                <c:pt idx="12">
                  <c:v>1.7852725</c:v>
                </c:pt>
                <c:pt idx="13">
                  <c:v>1.9047624999999999</c:v>
                </c:pt>
                <c:pt idx="14">
                  <c:v>1.9716654</c:v>
                </c:pt>
                <c:pt idx="15">
                  <c:v>2.6350839000000001</c:v>
                </c:pt>
                <c:pt idx="16">
                  <c:v>2.7802224</c:v>
                </c:pt>
                <c:pt idx="17">
                  <c:v>2.7847227999999999</c:v>
                </c:pt>
                <c:pt idx="18">
                  <c:v>2.9031156</c:v>
                </c:pt>
                <c:pt idx="19">
                  <c:v>2.9710086000000002</c:v>
                </c:pt>
                <c:pt idx="20">
                  <c:v>3.6330309999999999</c:v>
                </c:pt>
                <c:pt idx="21">
                  <c:v>3.7732391999999999</c:v>
                </c:pt>
                <c:pt idx="22">
                  <c:v>3.7839162000000002</c:v>
                </c:pt>
                <c:pt idx="23">
                  <c:v>3.9071905</c:v>
                </c:pt>
                <c:pt idx="24">
                  <c:v>3.9771078000000002</c:v>
                </c:pt>
                <c:pt idx="25">
                  <c:v>4.6346715999999999</c:v>
                </c:pt>
                <c:pt idx="26">
                  <c:v>4.7849431999999998</c:v>
                </c:pt>
                <c:pt idx="27">
                  <c:v>4.7876273999999999</c:v>
                </c:pt>
                <c:pt idx="28">
                  <c:v>4.9020923999999999</c:v>
                </c:pt>
                <c:pt idx="29">
                  <c:v>4.9757597000000002</c:v>
                </c:pt>
                <c:pt idx="30">
                  <c:v>5.6303421</c:v>
                </c:pt>
                <c:pt idx="31">
                  <c:v>5.7724224</c:v>
                </c:pt>
                <c:pt idx="32">
                  <c:v>5.7819681000000003</c:v>
                </c:pt>
                <c:pt idx="33">
                  <c:v>5.9049573000000004</c:v>
                </c:pt>
                <c:pt idx="34">
                  <c:v>5.976947</c:v>
                </c:pt>
                <c:pt idx="35">
                  <c:v>6.6306618999999998</c:v>
                </c:pt>
                <c:pt idx="36">
                  <c:v>6.7720383999999996</c:v>
                </c:pt>
                <c:pt idx="37">
                  <c:v>6.7837024000000001</c:v>
                </c:pt>
                <c:pt idx="38">
                  <c:v>6.9050025000000002</c:v>
                </c:pt>
                <c:pt idx="39">
                  <c:v>6.9818303000000004</c:v>
                </c:pt>
                <c:pt idx="40">
                  <c:v>7.6309595999999997</c:v>
                </c:pt>
                <c:pt idx="41">
                  <c:v>7.7746477000000001</c:v>
                </c:pt>
                <c:pt idx="42">
                  <c:v>7.8614657000000001</c:v>
                </c:pt>
                <c:pt idx="43">
                  <c:v>7.9086923999999996</c:v>
                </c:pt>
                <c:pt idx="44">
                  <c:v>7.9807043000000002</c:v>
                </c:pt>
                <c:pt idx="45">
                  <c:v>8.6306735000000003</c:v>
                </c:pt>
                <c:pt idx="46">
                  <c:v>8.7758146000000004</c:v>
                </c:pt>
                <c:pt idx="47">
                  <c:v>8.7965891999999997</c:v>
                </c:pt>
                <c:pt idx="48">
                  <c:v>8.9021624999999993</c:v>
                </c:pt>
                <c:pt idx="49">
                  <c:v>8.9769334999999995</c:v>
                </c:pt>
                <c:pt idx="50">
                  <c:v>9.6367113</c:v>
                </c:pt>
                <c:pt idx="51">
                  <c:v>9.7825454000000001</c:v>
                </c:pt>
                <c:pt idx="52">
                  <c:v>9.7847709999999992</c:v>
                </c:pt>
                <c:pt idx="53">
                  <c:v>9.9077547999999993</c:v>
                </c:pt>
                <c:pt idx="54">
                  <c:v>9.9787578999999997</c:v>
                </c:pt>
                <c:pt idx="55">
                  <c:v>10.6329014</c:v>
                </c:pt>
                <c:pt idx="56">
                  <c:v>10.7821716</c:v>
                </c:pt>
                <c:pt idx="57">
                  <c:v>10.7886352</c:v>
                </c:pt>
                <c:pt idx="58">
                  <c:v>10.9077362</c:v>
                </c:pt>
                <c:pt idx="59">
                  <c:v>10.97419</c:v>
                </c:pt>
                <c:pt idx="60">
                  <c:v>11.712342</c:v>
                </c:pt>
                <c:pt idx="61">
                  <c:v>11.7876633</c:v>
                </c:pt>
                <c:pt idx="62">
                  <c:v>11.7880944</c:v>
                </c:pt>
                <c:pt idx="63">
                  <c:v>11.958770100000001</c:v>
                </c:pt>
                <c:pt idx="64">
                  <c:v>11.9749959</c:v>
                </c:pt>
                <c:pt idx="65">
                  <c:v>12.63904</c:v>
                </c:pt>
                <c:pt idx="66">
                  <c:v>12.784992900000001</c:v>
                </c:pt>
                <c:pt idx="67">
                  <c:v>12.7880845</c:v>
                </c:pt>
                <c:pt idx="68">
                  <c:v>12.904777299999999</c:v>
                </c:pt>
                <c:pt idx="69">
                  <c:v>12.9720873</c:v>
                </c:pt>
                <c:pt idx="70">
                  <c:v>13.633203</c:v>
                </c:pt>
                <c:pt idx="71">
                  <c:v>13.782462199999999</c:v>
                </c:pt>
                <c:pt idx="72">
                  <c:v>13.7838476</c:v>
                </c:pt>
                <c:pt idx="73">
                  <c:v>13.9078368</c:v>
                </c:pt>
                <c:pt idx="74">
                  <c:v>13.9710085</c:v>
                </c:pt>
                <c:pt idx="75">
                  <c:v>14.633148500000001</c:v>
                </c:pt>
                <c:pt idx="76">
                  <c:v>14.781979400000001</c:v>
                </c:pt>
                <c:pt idx="77">
                  <c:v>14.784251899999999</c:v>
                </c:pt>
                <c:pt idx="78">
                  <c:v>14.9066242</c:v>
                </c:pt>
                <c:pt idx="79">
                  <c:v>14.9766113</c:v>
                </c:pt>
                <c:pt idx="80">
                  <c:v>15.632595200000001</c:v>
                </c:pt>
                <c:pt idx="81">
                  <c:v>15.776293799999999</c:v>
                </c:pt>
                <c:pt idx="82">
                  <c:v>15.784526700000001</c:v>
                </c:pt>
                <c:pt idx="83">
                  <c:v>15.902340499999999</c:v>
                </c:pt>
                <c:pt idx="84">
                  <c:v>15.977296600000001</c:v>
                </c:pt>
                <c:pt idx="85">
                  <c:v>16.632365700000001</c:v>
                </c:pt>
                <c:pt idx="86">
                  <c:v>16.773171999999999</c:v>
                </c:pt>
                <c:pt idx="87">
                  <c:v>16.781811900000001</c:v>
                </c:pt>
                <c:pt idx="88">
                  <c:v>16.903195400000001</c:v>
                </c:pt>
                <c:pt idx="89">
                  <c:v>16.979424699999999</c:v>
                </c:pt>
                <c:pt idx="90">
                  <c:v>17.6354802</c:v>
                </c:pt>
                <c:pt idx="91">
                  <c:v>17.772196300000001</c:v>
                </c:pt>
                <c:pt idx="92">
                  <c:v>17.782537699999999</c:v>
                </c:pt>
                <c:pt idx="93">
                  <c:v>17.902290099999998</c:v>
                </c:pt>
                <c:pt idx="94">
                  <c:v>17.9793214</c:v>
                </c:pt>
                <c:pt idx="95">
                  <c:v>18.630382999999998</c:v>
                </c:pt>
                <c:pt idx="96">
                  <c:v>18.772501099999999</c:v>
                </c:pt>
                <c:pt idx="97">
                  <c:v>18.7829616</c:v>
                </c:pt>
                <c:pt idx="98">
                  <c:v>18.904988100000001</c:v>
                </c:pt>
                <c:pt idx="99">
                  <c:v>18.9754896</c:v>
                </c:pt>
                <c:pt idx="100">
                  <c:v>19.630838700000002</c:v>
                </c:pt>
                <c:pt idx="101">
                  <c:v>19.782087400000002</c:v>
                </c:pt>
                <c:pt idx="102">
                  <c:v>19.832144799999998</c:v>
                </c:pt>
                <c:pt idx="103">
                  <c:v>19.910388300000001</c:v>
                </c:pt>
                <c:pt idx="104">
                  <c:v>19.977401400000002</c:v>
                </c:pt>
                <c:pt idx="105">
                  <c:v>20.635198599999999</c:v>
                </c:pt>
                <c:pt idx="106">
                  <c:v>20.7849447</c:v>
                </c:pt>
                <c:pt idx="107">
                  <c:v>20.7938461</c:v>
                </c:pt>
                <c:pt idx="108">
                  <c:v>20.904992100000001</c:v>
                </c:pt>
                <c:pt idx="109">
                  <c:v>20.975293600000001</c:v>
                </c:pt>
                <c:pt idx="110">
                  <c:v>21.633094499999999</c:v>
                </c:pt>
                <c:pt idx="111">
                  <c:v>21.7823505</c:v>
                </c:pt>
                <c:pt idx="112">
                  <c:v>21.785269100000001</c:v>
                </c:pt>
                <c:pt idx="113">
                  <c:v>21.907084300000001</c:v>
                </c:pt>
                <c:pt idx="114">
                  <c:v>21.9770875</c:v>
                </c:pt>
                <c:pt idx="115">
                  <c:v>22.634347300000002</c:v>
                </c:pt>
                <c:pt idx="116">
                  <c:v>22.782317800000001</c:v>
                </c:pt>
                <c:pt idx="117">
                  <c:v>22.789704199999999</c:v>
                </c:pt>
                <c:pt idx="118">
                  <c:v>22.907928200000001</c:v>
                </c:pt>
                <c:pt idx="119">
                  <c:v>22.970094899999999</c:v>
                </c:pt>
                <c:pt idx="120">
                  <c:v>23.6359545</c:v>
                </c:pt>
                <c:pt idx="121">
                  <c:v>23.784947899999999</c:v>
                </c:pt>
                <c:pt idx="122">
                  <c:v>23.787303000000001</c:v>
                </c:pt>
                <c:pt idx="123">
                  <c:v>23.907736</c:v>
                </c:pt>
                <c:pt idx="124">
                  <c:v>23.972574600000002</c:v>
                </c:pt>
                <c:pt idx="125">
                  <c:v>24.645935699999999</c:v>
                </c:pt>
                <c:pt idx="126">
                  <c:v>24.7804152</c:v>
                </c:pt>
                <c:pt idx="127">
                  <c:v>24.785666200000001</c:v>
                </c:pt>
                <c:pt idx="128">
                  <c:v>24.904377400000001</c:v>
                </c:pt>
                <c:pt idx="129">
                  <c:v>24.9704418</c:v>
                </c:pt>
                <c:pt idx="130">
                  <c:v>25.6417058</c:v>
                </c:pt>
                <c:pt idx="131">
                  <c:v>25.782343900000001</c:v>
                </c:pt>
                <c:pt idx="132">
                  <c:v>25.783840900000001</c:v>
                </c:pt>
                <c:pt idx="133">
                  <c:v>25.907823199999999</c:v>
                </c:pt>
                <c:pt idx="134">
                  <c:v>25.9657248</c:v>
                </c:pt>
                <c:pt idx="135">
                  <c:v>26.632118500000001</c:v>
                </c:pt>
                <c:pt idx="136">
                  <c:v>26.783618000000001</c:v>
                </c:pt>
                <c:pt idx="137">
                  <c:v>26.786082700000001</c:v>
                </c:pt>
                <c:pt idx="138">
                  <c:v>26.904754700000002</c:v>
                </c:pt>
                <c:pt idx="139">
                  <c:v>26.975430100000001</c:v>
                </c:pt>
                <c:pt idx="140">
                  <c:v>27.637987200000001</c:v>
                </c:pt>
                <c:pt idx="141">
                  <c:v>27.776699499999999</c:v>
                </c:pt>
                <c:pt idx="142">
                  <c:v>27.784087299999999</c:v>
                </c:pt>
                <c:pt idx="143">
                  <c:v>27.9109415</c:v>
                </c:pt>
                <c:pt idx="144">
                  <c:v>27.975230400000001</c:v>
                </c:pt>
                <c:pt idx="145">
                  <c:v>28.633239199999998</c:v>
                </c:pt>
                <c:pt idx="146">
                  <c:v>28.778328999999999</c:v>
                </c:pt>
                <c:pt idx="147">
                  <c:v>28.781628600000001</c:v>
                </c:pt>
                <c:pt idx="148">
                  <c:v>28.902671399999999</c:v>
                </c:pt>
                <c:pt idx="149">
                  <c:v>28.979853500000001</c:v>
                </c:pt>
                <c:pt idx="150">
                  <c:v>29.631422000000001</c:v>
                </c:pt>
                <c:pt idx="151">
                  <c:v>29.771742799999998</c:v>
                </c:pt>
                <c:pt idx="152">
                  <c:v>29.7844497</c:v>
                </c:pt>
                <c:pt idx="153">
                  <c:v>29.903470899999999</c:v>
                </c:pt>
                <c:pt idx="154">
                  <c:v>29.9687786</c:v>
                </c:pt>
                <c:pt idx="155">
                  <c:v>30.630544</c:v>
                </c:pt>
                <c:pt idx="156">
                  <c:v>30.772815600000001</c:v>
                </c:pt>
                <c:pt idx="157">
                  <c:v>30.781728699999999</c:v>
                </c:pt>
                <c:pt idx="158">
                  <c:v>30.9075104</c:v>
                </c:pt>
                <c:pt idx="159">
                  <c:v>30.976284</c:v>
                </c:pt>
                <c:pt idx="160">
                  <c:v>31.6305178</c:v>
                </c:pt>
                <c:pt idx="161">
                  <c:v>31.774503899999999</c:v>
                </c:pt>
                <c:pt idx="162">
                  <c:v>31.781466900000002</c:v>
                </c:pt>
                <c:pt idx="163">
                  <c:v>31.9127346</c:v>
                </c:pt>
                <c:pt idx="164">
                  <c:v>31.971685999999998</c:v>
                </c:pt>
                <c:pt idx="165">
                  <c:v>32.630714099999999</c:v>
                </c:pt>
                <c:pt idx="166">
                  <c:v>32.779694499999998</c:v>
                </c:pt>
                <c:pt idx="167">
                  <c:v>32.7861774</c:v>
                </c:pt>
                <c:pt idx="168">
                  <c:v>32.909302599999997</c:v>
                </c:pt>
                <c:pt idx="169">
                  <c:v>32.9710933</c:v>
                </c:pt>
                <c:pt idx="170">
                  <c:v>33.633202099999998</c:v>
                </c:pt>
                <c:pt idx="171">
                  <c:v>33.783495899999998</c:v>
                </c:pt>
                <c:pt idx="172">
                  <c:v>33.784158699999999</c:v>
                </c:pt>
                <c:pt idx="173">
                  <c:v>33.914555399999998</c:v>
                </c:pt>
                <c:pt idx="174">
                  <c:v>33.974394799999999</c:v>
                </c:pt>
                <c:pt idx="175">
                  <c:v>34.631954100000002</c:v>
                </c:pt>
                <c:pt idx="176">
                  <c:v>34.781838100000002</c:v>
                </c:pt>
                <c:pt idx="177">
                  <c:v>34.784712200000001</c:v>
                </c:pt>
                <c:pt idx="178">
                  <c:v>34.909807299999997</c:v>
                </c:pt>
                <c:pt idx="179">
                  <c:v>34.970405399999997</c:v>
                </c:pt>
                <c:pt idx="180">
                  <c:v>35.6384063</c:v>
                </c:pt>
                <c:pt idx="181">
                  <c:v>35.7833708</c:v>
                </c:pt>
                <c:pt idx="182">
                  <c:v>35.787649199999997</c:v>
                </c:pt>
                <c:pt idx="183">
                  <c:v>35.906088699999998</c:v>
                </c:pt>
                <c:pt idx="184">
                  <c:v>35.968492699999999</c:v>
                </c:pt>
                <c:pt idx="185">
                  <c:v>36.630593599999997</c:v>
                </c:pt>
                <c:pt idx="186">
                  <c:v>36.781725999999999</c:v>
                </c:pt>
                <c:pt idx="187">
                  <c:v>36.786749499999999</c:v>
                </c:pt>
                <c:pt idx="188">
                  <c:v>36.906017800000001</c:v>
                </c:pt>
                <c:pt idx="189">
                  <c:v>36.968652800000001</c:v>
                </c:pt>
                <c:pt idx="190">
                  <c:v>37.633699100000001</c:v>
                </c:pt>
                <c:pt idx="191">
                  <c:v>37.777798400000002</c:v>
                </c:pt>
                <c:pt idx="192">
                  <c:v>37.784642699999999</c:v>
                </c:pt>
                <c:pt idx="193">
                  <c:v>37.904587200000002</c:v>
                </c:pt>
                <c:pt idx="194">
                  <c:v>37.971705200000002</c:v>
                </c:pt>
                <c:pt idx="195">
                  <c:v>38.632902899999998</c:v>
                </c:pt>
                <c:pt idx="196">
                  <c:v>38.775412500000002</c:v>
                </c:pt>
                <c:pt idx="197">
                  <c:v>38.784445099999999</c:v>
                </c:pt>
                <c:pt idx="198">
                  <c:v>38.903568100000001</c:v>
                </c:pt>
                <c:pt idx="199">
                  <c:v>38.966530599999999</c:v>
                </c:pt>
                <c:pt idx="200">
                  <c:v>39.629933000000001</c:v>
                </c:pt>
                <c:pt idx="201">
                  <c:v>39.775364699999997</c:v>
                </c:pt>
                <c:pt idx="202">
                  <c:v>39.782423600000001</c:v>
                </c:pt>
                <c:pt idx="203">
                  <c:v>39.902110999999998</c:v>
                </c:pt>
                <c:pt idx="204">
                  <c:v>39.966433000000002</c:v>
                </c:pt>
                <c:pt idx="205">
                  <c:v>40.631801699999997</c:v>
                </c:pt>
                <c:pt idx="206">
                  <c:v>40.775817400000001</c:v>
                </c:pt>
                <c:pt idx="207">
                  <c:v>40.782314399999997</c:v>
                </c:pt>
                <c:pt idx="208">
                  <c:v>40.901949199999997</c:v>
                </c:pt>
                <c:pt idx="209">
                  <c:v>40.969887300000003</c:v>
                </c:pt>
                <c:pt idx="210">
                  <c:v>41.6309586</c:v>
                </c:pt>
                <c:pt idx="211">
                  <c:v>41.781306600000001</c:v>
                </c:pt>
                <c:pt idx="212">
                  <c:v>41.782452599999999</c:v>
                </c:pt>
                <c:pt idx="213">
                  <c:v>41.9023155</c:v>
                </c:pt>
                <c:pt idx="214">
                  <c:v>41.986767100000002</c:v>
                </c:pt>
                <c:pt idx="215">
                  <c:v>42.630603200000003</c:v>
                </c:pt>
                <c:pt idx="216">
                  <c:v>42.7807703</c:v>
                </c:pt>
                <c:pt idx="217">
                  <c:v>42.784042399999997</c:v>
                </c:pt>
                <c:pt idx="218">
                  <c:v>42.908798300000001</c:v>
                </c:pt>
                <c:pt idx="219">
                  <c:v>42.973052099999997</c:v>
                </c:pt>
                <c:pt idx="220">
                  <c:v>43.630193599999998</c:v>
                </c:pt>
                <c:pt idx="221">
                  <c:v>43.782798300000003</c:v>
                </c:pt>
                <c:pt idx="222">
                  <c:v>43.787401600000003</c:v>
                </c:pt>
                <c:pt idx="223">
                  <c:v>43.905057200000002</c:v>
                </c:pt>
                <c:pt idx="224">
                  <c:v>43.9766178</c:v>
                </c:pt>
                <c:pt idx="225">
                  <c:v>44.635324500000003</c:v>
                </c:pt>
                <c:pt idx="226">
                  <c:v>44.781982599999999</c:v>
                </c:pt>
                <c:pt idx="227">
                  <c:v>44.784849100000002</c:v>
                </c:pt>
                <c:pt idx="228">
                  <c:v>44.909776899999997</c:v>
                </c:pt>
                <c:pt idx="229">
                  <c:v>44.975935300000003</c:v>
                </c:pt>
                <c:pt idx="230">
                  <c:v>45.633886699999998</c:v>
                </c:pt>
                <c:pt idx="231">
                  <c:v>45.778197599999999</c:v>
                </c:pt>
                <c:pt idx="232">
                  <c:v>45.787320299999998</c:v>
                </c:pt>
                <c:pt idx="233">
                  <c:v>45.907852800000001</c:v>
                </c:pt>
                <c:pt idx="234">
                  <c:v>45.979111199999998</c:v>
                </c:pt>
                <c:pt idx="235">
                  <c:v>46.633334599999998</c:v>
                </c:pt>
                <c:pt idx="236">
                  <c:v>46.779784100000001</c:v>
                </c:pt>
                <c:pt idx="237">
                  <c:v>46.785346400000002</c:v>
                </c:pt>
                <c:pt idx="238">
                  <c:v>46.908276200000003</c:v>
                </c:pt>
                <c:pt idx="239">
                  <c:v>46.978825200000003</c:v>
                </c:pt>
                <c:pt idx="240">
                  <c:v>47.6330685</c:v>
                </c:pt>
                <c:pt idx="241">
                  <c:v>47.7780895</c:v>
                </c:pt>
                <c:pt idx="242">
                  <c:v>47.7818179</c:v>
                </c:pt>
                <c:pt idx="243">
                  <c:v>47.909584099999996</c:v>
                </c:pt>
                <c:pt idx="244">
                  <c:v>47.975193599999997</c:v>
                </c:pt>
                <c:pt idx="245">
                  <c:v>48.635821499999999</c:v>
                </c:pt>
                <c:pt idx="246">
                  <c:v>48.779593400000003</c:v>
                </c:pt>
                <c:pt idx="247">
                  <c:v>48.784483199999997</c:v>
                </c:pt>
                <c:pt idx="248">
                  <c:v>48.903511000000002</c:v>
                </c:pt>
                <c:pt idx="249">
                  <c:v>48.976900200000003</c:v>
                </c:pt>
                <c:pt idx="250">
                  <c:v>49.631557899999997</c:v>
                </c:pt>
                <c:pt idx="251">
                  <c:v>49.775899099999997</c:v>
                </c:pt>
                <c:pt idx="252">
                  <c:v>49.784526399999997</c:v>
                </c:pt>
                <c:pt idx="253">
                  <c:v>49.905927800000001</c:v>
                </c:pt>
                <c:pt idx="254">
                  <c:v>49.9716424</c:v>
                </c:pt>
                <c:pt idx="255">
                  <c:v>50.632466000000001</c:v>
                </c:pt>
                <c:pt idx="256">
                  <c:v>50.776507199999998</c:v>
                </c:pt>
                <c:pt idx="257">
                  <c:v>50.783323699999997</c:v>
                </c:pt>
                <c:pt idx="258">
                  <c:v>50.9047208</c:v>
                </c:pt>
                <c:pt idx="259">
                  <c:v>50.967140800000003</c:v>
                </c:pt>
                <c:pt idx="260">
                  <c:v>51.633226399999998</c:v>
                </c:pt>
                <c:pt idx="261">
                  <c:v>51.775290900000002</c:v>
                </c:pt>
                <c:pt idx="262">
                  <c:v>51.782232999999998</c:v>
                </c:pt>
                <c:pt idx="263">
                  <c:v>51.901909500000002</c:v>
                </c:pt>
                <c:pt idx="264">
                  <c:v>51.965913399999998</c:v>
                </c:pt>
                <c:pt idx="265">
                  <c:v>52.633743099999997</c:v>
                </c:pt>
                <c:pt idx="266">
                  <c:v>52.775223699999998</c:v>
                </c:pt>
                <c:pt idx="267">
                  <c:v>52.782592000000001</c:v>
                </c:pt>
                <c:pt idx="268">
                  <c:v>52.907403700000003</c:v>
                </c:pt>
                <c:pt idx="269">
                  <c:v>52.970346300000003</c:v>
                </c:pt>
                <c:pt idx="270">
                  <c:v>53.630195399999998</c:v>
                </c:pt>
                <c:pt idx="271">
                  <c:v>53.773238999999997</c:v>
                </c:pt>
                <c:pt idx="272">
                  <c:v>53.782686300000002</c:v>
                </c:pt>
                <c:pt idx="273">
                  <c:v>53.902501000000001</c:v>
                </c:pt>
                <c:pt idx="274">
                  <c:v>53.967168600000001</c:v>
                </c:pt>
                <c:pt idx="275">
                  <c:v>54.6308419</c:v>
                </c:pt>
                <c:pt idx="276">
                  <c:v>54.774864200000003</c:v>
                </c:pt>
                <c:pt idx="277">
                  <c:v>54.792518299999998</c:v>
                </c:pt>
                <c:pt idx="278">
                  <c:v>54.903579700000002</c:v>
                </c:pt>
                <c:pt idx="279">
                  <c:v>54.971449</c:v>
                </c:pt>
                <c:pt idx="280">
                  <c:v>55.629768800000001</c:v>
                </c:pt>
                <c:pt idx="281">
                  <c:v>55.778730199999998</c:v>
                </c:pt>
                <c:pt idx="282">
                  <c:v>55.784888799999997</c:v>
                </c:pt>
                <c:pt idx="283">
                  <c:v>55.904947999999997</c:v>
                </c:pt>
                <c:pt idx="284">
                  <c:v>55.973500100000003</c:v>
                </c:pt>
                <c:pt idx="285">
                  <c:v>56.630720099999998</c:v>
                </c:pt>
                <c:pt idx="286">
                  <c:v>56.774521</c:v>
                </c:pt>
                <c:pt idx="287">
                  <c:v>56.796593199999997</c:v>
                </c:pt>
                <c:pt idx="288">
                  <c:v>56.902945699999997</c:v>
                </c:pt>
                <c:pt idx="289">
                  <c:v>56.971214199999999</c:v>
                </c:pt>
                <c:pt idx="290">
                  <c:v>57.633248000000002</c:v>
                </c:pt>
                <c:pt idx="291">
                  <c:v>57.777365799999998</c:v>
                </c:pt>
                <c:pt idx="292">
                  <c:v>57.792043399999997</c:v>
                </c:pt>
                <c:pt idx="293">
                  <c:v>57.907932899999999</c:v>
                </c:pt>
                <c:pt idx="294">
                  <c:v>57.969507800000002</c:v>
                </c:pt>
                <c:pt idx="295">
                  <c:v>58.631162400000001</c:v>
                </c:pt>
                <c:pt idx="296">
                  <c:v>58.777438400000001</c:v>
                </c:pt>
                <c:pt idx="297">
                  <c:v>58.795558</c:v>
                </c:pt>
                <c:pt idx="298">
                  <c:v>58.907954500000002</c:v>
                </c:pt>
                <c:pt idx="299">
                  <c:v>58.972270399999999</c:v>
                </c:pt>
                <c:pt idx="300">
                  <c:v>59.635877700000002</c:v>
                </c:pt>
                <c:pt idx="301">
                  <c:v>59.780066900000001</c:v>
                </c:pt>
                <c:pt idx="302">
                  <c:v>59.7924194</c:v>
                </c:pt>
                <c:pt idx="303">
                  <c:v>59.904757500000002</c:v>
                </c:pt>
                <c:pt idx="304">
                  <c:v>59.9685068</c:v>
                </c:pt>
                <c:pt idx="305">
                  <c:v>60.633463499999998</c:v>
                </c:pt>
                <c:pt idx="306">
                  <c:v>60.778317199999996</c:v>
                </c:pt>
                <c:pt idx="307">
                  <c:v>60.789687399999998</c:v>
                </c:pt>
                <c:pt idx="308">
                  <c:v>60.907803399999999</c:v>
                </c:pt>
                <c:pt idx="309">
                  <c:v>60.968408699999998</c:v>
                </c:pt>
                <c:pt idx="310">
                  <c:v>61.633717599999997</c:v>
                </c:pt>
                <c:pt idx="311">
                  <c:v>61.779224499999998</c:v>
                </c:pt>
                <c:pt idx="312">
                  <c:v>61.7876908</c:v>
                </c:pt>
                <c:pt idx="313">
                  <c:v>61.906812700000003</c:v>
                </c:pt>
                <c:pt idx="314">
                  <c:v>61.967438700000002</c:v>
                </c:pt>
                <c:pt idx="315">
                  <c:v>62.633308999999997</c:v>
                </c:pt>
                <c:pt idx="316">
                  <c:v>62.777666400000001</c:v>
                </c:pt>
                <c:pt idx="317">
                  <c:v>62.783418500000003</c:v>
                </c:pt>
                <c:pt idx="318">
                  <c:v>62.901647400000002</c:v>
                </c:pt>
                <c:pt idx="319">
                  <c:v>62.965514400000004</c:v>
                </c:pt>
                <c:pt idx="320">
                  <c:v>63.632995899999997</c:v>
                </c:pt>
                <c:pt idx="321">
                  <c:v>63.774841100000003</c:v>
                </c:pt>
                <c:pt idx="322">
                  <c:v>63.784497100000003</c:v>
                </c:pt>
                <c:pt idx="323">
                  <c:v>63.902695700000002</c:v>
                </c:pt>
                <c:pt idx="324">
                  <c:v>63.965938100000002</c:v>
                </c:pt>
                <c:pt idx="325">
                  <c:v>64.630201600000007</c:v>
                </c:pt>
                <c:pt idx="326">
                  <c:v>64.778536599999995</c:v>
                </c:pt>
                <c:pt idx="327">
                  <c:v>64.785559899999996</c:v>
                </c:pt>
                <c:pt idx="328">
                  <c:v>64.902271200000001</c:v>
                </c:pt>
                <c:pt idx="329">
                  <c:v>64.966308299999994</c:v>
                </c:pt>
                <c:pt idx="330">
                  <c:v>65.630359100000007</c:v>
                </c:pt>
                <c:pt idx="331">
                  <c:v>65.774413100000004</c:v>
                </c:pt>
                <c:pt idx="332">
                  <c:v>65.782587500000005</c:v>
                </c:pt>
                <c:pt idx="333">
                  <c:v>65.9048023</c:v>
                </c:pt>
                <c:pt idx="334">
                  <c:v>65.9659324</c:v>
                </c:pt>
                <c:pt idx="335">
                  <c:v>66.635109</c:v>
                </c:pt>
                <c:pt idx="336">
                  <c:v>66.774360000000001</c:v>
                </c:pt>
                <c:pt idx="337">
                  <c:v>66.784573100000003</c:v>
                </c:pt>
                <c:pt idx="338">
                  <c:v>66.903891200000004</c:v>
                </c:pt>
                <c:pt idx="339">
                  <c:v>66.970676499999996</c:v>
                </c:pt>
                <c:pt idx="340">
                  <c:v>67.634035699999998</c:v>
                </c:pt>
                <c:pt idx="341">
                  <c:v>67.776686999999995</c:v>
                </c:pt>
                <c:pt idx="342">
                  <c:v>67.782495999999995</c:v>
                </c:pt>
                <c:pt idx="343">
                  <c:v>67.907783300000006</c:v>
                </c:pt>
                <c:pt idx="344">
                  <c:v>67.966543200000004</c:v>
                </c:pt>
                <c:pt idx="345">
                  <c:v>68.633231600000002</c:v>
                </c:pt>
                <c:pt idx="346">
                  <c:v>68.7724671</c:v>
                </c:pt>
                <c:pt idx="347">
                  <c:v>68.787750000000003</c:v>
                </c:pt>
                <c:pt idx="348">
                  <c:v>68.910207999999997</c:v>
                </c:pt>
                <c:pt idx="349">
                  <c:v>68.972312200000005</c:v>
                </c:pt>
                <c:pt idx="350">
                  <c:v>69.631635099999997</c:v>
                </c:pt>
                <c:pt idx="351">
                  <c:v>69.771873200000002</c:v>
                </c:pt>
                <c:pt idx="352">
                  <c:v>69.788992500000006</c:v>
                </c:pt>
                <c:pt idx="353">
                  <c:v>69.9081884</c:v>
                </c:pt>
                <c:pt idx="354">
                  <c:v>69.971446099999994</c:v>
                </c:pt>
                <c:pt idx="355">
                  <c:v>70.6396187</c:v>
                </c:pt>
                <c:pt idx="356">
                  <c:v>70.771865099999999</c:v>
                </c:pt>
                <c:pt idx="357">
                  <c:v>70.788502600000001</c:v>
                </c:pt>
                <c:pt idx="358">
                  <c:v>70.906557699999993</c:v>
                </c:pt>
                <c:pt idx="359">
                  <c:v>70.970271199999999</c:v>
                </c:pt>
                <c:pt idx="360">
                  <c:v>71.633055100000007</c:v>
                </c:pt>
                <c:pt idx="361">
                  <c:v>71.774419399999999</c:v>
                </c:pt>
                <c:pt idx="362">
                  <c:v>71.781762200000003</c:v>
                </c:pt>
                <c:pt idx="363">
                  <c:v>71.905010099999998</c:v>
                </c:pt>
                <c:pt idx="364">
                  <c:v>71.965601500000005</c:v>
                </c:pt>
                <c:pt idx="365">
                  <c:v>72.6367391</c:v>
                </c:pt>
                <c:pt idx="366">
                  <c:v>72.773577599999996</c:v>
                </c:pt>
                <c:pt idx="367">
                  <c:v>72.784797400000002</c:v>
                </c:pt>
                <c:pt idx="368">
                  <c:v>72.904796300000001</c:v>
                </c:pt>
                <c:pt idx="369">
                  <c:v>72.981602300000006</c:v>
                </c:pt>
                <c:pt idx="370">
                  <c:v>73.635790900000003</c:v>
                </c:pt>
                <c:pt idx="371">
                  <c:v>73.780724899999996</c:v>
                </c:pt>
                <c:pt idx="372">
                  <c:v>73.784327599999997</c:v>
                </c:pt>
                <c:pt idx="373">
                  <c:v>73.902667699999995</c:v>
                </c:pt>
                <c:pt idx="374">
                  <c:v>73.968267800000007</c:v>
                </c:pt>
                <c:pt idx="375">
                  <c:v>74.636164500000007</c:v>
                </c:pt>
                <c:pt idx="376">
                  <c:v>74.777428999999998</c:v>
                </c:pt>
                <c:pt idx="377">
                  <c:v>74.782132300000001</c:v>
                </c:pt>
                <c:pt idx="378">
                  <c:v>74.902483200000006</c:v>
                </c:pt>
                <c:pt idx="379">
                  <c:v>74.966091800000001</c:v>
                </c:pt>
                <c:pt idx="380">
                  <c:v>75.6384221</c:v>
                </c:pt>
                <c:pt idx="381">
                  <c:v>75.776711199999994</c:v>
                </c:pt>
                <c:pt idx="382">
                  <c:v>75.7819954</c:v>
                </c:pt>
                <c:pt idx="383">
                  <c:v>75.906512399999997</c:v>
                </c:pt>
                <c:pt idx="384">
                  <c:v>75.9685159</c:v>
                </c:pt>
                <c:pt idx="385">
                  <c:v>76.634130200000001</c:v>
                </c:pt>
                <c:pt idx="386">
                  <c:v>76.772637200000005</c:v>
                </c:pt>
                <c:pt idx="387">
                  <c:v>76.7820021</c:v>
                </c:pt>
                <c:pt idx="388">
                  <c:v>76.9128343</c:v>
                </c:pt>
                <c:pt idx="389">
                  <c:v>76.966000100000002</c:v>
                </c:pt>
                <c:pt idx="390">
                  <c:v>77.6341872</c:v>
                </c:pt>
                <c:pt idx="391">
                  <c:v>77.774944399999995</c:v>
                </c:pt>
                <c:pt idx="392">
                  <c:v>77.784301900000003</c:v>
                </c:pt>
                <c:pt idx="393">
                  <c:v>77.910587899999996</c:v>
                </c:pt>
                <c:pt idx="394">
                  <c:v>77.971211299999993</c:v>
                </c:pt>
                <c:pt idx="395">
                  <c:v>78.632441499999999</c:v>
                </c:pt>
                <c:pt idx="396">
                  <c:v>78.773026299999998</c:v>
                </c:pt>
                <c:pt idx="397">
                  <c:v>78.788302599999994</c:v>
                </c:pt>
                <c:pt idx="398">
                  <c:v>78.915393499999993</c:v>
                </c:pt>
                <c:pt idx="399">
                  <c:v>78.968460300000004</c:v>
                </c:pt>
                <c:pt idx="400">
                  <c:v>79.633334700000006</c:v>
                </c:pt>
                <c:pt idx="401">
                  <c:v>79.7724896</c:v>
                </c:pt>
                <c:pt idx="402">
                  <c:v>79.783108499999997</c:v>
                </c:pt>
                <c:pt idx="403">
                  <c:v>79.919190599999993</c:v>
                </c:pt>
                <c:pt idx="404">
                  <c:v>79.971323100000006</c:v>
                </c:pt>
                <c:pt idx="405">
                  <c:v>80.632142999999999</c:v>
                </c:pt>
                <c:pt idx="406">
                  <c:v>80.772428300000001</c:v>
                </c:pt>
                <c:pt idx="407">
                  <c:v>80.790206800000007</c:v>
                </c:pt>
                <c:pt idx="408">
                  <c:v>80.913590200000002</c:v>
                </c:pt>
                <c:pt idx="409">
                  <c:v>80.9726347</c:v>
                </c:pt>
                <c:pt idx="410">
                  <c:v>81.630685</c:v>
                </c:pt>
                <c:pt idx="411">
                  <c:v>81.779291999999998</c:v>
                </c:pt>
                <c:pt idx="412">
                  <c:v>81.7876069</c:v>
                </c:pt>
                <c:pt idx="413">
                  <c:v>81.915135000000006</c:v>
                </c:pt>
                <c:pt idx="414">
                  <c:v>81.968746199999998</c:v>
                </c:pt>
                <c:pt idx="415">
                  <c:v>82.631948800000004</c:v>
                </c:pt>
                <c:pt idx="416">
                  <c:v>82.772375699999998</c:v>
                </c:pt>
                <c:pt idx="417">
                  <c:v>82.787216000000001</c:v>
                </c:pt>
                <c:pt idx="418">
                  <c:v>82.912691899999999</c:v>
                </c:pt>
                <c:pt idx="419">
                  <c:v>82.972933999999995</c:v>
                </c:pt>
                <c:pt idx="420">
                  <c:v>83.630333100000001</c:v>
                </c:pt>
                <c:pt idx="421">
                  <c:v>83.776348200000001</c:v>
                </c:pt>
                <c:pt idx="422">
                  <c:v>83.784717400000005</c:v>
                </c:pt>
                <c:pt idx="423">
                  <c:v>83.911067599999996</c:v>
                </c:pt>
                <c:pt idx="424">
                  <c:v>83.968856200000005</c:v>
                </c:pt>
                <c:pt idx="425">
                  <c:v>84.633028300000007</c:v>
                </c:pt>
                <c:pt idx="426">
                  <c:v>84.777772999999996</c:v>
                </c:pt>
                <c:pt idx="427">
                  <c:v>84.784427100000002</c:v>
                </c:pt>
                <c:pt idx="428">
                  <c:v>84.911942100000005</c:v>
                </c:pt>
                <c:pt idx="429">
                  <c:v>84.9705704</c:v>
                </c:pt>
                <c:pt idx="430">
                  <c:v>85.633136199999996</c:v>
                </c:pt>
                <c:pt idx="431">
                  <c:v>85.775558399999994</c:v>
                </c:pt>
                <c:pt idx="432">
                  <c:v>85.784213100000002</c:v>
                </c:pt>
                <c:pt idx="433">
                  <c:v>85.909004999999993</c:v>
                </c:pt>
                <c:pt idx="434">
                  <c:v>85.969905499999996</c:v>
                </c:pt>
                <c:pt idx="435">
                  <c:v>86.635106300000004</c:v>
                </c:pt>
                <c:pt idx="436">
                  <c:v>86.774493399999997</c:v>
                </c:pt>
                <c:pt idx="437">
                  <c:v>86.7820459</c:v>
                </c:pt>
                <c:pt idx="438">
                  <c:v>86.905764500000004</c:v>
                </c:pt>
                <c:pt idx="439">
                  <c:v>86.965981400000004</c:v>
                </c:pt>
                <c:pt idx="440">
                  <c:v>87.637112099999996</c:v>
                </c:pt>
                <c:pt idx="441">
                  <c:v>87.774621400000001</c:v>
                </c:pt>
                <c:pt idx="442">
                  <c:v>87.782630499999996</c:v>
                </c:pt>
                <c:pt idx="443">
                  <c:v>87.902603799999994</c:v>
                </c:pt>
                <c:pt idx="444">
                  <c:v>87.966612600000005</c:v>
                </c:pt>
                <c:pt idx="445">
                  <c:v>88.633121200000005</c:v>
                </c:pt>
                <c:pt idx="446">
                  <c:v>88.775217299999994</c:v>
                </c:pt>
                <c:pt idx="447">
                  <c:v>88.783575999999996</c:v>
                </c:pt>
                <c:pt idx="448">
                  <c:v>88.909419799999995</c:v>
                </c:pt>
                <c:pt idx="449">
                  <c:v>88.966095100000004</c:v>
                </c:pt>
                <c:pt idx="450">
                  <c:v>89.633126599999997</c:v>
                </c:pt>
                <c:pt idx="451">
                  <c:v>89.772330400000001</c:v>
                </c:pt>
                <c:pt idx="452">
                  <c:v>89.785022699999999</c:v>
                </c:pt>
                <c:pt idx="453">
                  <c:v>89.905221299999994</c:v>
                </c:pt>
                <c:pt idx="454">
                  <c:v>89.972051300000004</c:v>
                </c:pt>
                <c:pt idx="455">
                  <c:v>90.633120599999998</c:v>
                </c:pt>
                <c:pt idx="456">
                  <c:v>90.772297300000005</c:v>
                </c:pt>
                <c:pt idx="457">
                  <c:v>90.782399900000001</c:v>
                </c:pt>
                <c:pt idx="458">
                  <c:v>90.911636299999998</c:v>
                </c:pt>
                <c:pt idx="459">
                  <c:v>90.966892700000002</c:v>
                </c:pt>
                <c:pt idx="460">
                  <c:v>91.630478800000006</c:v>
                </c:pt>
                <c:pt idx="461">
                  <c:v>91.771982399999999</c:v>
                </c:pt>
                <c:pt idx="462">
                  <c:v>91.787334700000002</c:v>
                </c:pt>
                <c:pt idx="463">
                  <c:v>91.915139600000003</c:v>
                </c:pt>
                <c:pt idx="464">
                  <c:v>91.971412900000004</c:v>
                </c:pt>
                <c:pt idx="465">
                  <c:v>92.629867399999995</c:v>
                </c:pt>
                <c:pt idx="466">
                  <c:v>92.775775699999997</c:v>
                </c:pt>
                <c:pt idx="467">
                  <c:v>92.787415100000004</c:v>
                </c:pt>
                <c:pt idx="468">
                  <c:v>92.915419099999994</c:v>
                </c:pt>
                <c:pt idx="469">
                  <c:v>92.971317999999997</c:v>
                </c:pt>
                <c:pt idx="470">
                  <c:v>93.630632599999998</c:v>
                </c:pt>
                <c:pt idx="471">
                  <c:v>93.773743400000001</c:v>
                </c:pt>
                <c:pt idx="472">
                  <c:v>93.785516000000001</c:v>
                </c:pt>
                <c:pt idx="473">
                  <c:v>93.913494299999996</c:v>
                </c:pt>
                <c:pt idx="474">
                  <c:v>93.969465999999997</c:v>
                </c:pt>
                <c:pt idx="475">
                  <c:v>94.631043599999998</c:v>
                </c:pt>
                <c:pt idx="476">
                  <c:v>94.783576299999993</c:v>
                </c:pt>
                <c:pt idx="477">
                  <c:v>94.784369400000003</c:v>
                </c:pt>
                <c:pt idx="478">
                  <c:v>94.912416699999994</c:v>
                </c:pt>
                <c:pt idx="479">
                  <c:v>94.968430400000003</c:v>
                </c:pt>
                <c:pt idx="480">
                  <c:v>95.630771199999998</c:v>
                </c:pt>
                <c:pt idx="481">
                  <c:v>95.777454000000006</c:v>
                </c:pt>
                <c:pt idx="482">
                  <c:v>95.784133299999993</c:v>
                </c:pt>
                <c:pt idx="483">
                  <c:v>95.915024700000004</c:v>
                </c:pt>
                <c:pt idx="484">
                  <c:v>95.970126500000006</c:v>
                </c:pt>
                <c:pt idx="485">
                  <c:v>96.635269899999997</c:v>
                </c:pt>
                <c:pt idx="486">
                  <c:v>96.777647000000002</c:v>
                </c:pt>
                <c:pt idx="487">
                  <c:v>96.7871959</c:v>
                </c:pt>
                <c:pt idx="488">
                  <c:v>96.908765200000005</c:v>
                </c:pt>
                <c:pt idx="489">
                  <c:v>96.965837300000004</c:v>
                </c:pt>
                <c:pt idx="490">
                  <c:v>97.633174400000001</c:v>
                </c:pt>
                <c:pt idx="491">
                  <c:v>97.777891699999998</c:v>
                </c:pt>
                <c:pt idx="492">
                  <c:v>97.782562200000001</c:v>
                </c:pt>
                <c:pt idx="493">
                  <c:v>97.908719300000001</c:v>
                </c:pt>
                <c:pt idx="494">
                  <c:v>97.966147500000005</c:v>
                </c:pt>
                <c:pt idx="495">
                  <c:v>98.633367500000006</c:v>
                </c:pt>
                <c:pt idx="496">
                  <c:v>98.776343999999995</c:v>
                </c:pt>
                <c:pt idx="497">
                  <c:v>98.782243600000001</c:v>
                </c:pt>
                <c:pt idx="498">
                  <c:v>98.908487899999997</c:v>
                </c:pt>
                <c:pt idx="499">
                  <c:v>98.965877000000006</c:v>
                </c:pt>
                <c:pt idx="500">
                  <c:v>99.630781999999996</c:v>
                </c:pt>
                <c:pt idx="501">
                  <c:v>99.779916700000001</c:v>
                </c:pt>
                <c:pt idx="502">
                  <c:v>99.784455300000005</c:v>
                </c:pt>
                <c:pt idx="503">
                  <c:v>99.902458100000004</c:v>
                </c:pt>
                <c:pt idx="504">
                  <c:v>99.965591399999994</c:v>
                </c:pt>
                <c:pt idx="505">
                  <c:v>100.63719140000001</c:v>
                </c:pt>
                <c:pt idx="506">
                  <c:v>100.7810453</c:v>
                </c:pt>
                <c:pt idx="507">
                  <c:v>100.7818932</c:v>
                </c:pt>
                <c:pt idx="508">
                  <c:v>100.9045352</c:v>
                </c:pt>
                <c:pt idx="509">
                  <c:v>100.9698866</c:v>
                </c:pt>
                <c:pt idx="510">
                  <c:v>101.6353517</c:v>
                </c:pt>
                <c:pt idx="511">
                  <c:v>101.7822881</c:v>
                </c:pt>
                <c:pt idx="512">
                  <c:v>101.7847165</c:v>
                </c:pt>
                <c:pt idx="513">
                  <c:v>101.9058972</c:v>
                </c:pt>
                <c:pt idx="514">
                  <c:v>101.9661365</c:v>
                </c:pt>
                <c:pt idx="515">
                  <c:v>102.63010389999999</c:v>
                </c:pt>
                <c:pt idx="516">
                  <c:v>102.7784018</c:v>
                </c:pt>
                <c:pt idx="517">
                  <c:v>102.78372419999999</c:v>
                </c:pt>
                <c:pt idx="518">
                  <c:v>102.90467150000001</c:v>
                </c:pt>
                <c:pt idx="519">
                  <c:v>102.9723276</c:v>
                </c:pt>
                <c:pt idx="520">
                  <c:v>103.6383984</c:v>
                </c:pt>
                <c:pt idx="521">
                  <c:v>103.7791921</c:v>
                </c:pt>
                <c:pt idx="522">
                  <c:v>103.7882651</c:v>
                </c:pt>
                <c:pt idx="523">
                  <c:v>103.9152016</c:v>
                </c:pt>
                <c:pt idx="524">
                  <c:v>103.9688654</c:v>
                </c:pt>
                <c:pt idx="525">
                  <c:v>104.63326600000001</c:v>
                </c:pt>
                <c:pt idx="526">
                  <c:v>104.78577679999999</c:v>
                </c:pt>
                <c:pt idx="527">
                  <c:v>104.7867979</c:v>
                </c:pt>
                <c:pt idx="528">
                  <c:v>104.9116463</c:v>
                </c:pt>
                <c:pt idx="529">
                  <c:v>104.96863089999999</c:v>
                </c:pt>
                <c:pt idx="530">
                  <c:v>105.63335619999999</c:v>
                </c:pt>
                <c:pt idx="531">
                  <c:v>105.7830273</c:v>
                </c:pt>
                <c:pt idx="532">
                  <c:v>105.78779609999999</c:v>
                </c:pt>
                <c:pt idx="533">
                  <c:v>105.9108823</c:v>
                </c:pt>
                <c:pt idx="534">
                  <c:v>105.9656818</c:v>
                </c:pt>
                <c:pt idx="535">
                  <c:v>106.6306141</c:v>
                </c:pt>
                <c:pt idx="536">
                  <c:v>106.77893450000001</c:v>
                </c:pt>
                <c:pt idx="537">
                  <c:v>106.781386</c:v>
                </c:pt>
                <c:pt idx="538">
                  <c:v>106.9140127</c:v>
                </c:pt>
                <c:pt idx="539">
                  <c:v>106.96589760000001</c:v>
                </c:pt>
                <c:pt idx="540">
                  <c:v>107.63050079999999</c:v>
                </c:pt>
                <c:pt idx="541">
                  <c:v>107.7838947</c:v>
                </c:pt>
                <c:pt idx="542">
                  <c:v>107.7872979</c:v>
                </c:pt>
                <c:pt idx="543">
                  <c:v>107.9081213</c:v>
                </c:pt>
                <c:pt idx="544">
                  <c:v>107.96615319999999</c:v>
                </c:pt>
                <c:pt idx="545">
                  <c:v>108.6307432</c:v>
                </c:pt>
                <c:pt idx="546">
                  <c:v>108.78393459999999</c:v>
                </c:pt>
                <c:pt idx="547">
                  <c:v>108.7885781</c:v>
                </c:pt>
                <c:pt idx="548">
                  <c:v>108.9033022</c:v>
                </c:pt>
                <c:pt idx="549">
                  <c:v>108.9660628</c:v>
                </c:pt>
                <c:pt idx="550">
                  <c:v>109.63360299999999</c:v>
                </c:pt>
                <c:pt idx="551">
                  <c:v>109.7824854</c:v>
                </c:pt>
                <c:pt idx="552">
                  <c:v>109.7833725</c:v>
                </c:pt>
                <c:pt idx="553">
                  <c:v>109.9050392</c:v>
                </c:pt>
                <c:pt idx="554">
                  <c:v>109.966097</c:v>
                </c:pt>
                <c:pt idx="555">
                  <c:v>110.6362864</c:v>
                </c:pt>
                <c:pt idx="556">
                  <c:v>110.7822582</c:v>
                </c:pt>
                <c:pt idx="557">
                  <c:v>110.7863199</c:v>
                </c:pt>
                <c:pt idx="558">
                  <c:v>110.904794</c:v>
                </c:pt>
                <c:pt idx="559">
                  <c:v>110.96894210000001</c:v>
                </c:pt>
                <c:pt idx="560">
                  <c:v>111.63218120000001</c:v>
                </c:pt>
                <c:pt idx="561">
                  <c:v>111.7818091</c:v>
                </c:pt>
                <c:pt idx="562">
                  <c:v>111.78205149999999</c:v>
                </c:pt>
                <c:pt idx="563">
                  <c:v>111.90412999999999</c:v>
                </c:pt>
                <c:pt idx="564">
                  <c:v>111.9715195</c:v>
                </c:pt>
                <c:pt idx="565">
                  <c:v>112.63304460000001</c:v>
                </c:pt>
                <c:pt idx="566">
                  <c:v>112.77920020000001</c:v>
                </c:pt>
                <c:pt idx="567">
                  <c:v>112.7818377</c:v>
                </c:pt>
                <c:pt idx="568">
                  <c:v>112.9038686</c:v>
                </c:pt>
                <c:pt idx="569">
                  <c:v>112.9704917</c:v>
                </c:pt>
                <c:pt idx="570">
                  <c:v>113.63298330000001</c:v>
                </c:pt>
                <c:pt idx="571">
                  <c:v>113.7800665</c:v>
                </c:pt>
                <c:pt idx="572">
                  <c:v>113.7848425</c:v>
                </c:pt>
                <c:pt idx="573">
                  <c:v>113.9054687</c:v>
                </c:pt>
                <c:pt idx="574">
                  <c:v>113.969025</c:v>
                </c:pt>
                <c:pt idx="575">
                  <c:v>114.6316193</c:v>
                </c:pt>
                <c:pt idx="576">
                  <c:v>114.77915059999999</c:v>
                </c:pt>
                <c:pt idx="577">
                  <c:v>114.78731329999999</c:v>
                </c:pt>
                <c:pt idx="578">
                  <c:v>114.9084572</c:v>
                </c:pt>
                <c:pt idx="579">
                  <c:v>114.96854810000001</c:v>
                </c:pt>
                <c:pt idx="580">
                  <c:v>115.63017550000001</c:v>
                </c:pt>
                <c:pt idx="581">
                  <c:v>115.7817525</c:v>
                </c:pt>
                <c:pt idx="582">
                  <c:v>115.78864950000001</c:v>
                </c:pt>
                <c:pt idx="583">
                  <c:v>115.9067027</c:v>
                </c:pt>
                <c:pt idx="584">
                  <c:v>115.9666773</c:v>
                </c:pt>
                <c:pt idx="585">
                  <c:v>116.63800639999999</c:v>
                </c:pt>
                <c:pt idx="586">
                  <c:v>116.7840815</c:v>
                </c:pt>
                <c:pt idx="587">
                  <c:v>116.7866404</c:v>
                </c:pt>
                <c:pt idx="588">
                  <c:v>116.9066995</c:v>
                </c:pt>
                <c:pt idx="589">
                  <c:v>116.9670883</c:v>
                </c:pt>
                <c:pt idx="590">
                  <c:v>117.63243610000001</c:v>
                </c:pt>
                <c:pt idx="591">
                  <c:v>117.7804129</c:v>
                </c:pt>
                <c:pt idx="592">
                  <c:v>117.78474439999999</c:v>
                </c:pt>
                <c:pt idx="593">
                  <c:v>117.9066255</c:v>
                </c:pt>
                <c:pt idx="594">
                  <c:v>117.9657667</c:v>
                </c:pt>
                <c:pt idx="595">
                  <c:v>118.6308191</c:v>
                </c:pt>
                <c:pt idx="596">
                  <c:v>118.7845614</c:v>
                </c:pt>
                <c:pt idx="597">
                  <c:v>118.7875169</c:v>
                </c:pt>
                <c:pt idx="598">
                  <c:v>118.9048081</c:v>
                </c:pt>
                <c:pt idx="599">
                  <c:v>118.96597079999999</c:v>
                </c:pt>
                <c:pt idx="600">
                  <c:v>119.63379999999999</c:v>
                </c:pt>
                <c:pt idx="601">
                  <c:v>119.7818347</c:v>
                </c:pt>
                <c:pt idx="602">
                  <c:v>119.78435380000001</c:v>
                </c:pt>
                <c:pt idx="603">
                  <c:v>119.9047849</c:v>
                </c:pt>
                <c:pt idx="604">
                  <c:v>119.97224300000001</c:v>
                </c:pt>
                <c:pt idx="605">
                  <c:v>120.6308549</c:v>
                </c:pt>
                <c:pt idx="606">
                  <c:v>120.7826281</c:v>
                </c:pt>
                <c:pt idx="607">
                  <c:v>120.7863004</c:v>
                </c:pt>
                <c:pt idx="608">
                  <c:v>120.9050392</c:v>
                </c:pt>
                <c:pt idx="609">
                  <c:v>120.9712864</c:v>
                </c:pt>
                <c:pt idx="610">
                  <c:v>121.63512609999999</c:v>
                </c:pt>
                <c:pt idx="611">
                  <c:v>121.78178440000001</c:v>
                </c:pt>
                <c:pt idx="612">
                  <c:v>121.784318</c:v>
                </c:pt>
                <c:pt idx="613">
                  <c:v>121.90750319999999</c:v>
                </c:pt>
                <c:pt idx="614">
                  <c:v>121.96635689999999</c:v>
                </c:pt>
                <c:pt idx="615">
                  <c:v>122.63633470000001</c:v>
                </c:pt>
                <c:pt idx="616">
                  <c:v>122.7781004</c:v>
                </c:pt>
                <c:pt idx="617">
                  <c:v>122.7825014</c:v>
                </c:pt>
                <c:pt idx="618">
                  <c:v>122.94462729999999</c:v>
                </c:pt>
                <c:pt idx="619">
                  <c:v>122.9784623</c:v>
                </c:pt>
                <c:pt idx="620">
                  <c:v>123.6362541</c:v>
                </c:pt>
                <c:pt idx="621">
                  <c:v>123.77701740000001</c:v>
                </c:pt>
                <c:pt idx="622">
                  <c:v>123.78212910000001</c:v>
                </c:pt>
                <c:pt idx="623">
                  <c:v>123.9063001</c:v>
                </c:pt>
                <c:pt idx="624">
                  <c:v>123.97903820000001</c:v>
                </c:pt>
                <c:pt idx="625">
                  <c:v>124.6343799</c:v>
                </c:pt>
                <c:pt idx="626">
                  <c:v>124.7722794</c:v>
                </c:pt>
                <c:pt idx="627">
                  <c:v>124.78914880000001</c:v>
                </c:pt>
                <c:pt idx="628">
                  <c:v>124.90271920000001</c:v>
                </c:pt>
                <c:pt idx="629">
                  <c:v>124.97482770000001</c:v>
                </c:pt>
                <c:pt idx="630">
                  <c:v>125.6612744</c:v>
                </c:pt>
                <c:pt idx="631">
                  <c:v>125.7729241</c:v>
                </c:pt>
                <c:pt idx="632">
                  <c:v>125.7847026</c:v>
                </c:pt>
                <c:pt idx="633">
                  <c:v>125.9020044</c:v>
                </c:pt>
                <c:pt idx="634">
                  <c:v>125.9764302</c:v>
                </c:pt>
                <c:pt idx="635">
                  <c:v>126.6406357</c:v>
                </c:pt>
                <c:pt idx="636">
                  <c:v>126.7738032</c:v>
                </c:pt>
                <c:pt idx="637">
                  <c:v>126.7830405</c:v>
                </c:pt>
                <c:pt idx="638">
                  <c:v>126.9055682</c:v>
                </c:pt>
                <c:pt idx="639">
                  <c:v>126.9827149</c:v>
                </c:pt>
                <c:pt idx="640">
                  <c:v>127.6361028</c:v>
                </c:pt>
                <c:pt idx="641">
                  <c:v>127.77240310000001</c:v>
                </c:pt>
                <c:pt idx="642">
                  <c:v>127.7909908</c:v>
                </c:pt>
                <c:pt idx="643">
                  <c:v>127.9048212</c:v>
                </c:pt>
                <c:pt idx="644">
                  <c:v>127.9733335</c:v>
                </c:pt>
                <c:pt idx="645">
                  <c:v>128.63488989999999</c:v>
                </c:pt>
                <c:pt idx="646">
                  <c:v>128.77511860000001</c:v>
                </c:pt>
                <c:pt idx="647">
                  <c:v>128.78740329999999</c:v>
                </c:pt>
                <c:pt idx="648">
                  <c:v>128.90274299999999</c:v>
                </c:pt>
                <c:pt idx="649">
                  <c:v>128.9752786</c:v>
                </c:pt>
                <c:pt idx="650">
                  <c:v>129.63754410000001</c:v>
                </c:pt>
                <c:pt idx="651">
                  <c:v>129.77736479999999</c:v>
                </c:pt>
                <c:pt idx="652">
                  <c:v>129.78729440000001</c:v>
                </c:pt>
                <c:pt idx="653">
                  <c:v>129.90783830000001</c:v>
                </c:pt>
                <c:pt idx="654">
                  <c:v>129.96603669999999</c:v>
                </c:pt>
                <c:pt idx="655">
                  <c:v>130.6407724</c:v>
                </c:pt>
                <c:pt idx="656">
                  <c:v>130.77753809999999</c:v>
                </c:pt>
                <c:pt idx="657">
                  <c:v>130.7882372</c:v>
                </c:pt>
                <c:pt idx="658">
                  <c:v>130.907107</c:v>
                </c:pt>
                <c:pt idx="659">
                  <c:v>130.97562070000001</c:v>
                </c:pt>
                <c:pt idx="660">
                  <c:v>131.64084769999999</c:v>
                </c:pt>
                <c:pt idx="661">
                  <c:v>131.77804330000001</c:v>
                </c:pt>
                <c:pt idx="662">
                  <c:v>131.7855754</c:v>
                </c:pt>
                <c:pt idx="663">
                  <c:v>131.90690330000001</c:v>
                </c:pt>
                <c:pt idx="664">
                  <c:v>131.97345390000001</c:v>
                </c:pt>
                <c:pt idx="665">
                  <c:v>132.643416</c:v>
                </c:pt>
                <c:pt idx="666">
                  <c:v>132.77788580000001</c:v>
                </c:pt>
                <c:pt idx="667">
                  <c:v>132.78469369999999</c:v>
                </c:pt>
                <c:pt idx="668">
                  <c:v>132.9035307</c:v>
                </c:pt>
                <c:pt idx="669">
                  <c:v>132.9740869</c:v>
                </c:pt>
                <c:pt idx="670">
                  <c:v>133.6407485</c:v>
                </c:pt>
                <c:pt idx="671">
                  <c:v>133.77775320000001</c:v>
                </c:pt>
                <c:pt idx="672">
                  <c:v>133.78649229999999</c:v>
                </c:pt>
                <c:pt idx="673">
                  <c:v>133.905272</c:v>
                </c:pt>
                <c:pt idx="674">
                  <c:v>133.97928350000001</c:v>
                </c:pt>
                <c:pt idx="675">
                  <c:v>134.63811630000001</c:v>
                </c:pt>
                <c:pt idx="676">
                  <c:v>134.77577439999999</c:v>
                </c:pt>
                <c:pt idx="677">
                  <c:v>134.78205740000001</c:v>
                </c:pt>
                <c:pt idx="678">
                  <c:v>134.90784160000001</c:v>
                </c:pt>
                <c:pt idx="679">
                  <c:v>134.97609109999999</c:v>
                </c:pt>
                <c:pt idx="680">
                  <c:v>135.63584940000001</c:v>
                </c:pt>
                <c:pt idx="681">
                  <c:v>135.77739529999999</c:v>
                </c:pt>
                <c:pt idx="682">
                  <c:v>135.7822252</c:v>
                </c:pt>
                <c:pt idx="683">
                  <c:v>135.9034375</c:v>
                </c:pt>
                <c:pt idx="684">
                  <c:v>135.97911529999999</c:v>
                </c:pt>
                <c:pt idx="685">
                  <c:v>136.6339088</c:v>
                </c:pt>
                <c:pt idx="686">
                  <c:v>136.77471249999999</c:v>
                </c:pt>
                <c:pt idx="687">
                  <c:v>136.7846686</c:v>
                </c:pt>
                <c:pt idx="688">
                  <c:v>136.90488199999999</c:v>
                </c:pt>
                <c:pt idx="689">
                  <c:v>136.97622419999999</c:v>
                </c:pt>
                <c:pt idx="690">
                  <c:v>137.6402458</c:v>
                </c:pt>
                <c:pt idx="691">
                  <c:v>137.77463599999999</c:v>
                </c:pt>
                <c:pt idx="692">
                  <c:v>137.7845121</c:v>
                </c:pt>
                <c:pt idx="693">
                  <c:v>137.9017217</c:v>
                </c:pt>
                <c:pt idx="694">
                  <c:v>137.97358460000001</c:v>
                </c:pt>
                <c:pt idx="695">
                  <c:v>138.6368908</c:v>
                </c:pt>
                <c:pt idx="696">
                  <c:v>138.77241380000001</c:v>
                </c:pt>
                <c:pt idx="697">
                  <c:v>138.78491969999999</c:v>
                </c:pt>
                <c:pt idx="698">
                  <c:v>138.90312420000001</c:v>
                </c:pt>
                <c:pt idx="699">
                  <c:v>138.97666799999999</c:v>
                </c:pt>
                <c:pt idx="700">
                  <c:v>139.63695200000001</c:v>
                </c:pt>
                <c:pt idx="701">
                  <c:v>139.77237629999999</c:v>
                </c:pt>
                <c:pt idx="702">
                  <c:v>139.78778589999999</c:v>
                </c:pt>
                <c:pt idx="703">
                  <c:v>139.90952519999999</c:v>
                </c:pt>
                <c:pt idx="704">
                  <c:v>139.97348049999999</c:v>
                </c:pt>
                <c:pt idx="705">
                  <c:v>140.64003210000001</c:v>
                </c:pt>
                <c:pt idx="706">
                  <c:v>140.7721536</c:v>
                </c:pt>
                <c:pt idx="707">
                  <c:v>140.7886068</c:v>
                </c:pt>
                <c:pt idx="708">
                  <c:v>140.90267259999999</c:v>
                </c:pt>
                <c:pt idx="709">
                  <c:v>140.96674609999999</c:v>
                </c:pt>
                <c:pt idx="710">
                  <c:v>141.63837849999999</c:v>
                </c:pt>
                <c:pt idx="711">
                  <c:v>141.77285209999999</c:v>
                </c:pt>
                <c:pt idx="712">
                  <c:v>141.785574</c:v>
                </c:pt>
                <c:pt idx="713">
                  <c:v>141.90548620000001</c:v>
                </c:pt>
                <c:pt idx="714">
                  <c:v>141.9664764</c:v>
                </c:pt>
                <c:pt idx="715">
                  <c:v>142.66239279999999</c:v>
                </c:pt>
                <c:pt idx="716">
                  <c:v>142.77225100000001</c:v>
                </c:pt>
                <c:pt idx="717">
                  <c:v>142.78818659999999</c:v>
                </c:pt>
                <c:pt idx="718">
                  <c:v>142.90485559999999</c:v>
                </c:pt>
                <c:pt idx="719">
                  <c:v>142.966679</c:v>
                </c:pt>
                <c:pt idx="720">
                  <c:v>143.65342440000001</c:v>
                </c:pt>
                <c:pt idx="721">
                  <c:v>143.7746539</c:v>
                </c:pt>
                <c:pt idx="722">
                  <c:v>143.78497390000001</c:v>
                </c:pt>
                <c:pt idx="723">
                  <c:v>143.9112275</c:v>
                </c:pt>
                <c:pt idx="724">
                  <c:v>143.9661146</c:v>
                </c:pt>
                <c:pt idx="725">
                  <c:v>144.64047239999999</c:v>
                </c:pt>
                <c:pt idx="726">
                  <c:v>144.7752308</c:v>
                </c:pt>
                <c:pt idx="727">
                  <c:v>144.78453529999999</c:v>
                </c:pt>
                <c:pt idx="728">
                  <c:v>144.9077245</c:v>
                </c:pt>
                <c:pt idx="729">
                  <c:v>144.9688677</c:v>
                </c:pt>
                <c:pt idx="730">
                  <c:v>145.6377248</c:v>
                </c:pt>
                <c:pt idx="731">
                  <c:v>145.77267219999999</c:v>
                </c:pt>
                <c:pt idx="732">
                  <c:v>145.78547800000001</c:v>
                </c:pt>
                <c:pt idx="733">
                  <c:v>145.90616940000001</c:v>
                </c:pt>
                <c:pt idx="734">
                  <c:v>145.97688880000001</c:v>
                </c:pt>
                <c:pt idx="735">
                  <c:v>146.6470065</c:v>
                </c:pt>
                <c:pt idx="736">
                  <c:v>146.77814620000001</c:v>
                </c:pt>
                <c:pt idx="737">
                  <c:v>146.78152729999999</c:v>
                </c:pt>
                <c:pt idx="738">
                  <c:v>146.905046</c:v>
                </c:pt>
                <c:pt idx="739">
                  <c:v>146.97540319999999</c:v>
                </c:pt>
                <c:pt idx="740">
                  <c:v>147.6416893</c:v>
                </c:pt>
                <c:pt idx="741">
                  <c:v>147.7764693</c:v>
                </c:pt>
                <c:pt idx="742">
                  <c:v>147.78187489999999</c:v>
                </c:pt>
                <c:pt idx="743">
                  <c:v>147.90335260000001</c:v>
                </c:pt>
                <c:pt idx="744">
                  <c:v>147.97994220000001</c:v>
                </c:pt>
                <c:pt idx="745">
                  <c:v>148.64391860000001</c:v>
                </c:pt>
                <c:pt idx="746">
                  <c:v>148.7729587</c:v>
                </c:pt>
                <c:pt idx="747">
                  <c:v>148.7846672</c:v>
                </c:pt>
                <c:pt idx="748">
                  <c:v>148.90254010000001</c:v>
                </c:pt>
                <c:pt idx="749">
                  <c:v>148.9753633</c:v>
                </c:pt>
                <c:pt idx="750">
                  <c:v>149.6405063</c:v>
                </c:pt>
                <c:pt idx="751">
                  <c:v>149.77495500000001</c:v>
                </c:pt>
                <c:pt idx="752">
                  <c:v>149.78426870000001</c:v>
                </c:pt>
                <c:pt idx="753">
                  <c:v>149.90291769999999</c:v>
                </c:pt>
                <c:pt idx="754">
                  <c:v>149.9777938</c:v>
                </c:pt>
                <c:pt idx="755">
                  <c:v>150.63976199999999</c:v>
                </c:pt>
                <c:pt idx="756">
                  <c:v>150.77451360000001</c:v>
                </c:pt>
                <c:pt idx="757">
                  <c:v>150.7818384</c:v>
                </c:pt>
                <c:pt idx="758">
                  <c:v>150.902241</c:v>
                </c:pt>
                <c:pt idx="759">
                  <c:v>150.97159490000001</c:v>
                </c:pt>
                <c:pt idx="760">
                  <c:v>151.64237840000001</c:v>
                </c:pt>
                <c:pt idx="761">
                  <c:v>151.77222829999999</c:v>
                </c:pt>
                <c:pt idx="762">
                  <c:v>151.78218810000001</c:v>
                </c:pt>
                <c:pt idx="763">
                  <c:v>151.902457</c:v>
                </c:pt>
                <c:pt idx="764">
                  <c:v>151.97008199999999</c:v>
                </c:pt>
                <c:pt idx="765">
                  <c:v>152.6369675</c:v>
                </c:pt>
                <c:pt idx="766">
                  <c:v>152.7725179</c:v>
                </c:pt>
                <c:pt idx="767">
                  <c:v>152.7845374</c:v>
                </c:pt>
                <c:pt idx="768">
                  <c:v>152.90796119999999</c:v>
                </c:pt>
                <c:pt idx="769">
                  <c:v>152.97315259999999</c:v>
                </c:pt>
                <c:pt idx="770">
                  <c:v>153.63872359999999</c:v>
                </c:pt>
                <c:pt idx="771">
                  <c:v>153.77602780000001</c:v>
                </c:pt>
                <c:pt idx="772">
                  <c:v>153.78410700000001</c:v>
                </c:pt>
                <c:pt idx="773">
                  <c:v>153.90210859999999</c:v>
                </c:pt>
                <c:pt idx="774">
                  <c:v>153.97615189999999</c:v>
                </c:pt>
                <c:pt idx="775">
                  <c:v>154.64118070000001</c:v>
                </c:pt>
                <c:pt idx="776">
                  <c:v>154.77222839999999</c:v>
                </c:pt>
                <c:pt idx="777">
                  <c:v>154.7871907</c:v>
                </c:pt>
                <c:pt idx="778">
                  <c:v>154.90743380000001</c:v>
                </c:pt>
                <c:pt idx="779">
                  <c:v>154.97663180000001</c:v>
                </c:pt>
                <c:pt idx="780">
                  <c:v>155.6395875</c:v>
                </c:pt>
                <c:pt idx="781">
                  <c:v>155.77515030000001</c:v>
                </c:pt>
                <c:pt idx="782">
                  <c:v>155.78631100000001</c:v>
                </c:pt>
                <c:pt idx="783">
                  <c:v>155.90800770000001</c:v>
                </c:pt>
                <c:pt idx="784">
                  <c:v>155.97938619999999</c:v>
                </c:pt>
                <c:pt idx="785">
                  <c:v>156.63984060000001</c:v>
                </c:pt>
                <c:pt idx="786">
                  <c:v>156.77362009999999</c:v>
                </c:pt>
                <c:pt idx="787">
                  <c:v>156.78757959999999</c:v>
                </c:pt>
                <c:pt idx="788">
                  <c:v>156.90734320000001</c:v>
                </c:pt>
                <c:pt idx="789">
                  <c:v>156.97623010000001</c:v>
                </c:pt>
                <c:pt idx="790">
                  <c:v>157.64103069999999</c:v>
                </c:pt>
                <c:pt idx="791">
                  <c:v>157.78072220000001</c:v>
                </c:pt>
                <c:pt idx="792">
                  <c:v>157.78475879999999</c:v>
                </c:pt>
                <c:pt idx="793">
                  <c:v>157.90666659999999</c:v>
                </c:pt>
                <c:pt idx="794">
                  <c:v>157.9768019</c:v>
                </c:pt>
                <c:pt idx="795">
                  <c:v>158.6434769</c:v>
                </c:pt>
                <c:pt idx="796">
                  <c:v>158.77681670000001</c:v>
                </c:pt>
                <c:pt idx="797">
                  <c:v>158.78612050000001</c:v>
                </c:pt>
                <c:pt idx="798">
                  <c:v>158.90491309999999</c:v>
                </c:pt>
                <c:pt idx="799">
                  <c:v>158.96938560000001</c:v>
                </c:pt>
                <c:pt idx="800">
                  <c:v>159.64030790000001</c:v>
                </c:pt>
                <c:pt idx="801">
                  <c:v>159.77483799999999</c:v>
                </c:pt>
                <c:pt idx="802">
                  <c:v>159.7823234</c:v>
                </c:pt>
                <c:pt idx="803">
                  <c:v>159.90468580000001</c:v>
                </c:pt>
                <c:pt idx="804">
                  <c:v>159.97148989999999</c:v>
                </c:pt>
                <c:pt idx="805">
                  <c:v>160.64326929999999</c:v>
                </c:pt>
                <c:pt idx="806">
                  <c:v>160.7780382</c:v>
                </c:pt>
                <c:pt idx="807">
                  <c:v>160.78445529999999</c:v>
                </c:pt>
                <c:pt idx="808">
                  <c:v>160.9022262</c:v>
                </c:pt>
                <c:pt idx="809">
                  <c:v>160.968942</c:v>
                </c:pt>
                <c:pt idx="810">
                  <c:v>161.6422718</c:v>
                </c:pt>
                <c:pt idx="811">
                  <c:v>161.7748388</c:v>
                </c:pt>
                <c:pt idx="812">
                  <c:v>161.78188019999999</c:v>
                </c:pt>
                <c:pt idx="813">
                  <c:v>161.90261169999999</c:v>
                </c:pt>
                <c:pt idx="814">
                  <c:v>161.96899830000001</c:v>
                </c:pt>
                <c:pt idx="815">
                  <c:v>162.64023710000001</c:v>
                </c:pt>
                <c:pt idx="816">
                  <c:v>162.77496819999999</c:v>
                </c:pt>
                <c:pt idx="817">
                  <c:v>162.78192960000001</c:v>
                </c:pt>
                <c:pt idx="818">
                  <c:v>162.9023794</c:v>
                </c:pt>
                <c:pt idx="819">
                  <c:v>162.9660907</c:v>
                </c:pt>
                <c:pt idx="820">
                  <c:v>163.6359247</c:v>
                </c:pt>
                <c:pt idx="821">
                  <c:v>163.77698179999999</c:v>
                </c:pt>
                <c:pt idx="822">
                  <c:v>163.78519990000001</c:v>
                </c:pt>
                <c:pt idx="823">
                  <c:v>163.9059872</c:v>
                </c:pt>
                <c:pt idx="824">
                  <c:v>163.96875660000001</c:v>
                </c:pt>
                <c:pt idx="825">
                  <c:v>164.6381939</c:v>
                </c:pt>
                <c:pt idx="826">
                  <c:v>164.77290410000001</c:v>
                </c:pt>
                <c:pt idx="827">
                  <c:v>164.78749239999999</c:v>
                </c:pt>
                <c:pt idx="828">
                  <c:v>164.9155256</c:v>
                </c:pt>
                <c:pt idx="829">
                  <c:v>164.97163029999999</c:v>
                </c:pt>
                <c:pt idx="830">
                  <c:v>165.6357634</c:v>
                </c:pt>
                <c:pt idx="831">
                  <c:v>165.77381500000001</c:v>
                </c:pt>
                <c:pt idx="832">
                  <c:v>165.7901531</c:v>
                </c:pt>
                <c:pt idx="833">
                  <c:v>165.9111638</c:v>
                </c:pt>
                <c:pt idx="834">
                  <c:v>165.97608349999999</c:v>
                </c:pt>
                <c:pt idx="835">
                  <c:v>166.64132119999999</c:v>
                </c:pt>
                <c:pt idx="836">
                  <c:v>166.7721995</c:v>
                </c:pt>
                <c:pt idx="837">
                  <c:v>166.7878293</c:v>
                </c:pt>
                <c:pt idx="838">
                  <c:v>166.913051</c:v>
                </c:pt>
                <c:pt idx="839">
                  <c:v>166.98555780000001</c:v>
                </c:pt>
                <c:pt idx="840">
                  <c:v>167.63364319999999</c:v>
                </c:pt>
                <c:pt idx="841">
                  <c:v>167.77546050000001</c:v>
                </c:pt>
                <c:pt idx="842">
                  <c:v>167.78498329999999</c:v>
                </c:pt>
                <c:pt idx="843">
                  <c:v>167.9143158</c:v>
                </c:pt>
                <c:pt idx="844">
                  <c:v>167.977236</c:v>
                </c:pt>
                <c:pt idx="845">
                  <c:v>168.6380992</c:v>
                </c:pt>
                <c:pt idx="846">
                  <c:v>168.77844820000001</c:v>
                </c:pt>
                <c:pt idx="847">
                  <c:v>168.7844686</c:v>
                </c:pt>
                <c:pt idx="848">
                  <c:v>168.90993330000001</c:v>
                </c:pt>
                <c:pt idx="849">
                  <c:v>168.976686</c:v>
                </c:pt>
                <c:pt idx="850">
                  <c:v>169.64240369999999</c:v>
                </c:pt>
                <c:pt idx="851">
                  <c:v>169.7781598</c:v>
                </c:pt>
                <c:pt idx="852">
                  <c:v>169.78465499999999</c:v>
                </c:pt>
                <c:pt idx="853">
                  <c:v>169.91266229999999</c:v>
                </c:pt>
                <c:pt idx="854">
                  <c:v>169.97265899999999</c:v>
                </c:pt>
                <c:pt idx="855">
                  <c:v>170.6340299</c:v>
                </c:pt>
                <c:pt idx="856">
                  <c:v>170.77823670000001</c:v>
                </c:pt>
                <c:pt idx="857">
                  <c:v>170.7850995</c:v>
                </c:pt>
                <c:pt idx="858">
                  <c:v>170.9122606</c:v>
                </c:pt>
                <c:pt idx="859">
                  <c:v>170.97540720000001</c:v>
                </c:pt>
                <c:pt idx="860">
                  <c:v>171.6328594</c:v>
                </c:pt>
                <c:pt idx="861">
                  <c:v>171.7794452</c:v>
                </c:pt>
                <c:pt idx="862">
                  <c:v>171.78182100000001</c:v>
                </c:pt>
                <c:pt idx="863">
                  <c:v>171.9070992</c:v>
                </c:pt>
                <c:pt idx="864">
                  <c:v>171.97582159999999</c:v>
                </c:pt>
                <c:pt idx="865">
                  <c:v>172.63576280000001</c:v>
                </c:pt>
                <c:pt idx="866">
                  <c:v>172.77560690000001</c:v>
                </c:pt>
                <c:pt idx="867">
                  <c:v>172.78246429999999</c:v>
                </c:pt>
                <c:pt idx="868">
                  <c:v>172.91417970000001</c:v>
                </c:pt>
                <c:pt idx="869">
                  <c:v>172.9770355</c:v>
                </c:pt>
                <c:pt idx="870">
                  <c:v>173.63712520000001</c:v>
                </c:pt>
                <c:pt idx="871">
                  <c:v>173.77488199999999</c:v>
                </c:pt>
                <c:pt idx="872">
                  <c:v>173.78206610000001</c:v>
                </c:pt>
                <c:pt idx="873">
                  <c:v>173.9019749</c:v>
                </c:pt>
                <c:pt idx="874">
                  <c:v>173.97320930000001</c:v>
                </c:pt>
                <c:pt idx="875">
                  <c:v>174.63493260000001</c:v>
                </c:pt>
                <c:pt idx="876">
                  <c:v>174.77401929999999</c:v>
                </c:pt>
                <c:pt idx="877">
                  <c:v>174.7851766</c:v>
                </c:pt>
                <c:pt idx="878">
                  <c:v>174.913534</c:v>
                </c:pt>
                <c:pt idx="879">
                  <c:v>174.97159210000001</c:v>
                </c:pt>
                <c:pt idx="880">
                  <c:v>175.6329504</c:v>
                </c:pt>
                <c:pt idx="881">
                  <c:v>175.7719098</c:v>
                </c:pt>
                <c:pt idx="882">
                  <c:v>175.78479179999999</c:v>
                </c:pt>
                <c:pt idx="883">
                  <c:v>175.91348289999999</c:v>
                </c:pt>
                <c:pt idx="884">
                  <c:v>175.9733713</c:v>
                </c:pt>
                <c:pt idx="885">
                  <c:v>176.63472379999999</c:v>
                </c:pt>
                <c:pt idx="886">
                  <c:v>176.772255</c:v>
                </c:pt>
                <c:pt idx="887">
                  <c:v>176.78249400000001</c:v>
                </c:pt>
                <c:pt idx="888">
                  <c:v>176.91445820000001</c:v>
                </c:pt>
                <c:pt idx="889">
                  <c:v>176.97619330000001</c:v>
                </c:pt>
                <c:pt idx="890">
                  <c:v>177.63292319999999</c:v>
                </c:pt>
                <c:pt idx="891">
                  <c:v>177.77462800000001</c:v>
                </c:pt>
                <c:pt idx="892">
                  <c:v>177.7875976</c:v>
                </c:pt>
                <c:pt idx="893">
                  <c:v>177.91365579999999</c:v>
                </c:pt>
                <c:pt idx="894">
                  <c:v>177.97367170000001</c:v>
                </c:pt>
                <c:pt idx="895">
                  <c:v>178.63272029999999</c:v>
                </c:pt>
                <c:pt idx="896">
                  <c:v>178.772391</c:v>
                </c:pt>
                <c:pt idx="897">
                  <c:v>178.78750170000001</c:v>
                </c:pt>
                <c:pt idx="898">
                  <c:v>178.91746000000001</c:v>
                </c:pt>
                <c:pt idx="899">
                  <c:v>178.97347339999999</c:v>
                </c:pt>
                <c:pt idx="900">
                  <c:v>179.6308899</c:v>
                </c:pt>
                <c:pt idx="901">
                  <c:v>179.7775571</c:v>
                </c:pt>
                <c:pt idx="902">
                  <c:v>179.78762660000001</c:v>
                </c:pt>
                <c:pt idx="903">
                  <c:v>179.9125258</c:v>
                </c:pt>
                <c:pt idx="904">
                  <c:v>179.97924739999999</c:v>
                </c:pt>
                <c:pt idx="905">
                  <c:v>180.63128900000001</c:v>
                </c:pt>
                <c:pt idx="906">
                  <c:v>180.77495819999999</c:v>
                </c:pt>
                <c:pt idx="907">
                  <c:v>180.78556570000001</c:v>
                </c:pt>
                <c:pt idx="908">
                  <c:v>180.9131616</c:v>
                </c:pt>
                <c:pt idx="909">
                  <c:v>180.9781242</c:v>
                </c:pt>
                <c:pt idx="910">
                  <c:v>181.62963730000001</c:v>
                </c:pt>
                <c:pt idx="911">
                  <c:v>181.7747368</c:v>
                </c:pt>
                <c:pt idx="912">
                  <c:v>181.78443519999999</c:v>
                </c:pt>
                <c:pt idx="913">
                  <c:v>181.91320469999999</c:v>
                </c:pt>
                <c:pt idx="914">
                  <c:v>181.97091309999999</c:v>
                </c:pt>
                <c:pt idx="915">
                  <c:v>182.6379652</c:v>
                </c:pt>
                <c:pt idx="916">
                  <c:v>182.77994570000001</c:v>
                </c:pt>
                <c:pt idx="917">
                  <c:v>182.78460179999999</c:v>
                </c:pt>
                <c:pt idx="918">
                  <c:v>182.9090009</c:v>
                </c:pt>
                <c:pt idx="919">
                  <c:v>182.9703543</c:v>
                </c:pt>
                <c:pt idx="920">
                  <c:v>183.6329188</c:v>
                </c:pt>
                <c:pt idx="921">
                  <c:v>183.77774339999999</c:v>
                </c:pt>
                <c:pt idx="922">
                  <c:v>183.78162320000001</c:v>
                </c:pt>
                <c:pt idx="923">
                  <c:v>183.90621250000001</c:v>
                </c:pt>
                <c:pt idx="924">
                  <c:v>183.96798570000001</c:v>
                </c:pt>
                <c:pt idx="925">
                  <c:v>184.6308099</c:v>
                </c:pt>
                <c:pt idx="926">
                  <c:v>184.77426439999999</c:v>
                </c:pt>
                <c:pt idx="927">
                  <c:v>184.78226889999999</c:v>
                </c:pt>
                <c:pt idx="928">
                  <c:v>184.9089281</c:v>
                </c:pt>
                <c:pt idx="929">
                  <c:v>184.97018059999999</c:v>
                </c:pt>
                <c:pt idx="930">
                  <c:v>185.6354632</c:v>
                </c:pt>
                <c:pt idx="931">
                  <c:v>185.7746582</c:v>
                </c:pt>
                <c:pt idx="932">
                  <c:v>185.79754199999999</c:v>
                </c:pt>
                <c:pt idx="933">
                  <c:v>185.90953020000001</c:v>
                </c:pt>
                <c:pt idx="934">
                  <c:v>185.96614389999999</c:v>
                </c:pt>
                <c:pt idx="935">
                  <c:v>186.6341123</c:v>
                </c:pt>
                <c:pt idx="936">
                  <c:v>186.77385140000001</c:v>
                </c:pt>
                <c:pt idx="937">
                  <c:v>186.79294730000001</c:v>
                </c:pt>
                <c:pt idx="938">
                  <c:v>186.913984</c:v>
                </c:pt>
                <c:pt idx="939">
                  <c:v>186.96869599999999</c:v>
                </c:pt>
                <c:pt idx="940">
                  <c:v>187.63310749999999</c:v>
                </c:pt>
                <c:pt idx="941">
                  <c:v>187.77195029999999</c:v>
                </c:pt>
                <c:pt idx="942">
                  <c:v>187.79509569999999</c:v>
                </c:pt>
                <c:pt idx="943">
                  <c:v>187.91078210000001</c:v>
                </c:pt>
                <c:pt idx="944">
                  <c:v>187.96623869999999</c:v>
                </c:pt>
                <c:pt idx="945">
                  <c:v>188.63163280000001</c:v>
                </c:pt>
                <c:pt idx="946">
                  <c:v>188.77329109999999</c:v>
                </c:pt>
                <c:pt idx="947">
                  <c:v>188.799035</c:v>
                </c:pt>
                <c:pt idx="948">
                  <c:v>188.9134608</c:v>
                </c:pt>
                <c:pt idx="949">
                  <c:v>188.9688927</c:v>
                </c:pt>
                <c:pt idx="950">
                  <c:v>189.63043070000001</c:v>
                </c:pt>
                <c:pt idx="951">
                  <c:v>189.7726921</c:v>
                </c:pt>
                <c:pt idx="952">
                  <c:v>189.7951248</c:v>
                </c:pt>
                <c:pt idx="953">
                  <c:v>189.91390089999999</c:v>
                </c:pt>
                <c:pt idx="954">
                  <c:v>189.97012129999999</c:v>
                </c:pt>
                <c:pt idx="955">
                  <c:v>190.63111140000001</c:v>
                </c:pt>
                <c:pt idx="956">
                  <c:v>190.77222900000001</c:v>
                </c:pt>
                <c:pt idx="957">
                  <c:v>190.79390649999999</c:v>
                </c:pt>
                <c:pt idx="958">
                  <c:v>190.91358959999999</c:v>
                </c:pt>
                <c:pt idx="959">
                  <c:v>190.9765146</c:v>
                </c:pt>
                <c:pt idx="960">
                  <c:v>191.63280589999999</c:v>
                </c:pt>
                <c:pt idx="961">
                  <c:v>191.77434629999999</c:v>
                </c:pt>
                <c:pt idx="962">
                  <c:v>191.79191449999999</c:v>
                </c:pt>
                <c:pt idx="963">
                  <c:v>191.90924430000001</c:v>
                </c:pt>
                <c:pt idx="964">
                  <c:v>191.97828730000001</c:v>
                </c:pt>
                <c:pt idx="965">
                  <c:v>192.63056839999999</c:v>
                </c:pt>
                <c:pt idx="966">
                  <c:v>192.7802489</c:v>
                </c:pt>
                <c:pt idx="967">
                  <c:v>192.7926497</c:v>
                </c:pt>
                <c:pt idx="968">
                  <c:v>192.91255469999999</c:v>
                </c:pt>
                <c:pt idx="969">
                  <c:v>192.97794690000001</c:v>
                </c:pt>
                <c:pt idx="970">
                  <c:v>193.6330466</c:v>
                </c:pt>
                <c:pt idx="971">
                  <c:v>193.77740299999999</c:v>
                </c:pt>
                <c:pt idx="972">
                  <c:v>193.79270310000001</c:v>
                </c:pt>
                <c:pt idx="973">
                  <c:v>193.9101824</c:v>
                </c:pt>
                <c:pt idx="974">
                  <c:v>193.9761977</c:v>
                </c:pt>
                <c:pt idx="975">
                  <c:v>194.63151439999999</c:v>
                </c:pt>
                <c:pt idx="976">
                  <c:v>194.77210260000001</c:v>
                </c:pt>
                <c:pt idx="977">
                  <c:v>194.7898126</c:v>
                </c:pt>
                <c:pt idx="978">
                  <c:v>194.90658909999999</c:v>
                </c:pt>
                <c:pt idx="979">
                  <c:v>194.97582689999999</c:v>
                </c:pt>
                <c:pt idx="980">
                  <c:v>195.63579279999999</c:v>
                </c:pt>
                <c:pt idx="981">
                  <c:v>195.7776945</c:v>
                </c:pt>
                <c:pt idx="982">
                  <c:v>195.7874386</c:v>
                </c:pt>
                <c:pt idx="983">
                  <c:v>195.90681319999999</c:v>
                </c:pt>
                <c:pt idx="984">
                  <c:v>195.97595269999999</c:v>
                </c:pt>
                <c:pt idx="985">
                  <c:v>196.6358946</c:v>
                </c:pt>
                <c:pt idx="986">
                  <c:v>196.77492179999999</c:v>
                </c:pt>
                <c:pt idx="987">
                  <c:v>196.7923619</c:v>
                </c:pt>
                <c:pt idx="988">
                  <c:v>196.90208999999999</c:v>
                </c:pt>
                <c:pt idx="989">
                  <c:v>196.97233439999999</c:v>
                </c:pt>
                <c:pt idx="990">
                  <c:v>197.63612839999999</c:v>
                </c:pt>
                <c:pt idx="991">
                  <c:v>197.77439200000001</c:v>
                </c:pt>
                <c:pt idx="992">
                  <c:v>197.78993249999999</c:v>
                </c:pt>
                <c:pt idx="993">
                  <c:v>197.90195510000001</c:v>
                </c:pt>
                <c:pt idx="994">
                  <c:v>197.97322819999999</c:v>
                </c:pt>
                <c:pt idx="995">
                  <c:v>198.6320776</c:v>
                </c:pt>
                <c:pt idx="996">
                  <c:v>198.7727888</c:v>
                </c:pt>
                <c:pt idx="997">
                  <c:v>198.79181790000001</c:v>
                </c:pt>
                <c:pt idx="998">
                  <c:v>198.90478949999999</c:v>
                </c:pt>
                <c:pt idx="999">
                  <c:v>198.97056910000001</c:v>
                </c:pt>
                <c:pt idx="1000">
                  <c:v>199.63456819999999</c:v>
                </c:pt>
                <c:pt idx="1001">
                  <c:v>199.7729276</c:v>
                </c:pt>
                <c:pt idx="1002">
                  <c:v>199.78349320000001</c:v>
                </c:pt>
                <c:pt idx="1003">
                  <c:v>199.91522399999999</c:v>
                </c:pt>
                <c:pt idx="1004">
                  <c:v>199.9778566</c:v>
                </c:pt>
                <c:pt idx="1005">
                  <c:v>200.63430539999999</c:v>
                </c:pt>
                <c:pt idx="1006">
                  <c:v>200.77216039999999</c:v>
                </c:pt>
                <c:pt idx="1007">
                  <c:v>200.79053089999999</c:v>
                </c:pt>
                <c:pt idx="1008">
                  <c:v>200.90446410000001</c:v>
                </c:pt>
                <c:pt idx="1009">
                  <c:v>200.97895370000001</c:v>
                </c:pt>
                <c:pt idx="1010">
                  <c:v>201.6305543</c:v>
                </c:pt>
                <c:pt idx="1011">
                  <c:v>201.7750145</c:v>
                </c:pt>
                <c:pt idx="1012">
                  <c:v>201.7900425</c:v>
                </c:pt>
                <c:pt idx="1013">
                  <c:v>201.91418239999999</c:v>
                </c:pt>
                <c:pt idx="1014">
                  <c:v>201.9771806</c:v>
                </c:pt>
                <c:pt idx="1015">
                  <c:v>202.6335047</c:v>
                </c:pt>
                <c:pt idx="1016">
                  <c:v>202.7748565</c:v>
                </c:pt>
                <c:pt idx="1017">
                  <c:v>202.7947546</c:v>
                </c:pt>
                <c:pt idx="1018">
                  <c:v>202.9144388</c:v>
                </c:pt>
                <c:pt idx="1019">
                  <c:v>202.9787699</c:v>
                </c:pt>
                <c:pt idx="1020">
                  <c:v>203.63056080000001</c:v>
                </c:pt>
                <c:pt idx="1021">
                  <c:v>203.77531930000001</c:v>
                </c:pt>
                <c:pt idx="1022">
                  <c:v>203.7927579</c:v>
                </c:pt>
                <c:pt idx="1023">
                  <c:v>203.91591769999999</c:v>
                </c:pt>
                <c:pt idx="1024">
                  <c:v>203.97751539999999</c:v>
                </c:pt>
                <c:pt idx="1025">
                  <c:v>204.62956149999999</c:v>
                </c:pt>
                <c:pt idx="1026">
                  <c:v>204.77265779999999</c:v>
                </c:pt>
                <c:pt idx="1027">
                  <c:v>204.79095150000001</c:v>
                </c:pt>
                <c:pt idx="1028">
                  <c:v>204.91257289999999</c:v>
                </c:pt>
                <c:pt idx="1029">
                  <c:v>204.9727944</c:v>
                </c:pt>
                <c:pt idx="1030">
                  <c:v>205.6326832</c:v>
                </c:pt>
                <c:pt idx="1031">
                  <c:v>205.7770549</c:v>
                </c:pt>
                <c:pt idx="1032">
                  <c:v>205.79279869999999</c:v>
                </c:pt>
                <c:pt idx="1033">
                  <c:v>205.91297739999999</c:v>
                </c:pt>
                <c:pt idx="1034">
                  <c:v>205.976372</c:v>
                </c:pt>
                <c:pt idx="1035">
                  <c:v>206.6311312</c:v>
                </c:pt>
                <c:pt idx="1036">
                  <c:v>206.77228880000001</c:v>
                </c:pt>
                <c:pt idx="1037">
                  <c:v>206.7886743</c:v>
                </c:pt>
                <c:pt idx="1038">
                  <c:v>206.91324940000001</c:v>
                </c:pt>
                <c:pt idx="1039">
                  <c:v>206.97648530000001</c:v>
                </c:pt>
                <c:pt idx="1040">
                  <c:v>207.63597540000001</c:v>
                </c:pt>
                <c:pt idx="1041">
                  <c:v>207.7783446</c:v>
                </c:pt>
                <c:pt idx="1042">
                  <c:v>207.79025859999999</c:v>
                </c:pt>
                <c:pt idx="1043">
                  <c:v>207.90761989999999</c:v>
                </c:pt>
                <c:pt idx="1044">
                  <c:v>207.97288119999999</c:v>
                </c:pt>
                <c:pt idx="1045">
                  <c:v>208.6358405</c:v>
                </c:pt>
                <c:pt idx="1046">
                  <c:v>208.77331290000001</c:v>
                </c:pt>
                <c:pt idx="1047">
                  <c:v>208.7873697</c:v>
                </c:pt>
                <c:pt idx="1048">
                  <c:v>208.90741109999999</c:v>
                </c:pt>
                <c:pt idx="1049">
                  <c:v>208.96956489999999</c:v>
                </c:pt>
                <c:pt idx="1050">
                  <c:v>209.6345762</c:v>
                </c:pt>
                <c:pt idx="1051">
                  <c:v>209.7723465</c:v>
                </c:pt>
                <c:pt idx="1052">
                  <c:v>209.78604369999999</c:v>
                </c:pt>
                <c:pt idx="1053">
                  <c:v>209.90750320000001</c:v>
                </c:pt>
                <c:pt idx="1054">
                  <c:v>209.97391529999999</c:v>
                </c:pt>
                <c:pt idx="1055">
                  <c:v>210.6329896</c:v>
                </c:pt>
                <c:pt idx="1056">
                  <c:v>210.7754702</c:v>
                </c:pt>
                <c:pt idx="1057">
                  <c:v>210.7847797</c:v>
                </c:pt>
                <c:pt idx="1058">
                  <c:v>210.9105678</c:v>
                </c:pt>
                <c:pt idx="1059">
                  <c:v>210.97588010000001</c:v>
                </c:pt>
                <c:pt idx="1060">
                  <c:v>211.63524620000001</c:v>
                </c:pt>
                <c:pt idx="1061">
                  <c:v>211.77194069999999</c:v>
                </c:pt>
                <c:pt idx="1062">
                  <c:v>211.78543730000001</c:v>
                </c:pt>
                <c:pt idx="1063">
                  <c:v>211.9151268</c:v>
                </c:pt>
                <c:pt idx="1064">
                  <c:v>211.9762345</c:v>
                </c:pt>
                <c:pt idx="1065">
                  <c:v>212.6329523</c:v>
                </c:pt>
                <c:pt idx="1066">
                  <c:v>212.77904950000001</c:v>
                </c:pt>
                <c:pt idx="1067">
                  <c:v>212.78239060000001</c:v>
                </c:pt>
                <c:pt idx="1068">
                  <c:v>212.91404120000001</c:v>
                </c:pt>
                <c:pt idx="1069">
                  <c:v>212.9736757</c:v>
                </c:pt>
                <c:pt idx="1070">
                  <c:v>213.63277690000001</c:v>
                </c:pt>
                <c:pt idx="1071">
                  <c:v>213.77510509999999</c:v>
                </c:pt>
                <c:pt idx="1072">
                  <c:v>213.78754050000001</c:v>
                </c:pt>
                <c:pt idx="1073">
                  <c:v>213.9154035</c:v>
                </c:pt>
                <c:pt idx="1074">
                  <c:v>213.97918569999999</c:v>
                </c:pt>
                <c:pt idx="1075">
                  <c:v>214.63024100000001</c:v>
                </c:pt>
                <c:pt idx="1076">
                  <c:v>214.77485870000001</c:v>
                </c:pt>
                <c:pt idx="1077">
                  <c:v>214.788049</c:v>
                </c:pt>
                <c:pt idx="1078">
                  <c:v>214.91513269999999</c:v>
                </c:pt>
                <c:pt idx="1079">
                  <c:v>214.97629230000001</c:v>
                </c:pt>
                <c:pt idx="1080">
                  <c:v>215.6302891</c:v>
                </c:pt>
                <c:pt idx="1081">
                  <c:v>215.77765170000001</c:v>
                </c:pt>
                <c:pt idx="1082">
                  <c:v>215.78957750000001</c:v>
                </c:pt>
                <c:pt idx="1083">
                  <c:v>215.91168949999999</c:v>
                </c:pt>
                <c:pt idx="1084">
                  <c:v>215.97173090000001</c:v>
                </c:pt>
                <c:pt idx="1085">
                  <c:v>216.63075520000001</c:v>
                </c:pt>
                <c:pt idx="1086">
                  <c:v>216.7779103</c:v>
                </c:pt>
                <c:pt idx="1087">
                  <c:v>216.7874195</c:v>
                </c:pt>
                <c:pt idx="1088">
                  <c:v>216.91234209999999</c:v>
                </c:pt>
                <c:pt idx="1089">
                  <c:v>216.97052919999999</c:v>
                </c:pt>
                <c:pt idx="1090">
                  <c:v>217.6303174</c:v>
                </c:pt>
                <c:pt idx="1091">
                  <c:v>217.77715699999999</c:v>
                </c:pt>
                <c:pt idx="1092">
                  <c:v>217.78527940000001</c:v>
                </c:pt>
                <c:pt idx="1093">
                  <c:v>217.9694734</c:v>
                </c:pt>
                <c:pt idx="1094">
                  <c:v>218.2091824</c:v>
                </c:pt>
                <c:pt idx="1095">
                  <c:v>218.64479499999999</c:v>
                </c:pt>
                <c:pt idx="1096">
                  <c:v>218.7747693</c:v>
                </c:pt>
                <c:pt idx="1097">
                  <c:v>218.78634489999999</c:v>
                </c:pt>
                <c:pt idx="1098">
                  <c:v>218.91400770000001</c:v>
                </c:pt>
                <c:pt idx="1099">
                  <c:v>218.97094290000001</c:v>
                </c:pt>
                <c:pt idx="1100">
                  <c:v>219.63925510000001</c:v>
                </c:pt>
                <c:pt idx="1101">
                  <c:v>219.77556580000001</c:v>
                </c:pt>
                <c:pt idx="1102">
                  <c:v>219.7878594</c:v>
                </c:pt>
                <c:pt idx="1103">
                  <c:v>219.91221830000001</c:v>
                </c:pt>
                <c:pt idx="1104">
                  <c:v>219.9678486</c:v>
                </c:pt>
                <c:pt idx="1105">
                  <c:v>220.64315339999999</c:v>
                </c:pt>
                <c:pt idx="1106">
                  <c:v>220.7721454</c:v>
                </c:pt>
                <c:pt idx="1107">
                  <c:v>220.78928759999999</c:v>
                </c:pt>
                <c:pt idx="1108">
                  <c:v>220.9102346</c:v>
                </c:pt>
                <c:pt idx="1109">
                  <c:v>220.96899999999999</c:v>
                </c:pt>
                <c:pt idx="1110">
                  <c:v>221.64336159999999</c:v>
                </c:pt>
                <c:pt idx="1111">
                  <c:v>221.7721501</c:v>
                </c:pt>
                <c:pt idx="1112">
                  <c:v>221.78426089999999</c:v>
                </c:pt>
                <c:pt idx="1113">
                  <c:v>221.90469490000001</c:v>
                </c:pt>
                <c:pt idx="1114">
                  <c:v>221.96851430000001</c:v>
                </c:pt>
                <c:pt idx="1115">
                  <c:v>222.64323870000001</c:v>
                </c:pt>
                <c:pt idx="1116">
                  <c:v>222.77244150000001</c:v>
                </c:pt>
                <c:pt idx="1117">
                  <c:v>222.78446980000001</c:v>
                </c:pt>
                <c:pt idx="1118">
                  <c:v>222.91267869999999</c:v>
                </c:pt>
                <c:pt idx="1119">
                  <c:v>222.966128</c:v>
                </c:pt>
                <c:pt idx="1120">
                  <c:v>223.64075410000001</c:v>
                </c:pt>
                <c:pt idx="1121">
                  <c:v>223.77246880000001</c:v>
                </c:pt>
                <c:pt idx="1122">
                  <c:v>223.78638900000001</c:v>
                </c:pt>
                <c:pt idx="1123">
                  <c:v>223.9141539</c:v>
                </c:pt>
                <c:pt idx="1124">
                  <c:v>223.968459</c:v>
                </c:pt>
                <c:pt idx="1125">
                  <c:v>224.63658330000001</c:v>
                </c:pt>
                <c:pt idx="1126">
                  <c:v>224.77692640000001</c:v>
                </c:pt>
                <c:pt idx="1127">
                  <c:v>224.7848204</c:v>
                </c:pt>
                <c:pt idx="1128">
                  <c:v>224.91443630000001</c:v>
                </c:pt>
                <c:pt idx="1129">
                  <c:v>224.9692407</c:v>
                </c:pt>
                <c:pt idx="1130">
                  <c:v>225.63035070000001</c:v>
                </c:pt>
                <c:pt idx="1131">
                  <c:v>225.7758202</c:v>
                </c:pt>
                <c:pt idx="1132">
                  <c:v>225.78257249999999</c:v>
                </c:pt>
                <c:pt idx="1133">
                  <c:v>225.9134286</c:v>
                </c:pt>
                <c:pt idx="1134">
                  <c:v>225.97586269999999</c:v>
                </c:pt>
                <c:pt idx="1135">
                  <c:v>226.63484410000001</c:v>
                </c:pt>
                <c:pt idx="1136">
                  <c:v>226.77370060000001</c:v>
                </c:pt>
                <c:pt idx="1137">
                  <c:v>226.78751800000001</c:v>
                </c:pt>
                <c:pt idx="1138">
                  <c:v>226.91166050000001</c:v>
                </c:pt>
                <c:pt idx="1139">
                  <c:v>226.9762188</c:v>
                </c:pt>
                <c:pt idx="1140">
                  <c:v>227.63090790000001</c:v>
                </c:pt>
                <c:pt idx="1141">
                  <c:v>227.77266879999999</c:v>
                </c:pt>
                <c:pt idx="1142">
                  <c:v>227.78736480000001</c:v>
                </c:pt>
                <c:pt idx="1143">
                  <c:v>227.91514839999999</c:v>
                </c:pt>
                <c:pt idx="1144">
                  <c:v>227.97584219999999</c:v>
                </c:pt>
                <c:pt idx="1145">
                  <c:v>228.6317971</c:v>
                </c:pt>
                <c:pt idx="1146">
                  <c:v>228.77772680000001</c:v>
                </c:pt>
                <c:pt idx="1147">
                  <c:v>228.78589049999999</c:v>
                </c:pt>
                <c:pt idx="1148">
                  <c:v>228.91336079999999</c:v>
                </c:pt>
                <c:pt idx="1149">
                  <c:v>228.97640369999999</c:v>
                </c:pt>
                <c:pt idx="1150">
                  <c:v>229.6354303</c:v>
                </c:pt>
                <c:pt idx="1151">
                  <c:v>229.77629519999999</c:v>
                </c:pt>
                <c:pt idx="1152">
                  <c:v>229.7817403</c:v>
                </c:pt>
                <c:pt idx="1153">
                  <c:v>229.9100814</c:v>
                </c:pt>
                <c:pt idx="1154">
                  <c:v>229.9719715</c:v>
                </c:pt>
                <c:pt idx="1155">
                  <c:v>230.63119140000001</c:v>
                </c:pt>
                <c:pt idx="1156">
                  <c:v>230.77498069999999</c:v>
                </c:pt>
                <c:pt idx="1157">
                  <c:v>230.78784880000001</c:v>
                </c:pt>
                <c:pt idx="1158">
                  <c:v>230.9042522</c:v>
                </c:pt>
                <c:pt idx="1159">
                  <c:v>230.97168669999999</c:v>
                </c:pt>
                <c:pt idx="1160">
                  <c:v>231.6361321</c:v>
                </c:pt>
                <c:pt idx="1161">
                  <c:v>231.7745429</c:v>
                </c:pt>
                <c:pt idx="1162">
                  <c:v>231.7837705</c:v>
                </c:pt>
                <c:pt idx="1163">
                  <c:v>231.90245809999999</c:v>
                </c:pt>
                <c:pt idx="1164">
                  <c:v>231.97965479999999</c:v>
                </c:pt>
                <c:pt idx="1165">
                  <c:v>232.6356437</c:v>
                </c:pt>
                <c:pt idx="1166">
                  <c:v>232.77408990000001</c:v>
                </c:pt>
                <c:pt idx="1167">
                  <c:v>232.78265500000001</c:v>
                </c:pt>
                <c:pt idx="1168">
                  <c:v>232.90681789999999</c:v>
                </c:pt>
                <c:pt idx="1169">
                  <c:v>232.97308960000001</c:v>
                </c:pt>
                <c:pt idx="1170">
                  <c:v>233.6355575</c:v>
                </c:pt>
                <c:pt idx="1171">
                  <c:v>233.7723866</c:v>
                </c:pt>
                <c:pt idx="1172">
                  <c:v>233.7820509</c:v>
                </c:pt>
                <c:pt idx="1173">
                  <c:v>233.9065664</c:v>
                </c:pt>
                <c:pt idx="1174">
                  <c:v>233.97688600000001</c:v>
                </c:pt>
                <c:pt idx="1175">
                  <c:v>234.6355652</c:v>
                </c:pt>
                <c:pt idx="1176">
                  <c:v>234.7722861</c:v>
                </c:pt>
                <c:pt idx="1177">
                  <c:v>234.78170539999999</c:v>
                </c:pt>
                <c:pt idx="1178">
                  <c:v>234.90614439999999</c:v>
                </c:pt>
                <c:pt idx="1179">
                  <c:v>234.97406849999999</c:v>
                </c:pt>
                <c:pt idx="1180">
                  <c:v>235.63556399999999</c:v>
                </c:pt>
                <c:pt idx="1181">
                  <c:v>235.77228880000001</c:v>
                </c:pt>
                <c:pt idx="1182">
                  <c:v>235.78917079999999</c:v>
                </c:pt>
                <c:pt idx="1183">
                  <c:v>235.90439689999999</c:v>
                </c:pt>
                <c:pt idx="1184">
                  <c:v>235.9794732</c:v>
                </c:pt>
                <c:pt idx="1185">
                  <c:v>236.63408229999999</c:v>
                </c:pt>
                <c:pt idx="1186">
                  <c:v>236.78062420000001</c:v>
                </c:pt>
                <c:pt idx="1187">
                  <c:v>236.78394850000001</c:v>
                </c:pt>
                <c:pt idx="1188">
                  <c:v>236.91247920000001</c:v>
                </c:pt>
                <c:pt idx="1189">
                  <c:v>236.9772299</c:v>
                </c:pt>
                <c:pt idx="1190">
                  <c:v>237.63363699999999</c:v>
                </c:pt>
                <c:pt idx="1191">
                  <c:v>237.7829782</c:v>
                </c:pt>
                <c:pt idx="1192">
                  <c:v>237.78484040000001</c:v>
                </c:pt>
                <c:pt idx="1193">
                  <c:v>237.9081075</c:v>
                </c:pt>
                <c:pt idx="1194">
                  <c:v>237.97537679999999</c:v>
                </c:pt>
                <c:pt idx="1195">
                  <c:v>238.63520930000001</c:v>
                </c:pt>
                <c:pt idx="1196">
                  <c:v>238.77457229999999</c:v>
                </c:pt>
                <c:pt idx="1197">
                  <c:v>238.7881428</c:v>
                </c:pt>
                <c:pt idx="1198">
                  <c:v>238.90645749999999</c:v>
                </c:pt>
                <c:pt idx="1199">
                  <c:v>238.97835259999999</c:v>
                </c:pt>
                <c:pt idx="1200">
                  <c:v>239.6301234</c:v>
                </c:pt>
                <c:pt idx="1201">
                  <c:v>239.78453949999999</c:v>
                </c:pt>
                <c:pt idx="1202">
                  <c:v>239.84113189999999</c:v>
                </c:pt>
                <c:pt idx="1203">
                  <c:v>239.9084618</c:v>
                </c:pt>
                <c:pt idx="1204">
                  <c:v>239.97637280000001</c:v>
                </c:pt>
                <c:pt idx="1205">
                  <c:v>240.63099059999999</c:v>
                </c:pt>
                <c:pt idx="1206">
                  <c:v>240.78420059999999</c:v>
                </c:pt>
                <c:pt idx="1207">
                  <c:v>240.78443830000001</c:v>
                </c:pt>
                <c:pt idx="1208">
                  <c:v>240.90717369999999</c:v>
                </c:pt>
                <c:pt idx="1209">
                  <c:v>240.97664399999999</c:v>
                </c:pt>
                <c:pt idx="1210">
                  <c:v>241.63028929999999</c:v>
                </c:pt>
                <c:pt idx="1211">
                  <c:v>241.78178260000001</c:v>
                </c:pt>
                <c:pt idx="1212">
                  <c:v>241.79770429999999</c:v>
                </c:pt>
                <c:pt idx="1213">
                  <c:v>241.9103743</c:v>
                </c:pt>
                <c:pt idx="1214">
                  <c:v>241.97606640000001</c:v>
                </c:pt>
                <c:pt idx="1215">
                  <c:v>242.6353379</c:v>
                </c:pt>
                <c:pt idx="1216">
                  <c:v>242.78237250000001</c:v>
                </c:pt>
                <c:pt idx="1217">
                  <c:v>242.7841426</c:v>
                </c:pt>
                <c:pt idx="1218">
                  <c:v>242.9098539</c:v>
                </c:pt>
                <c:pt idx="1219">
                  <c:v>242.97216539999999</c:v>
                </c:pt>
                <c:pt idx="1220">
                  <c:v>243.6317986</c:v>
                </c:pt>
                <c:pt idx="1221">
                  <c:v>243.78091029999999</c:v>
                </c:pt>
                <c:pt idx="1222">
                  <c:v>243.78185859999999</c:v>
                </c:pt>
                <c:pt idx="1223">
                  <c:v>243.9094686</c:v>
                </c:pt>
                <c:pt idx="1224">
                  <c:v>243.97361699999999</c:v>
                </c:pt>
                <c:pt idx="1225">
                  <c:v>244.63742360000001</c:v>
                </c:pt>
                <c:pt idx="1226">
                  <c:v>244.7720846</c:v>
                </c:pt>
                <c:pt idx="1227">
                  <c:v>244.7869805</c:v>
                </c:pt>
                <c:pt idx="1228">
                  <c:v>244.90603949999999</c:v>
                </c:pt>
                <c:pt idx="1229">
                  <c:v>244.97227179999999</c:v>
                </c:pt>
                <c:pt idx="1230">
                  <c:v>245.6380715</c:v>
                </c:pt>
                <c:pt idx="1231">
                  <c:v>245.7725198</c:v>
                </c:pt>
                <c:pt idx="1232">
                  <c:v>245.78225269999999</c:v>
                </c:pt>
                <c:pt idx="1233">
                  <c:v>245.9050091</c:v>
                </c:pt>
                <c:pt idx="1234">
                  <c:v>245.9786</c:v>
                </c:pt>
                <c:pt idx="1235">
                  <c:v>246.63593729999999</c:v>
                </c:pt>
                <c:pt idx="1236">
                  <c:v>246.77395609999999</c:v>
                </c:pt>
                <c:pt idx="1237">
                  <c:v>246.78223399999999</c:v>
                </c:pt>
                <c:pt idx="1238">
                  <c:v>246.9031511</c:v>
                </c:pt>
                <c:pt idx="1239">
                  <c:v>246.97540839999999</c:v>
                </c:pt>
                <c:pt idx="1240">
                  <c:v>247.63421120000001</c:v>
                </c:pt>
                <c:pt idx="1241">
                  <c:v>247.77223520000001</c:v>
                </c:pt>
                <c:pt idx="1242">
                  <c:v>247.7847495</c:v>
                </c:pt>
                <c:pt idx="1243">
                  <c:v>247.90770280000001</c:v>
                </c:pt>
                <c:pt idx="1244">
                  <c:v>247.97619109999999</c:v>
                </c:pt>
                <c:pt idx="1245">
                  <c:v>248.6364002</c:v>
                </c:pt>
                <c:pt idx="1246">
                  <c:v>248.78245390000001</c:v>
                </c:pt>
                <c:pt idx="1247">
                  <c:v>248.78681800000001</c:v>
                </c:pt>
                <c:pt idx="1248">
                  <c:v>248.9075565</c:v>
                </c:pt>
                <c:pt idx="1249">
                  <c:v>248.9740639</c:v>
                </c:pt>
                <c:pt idx="1250">
                  <c:v>249.63263259999999</c:v>
                </c:pt>
                <c:pt idx="1251">
                  <c:v>249.7834445</c:v>
                </c:pt>
                <c:pt idx="1252">
                  <c:v>249.78699829999999</c:v>
                </c:pt>
                <c:pt idx="1253">
                  <c:v>249.90751180000001</c:v>
                </c:pt>
                <c:pt idx="1254">
                  <c:v>249.97849249999999</c:v>
                </c:pt>
                <c:pt idx="1255">
                  <c:v>250.6340227</c:v>
                </c:pt>
                <c:pt idx="1256">
                  <c:v>250.7866262</c:v>
                </c:pt>
                <c:pt idx="1257">
                  <c:v>250.78687500000001</c:v>
                </c:pt>
                <c:pt idx="1258">
                  <c:v>250.90528760000001</c:v>
                </c:pt>
                <c:pt idx="1259">
                  <c:v>250.97613430000001</c:v>
                </c:pt>
                <c:pt idx="1260">
                  <c:v>251.6304581</c:v>
                </c:pt>
                <c:pt idx="1261">
                  <c:v>251.78296850000001</c:v>
                </c:pt>
                <c:pt idx="1262">
                  <c:v>251.78639820000001</c:v>
                </c:pt>
                <c:pt idx="1263">
                  <c:v>251.90282619999999</c:v>
                </c:pt>
                <c:pt idx="1264">
                  <c:v>251.98342310000001</c:v>
                </c:pt>
                <c:pt idx="1265">
                  <c:v>252.63348310000001</c:v>
                </c:pt>
                <c:pt idx="1266">
                  <c:v>252.78474940000001</c:v>
                </c:pt>
                <c:pt idx="1267">
                  <c:v>252.80100519999999</c:v>
                </c:pt>
                <c:pt idx="1268">
                  <c:v>252.908107</c:v>
                </c:pt>
                <c:pt idx="1269">
                  <c:v>252.9788112</c:v>
                </c:pt>
                <c:pt idx="1270">
                  <c:v>253.63328060000001</c:v>
                </c:pt>
                <c:pt idx="1271">
                  <c:v>253.78306090000001</c:v>
                </c:pt>
                <c:pt idx="1272">
                  <c:v>253.7909157</c:v>
                </c:pt>
                <c:pt idx="1273">
                  <c:v>253.90475029999999</c:v>
                </c:pt>
                <c:pt idx="1274">
                  <c:v>253.9751708</c:v>
                </c:pt>
                <c:pt idx="1275">
                  <c:v>254.630628</c:v>
                </c:pt>
                <c:pt idx="1276">
                  <c:v>254.77195280000001</c:v>
                </c:pt>
                <c:pt idx="1277">
                  <c:v>254.78192179999999</c:v>
                </c:pt>
                <c:pt idx="1278">
                  <c:v>254.9043054</c:v>
                </c:pt>
                <c:pt idx="1279">
                  <c:v>254.97728960000001</c:v>
                </c:pt>
                <c:pt idx="1280">
                  <c:v>255.63327799999999</c:v>
                </c:pt>
                <c:pt idx="1281">
                  <c:v>255.7798239</c:v>
                </c:pt>
                <c:pt idx="1282">
                  <c:v>255.78299250000001</c:v>
                </c:pt>
                <c:pt idx="1283">
                  <c:v>255.90311729999999</c:v>
                </c:pt>
                <c:pt idx="1284">
                  <c:v>255.97187750000001</c:v>
                </c:pt>
                <c:pt idx="1285">
                  <c:v>256.6324687</c:v>
                </c:pt>
                <c:pt idx="1286">
                  <c:v>256.78139800000002</c:v>
                </c:pt>
                <c:pt idx="1287">
                  <c:v>256.78201009999998</c:v>
                </c:pt>
                <c:pt idx="1288">
                  <c:v>256.90248259999998</c:v>
                </c:pt>
                <c:pt idx="1289">
                  <c:v>256.96764030000003</c:v>
                </c:pt>
                <c:pt idx="1290">
                  <c:v>257.63913609999997</c:v>
                </c:pt>
                <c:pt idx="1291">
                  <c:v>257.78108759999998</c:v>
                </c:pt>
                <c:pt idx="1292">
                  <c:v>257.78226169999999</c:v>
                </c:pt>
                <c:pt idx="1293">
                  <c:v>257.90202470000003</c:v>
                </c:pt>
                <c:pt idx="1294">
                  <c:v>257.97477450000002</c:v>
                </c:pt>
                <c:pt idx="1295">
                  <c:v>258.63869140000003</c:v>
                </c:pt>
                <c:pt idx="1296">
                  <c:v>258.78062560000001</c:v>
                </c:pt>
                <c:pt idx="1297">
                  <c:v>258.78509400000002</c:v>
                </c:pt>
                <c:pt idx="1298">
                  <c:v>258.91242060000002</c:v>
                </c:pt>
                <c:pt idx="1299">
                  <c:v>258.9751746</c:v>
                </c:pt>
                <c:pt idx="1300">
                  <c:v>259.63571289999999</c:v>
                </c:pt>
                <c:pt idx="1301">
                  <c:v>259.78452199999998</c:v>
                </c:pt>
                <c:pt idx="1302">
                  <c:v>259.78512089999998</c:v>
                </c:pt>
                <c:pt idx="1303">
                  <c:v>259.9051422</c:v>
                </c:pt>
                <c:pt idx="1304">
                  <c:v>259.98097990000002</c:v>
                </c:pt>
                <c:pt idx="1305">
                  <c:v>260.63583240000003</c:v>
                </c:pt>
                <c:pt idx="1306">
                  <c:v>260.78411649999998</c:v>
                </c:pt>
                <c:pt idx="1307">
                  <c:v>260.78737769999998</c:v>
                </c:pt>
                <c:pt idx="1308">
                  <c:v>260.90350030000002</c:v>
                </c:pt>
                <c:pt idx="1309">
                  <c:v>260.97929019999998</c:v>
                </c:pt>
                <c:pt idx="1310">
                  <c:v>261.6359195</c:v>
                </c:pt>
                <c:pt idx="1311">
                  <c:v>261.78052050000002</c:v>
                </c:pt>
                <c:pt idx="1312">
                  <c:v>261.785754</c:v>
                </c:pt>
                <c:pt idx="1313">
                  <c:v>261.90948939999998</c:v>
                </c:pt>
                <c:pt idx="1314">
                  <c:v>261.97589909999999</c:v>
                </c:pt>
                <c:pt idx="1315">
                  <c:v>262.63716090000003</c:v>
                </c:pt>
                <c:pt idx="1316">
                  <c:v>262.77634849999998</c:v>
                </c:pt>
                <c:pt idx="1317">
                  <c:v>262.78636219999999</c:v>
                </c:pt>
                <c:pt idx="1318">
                  <c:v>262.9079997</c:v>
                </c:pt>
                <c:pt idx="1319">
                  <c:v>262.97689880000001</c:v>
                </c:pt>
                <c:pt idx="1320">
                  <c:v>263.63324239999997</c:v>
                </c:pt>
                <c:pt idx="1321">
                  <c:v>263.77466440000001</c:v>
                </c:pt>
                <c:pt idx="1322">
                  <c:v>263.78456249999999</c:v>
                </c:pt>
                <c:pt idx="1323">
                  <c:v>263.90937869999999</c:v>
                </c:pt>
                <c:pt idx="1324">
                  <c:v>263.97625720000002</c:v>
                </c:pt>
                <c:pt idx="1325">
                  <c:v>264.63925449999999</c:v>
                </c:pt>
                <c:pt idx="1326">
                  <c:v>264.7728601</c:v>
                </c:pt>
                <c:pt idx="1327">
                  <c:v>264.78460189999998</c:v>
                </c:pt>
                <c:pt idx="1328">
                  <c:v>264.90788859999998</c:v>
                </c:pt>
                <c:pt idx="1329">
                  <c:v>264.97365810000002</c:v>
                </c:pt>
                <c:pt idx="1330">
                  <c:v>265.63980550000002</c:v>
                </c:pt>
                <c:pt idx="1331">
                  <c:v>265.77258660000001</c:v>
                </c:pt>
                <c:pt idx="1332">
                  <c:v>265.7822529</c:v>
                </c:pt>
                <c:pt idx="1333">
                  <c:v>265.90797170000002</c:v>
                </c:pt>
                <c:pt idx="1334">
                  <c:v>265.96787920000003</c:v>
                </c:pt>
                <c:pt idx="1335">
                  <c:v>266.64011449999998</c:v>
                </c:pt>
                <c:pt idx="1336">
                  <c:v>266.78248839999998</c:v>
                </c:pt>
                <c:pt idx="1337">
                  <c:v>266.90480839999998</c:v>
                </c:pt>
                <c:pt idx="1338">
                  <c:v>266.96706</c:v>
                </c:pt>
                <c:pt idx="1339">
                  <c:v>267.00482579999999</c:v>
                </c:pt>
                <c:pt idx="1340">
                  <c:v>267.63754410000001</c:v>
                </c:pt>
                <c:pt idx="1341">
                  <c:v>267.77476280000002</c:v>
                </c:pt>
                <c:pt idx="1342">
                  <c:v>267.78196079999998</c:v>
                </c:pt>
                <c:pt idx="1343">
                  <c:v>267.9050575</c:v>
                </c:pt>
                <c:pt idx="1344">
                  <c:v>267.96648390000001</c:v>
                </c:pt>
                <c:pt idx="1345">
                  <c:v>268.63056310000002</c:v>
                </c:pt>
                <c:pt idx="1346">
                  <c:v>268.77990030000001</c:v>
                </c:pt>
                <c:pt idx="1347">
                  <c:v>268.7820418</c:v>
                </c:pt>
                <c:pt idx="1348">
                  <c:v>268.90364319999998</c:v>
                </c:pt>
                <c:pt idx="1349">
                  <c:v>268.96612679999998</c:v>
                </c:pt>
                <c:pt idx="1350">
                  <c:v>269.63197400000001</c:v>
                </c:pt>
                <c:pt idx="1351">
                  <c:v>269.77756249999999</c:v>
                </c:pt>
                <c:pt idx="1352">
                  <c:v>269.79000869999999</c:v>
                </c:pt>
                <c:pt idx="1353">
                  <c:v>269.90245490000001</c:v>
                </c:pt>
                <c:pt idx="1354">
                  <c:v>269.96805860000001</c:v>
                </c:pt>
                <c:pt idx="1355">
                  <c:v>270.63047599999999</c:v>
                </c:pt>
                <c:pt idx="1356">
                  <c:v>270.78240060000002</c:v>
                </c:pt>
                <c:pt idx="1357">
                  <c:v>270.7845102</c:v>
                </c:pt>
                <c:pt idx="1358">
                  <c:v>270.90314769999998</c:v>
                </c:pt>
                <c:pt idx="1359">
                  <c:v>270.9735814</c:v>
                </c:pt>
                <c:pt idx="1360">
                  <c:v>271.63073209999999</c:v>
                </c:pt>
                <c:pt idx="1361">
                  <c:v>271.78030439999998</c:v>
                </c:pt>
                <c:pt idx="1362">
                  <c:v>271.78994410000001</c:v>
                </c:pt>
                <c:pt idx="1363">
                  <c:v>271.90242549999999</c:v>
                </c:pt>
                <c:pt idx="1364">
                  <c:v>271.96990360000001</c:v>
                </c:pt>
                <c:pt idx="1365">
                  <c:v>272.63362649999999</c:v>
                </c:pt>
                <c:pt idx="1366">
                  <c:v>272.7754554</c:v>
                </c:pt>
                <c:pt idx="1367">
                  <c:v>272.78615189999999</c:v>
                </c:pt>
                <c:pt idx="1368">
                  <c:v>272.9025585</c:v>
                </c:pt>
                <c:pt idx="1369">
                  <c:v>272.97552230000002</c:v>
                </c:pt>
                <c:pt idx="1370">
                  <c:v>273.63110870000003</c:v>
                </c:pt>
                <c:pt idx="1371">
                  <c:v>273.78470670000002</c:v>
                </c:pt>
                <c:pt idx="1372">
                  <c:v>273.79017870000001</c:v>
                </c:pt>
                <c:pt idx="1373">
                  <c:v>273.90517449999999</c:v>
                </c:pt>
                <c:pt idx="1374">
                  <c:v>273.96869809999998</c:v>
                </c:pt>
                <c:pt idx="1375">
                  <c:v>274.64088120000002</c:v>
                </c:pt>
                <c:pt idx="1376">
                  <c:v>274.78462189999999</c:v>
                </c:pt>
                <c:pt idx="1377">
                  <c:v>274.79293310000003</c:v>
                </c:pt>
                <c:pt idx="1378">
                  <c:v>274.90391649999998</c:v>
                </c:pt>
                <c:pt idx="1379">
                  <c:v>274.97329339999999</c:v>
                </c:pt>
                <c:pt idx="1380">
                  <c:v>275.64310089999998</c:v>
                </c:pt>
                <c:pt idx="1381">
                  <c:v>275.77309869999999</c:v>
                </c:pt>
                <c:pt idx="1382">
                  <c:v>275.78535890000001</c:v>
                </c:pt>
                <c:pt idx="1383">
                  <c:v>275.9051695</c:v>
                </c:pt>
                <c:pt idx="1384">
                  <c:v>275.9714563</c:v>
                </c:pt>
                <c:pt idx="1385">
                  <c:v>276.64101260000001</c:v>
                </c:pt>
                <c:pt idx="1386">
                  <c:v>276.77621160000001</c:v>
                </c:pt>
                <c:pt idx="1387">
                  <c:v>276.7819409</c:v>
                </c:pt>
                <c:pt idx="1388">
                  <c:v>276.90797780000003</c:v>
                </c:pt>
                <c:pt idx="1389">
                  <c:v>276.97251030000001</c:v>
                </c:pt>
                <c:pt idx="1390">
                  <c:v>277.64814569999999</c:v>
                </c:pt>
                <c:pt idx="1391">
                  <c:v>277.77967100000001</c:v>
                </c:pt>
                <c:pt idx="1392">
                  <c:v>277.78218340000001</c:v>
                </c:pt>
                <c:pt idx="1393">
                  <c:v>277.908072</c:v>
                </c:pt>
                <c:pt idx="1394">
                  <c:v>277.96809719999999</c:v>
                </c:pt>
                <c:pt idx="1395">
                  <c:v>278.6383439</c:v>
                </c:pt>
                <c:pt idx="1396">
                  <c:v>278.78189470000001</c:v>
                </c:pt>
                <c:pt idx="1397">
                  <c:v>278.7820916</c:v>
                </c:pt>
                <c:pt idx="1398">
                  <c:v>278.90650479999999</c:v>
                </c:pt>
                <c:pt idx="1399">
                  <c:v>278.96959049999998</c:v>
                </c:pt>
                <c:pt idx="1400">
                  <c:v>279.6388245</c:v>
                </c:pt>
                <c:pt idx="1401">
                  <c:v>279.78159360000001</c:v>
                </c:pt>
                <c:pt idx="1402">
                  <c:v>279.78935580000001</c:v>
                </c:pt>
                <c:pt idx="1403">
                  <c:v>279.90742490000002</c:v>
                </c:pt>
                <c:pt idx="1404">
                  <c:v>279.96606750000001</c:v>
                </c:pt>
                <c:pt idx="1405">
                  <c:v>280.63636609999998</c:v>
                </c:pt>
                <c:pt idx="1406">
                  <c:v>280.78921559999998</c:v>
                </c:pt>
                <c:pt idx="1407">
                  <c:v>280.8094079</c:v>
                </c:pt>
                <c:pt idx="1408">
                  <c:v>280.90479879999998</c:v>
                </c:pt>
                <c:pt idx="1409">
                  <c:v>280.96642309999999</c:v>
                </c:pt>
                <c:pt idx="1410">
                  <c:v>281.63066370000001</c:v>
                </c:pt>
                <c:pt idx="1411">
                  <c:v>281.78416779999998</c:v>
                </c:pt>
                <c:pt idx="1412">
                  <c:v>281.78555610000001</c:v>
                </c:pt>
                <c:pt idx="1413">
                  <c:v>281.90496419999999</c:v>
                </c:pt>
                <c:pt idx="1414">
                  <c:v>281.96623549999998</c:v>
                </c:pt>
                <c:pt idx="1415">
                  <c:v>282.63075600000002</c:v>
                </c:pt>
                <c:pt idx="1416">
                  <c:v>282.78253480000001</c:v>
                </c:pt>
                <c:pt idx="1417">
                  <c:v>282.78540120000002</c:v>
                </c:pt>
                <c:pt idx="1418">
                  <c:v>282.90782919999998</c:v>
                </c:pt>
                <c:pt idx="1419">
                  <c:v>282.96891529999999</c:v>
                </c:pt>
                <c:pt idx="1420">
                  <c:v>283.63060610000002</c:v>
                </c:pt>
                <c:pt idx="1421">
                  <c:v>283.77709069999997</c:v>
                </c:pt>
                <c:pt idx="1422">
                  <c:v>283.79491250000001</c:v>
                </c:pt>
                <c:pt idx="1423">
                  <c:v>283.90232450000002</c:v>
                </c:pt>
                <c:pt idx="1424">
                  <c:v>283.9743115</c:v>
                </c:pt>
                <c:pt idx="1425">
                  <c:v>284.63284640000001</c:v>
                </c:pt>
                <c:pt idx="1426">
                  <c:v>284.77652319999999</c:v>
                </c:pt>
                <c:pt idx="1427">
                  <c:v>284.79190799999998</c:v>
                </c:pt>
                <c:pt idx="1428">
                  <c:v>284.90203009999999</c:v>
                </c:pt>
                <c:pt idx="1429">
                  <c:v>284.97183139999999</c:v>
                </c:pt>
                <c:pt idx="1430">
                  <c:v>285.64178199999998</c:v>
                </c:pt>
                <c:pt idx="1431">
                  <c:v>285.7771851</c:v>
                </c:pt>
                <c:pt idx="1432">
                  <c:v>285.79014890000002</c:v>
                </c:pt>
                <c:pt idx="1433">
                  <c:v>285.9034345</c:v>
                </c:pt>
                <c:pt idx="1434">
                  <c:v>285.97319010000001</c:v>
                </c:pt>
                <c:pt idx="1435">
                  <c:v>286.6461453</c:v>
                </c:pt>
                <c:pt idx="1436">
                  <c:v>286.77275789999999</c:v>
                </c:pt>
                <c:pt idx="1437">
                  <c:v>286.79145720000002</c:v>
                </c:pt>
                <c:pt idx="1438">
                  <c:v>286.90352189999999</c:v>
                </c:pt>
                <c:pt idx="1439">
                  <c:v>286.97430789999999</c:v>
                </c:pt>
                <c:pt idx="1440">
                  <c:v>287.63589209999998</c:v>
                </c:pt>
                <c:pt idx="1441">
                  <c:v>287.77203909999997</c:v>
                </c:pt>
                <c:pt idx="1442">
                  <c:v>287.7920388</c:v>
                </c:pt>
                <c:pt idx="1443">
                  <c:v>287.90250379999998</c:v>
                </c:pt>
                <c:pt idx="1444">
                  <c:v>287.97402770000002</c:v>
                </c:pt>
                <c:pt idx="1445">
                  <c:v>288.64033280000001</c:v>
                </c:pt>
                <c:pt idx="1446">
                  <c:v>288.7740842</c:v>
                </c:pt>
                <c:pt idx="1447">
                  <c:v>288.78877519999998</c:v>
                </c:pt>
                <c:pt idx="1448">
                  <c:v>288.90868690000002</c:v>
                </c:pt>
                <c:pt idx="1449">
                  <c:v>288.97174180000002</c:v>
                </c:pt>
                <c:pt idx="1450">
                  <c:v>289.63923640000002</c:v>
                </c:pt>
                <c:pt idx="1451">
                  <c:v>289.77204590000002</c:v>
                </c:pt>
                <c:pt idx="1452">
                  <c:v>289.78792920000001</c:v>
                </c:pt>
                <c:pt idx="1453">
                  <c:v>289.90467460000002</c:v>
                </c:pt>
                <c:pt idx="1454">
                  <c:v>289.9684949</c:v>
                </c:pt>
                <c:pt idx="1455">
                  <c:v>290.63706630000001</c:v>
                </c:pt>
                <c:pt idx="1456">
                  <c:v>290.77691440000001</c:v>
                </c:pt>
                <c:pt idx="1457">
                  <c:v>290.78947290000002</c:v>
                </c:pt>
                <c:pt idx="1458">
                  <c:v>290.9047491</c:v>
                </c:pt>
                <c:pt idx="1459">
                  <c:v>290.96859599999999</c:v>
                </c:pt>
                <c:pt idx="1460">
                  <c:v>291.63732449999998</c:v>
                </c:pt>
                <c:pt idx="1461">
                  <c:v>291.77260009999998</c:v>
                </c:pt>
                <c:pt idx="1462">
                  <c:v>291.79645249999999</c:v>
                </c:pt>
                <c:pt idx="1463">
                  <c:v>291.90439370000001</c:v>
                </c:pt>
                <c:pt idx="1464">
                  <c:v>291.96922560000002</c:v>
                </c:pt>
                <c:pt idx="1465">
                  <c:v>292.63533569999998</c:v>
                </c:pt>
                <c:pt idx="1466">
                  <c:v>292.7805942</c:v>
                </c:pt>
                <c:pt idx="1467">
                  <c:v>292.80241280000001</c:v>
                </c:pt>
                <c:pt idx="1468">
                  <c:v>292.9028596</c:v>
                </c:pt>
                <c:pt idx="1469">
                  <c:v>292.96581850000001</c:v>
                </c:pt>
                <c:pt idx="1470">
                  <c:v>293.63657019999999</c:v>
                </c:pt>
                <c:pt idx="1471">
                  <c:v>293.77787560000002</c:v>
                </c:pt>
                <c:pt idx="1472">
                  <c:v>293.7930432</c:v>
                </c:pt>
                <c:pt idx="1473">
                  <c:v>293.90520989999999</c:v>
                </c:pt>
                <c:pt idx="1474">
                  <c:v>293.96578030000001</c:v>
                </c:pt>
                <c:pt idx="1475">
                  <c:v>294.64071389999998</c:v>
                </c:pt>
                <c:pt idx="1476">
                  <c:v>294.77737020000001</c:v>
                </c:pt>
                <c:pt idx="1477">
                  <c:v>294.79388849999998</c:v>
                </c:pt>
                <c:pt idx="1478">
                  <c:v>294.90257059999999</c:v>
                </c:pt>
                <c:pt idx="1479">
                  <c:v>294.96605090000003</c:v>
                </c:pt>
                <c:pt idx="1480">
                  <c:v>295.66416930000003</c:v>
                </c:pt>
                <c:pt idx="1481">
                  <c:v>295.77254799999997</c:v>
                </c:pt>
                <c:pt idx="1482">
                  <c:v>295.7924936</c:v>
                </c:pt>
                <c:pt idx="1483">
                  <c:v>295.90224280000001</c:v>
                </c:pt>
                <c:pt idx="1484">
                  <c:v>295.96921220000002</c:v>
                </c:pt>
                <c:pt idx="1485">
                  <c:v>296.64335249999999</c:v>
                </c:pt>
                <c:pt idx="1486">
                  <c:v>296.77728289999999</c:v>
                </c:pt>
                <c:pt idx="1487">
                  <c:v>296.7917607</c:v>
                </c:pt>
                <c:pt idx="1488">
                  <c:v>296.90603429999999</c:v>
                </c:pt>
                <c:pt idx="1489">
                  <c:v>296.96997099999999</c:v>
                </c:pt>
                <c:pt idx="1490">
                  <c:v>297.64143250000001</c:v>
                </c:pt>
                <c:pt idx="1491">
                  <c:v>297.7768355</c:v>
                </c:pt>
                <c:pt idx="1492">
                  <c:v>297.7936416</c:v>
                </c:pt>
                <c:pt idx="1493">
                  <c:v>297.90478280000002</c:v>
                </c:pt>
                <c:pt idx="1494">
                  <c:v>297.9660293</c:v>
                </c:pt>
                <c:pt idx="1495">
                  <c:v>298.64475090000002</c:v>
                </c:pt>
                <c:pt idx="1496">
                  <c:v>298.77320570000001</c:v>
                </c:pt>
                <c:pt idx="1497">
                  <c:v>298.7914083</c:v>
                </c:pt>
                <c:pt idx="1498">
                  <c:v>298.9031038</c:v>
                </c:pt>
                <c:pt idx="1499">
                  <c:v>298.97138660000002</c:v>
                </c:pt>
                <c:pt idx="1500">
                  <c:v>299.64052909999998</c:v>
                </c:pt>
                <c:pt idx="1501">
                  <c:v>299.7726285</c:v>
                </c:pt>
                <c:pt idx="1502">
                  <c:v>299.79088910000002</c:v>
                </c:pt>
                <c:pt idx="1503">
                  <c:v>299.90873319999997</c:v>
                </c:pt>
                <c:pt idx="1504">
                  <c:v>299.9707295</c:v>
                </c:pt>
                <c:pt idx="1505">
                  <c:v>300.63929309999997</c:v>
                </c:pt>
                <c:pt idx="1506">
                  <c:v>300.77364010000002</c:v>
                </c:pt>
                <c:pt idx="1507">
                  <c:v>300.78637129999998</c:v>
                </c:pt>
                <c:pt idx="1508">
                  <c:v>300.91130859999998</c:v>
                </c:pt>
                <c:pt idx="1509">
                  <c:v>300.97109540000002</c:v>
                </c:pt>
                <c:pt idx="1510">
                  <c:v>301.6405843</c:v>
                </c:pt>
                <c:pt idx="1511">
                  <c:v>301.77427230000001</c:v>
                </c:pt>
                <c:pt idx="1512">
                  <c:v>301.79169039999999</c:v>
                </c:pt>
                <c:pt idx="1513">
                  <c:v>301.90758699999998</c:v>
                </c:pt>
                <c:pt idx="1514">
                  <c:v>301.96924360000003</c:v>
                </c:pt>
                <c:pt idx="1515">
                  <c:v>302.63669349999998</c:v>
                </c:pt>
                <c:pt idx="1516">
                  <c:v>302.77911060000002</c:v>
                </c:pt>
                <c:pt idx="1517">
                  <c:v>302.78760269999998</c:v>
                </c:pt>
                <c:pt idx="1518">
                  <c:v>302.90550309999998</c:v>
                </c:pt>
                <c:pt idx="1519">
                  <c:v>302.96835320000002</c:v>
                </c:pt>
                <c:pt idx="1520">
                  <c:v>303.63231530000002</c:v>
                </c:pt>
                <c:pt idx="1521">
                  <c:v>303.77989000000002</c:v>
                </c:pt>
                <c:pt idx="1522">
                  <c:v>303.7820858</c:v>
                </c:pt>
                <c:pt idx="1523">
                  <c:v>303.90535729999999</c:v>
                </c:pt>
                <c:pt idx="1524">
                  <c:v>303.96832360000002</c:v>
                </c:pt>
                <c:pt idx="1525">
                  <c:v>304.6359764</c:v>
                </c:pt>
                <c:pt idx="1526">
                  <c:v>304.77848189999997</c:v>
                </c:pt>
                <c:pt idx="1527">
                  <c:v>304.79241439999998</c:v>
                </c:pt>
                <c:pt idx="1528">
                  <c:v>304.90529190000001</c:v>
                </c:pt>
                <c:pt idx="1529">
                  <c:v>304.96725609999999</c:v>
                </c:pt>
                <c:pt idx="1530">
                  <c:v>305.6385909</c:v>
                </c:pt>
                <c:pt idx="1531">
                  <c:v>305.77925260000001</c:v>
                </c:pt>
                <c:pt idx="1532">
                  <c:v>305.7897241</c:v>
                </c:pt>
                <c:pt idx="1533">
                  <c:v>305.90363580000002</c:v>
                </c:pt>
                <c:pt idx="1534">
                  <c:v>305.97075799999999</c:v>
                </c:pt>
                <c:pt idx="1535">
                  <c:v>306.64329040000001</c:v>
                </c:pt>
                <c:pt idx="1536">
                  <c:v>306.77775209999999</c:v>
                </c:pt>
                <c:pt idx="1537">
                  <c:v>306.79319349999997</c:v>
                </c:pt>
                <c:pt idx="1538">
                  <c:v>306.90799179999999</c:v>
                </c:pt>
                <c:pt idx="1539">
                  <c:v>306.96584890000003</c:v>
                </c:pt>
                <c:pt idx="1540">
                  <c:v>307.64365629999998</c:v>
                </c:pt>
                <c:pt idx="1541">
                  <c:v>307.79147660000001</c:v>
                </c:pt>
                <c:pt idx="1542">
                  <c:v>307.81796309999999</c:v>
                </c:pt>
                <c:pt idx="1543">
                  <c:v>307.90314460000002</c:v>
                </c:pt>
                <c:pt idx="1544">
                  <c:v>307.97434650000002</c:v>
                </c:pt>
                <c:pt idx="1545">
                  <c:v>308.64013740000001</c:v>
                </c:pt>
                <c:pt idx="1546">
                  <c:v>308.78209290000001</c:v>
                </c:pt>
                <c:pt idx="1547">
                  <c:v>308.7946599</c:v>
                </c:pt>
                <c:pt idx="1548">
                  <c:v>308.91158410000003</c:v>
                </c:pt>
                <c:pt idx="1549">
                  <c:v>308.9681405</c:v>
                </c:pt>
                <c:pt idx="1550">
                  <c:v>309.6439221</c:v>
                </c:pt>
                <c:pt idx="1551">
                  <c:v>309.77907870000001</c:v>
                </c:pt>
                <c:pt idx="1552">
                  <c:v>309.79139520000001</c:v>
                </c:pt>
                <c:pt idx="1553">
                  <c:v>309.91725750000001</c:v>
                </c:pt>
                <c:pt idx="1554">
                  <c:v>309.97226549999999</c:v>
                </c:pt>
                <c:pt idx="1555">
                  <c:v>310.64317160000002</c:v>
                </c:pt>
                <c:pt idx="1556">
                  <c:v>310.78011140000001</c:v>
                </c:pt>
                <c:pt idx="1557">
                  <c:v>310.79187630000001</c:v>
                </c:pt>
                <c:pt idx="1558">
                  <c:v>310.91313889999998</c:v>
                </c:pt>
                <c:pt idx="1559">
                  <c:v>310.97144079999998</c:v>
                </c:pt>
                <c:pt idx="1560">
                  <c:v>311.63922079999998</c:v>
                </c:pt>
                <c:pt idx="1561">
                  <c:v>311.78162509999999</c:v>
                </c:pt>
                <c:pt idx="1562">
                  <c:v>311.78781650000002</c:v>
                </c:pt>
                <c:pt idx="1563">
                  <c:v>311.91526270000003</c:v>
                </c:pt>
                <c:pt idx="1564">
                  <c:v>311.96966850000001</c:v>
                </c:pt>
                <c:pt idx="1565">
                  <c:v>312.6422149</c:v>
                </c:pt>
                <c:pt idx="1566">
                  <c:v>312.77925379999999</c:v>
                </c:pt>
                <c:pt idx="1567">
                  <c:v>312.79150870000001</c:v>
                </c:pt>
                <c:pt idx="1568">
                  <c:v>312.91555959999999</c:v>
                </c:pt>
                <c:pt idx="1569">
                  <c:v>312.96632210000001</c:v>
                </c:pt>
                <c:pt idx="1570">
                  <c:v>313.63275590000001</c:v>
                </c:pt>
                <c:pt idx="1571">
                  <c:v>313.78238049999999</c:v>
                </c:pt>
                <c:pt idx="1572">
                  <c:v>313.78817290000001</c:v>
                </c:pt>
                <c:pt idx="1573">
                  <c:v>313.91182120000002</c:v>
                </c:pt>
                <c:pt idx="1574">
                  <c:v>313.96860909999998</c:v>
                </c:pt>
                <c:pt idx="1575">
                  <c:v>314.62978759999999</c:v>
                </c:pt>
                <c:pt idx="1576">
                  <c:v>314.78329400000001</c:v>
                </c:pt>
                <c:pt idx="1577">
                  <c:v>314.79966089999999</c:v>
                </c:pt>
                <c:pt idx="1578">
                  <c:v>314.90881469999999</c:v>
                </c:pt>
                <c:pt idx="1579">
                  <c:v>314.96845050000002</c:v>
                </c:pt>
                <c:pt idx="1580">
                  <c:v>315.63749619999999</c:v>
                </c:pt>
                <c:pt idx="1581">
                  <c:v>315.78399480000002</c:v>
                </c:pt>
                <c:pt idx="1582">
                  <c:v>315.79160610000002</c:v>
                </c:pt>
                <c:pt idx="1583">
                  <c:v>315.9127264</c:v>
                </c:pt>
                <c:pt idx="1584">
                  <c:v>315.96736079999999</c:v>
                </c:pt>
                <c:pt idx="1585">
                  <c:v>316.63041720000001</c:v>
                </c:pt>
                <c:pt idx="1586">
                  <c:v>316.78292299999998</c:v>
                </c:pt>
                <c:pt idx="1587">
                  <c:v>316.79362900000001</c:v>
                </c:pt>
                <c:pt idx="1588">
                  <c:v>316.91254830000003</c:v>
                </c:pt>
                <c:pt idx="1589">
                  <c:v>316.96687179999998</c:v>
                </c:pt>
                <c:pt idx="1590">
                  <c:v>317.64154980000001</c:v>
                </c:pt>
                <c:pt idx="1591">
                  <c:v>317.7861613</c:v>
                </c:pt>
                <c:pt idx="1592">
                  <c:v>317.79267149999998</c:v>
                </c:pt>
                <c:pt idx="1593">
                  <c:v>317.90248509999998</c:v>
                </c:pt>
                <c:pt idx="1594">
                  <c:v>317.96600310000002</c:v>
                </c:pt>
                <c:pt idx="1595">
                  <c:v>318.64354040000001</c:v>
                </c:pt>
                <c:pt idx="1596">
                  <c:v>318.78228530000001</c:v>
                </c:pt>
                <c:pt idx="1597">
                  <c:v>318.79537870000001</c:v>
                </c:pt>
                <c:pt idx="1598">
                  <c:v>318.90276410000001</c:v>
                </c:pt>
                <c:pt idx="1599">
                  <c:v>318.96691879999997</c:v>
                </c:pt>
                <c:pt idx="1600">
                  <c:v>319.64211490000002</c:v>
                </c:pt>
                <c:pt idx="1601">
                  <c:v>319.77977490000001</c:v>
                </c:pt>
                <c:pt idx="1602">
                  <c:v>319.79655150000002</c:v>
                </c:pt>
                <c:pt idx="1603">
                  <c:v>319.90245270000003</c:v>
                </c:pt>
                <c:pt idx="1604">
                  <c:v>319.96862399999998</c:v>
                </c:pt>
                <c:pt idx="1605">
                  <c:v>320.64207390000001</c:v>
                </c:pt>
                <c:pt idx="1606">
                  <c:v>320.7822951</c:v>
                </c:pt>
                <c:pt idx="1607">
                  <c:v>320.79177240000001</c:v>
                </c:pt>
                <c:pt idx="1608">
                  <c:v>320.90536409999999</c:v>
                </c:pt>
                <c:pt idx="1609">
                  <c:v>320.96849959999997</c:v>
                </c:pt>
                <c:pt idx="1610">
                  <c:v>321.64137979999998</c:v>
                </c:pt>
                <c:pt idx="1611">
                  <c:v>321.77875599999999</c:v>
                </c:pt>
                <c:pt idx="1612">
                  <c:v>321.78901730000001</c:v>
                </c:pt>
                <c:pt idx="1613">
                  <c:v>321.90435609999997</c:v>
                </c:pt>
                <c:pt idx="1614">
                  <c:v>321.9712073</c:v>
                </c:pt>
                <c:pt idx="1615">
                  <c:v>322.6457039</c:v>
                </c:pt>
                <c:pt idx="1616">
                  <c:v>322.7753088</c:v>
                </c:pt>
                <c:pt idx="1617">
                  <c:v>322.78311079999997</c:v>
                </c:pt>
                <c:pt idx="1618">
                  <c:v>322.91101400000002</c:v>
                </c:pt>
                <c:pt idx="1619">
                  <c:v>322.97410619999999</c:v>
                </c:pt>
                <c:pt idx="1620">
                  <c:v>323.63985830000001</c:v>
                </c:pt>
                <c:pt idx="1621">
                  <c:v>323.7730138</c:v>
                </c:pt>
                <c:pt idx="1622">
                  <c:v>323.78226749999999</c:v>
                </c:pt>
                <c:pt idx="1623">
                  <c:v>323.90788259999999</c:v>
                </c:pt>
                <c:pt idx="1624">
                  <c:v>323.9778695</c:v>
                </c:pt>
                <c:pt idx="1625">
                  <c:v>324.64095350000002</c:v>
                </c:pt>
                <c:pt idx="1626">
                  <c:v>324.7730866</c:v>
                </c:pt>
                <c:pt idx="1627">
                  <c:v>324.78157970000001</c:v>
                </c:pt>
                <c:pt idx="1628">
                  <c:v>324.90797579999997</c:v>
                </c:pt>
                <c:pt idx="1629">
                  <c:v>324.97003480000001</c:v>
                </c:pt>
                <c:pt idx="1630">
                  <c:v>325.64036329999999</c:v>
                </c:pt>
                <c:pt idx="1631">
                  <c:v>325.7787654</c:v>
                </c:pt>
                <c:pt idx="1632">
                  <c:v>325.78158459999997</c:v>
                </c:pt>
                <c:pt idx="1633">
                  <c:v>325.90914670000001</c:v>
                </c:pt>
                <c:pt idx="1634">
                  <c:v>325.96987530000001</c:v>
                </c:pt>
                <c:pt idx="1635">
                  <c:v>326.63640240000001</c:v>
                </c:pt>
                <c:pt idx="1636">
                  <c:v>326.77839849999998</c:v>
                </c:pt>
                <c:pt idx="1637">
                  <c:v>326.78489459999997</c:v>
                </c:pt>
                <c:pt idx="1638">
                  <c:v>326.90465410000002</c:v>
                </c:pt>
                <c:pt idx="1639">
                  <c:v>326.9689204</c:v>
                </c:pt>
                <c:pt idx="1640">
                  <c:v>327.63634459999997</c:v>
                </c:pt>
                <c:pt idx="1641">
                  <c:v>327.78310190000002</c:v>
                </c:pt>
                <c:pt idx="1642">
                  <c:v>327.78480080000003</c:v>
                </c:pt>
                <c:pt idx="1643">
                  <c:v>327.91540659999998</c:v>
                </c:pt>
                <c:pt idx="1644">
                  <c:v>327.9680682</c:v>
                </c:pt>
                <c:pt idx="1645">
                  <c:v>328.63843029999998</c:v>
                </c:pt>
                <c:pt idx="1646">
                  <c:v>328.78223379999997</c:v>
                </c:pt>
                <c:pt idx="1647">
                  <c:v>328.78240090000003</c:v>
                </c:pt>
                <c:pt idx="1648">
                  <c:v>328.90963620000002</c:v>
                </c:pt>
                <c:pt idx="1649">
                  <c:v>328.96604810000002</c:v>
                </c:pt>
                <c:pt idx="1650">
                  <c:v>329.64555109999998</c:v>
                </c:pt>
                <c:pt idx="1651">
                  <c:v>329.785799</c:v>
                </c:pt>
                <c:pt idx="1652">
                  <c:v>329.7886373</c:v>
                </c:pt>
                <c:pt idx="1653">
                  <c:v>329.90891219999997</c:v>
                </c:pt>
                <c:pt idx="1654">
                  <c:v>329.96884310000002</c:v>
                </c:pt>
                <c:pt idx="1655">
                  <c:v>330.64067019999999</c:v>
                </c:pt>
                <c:pt idx="1656">
                  <c:v>330.7853283</c:v>
                </c:pt>
                <c:pt idx="1657">
                  <c:v>330.7859148</c:v>
                </c:pt>
                <c:pt idx="1658">
                  <c:v>330.90828720000002</c:v>
                </c:pt>
                <c:pt idx="1659">
                  <c:v>330.9683789</c:v>
                </c:pt>
                <c:pt idx="1660">
                  <c:v>331.65770470000001</c:v>
                </c:pt>
                <c:pt idx="1661">
                  <c:v>331.78266359999998</c:v>
                </c:pt>
                <c:pt idx="1662">
                  <c:v>331.78703230000002</c:v>
                </c:pt>
                <c:pt idx="1663">
                  <c:v>331.909963</c:v>
                </c:pt>
                <c:pt idx="1664">
                  <c:v>331.96802600000001</c:v>
                </c:pt>
                <c:pt idx="1665">
                  <c:v>332.64275520000001</c:v>
                </c:pt>
                <c:pt idx="1666">
                  <c:v>332.7795132</c:v>
                </c:pt>
                <c:pt idx="1667">
                  <c:v>332.78376020000002</c:v>
                </c:pt>
                <c:pt idx="1668">
                  <c:v>332.91311489999998</c:v>
                </c:pt>
                <c:pt idx="1669">
                  <c:v>332.9659527</c:v>
                </c:pt>
                <c:pt idx="1670">
                  <c:v>333.63980930000002</c:v>
                </c:pt>
                <c:pt idx="1671">
                  <c:v>333.77393799999999</c:v>
                </c:pt>
                <c:pt idx="1672">
                  <c:v>333.7836744</c:v>
                </c:pt>
                <c:pt idx="1673">
                  <c:v>333.90984730000002</c:v>
                </c:pt>
                <c:pt idx="1674">
                  <c:v>333.97154280000001</c:v>
                </c:pt>
                <c:pt idx="1675">
                  <c:v>334.63672789999998</c:v>
                </c:pt>
                <c:pt idx="1676">
                  <c:v>334.77610559999999</c:v>
                </c:pt>
                <c:pt idx="1677">
                  <c:v>334.78186149999999</c:v>
                </c:pt>
                <c:pt idx="1678">
                  <c:v>334.91874899999999</c:v>
                </c:pt>
                <c:pt idx="1679">
                  <c:v>334.97070919999999</c:v>
                </c:pt>
                <c:pt idx="1680">
                  <c:v>335.63836370000001</c:v>
                </c:pt>
                <c:pt idx="1681">
                  <c:v>335.78037189999998</c:v>
                </c:pt>
                <c:pt idx="1682">
                  <c:v>335.78278490000002</c:v>
                </c:pt>
                <c:pt idx="1683">
                  <c:v>335.9129681</c:v>
                </c:pt>
                <c:pt idx="1684">
                  <c:v>335.97084369999999</c:v>
                </c:pt>
                <c:pt idx="1685">
                  <c:v>336.63958869999999</c:v>
                </c:pt>
                <c:pt idx="1686">
                  <c:v>336.77688080000001</c:v>
                </c:pt>
                <c:pt idx="1687">
                  <c:v>336.78211379999999</c:v>
                </c:pt>
                <c:pt idx="1688">
                  <c:v>336.91329880000001</c:v>
                </c:pt>
                <c:pt idx="1689">
                  <c:v>336.96616820000003</c:v>
                </c:pt>
                <c:pt idx="1690">
                  <c:v>337.63934990000001</c:v>
                </c:pt>
                <c:pt idx="1691">
                  <c:v>337.77957559999999</c:v>
                </c:pt>
                <c:pt idx="1692">
                  <c:v>337.78653830000002</c:v>
                </c:pt>
                <c:pt idx="1693">
                  <c:v>337.91696489999998</c:v>
                </c:pt>
                <c:pt idx="1694">
                  <c:v>337.9685025</c:v>
                </c:pt>
                <c:pt idx="1695">
                  <c:v>338.63062939999998</c:v>
                </c:pt>
                <c:pt idx="1696">
                  <c:v>338.78091260000002</c:v>
                </c:pt>
                <c:pt idx="1697">
                  <c:v>338.78462880000001</c:v>
                </c:pt>
                <c:pt idx="1698">
                  <c:v>338.9126933</c:v>
                </c:pt>
                <c:pt idx="1699">
                  <c:v>338.96841230000001</c:v>
                </c:pt>
                <c:pt idx="1700">
                  <c:v>339.63044810000002</c:v>
                </c:pt>
                <c:pt idx="1701">
                  <c:v>339.7825752</c:v>
                </c:pt>
                <c:pt idx="1702">
                  <c:v>339.78512999999998</c:v>
                </c:pt>
                <c:pt idx="1703">
                  <c:v>339.91523569999998</c:v>
                </c:pt>
                <c:pt idx="1704">
                  <c:v>339.96577559999997</c:v>
                </c:pt>
                <c:pt idx="1705">
                  <c:v>340.64281410000001</c:v>
                </c:pt>
                <c:pt idx="1706">
                  <c:v>340.78351809999998</c:v>
                </c:pt>
                <c:pt idx="1707">
                  <c:v>340.78934939999999</c:v>
                </c:pt>
                <c:pt idx="1708">
                  <c:v>340.90964209999999</c:v>
                </c:pt>
                <c:pt idx="1709">
                  <c:v>340.96642270000001</c:v>
                </c:pt>
                <c:pt idx="1710">
                  <c:v>341.64408980000002</c:v>
                </c:pt>
                <c:pt idx="1711">
                  <c:v>341.78135109999999</c:v>
                </c:pt>
                <c:pt idx="1712">
                  <c:v>341.78336839999997</c:v>
                </c:pt>
                <c:pt idx="1713">
                  <c:v>341.90966700000001</c:v>
                </c:pt>
                <c:pt idx="1714">
                  <c:v>341.96568550000001</c:v>
                </c:pt>
                <c:pt idx="1715">
                  <c:v>342.64158040000001</c:v>
                </c:pt>
                <c:pt idx="1716">
                  <c:v>342.77885429999998</c:v>
                </c:pt>
                <c:pt idx="1717">
                  <c:v>342.78777280000003</c:v>
                </c:pt>
                <c:pt idx="1718">
                  <c:v>342.90208699999999</c:v>
                </c:pt>
                <c:pt idx="1719">
                  <c:v>342.9661782</c:v>
                </c:pt>
                <c:pt idx="1720">
                  <c:v>343.64032159999999</c:v>
                </c:pt>
                <c:pt idx="1721">
                  <c:v>343.77622170000001</c:v>
                </c:pt>
                <c:pt idx="1722">
                  <c:v>343.78471839999997</c:v>
                </c:pt>
                <c:pt idx="1723">
                  <c:v>343.9027542</c:v>
                </c:pt>
                <c:pt idx="1724">
                  <c:v>343.97283240000002</c:v>
                </c:pt>
                <c:pt idx="1725">
                  <c:v>344.64292979999999</c:v>
                </c:pt>
                <c:pt idx="1726">
                  <c:v>344.77528260000003</c:v>
                </c:pt>
                <c:pt idx="1727">
                  <c:v>344.78218500000003</c:v>
                </c:pt>
                <c:pt idx="1728">
                  <c:v>344.91215390000002</c:v>
                </c:pt>
                <c:pt idx="1729">
                  <c:v>344.96701380000002</c:v>
                </c:pt>
                <c:pt idx="1730">
                  <c:v>345.64057989999998</c:v>
                </c:pt>
                <c:pt idx="1731">
                  <c:v>345.77463030000001</c:v>
                </c:pt>
                <c:pt idx="1732">
                  <c:v>345.7823515</c:v>
                </c:pt>
                <c:pt idx="1733">
                  <c:v>345.91234439999999</c:v>
                </c:pt>
                <c:pt idx="1734">
                  <c:v>345.97143310000001</c:v>
                </c:pt>
                <c:pt idx="1735">
                  <c:v>346.63942359999999</c:v>
                </c:pt>
                <c:pt idx="1736">
                  <c:v>346.77240560000001</c:v>
                </c:pt>
                <c:pt idx="1737">
                  <c:v>346.78259580000002</c:v>
                </c:pt>
                <c:pt idx="1738">
                  <c:v>346.91969769999997</c:v>
                </c:pt>
                <c:pt idx="1739">
                  <c:v>346.97370439999997</c:v>
                </c:pt>
                <c:pt idx="1740">
                  <c:v>347.63740130000002</c:v>
                </c:pt>
                <c:pt idx="1741">
                  <c:v>347.77252579999998</c:v>
                </c:pt>
                <c:pt idx="1742">
                  <c:v>347.783322</c:v>
                </c:pt>
                <c:pt idx="1743">
                  <c:v>347.91603170000002</c:v>
                </c:pt>
                <c:pt idx="1744">
                  <c:v>347.97141360000001</c:v>
                </c:pt>
                <c:pt idx="1745">
                  <c:v>348.63812259999997</c:v>
                </c:pt>
                <c:pt idx="1746">
                  <c:v>348.77207870000001</c:v>
                </c:pt>
                <c:pt idx="1747">
                  <c:v>348.78203539999998</c:v>
                </c:pt>
                <c:pt idx="1748">
                  <c:v>348.92046570000002</c:v>
                </c:pt>
                <c:pt idx="1749">
                  <c:v>348.97152010000002</c:v>
                </c:pt>
                <c:pt idx="1750">
                  <c:v>349.63895689999998</c:v>
                </c:pt>
                <c:pt idx="1751">
                  <c:v>349.77266350000002</c:v>
                </c:pt>
                <c:pt idx="1752">
                  <c:v>349.78535369999997</c:v>
                </c:pt>
                <c:pt idx="1753">
                  <c:v>349.91371550000002</c:v>
                </c:pt>
                <c:pt idx="1754">
                  <c:v>349.97134729999999</c:v>
                </c:pt>
                <c:pt idx="1755">
                  <c:v>350.63028919999999</c:v>
                </c:pt>
                <c:pt idx="1756">
                  <c:v>350.7780889</c:v>
                </c:pt>
                <c:pt idx="1757">
                  <c:v>350.78787499999999</c:v>
                </c:pt>
                <c:pt idx="1758">
                  <c:v>350.91535979999998</c:v>
                </c:pt>
                <c:pt idx="1759">
                  <c:v>350.97295129999998</c:v>
                </c:pt>
                <c:pt idx="1760">
                  <c:v>351.63086550000003</c:v>
                </c:pt>
                <c:pt idx="1761">
                  <c:v>351.7736051</c:v>
                </c:pt>
                <c:pt idx="1762">
                  <c:v>351.84032120000001</c:v>
                </c:pt>
                <c:pt idx="1763">
                  <c:v>351.91282660000002</c:v>
                </c:pt>
                <c:pt idx="1764">
                  <c:v>351.96833229999999</c:v>
                </c:pt>
                <c:pt idx="1765">
                  <c:v>352.63571810000002</c:v>
                </c:pt>
                <c:pt idx="1766">
                  <c:v>352.78076520000002</c:v>
                </c:pt>
                <c:pt idx="1767">
                  <c:v>352.78394420000001</c:v>
                </c:pt>
                <c:pt idx="1768">
                  <c:v>352.91325840000002</c:v>
                </c:pt>
                <c:pt idx="1769">
                  <c:v>352.96958000000001</c:v>
                </c:pt>
                <c:pt idx="1770">
                  <c:v>353.64102179999998</c:v>
                </c:pt>
                <c:pt idx="1771">
                  <c:v>353.77770070000003</c:v>
                </c:pt>
                <c:pt idx="1772">
                  <c:v>353.78231820000002</c:v>
                </c:pt>
                <c:pt idx="1773">
                  <c:v>353.9112063</c:v>
                </c:pt>
                <c:pt idx="1774">
                  <c:v>353.96606389999999</c:v>
                </c:pt>
                <c:pt idx="1775">
                  <c:v>354.64278180000002</c:v>
                </c:pt>
                <c:pt idx="1776">
                  <c:v>354.77756840000001</c:v>
                </c:pt>
                <c:pt idx="1777">
                  <c:v>354.78440319999999</c:v>
                </c:pt>
                <c:pt idx="1778">
                  <c:v>354.90832949999998</c:v>
                </c:pt>
                <c:pt idx="1779">
                  <c:v>354.96623</c:v>
                </c:pt>
                <c:pt idx="1780">
                  <c:v>355.6441762</c:v>
                </c:pt>
                <c:pt idx="1781">
                  <c:v>355.77766650000001</c:v>
                </c:pt>
                <c:pt idx="1782">
                  <c:v>355.78407129999999</c:v>
                </c:pt>
                <c:pt idx="1783">
                  <c:v>355.90852460000002</c:v>
                </c:pt>
                <c:pt idx="1784">
                  <c:v>355.96614460000001</c:v>
                </c:pt>
                <c:pt idx="1785">
                  <c:v>356.6412995</c:v>
                </c:pt>
                <c:pt idx="1786">
                  <c:v>356.77633470000001</c:v>
                </c:pt>
                <c:pt idx="1787">
                  <c:v>356.78313989999998</c:v>
                </c:pt>
                <c:pt idx="1788">
                  <c:v>356.91137939999999</c:v>
                </c:pt>
                <c:pt idx="1789">
                  <c:v>356.96879510000002</c:v>
                </c:pt>
                <c:pt idx="1790">
                  <c:v>357.64548719999999</c:v>
                </c:pt>
                <c:pt idx="1791">
                  <c:v>357.77440489999998</c:v>
                </c:pt>
                <c:pt idx="1792">
                  <c:v>357.78800949999999</c:v>
                </c:pt>
                <c:pt idx="1793">
                  <c:v>357.9113183</c:v>
                </c:pt>
                <c:pt idx="1794">
                  <c:v>357.96834100000001</c:v>
                </c:pt>
                <c:pt idx="1795">
                  <c:v>358.6381844</c:v>
                </c:pt>
                <c:pt idx="1796">
                  <c:v>358.77167839999998</c:v>
                </c:pt>
                <c:pt idx="1797">
                  <c:v>358.78190970000003</c:v>
                </c:pt>
                <c:pt idx="1798">
                  <c:v>358.9091176</c:v>
                </c:pt>
                <c:pt idx="1799">
                  <c:v>358.96631380000002</c:v>
                </c:pt>
                <c:pt idx="1800">
                  <c:v>359.63986199999999</c:v>
                </c:pt>
                <c:pt idx="1801">
                  <c:v>359.77439850000002</c:v>
                </c:pt>
                <c:pt idx="1802">
                  <c:v>359.78428250000002</c:v>
                </c:pt>
                <c:pt idx="1803">
                  <c:v>359.91401780000001</c:v>
                </c:pt>
                <c:pt idx="1804">
                  <c:v>359.97380550000003</c:v>
                </c:pt>
                <c:pt idx="1805">
                  <c:v>360.64134999999999</c:v>
                </c:pt>
                <c:pt idx="1806">
                  <c:v>360.7741236</c:v>
                </c:pt>
                <c:pt idx="1807">
                  <c:v>360.78788100000003</c:v>
                </c:pt>
                <c:pt idx="1808">
                  <c:v>360.91657140000001</c:v>
                </c:pt>
                <c:pt idx="1809">
                  <c:v>360.96996769999998</c:v>
                </c:pt>
                <c:pt idx="1810">
                  <c:v>361.63838579999998</c:v>
                </c:pt>
                <c:pt idx="1811">
                  <c:v>361.77204619999998</c:v>
                </c:pt>
                <c:pt idx="1812">
                  <c:v>361.78253660000001</c:v>
                </c:pt>
                <c:pt idx="1813">
                  <c:v>361.9151713</c:v>
                </c:pt>
                <c:pt idx="1814">
                  <c:v>361.96791990000003</c:v>
                </c:pt>
                <c:pt idx="1815">
                  <c:v>362.6364562</c:v>
                </c:pt>
                <c:pt idx="1816">
                  <c:v>362.77563429999998</c:v>
                </c:pt>
                <c:pt idx="1817">
                  <c:v>362.78653530000003</c:v>
                </c:pt>
                <c:pt idx="1818">
                  <c:v>362.91433869999997</c:v>
                </c:pt>
                <c:pt idx="1819">
                  <c:v>362.97781190000001</c:v>
                </c:pt>
                <c:pt idx="1820">
                  <c:v>363.63836579999997</c:v>
                </c:pt>
                <c:pt idx="1821">
                  <c:v>363.77204999999998</c:v>
                </c:pt>
                <c:pt idx="1822">
                  <c:v>363.7872911</c:v>
                </c:pt>
                <c:pt idx="1823">
                  <c:v>363.91228719999998</c:v>
                </c:pt>
                <c:pt idx="1824">
                  <c:v>363.97476870000003</c:v>
                </c:pt>
                <c:pt idx="1825">
                  <c:v>364.638845</c:v>
                </c:pt>
                <c:pt idx="1826">
                  <c:v>364.77426860000003</c:v>
                </c:pt>
                <c:pt idx="1827">
                  <c:v>364.78735640000002</c:v>
                </c:pt>
                <c:pt idx="1828">
                  <c:v>364.9152929</c:v>
                </c:pt>
                <c:pt idx="1829">
                  <c:v>364.97217289999998</c:v>
                </c:pt>
                <c:pt idx="1830">
                  <c:v>365.64188799999999</c:v>
                </c:pt>
                <c:pt idx="1831">
                  <c:v>365.77495870000001</c:v>
                </c:pt>
                <c:pt idx="1832">
                  <c:v>365.78650770000002</c:v>
                </c:pt>
                <c:pt idx="1833">
                  <c:v>365.91013880000003</c:v>
                </c:pt>
                <c:pt idx="1834">
                  <c:v>365.9723568</c:v>
                </c:pt>
                <c:pt idx="1835">
                  <c:v>366.64198649999997</c:v>
                </c:pt>
                <c:pt idx="1836">
                  <c:v>366.77749290000003</c:v>
                </c:pt>
                <c:pt idx="1837">
                  <c:v>366.78456979999999</c:v>
                </c:pt>
                <c:pt idx="1838">
                  <c:v>366.91093480000001</c:v>
                </c:pt>
                <c:pt idx="1839">
                  <c:v>366.97319659999999</c:v>
                </c:pt>
                <c:pt idx="1840">
                  <c:v>367.64359930000001</c:v>
                </c:pt>
                <c:pt idx="1841">
                  <c:v>367.7806205</c:v>
                </c:pt>
                <c:pt idx="1842">
                  <c:v>367.78643870000002</c:v>
                </c:pt>
                <c:pt idx="1843">
                  <c:v>367.91666149999998</c:v>
                </c:pt>
                <c:pt idx="1844">
                  <c:v>367.9705007</c:v>
                </c:pt>
                <c:pt idx="1845">
                  <c:v>368.64445089999998</c:v>
                </c:pt>
                <c:pt idx="1846">
                  <c:v>368.77680600000002</c:v>
                </c:pt>
                <c:pt idx="1847">
                  <c:v>368.78463879999998</c:v>
                </c:pt>
                <c:pt idx="1848">
                  <c:v>368.9142885</c:v>
                </c:pt>
                <c:pt idx="1849">
                  <c:v>368.97621880000003</c:v>
                </c:pt>
                <c:pt idx="1850">
                  <c:v>369.6378886</c:v>
                </c:pt>
                <c:pt idx="1851">
                  <c:v>369.77307510000003</c:v>
                </c:pt>
                <c:pt idx="1852">
                  <c:v>369.78475889999999</c:v>
                </c:pt>
                <c:pt idx="1853">
                  <c:v>369.91140949999999</c:v>
                </c:pt>
                <c:pt idx="1854">
                  <c:v>370.00249700000001</c:v>
                </c:pt>
                <c:pt idx="1855">
                  <c:v>370.63433730000003</c:v>
                </c:pt>
                <c:pt idx="1856">
                  <c:v>370.77431139999999</c:v>
                </c:pt>
                <c:pt idx="1857">
                  <c:v>370.78178989999998</c:v>
                </c:pt>
                <c:pt idx="1858">
                  <c:v>370.91408860000001</c:v>
                </c:pt>
                <c:pt idx="1859">
                  <c:v>370.9796407</c:v>
                </c:pt>
                <c:pt idx="1860">
                  <c:v>371.6339825</c:v>
                </c:pt>
                <c:pt idx="1861">
                  <c:v>371.77553189999998</c:v>
                </c:pt>
                <c:pt idx="1862">
                  <c:v>371.7825148</c:v>
                </c:pt>
                <c:pt idx="1863">
                  <c:v>371.91087320000003</c:v>
                </c:pt>
                <c:pt idx="1864">
                  <c:v>371.98786819999998</c:v>
                </c:pt>
                <c:pt idx="1865">
                  <c:v>372.63495210000002</c:v>
                </c:pt>
                <c:pt idx="1866">
                  <c:v>372.77232550000002</c:v>
                </c:pt>
                <c:pt idx="1867">
                  <c:v>372.78206269999998</c:v>
                </c:pt>
                <c:pt idx="1868">
                  <c:v>372.9146533</c:v>
                </c:pt>
                <c:pt idx="1869">
                  <c:v>372.9731061</c:v>
                </c:pt>
                <c:pt idx="1870">
                  <c:v>373.77229599999998</c:v>
                </c:pt>
                <c:pt idx="1871">
                  <c:v>373.78461850000002</c:v>
                </c:pt>
                <c:pt idx="1872">
                  <c:v>373.91719699999999</c:v>
                </c:pt>
                <c:pt idx="1873">
                  <c:v>373.92565949999999</c:v>
                </c:pt>
                <c:pt idx="1874">
                  <c:v>373.96968040000002</c:v>
                </c:pt>
                <c:pt idx="1875">
                  <c:v>374.64756990000001</c:v>
                </c:pt>
                <c:pt idx="1876">
                  <c:v>374.78516660000003</c:v>
                </c:pt>
                <c:pt idx="1877">
                  <c:v>374.91623970000001</c:v>
                </c:pt>
                <c:pt idx="1878">
                  <c:v>374.97132570000002</c:v>
                </c:pt>
                <c:pt idx="1879">
                  <c:v>375.07453829999997</c:v>
                </c:pt>
                <c:pt idx="1880">
                  <c:v>375.6301459</c:v>
                </c:pt>
                <c:pt idx="1881">
                  <c:v>375.77235430000002</c:v>
                </c:pt>
                <c:pt idx="1882">
                  <c:v>375.79167230000002</c:v>
                </c:pt>
                <c:pt idx="1883">
                  <c:v>375.91090059999999</c:v>
                </c:pt>
                <c:pt idx="1884">
                  <c:v>375.97066580000001</c:v>
                </c:pt>
                <c:pt idx="1885">
                  <c:v>376.63635060000001</c:v>
                </c:pt>
                <c:pt idx="1886">
                  <c:v>376.77495750000003</c:v>
                </c:pt>
                <c:pt idx="1887">
                  <c:v>376.78765659999999</c:v>
                </c:pt>
                <c:pt idx="1888">
                  <c:v>376.91789940000001</c:v>
                </c:pt>
                <c:pt idx="1889">
                  <c:v>376.96751460000002</c:v>
                </c:pt>
                <c:pt idx="1890">
                  <c:v>377.633286</c:v>
                </c:pt>
                <c:pt idx="1891">
                  <c:v>377.77276339999997</c:v>
                </c:pt>
                <c:pt idx="1892">
                  <c:v>377.78710560000002</c:v>
                </c:pt>
                <c:pt idx="1893">
                  <c:v>377.91214830000001</c:v>
                </c:pt>
                <c:pt idx="1894">
                  <c:v>377.96573280000001</c:v>
                </c:pt>
                <c:pt idx="1895">
                  <c:v>378.63304890000001</c:v>
                </c:pt>
                <c:pt idx="1896">
                  <c:v>378.7773176</c:v>
                </c:pt>
                <c:pt idx="1897">
                  <c:v>378.78695720000002</c:v>
                </c:pt>
                <c:pt idx="1898">
                  <c:v>378.90866999999997</c:v>
                </c:pt>
                <c:pt idx="1899">
                  <c:v>378.96589299999999</c:v>
                </c:pt>
                <c:pt idx="1900">
                  <c:v>379.63550670000001</c:v>
                </c:pt>
                <c:pt idx="1901">
                  <c:v>379.77793839999998</c:v>
                </c:pt>
                <c:pt idx="1902">
                  <c:v>379.78520020000002</c:v>
                </c:pt>
                <c:pt idx="1903">
                  <c:v>379.90958890000002</c:v>
                </c:pt>
                <c:pt idx="1904">
                  <c:v>379.9660164</c:v>
                </c:pt>
                <c:pt idx="1905">
                  <c:v>380.63372909999998</c:v>
                </c:pt>
                <c:pt idx="1906">
                  <c:v>380.77805560000002</c:v>
                </c:pt>
                <c:pt idx="1907">
                  <c:v>380.78455969999999</c:v>
                </c:pt>
                <c:pt idx="1908">
                  <c:v>380.9114811</c:v>
                </c:pt>
                <c:pt idx="1909">
                  <c:v>380.97098729999999</c:v>
                </c:pt>
                <c:pt idx="1910">
                  <c:v>381.63043320000003</c:v>
                </c:pt>
                <c:pt idx="1911">
                  <c:v>381.77961970000001</c:v>
                </c:pt>
                <c:pt idx="1912">
                  <c:v>381.784807</c:v>
                </c:pt>
                <c:pt idx="1913">
                  <c:v>381.90684160000001</c:v>
                </c:pt>
                <c:pt idx="1914">
                  <c:v>381.96685059999999</c:v>
                </c:pt>
                <c:pt idx="1915">
                  <c:v>382.63262470000001</c:v>
                </c:pt>
                <c:pt idx="1916">
                  <c:v>382.77566419999999</c:v>
                </c:pt>
                <c:pt idx="1917">
                  <c:v>382.78239200000002</c:v>
                </c:pt>
                <c:pt idx="1918">
                  <c:v>382.91231240000002</c:v>
                </c:pt>
                <c:pt idx="1919">
                  <c:v>382.97160539999999</c:v>
                </c:pt>
                <c:pt idx="1920">
                  <c:v>383.63251439999999</c:v>
                </c:pt>
                <c:pt idx="1921">
                  <c:v>383.7748818</c:v>
                </c:pt>
                <c:pt idx="1922">
                  <c:v>383.78210300000001</c:v>
                </c:pt>
                <c:pt idx="1923">
                  <c:v>383.91129590000003</c:v>
                </c:pt>
                <c:pt idx="1924">
                  <c:v>383.97110509999999</c:v>
                </c:pt>
                <c:pt idx="1925">
                  <c:v>384.63301410000003</c:v>
                </c:pt>
                <c:pt idx="1926">
                  <c:v>384.77534370000001</c:v>
                </c:pt>
                <c:pt idx="1927">
                  <c:v>384.78224460000001</c:v>
                </c:pt>
                <c:pt idx="1928">
                  <c:v>384.92236500000001</c:v>
                </c:pt>
                <c:pt idx="1929">
                  <c:v>384.97104300000001</c:v>
                </c:pt>
                <c:pt idx="1930">
                  <c:v>385.63058580000001</c:v>
                </c:pt>
                <c:pt idx="1931">
                  <c:v>385.77222319999998</c:v>
                </c:pt>
                <c:pt idx="1932">
                  <c:v>385.78203689999998</c:v>
                </c:pt>
                <c:pt idx="1933">
                  <c:v>385.92456140000002</c:v>
                </c:pt>
                <c:pt idx="1934">
                  <c:v>385.96886219999999</c:v>
                </c:pt>
                <c:pt idx="1935">
                  <c:v>386.63113609999999</c:v>
                </c:pt>
                <c:pt idx="1936">
                  <c:v>386.77222560000001</c:v>
                </c:pt>
                <c:pt idx="1937">
                  <c:v>386.78239070000001</c:v>
                </c:pt>
                <c:pt idx="1938">
                  <c:v>386.9132353</c:v>
                </c:pt>
                <c:pt idx="1939">
                  <c:v>386.96599579999997</c:v>
                </c:pt>
                <c:pt idx="1940">
                  <c:v>387.62999769999999</c:v>
                </c:pt>
                <c:pt idx="1941">
                  <c:v>387.77232040000001</c:v>
                </c:pt>
                <c:pt idx="1942">
                  <c:v>387.78576070000003</c:v>
                </c:pt>
                <c:pt idx="1943">
                  <c:v>387.91179940000001</c:v>
                </c:pt>
                <c:pt idx="1944">
                  <c:v>387.96819449999998</c:v>
                </c:pt>
                <c:pt idx="1945">
                  <c:v>388.63260919999999</c:v>
                </c:pt>
                <c:pt idx="1946">
                  <c:v>388.77135120000003</c:v>
                </c:pt>
                <c:pt idx="1947">
                  <c:v>388.78274379999999</c:v>
                </c:pt>
                <c:pt idx="1948">
                  <c:v>388.90939379999998</c:v>
                </c:pt>
                <c:pt idx="1949">
                  <c:v>388.96822739999999</c:v>
                </c:pt>
                <c:pt idx="1950">
                  <c:v>389.63581699999997</c:v>
                </c:pt>
                <c:pt idx="1951">
                  <c:v>389.77471659999998</c:v>
                </c:pt>
                <c:pt idx="1952">
                  <c:v>389.78755100000001</c:v>
                </c:pt>
                <c:pt idx="1953">
                  <c:v>389.90909909999999</c:v>
                </c:pt>
                <c:pt idx="1954">
                  <c:v>389.96723609999998</c:v>
                </c:pt>
                <c:pt idx="1955">
                  <c:v>390.64042660000001</c:v>
                </c:pt>
                <c:pt idx="1956">
                  <c:v>390.77809639999998</c:v>
                </c:pt>
                <c:pt idx="1957">
                  <c:v>390.78218409999999</c:v>
                </c:pt>
                <c:pt idx="1958">
                  <c:v>390.90844199999998</c:v>
                </c:pt>
                <c:pt idx="1959">
                  <c:v>390.9661299</c:v>
                </c:pt>
                <c:pt idx="1960">
                  <c:v>391.64340549999997</c:v>
                </c:pt>
                <c:pt idx="1961">
                  <c:v>391.77491229999998</c:v>
                </c:pt>
                <c:pt idx="1962">
                  <c:v>391.78542520000002</c:v>
                </c:pt>
                <c:pt idx="1963">
                  <c:v>391.90721760000002</c:v>
                </c:pt>
                <c:pt idx="1964">
                  <c:v>391.96605970000002</c:v>
                </c:pt>
                <c:pt idx="1965">
                  <c:v>392.6404867</c:v>
                </c:pt>
                <c:pt idx="1966">
                  <c:v>392.7777547</c:v>
                </c:pt>
                <c:pt idx="1967">
                  <c:v>392.78280990000002</c:v>
                </c:pt>
                <c:pt idx="1968">
                  <c:v>392.90689830000002</c:v>
                </c:pt>
                <c:pt idx="1969">
                  <c:v>392.98300710000001</c:v>
                </c:pt>
                <c:pt idx="1970">
                  <c:v>393.64246029999998</c:v>
                </c:pt>
                <c:pt idx="1971">
                  <c:v>393.77663410000002</c:v>
                </c:pt>
                <c:pt idx="1972">
                  <c:v>393.78251710000001</c:v>
                </c:pt>
                <c:pt idx="1973">
                  <c:v>393.96797170000002</c:v>
                </c:pt>
                <c:pt idx="1974">
                  <c:v>394.20543939999999</c:v>
                </c:pt>
                <c:pt idx="1975">
                  <c:v>394.63988699999999</c:v>
                </c:pt>
                <c:pt idx="1976">
                  <c:v>394.77809150000002</c:v>
                </c:pt>
                <c:pt idx="1977">
                  <c:v>394.78246760000002</c:v>
                </c:pt>
                <c:pt idx="1978">
                  <c:v>394.90364629999999</c:v>
                </c:pt>
                <c:pt idx="1979">
                  <c:v>394.97339940000001</c:v>
                </c:pt>
                <c:pt idx="1980">
                  <c:v>395.64057860000003</c:v>
                </c:pt>
                <c:pt idx="1981">
                  <c:v>395.77443040000003</c:v>
                </c:pt>
                <c:pt idx="1982">
                  <c:v>395.78263939999999</c:v>
                </c:pt>
                <c:pt idx="1983">
                  <c:v>395.90465440000003</c:v>
                </c:pt>
                <c:pt idx="1984">
                  <c:v>395.97789560000001</c:v>
                </c:pt>
                <c:pt idx="1985">
                  <c:v>396.6389959</c:v>
                </c:pt>
                <c:pt idx="1986">
                  <c:v>396.7787366</c:v>
                </c:pt>
                <c:pt idx="1987">
                  <c:v>396.788116</c:v>
                </c:pt>
                <c:pt idx="1988">
                  <c:v>396.90773189999999</c:v>
                </c:pt>
                <c:pt idx="1989">
                  <c:v>396.97165799999999</c:v>
                </c:pt>
                <c:pt idx="1990">
                  <c:v>397.63074599999999</c:v>
                </c:pt>
                <c:pt idx="1991">
                  <c:v>397.77714839999999</c:v>
                </c:pt>
                <c:pt idx="1992">
                  <c:v>397.78783559999999</c:v>
                </c:pt>
                <c:pt idx="1993">
                  <c:v>397.9079668</c:v>
                </c:pt>
                <c:pt idx="1994">
                  <c:v>397.96771819999998</c:v>
                </c:pt>
                <c:pt idx="1995">
                  <c:v>398.63938259999998</c:v>
                </c:pt>
                <c:pt idx="1996">
                  <c:v>398.77168219999999</c:v>
                </c:pt>
                <c:pt idx="1997">
                  <c:v>398.78381760000002</c:v>
                </c:pt>
                <c:pt idx="1998">
                  <c:v>398.90824309999999</c:v>
                </c:pt>
                <c:pt idx="1999">
                  <c:v>398.96887090000001</c:v>
                </c:pt>
                <c:pt idx="2000">
                  <c:v>399.63060940000003</c:v>
                </c:pt>
                <c:pt idx="2001">
                  <c:v>399.7751288</c:v>
                </c:pt>
                <c:pt idx="2002">
                  <c:v>399.7846945</c:v>
                </c:pt>
                <c:pt idx="2003">
                  <c:v>399.90773990000002</c:v>
                </c:pt>
                <c:pt idx="2004">
                  <c:v>399.97012560000002</c:v>
                </c:pt>
                <c:pt idx="2005">
                  <c:v>400.63978900000001</c:v>
                </c:pt>
                <c:pt idx="2006">
                  <c:v>400.77435630000002</c:v>
                </c:pt>
                <c:pt idx="2007">
                  <c:v>400.79004329999998</c:v>
                </c:pt>
                <c:pt idx="2008">
                  <c:v>400.90816219999999</c:v>
                </c:pt>
                <c:pt idx="2009">
                  <c:v>400.96580970000002</c:v>
                </c:pt>
                <c:pt idx="2010">
                  <c:v>401.63836500000002</c:v>
                </c:pt>
                <c:pt idx="2011">
                  <c:v>401.77403889999999</c:v>
                </c:pt>
                <c:pt idx="2012">
                  <c:v>401.78630190000001</c:v>
                </c:pt>
                <c:pt idx="2013">
                  <c:v>401.90371320000003</c:v>
                </c:pt>
                <c:pt idx="2014">
                  <c:v>401.96585140000002</c:v>
                </c:pt>
                <c:pt idx="2015">
                  <c:v>402.64584610000003</c:v>
                </c:pt>
                <c:pt idx="2016">
                  <c:v>402.7778174</c:v>
                </c:pt>
                <c:pt idx="2017">
                  <c:v>402.78815040000001</c:v>
                </c:pt>
                <c:pt idx="2018">
                  <c:v>402.90378279999999</c:v>
                </c:pt>
                <c:pt idx="2019">
                  <c:v>402.96610509999999</c:v>
                </c:pt>
                <c:pt idx="2020">
                  <c:v>403.64257850000001</c:v>
                </c:pt>
                <c:pt idx="2021">
                  <c:v>403.77332089999999</c:v>
                </c:pt>
                <c:pt idx="2022">
                  <c:v>403.78479340000001</c:v>
                </c:pt>
                <c:pt idx="2023">
                  <c:v>403.90249940000001</c:v>
                </c:pt>
                <c:pt idx="2024">
                  <c:v>403.96565629999998</c:v>
                </c:pt>
                <c:pt idx="2025">
                  <c:v>404.64507129999998</c:v>
                </c:pt>
                <c:pt idx="2026">
                  <c:v>404.77435980000001</c:v>
                </c:pt>
                <c:pt idx="2027">
                  <c:v>404.78320789999998</c:v>
                </c:pt>
                <c:pt idx="2028">
                  <c:v>404.90278840000002</c:v>
                </c:pt>
                <c:pt idx="2029">
                  <c:v>404.96826299999998</c:v>
                </c:pt>
                <c:pt idx="2030">
                  <c:v>405.64157110000002</c:v>
                </c:pt>
                <c:pt idx="2031">
                  <c:v>405.77440230000002</c:v>
                </c:pt>
                <c:pt idx="2032">
                  <c:v>405.78193959999999</c:v>
                </c:pt>
                <c:pt idx="2033">
                  <c:v>405.90539180000002</c:v>
                </c:pt>
                <c:pt idx="2034">
                  <c:v>405.9678409</c:v>
                </c:pt>
                <c:pt idx="2035">
                  <c:v>406.64167579999997</c:v>
                </c:pt>
                <c:pt idx="2036">
                  <c:v>406.77216320000002</c:v>
                </c:pt>
                <c:pt idx="2037">
                  <c:v>406.78233160000002</c:v>
                </c:pt>
                <c:pt idx="2038">
                  <c:v>406.90248270000001</c:v>
                </c:pt>
                <c:pt idx="2039">
                  <c:v>406.97165810000001</c:v>
                </c:pt>
                <c:pt idx="2040">
                  <c:v>407.64032559999998</c:v>
                </c:pt>
                <c:pt idx="2041">
                  <c:v>407.77708180000002</c:v>
                </c:pt>
                <c:pt idx="2042">
                  <c:v>407.78380709999999</c:v>
                </c:pt>
                <c:pt idx="2043">
                  <c:v>407.90415380000002</c:v>
                </c:pt>
                <c:pt idx="2044">
                  <c:v>407.97202490000001</c:v>
                </c:pt>
                <c:pt idx="2045">
                  <c:v>408.63614369999999</c:v>
                </c:pt>
                <c:pt idx="2046">
                  <c:v>408.77197380000001</c:v>
                </c:pt>
                <c:pt idx="2047">
                  <c:v>408.78256479999999</c:v>
                </c:pt>
                <c:pt idx="2048">
                  <c:v>408.9042518</c:v>
                </c:pt>
                <c:pt idx="2049">
                  <c:v>408.97179729999999</c:v>
                </c:pt>
                <c:pt idx="2050">
                  <c:v>409.63933969999999</c:v>
                </c:pt>
                <c:pt idx="2051">
                  <c:v>409.77239400000002</c:v>
                </c:pt>
                <c:pt idx="2052">
                  <c:v>409.7854203</c:v>
                </c:pt>
                <c:pt idx="2053">
                  <c:v>409.90417079999997</c:v>
                </c:pt>
                <c:pt idx="2054">
                  <c:v>409.97264530000001</c:v>
                </c:pt>
                <c:pt idx="2055">
                  <c:v>410.63694400000003</c:v>
                </c:pt>
                <c:pt idx="2056">
                  <c:v>410.77754979999997</c:v>
                </c:pt>
                <c:pt idx="2057">
                  <c:v>410.79035420000002</c:v>
                </c:pt>
                <c:pt idx="2058">
                  <c:v>410.91071520000003</c:v>
                </c:pt>
                <c:pt idx="2059">
                  <c:v>410.9656286</c:v>
                </c:pt>
                <c:pt idx="2060">
                  <c:v>411.64154029999997</c:v>
                </c:pt>
                <c:pt idx="2061">
                  <c:v>411.77349950000001</c:v>
                </c:pt>
                <c:pt idx="2062">
                  <c:v>411.78716980000002</c:v>
                </c:pt>
                <c:pt idx="2063">
                  <c:v>411.90672360000002</c:v>
                </c:pt>
                <c:pt idx="2064">
                  <c:v>411.97744089999998</c:v>
                </c:pt>
                <c:pt idx="2065">
                  <c:v>412.63919279999999</c:v>
                </c:pt>
                <c:pt idx="2066">
                  <c:v>412.77966930000002</c:v>
                </c:pt>
                <c:pt idx="2067">
                  <c:v>412.78851229999998</c:v>
                </c:pt>
                <c:pt idx="2068">
                  <c:v>412.90247310000001</c:v>
                </c:pt>
                <c:pt idx="2069">
                  <c:v>413.01833900000003</c:v>
                </c:pt>
                <c:pt idx="2070">
                  <c:v>413.63994869999999</c:v>
                </c:pt>
                <c:pt idx="2071">
                  <c:v>413.77468090000002</c:v>
                </c:pt>
                <c:pt idx="2072">
                  <c:v>413.78572709999997</c:v>
                </c:pt>
                <c:pt idx="2073">
                  <c:v>413.90565989999999</c:v>
                </c:pt>
                <c:pt idx="2074">
                  <c:v>413.96615960000003</c:v>
                </c:pt>
                <c:pt idx="2075">
                  <c:v>414.6355724</c:v>
                </c:pt>
                <c:pt idx="2076">
                  <c:v>414.77806279999999</c:v>
                </c:pt>
                <c:pt idx="2077">
                  <c:v>414.78268600000001</c:v>
                </c:pt>
                <c:pt idx="2078">
                  <c:v>414.90437279999998</c:v>
                </c:pt>
                <c:pt idx="2079">
                  <c:v>414.96561430000003</c:v>
                </c:pt>
                <c:pt idx="2080">
                  <c:v>415.64415760000003</c:v>
                </c:pt>
                <c:pt idx="2081">
                  <c:v>415.77464709999998</c:v>
                </c:pt>
                <c:pt idx="2082">
                  <c:v>415.78750300000002</c:v>
                </c:pt>
                <c:pt idx="2083">
                  <c:v>415.9048138</c:v>
                </c:pt>
                <c:pt idx="2084">
                  <c:v>415.96742890000002</c:v>
                </c:pt>
                <c:pt idx="2085">
                  <c:v>416.640647</c:v>
                </c:pt>
                <c:pt idx="2086">
                  <c:v>416.77462939999998</c:v>
                </c:pt>
                <c:pt idx="2087">
                  <c:v>416.78624430000002</c:v>
                </c:pt>
                <c:pt idx="2088">
                  <c:v>416.90253139999999</c:v>
                </c:pt>
                <c:pt idx="2089">
                  <c:v>416.9722031</c:v>
                </c:pt>
                <c:pt idx="2090">
                  <c:v>417.63811850000002</c:v>
                </c:pt>
                <c:pt idx="2091">
                  <c:v>417.77238899999998</c:v>
                </c:pt>
                <c:pt idx="2092">
                  <c:v>417.78229649999997</c:v>
                </c:pt>
                <c:pt idx="2093">
                  <c:v>417.90210930000001</c:v>
                </c:pt>
                <c:pt idx="2094">
                  <c:v>417.96956419999998</c:v>
                </c:pt>
                <c:pt idx="2095">
                  <c:v>418.64340040000002</c:v>
                </c:pt>
                <c:pt idx="2096">
                  <c:v>418.77253189999999</c:v>
                </c:pt>
                <c:pt idx="2097">
                  <c:v>418.78218709999999</c:v>
                </c:pt>
                <c:pt idx="2098">
                  <c:v>418.90217769999998</c:v>
                </c:pt>
                <c:pt idx="2099">
                  <c:v>418.97176630000001</c:v>
                </c:pt>
                <c:pt idx="2100">
                  <c:v>419.64091259999998</c:v>
                </c:pt>
                <c:pt idx="2101">
                  <c:v>419.77231599999999</c:v>
                </c:pt>
                <c:pt idx="2102">
                  <c:v>419.78753160000002</c:v>
                </c:pt>
                <c:pt idx="2103">
                  <c:v>419.90509830000002</c:v>
                </c:pt>
                <c:pt idx="2104">
                  <c:v>419.96739459999998</c:v>
                </c:pt>
                <c:pt idx="2105">
                  <c:v>420.64185409999999</c:v>
                </c:pt>
                <c:pt idx="2106">
                  <c:v>420.77238929999999</c:v>
                </c:pt>
                <c:pt idx="2107">
                  <c:v>420.78272900000002</c:v>
                </c:pt>
                <c:pt idx="2108">
                  <c:v>420.90972399999998</c:v>
                </c:pt>
                <c:pt idx="2109">
                  <c:v>420.97100449999999</c:v>
                </c:pt>
                <c:pt idx="2110">
                  <c:v>421.63863149999997</c:v>
                </c:pt>
                <c:pt idx="2111">
                  <c:v>421.77481699999998</c:v>
                </c:pt>
                <c:pt idx="2112">
                  <c:v>421.78768869999999</c:v>
                </c:pt>
                <c:pt idx="2113">
                  <c:v>421.9104772</c:v>
                </c:pt>
                <c:pt idx="2114">
                  <c:v>421.96846929999998</c:v>
                </c:pt>
                <c:pt idx="2115">
                  <c:v>422.63331799999997</c:v>
                </c:pt>
                <c:pt idx="2116">
                  <c:v>422.77518370000001</c:v>
                </c:pt>
                <c:pt idx="2117">
                  <c:v>422.78731069999998</c:v>
                </c:pt>
                <c:pt idx="2118">
                  <c:v>422.90827880000001</c:v>
                </c:pt>
                <c:pt idx="2119">
                  <c:v>422.96609979999999</c:v>
                </c:pt>
                <c:pt idx="2120">
                  <c:v>423.63551430000001</c:v>
                </c:pt>
                <c:pt idx="2121">
                  <c:v>423.77317749999997</c:v>
                </c:pt>
                <c:pt idx="2122">
                  <c:v>423.7875899</c:v>
                </c:pt>
                <c:pt idx="2123">
                  <c:v>423.90776890000001</c:v>
                </c:pt>
                <c:pt idx="2124">
                  <c:v>423.96806550000002</c:v>
                </c:pt>
                <c:pt idx="2125">
                  <c:v>424.63904480000002</c:v>
                </c:pt>
                <c:pt idx="2126">
                  <c:v>424.77781190000002</c:v>
                </c:pt>
                <c:pt idx="2127">
                  <c:v>424.78438790000001</c:v>
                </c:pt>
                <c:pt idx="2128">
                  <c:v>424.90709459999999</c:v>
                </c:pt>
                <c:pt idx="2129">
                  <c:v>424.9655611</c:v>
                </c:pt>
                <c:pt idx="2130">
                  <c:v>425.63741809999999</c:v>
                </c:pt>
                <c:pt idx="2131">
                  <c:v>425.77747929999998</c:v>
                </c:pt>
                <c:pt idx="2132">
                  <c:v>425.78451919999998</c:v>
                </c:pt>
                <c:pt idx="2133">
                  <c:v>425.9075861</c:v>
                </c:pt>
                <c:pt idx="2134">
                  <c:v>425.96606759999997</c:v>
                </c:pt>
                <c:pt idx="2135">
                  <c:v>426.6446449</c:v>
                </c:pt>
                <c:pt idx="2136">
                  <c:v>426.78071920000002</c:v>
                </c:pt>
                <c:pt idx="2137">
                  <c:v>426.78528599999999</c:v>
                </c:pt>
                <c:pt idx="2138">
                  <c:v>426.90786229999998</c:v>
                </c:pt>
                <c:pt idx="2139">
                  <c:v>426.96873429999999</c:v>
                </c:pt>
                <c:pt idx="2140">
                  <c:v>427.64097529999998</c:v>
                </c:pt>
                <c:pt idx="2141">
                  <c:v>427.77190580000001</c:v>
                </c:pt>
                <c:pt idx="2142">
                  <c:v>427.78253419999999</c:v>
                </c:pt>
                <c:pt idx="2143">
                  <c:v>427.90539860000001</c:v>
                </c:pt>
                <c:pt idx="2144">
                  <c:v>427.96613760000002</c:v>
                </c:pt>
                <c:pt idx="2145">
                  <c:v>428.64357910000001</c:v>
                </c:pt>
                <c:pt idx="2146">
                  <c:v>428.7745693</c:v>
                </c:pt>
                <c:pt idx="2147">
                  <c:v>428.78212830000001</c:v>
                </c:pt>
                <c:pt idx="2148">
                  <c:v>428.91544759999999</c:v>
                </c:pt>
                <c:pt idx="2149">
                  <c:v>428.97326850000002</c:v>
                </c:pt>
                <c:pt idx="2150">
                  <c:v>429.64028539999998</c:v>
                </c:pt>
                <c:pt idx="2151">
                  <c:v>429.77524399999999</c:v>
                </c:pt>
                <c:pt idx="2152">
                  <c:v>429.90470829999998</c:v>
                </c:pt>
                <c:pt idx="2153">
                  <c:v>429.9693456</c:v>
                </c:pt>
                <c:pt idx="2154">
                  <c:v>430.0976076</c:v>
                </c:pt>
                <c:pt idx="2155">
                  <c:v>430.63910729999998</c:v>
                </c:pt>
                <c:pt idx="2156">
                  <c:v>430.77213690000002</c:v>
                </c:pt>
                <c:pt idx="2157">
                  <c:v>430.7827691</c:v>
                </c:pt>
                <c:pt idx="2158">
                  <c:v>430.90204110000002</c:v>
                </c:pt>
                <c:pt idx="2159">
                  <c:v>430.9684555</c:v>
                </c:pt>
                <c:pt idx="2160">
                  <c:v>431.64100400000001</c:v>
                </c:pt>
                <c:pt idx="2161">
                  <c:v>431.77486340000002</c:v>
                </c:pt>
                <c:pt idx="2162">
                  <c:v>431.7872648</c:v>
                </c:pt>
                <c:pt idx="2163">
                  <c:v>431.90523910000002</c:v>
                </c:pt>
                <c:pt idx="2164">
                  <c:v>431.96821540000002</c:v>
                </c:pt>
                <c:pt idx="2165">
                  <c:v>432.63494739999999</c:v>
                </c:pt>
                <c:pt idx="2166">
                  <c:v>432.77212989999998</c:v>
                </c:pt>
                <c:pt idx="2167">
                  <c:v>432.78239380000002</c:v>
                </c:pt>
                <c:pt idx="2168">
                  <c:v>432.90262250000001</c:v>
                </c:pt>
                <c:pt idx="2169">
                  <c:v>432.96617529999997</c:v>
                </c:pt>
                <c:pt idx="2170">
                  <c:v>433.63801810000001</c:v>
                </c:pt>
                <c:pt idx="2171">
                  <c:v>433.77223279999998</c:v>
                </c:pt>
                <c:pt idx="2172">
                  <c:v>433.78752359999999</c:v>
                </c:pt>
                <c:pt idx="2173">
                  <c:v>433.9024445</c:v>
                </c:pt>
                <c:pt idx="2174">
                  <c:v>433.9866159</c:v>
                </c:pt>
                <c:pt idx="2175">
                  <c:v>434.64063390000001</c:v>
                </c:pt>
                <c:pt idx="2176">
                  <c:v>434.7792571</c:v>
                </c:pt>
                <c:pt idx="2177">
                  <c:v>434.78442969999998</c:v>
                </c:pt>
                <c:pt idx="2178">
                  <c:v>434.90463310000001</c:v>
                </c:pt>
                <c:pt idx="2179">
                  <c:v>434.97499429999999</c:v>
                </c:pt>
                <c:pt idx="2180">
                  <c:v>435.63872450000002</c:v>
                </c:pt>
                <c:pt idx="2181">
                  <c:v>435.77371909999999</c:v>
                </c:pt>
                <c:pt idx="2182">
                  <c:v>435.78488370000002</c:v>
                </c:pt>
                <c:pt idx="2183">
                  <c:v>435.90479329999999</c:v>
                </c:pt>
                <c:pt idx="2184">
                  <c:v>435.9660111</c:v>
                </c:pt>
                <c:pt idx="2185">
                  <c:v>436.64256970000002</c:v>
                </c:pt>
                <c:pt idx="2186">
                  <c:v>436.77300050000002</c:v>
                </c:pt>
                <c:pt idx="2187">
                  <c:v>436.78472799999997</c:v>
                </c:pt>
                <c:pt idx="2188">
                  <c:v>436.90653730000002</c:v>
                </c:pt>
                <c:pt idx="2189">
                  <c:v>436.96665719999999</c:v>
                </c:pt>
                <c:pt idx="2190">
                  <c:v>437.64117659999999</c:v>
                </c:pt>
                <c:pt idx="2191">
                  <c:v>437.77790210000001</c:v>
                </c:pt>
                <c:pt idx="2192">
                  <c:v>437.78608969999999</c:v>
                </c:pt>
                <c:pt idx="2193">
                  <c:v>437.91103820000001</c:v>
                </c:pt>
                <c:pt idx="2194">
                  <c:v>437.96942739999997</c:v>
                </c:pt>
                <c:pt idx="2195">
                  <c:v>438.64266689999999</c:v>
                </c:pt>
                <c:pt idx="2196">
                  <c:v>438.77609630000001</c:v>
                </c:pt>
                <c:pt idx="2197">
                  <c:v>438.7821414</c:v>
                </c:pt>
                <c:pt idx="2198">
                  <c:v>438.907938</c:v>
                </c:pt>
                <c:pt idx="2199">
                  <c:v>438.96850949999998</c:v>
                </c:pt>
                <c:pt idx="2200">
                  <c:v>439.64578369999998</c:v>
                </c:pt>
                <c:pt idx="2201">
                  <c:v>439.77255980000001</c:v>
                </c:pt>
                <c:pt idx="2202">
                  <c:v>439.78202900000002</c:v>
                </c:pt>
                <c:pt idx="2203">
                  <c:v>439.90290659999999</c:v>
                </c:pt>
                <c:pt idx="2204">
                  <c:v>439.97116729999999</c:v>
                </c:pt>
                <c:pt idx="2205">
                  <c:v>440.67569420000001</c:v>
                </c:pt>
                <c:pt idx="2206">
                  <c:v>440.78647039999998</c:v>
                </c:pt>
                <c:pt idx="2207">
                  <c:v>440.79202120000002</c:v>
                </c:pt>
                <c:pt idx="2208">
                  <c:v>440.90492030000001</c:v>
                </c:pt>
                <c:pt idx="2209">
                  <c:v>440.96984209999999</c:v>
                </c:pt>
                <c:pt idx="2210">
                  <c:v>441.63732240000002</c:v>
                </c:pt>
                <c:pt idx="2211">
                  <c:v>441.79186129999999</c:v>
                </c:pt>
                <c:pt idx="2212">
                  <c:v>441.80838720000003</c:v>
                </c:pt>
                <c:pt idx="2213">
                  <c:v>441.90481190000003</c:v>
                </c:pt>
                <c:pt idx="2214">
                  <c:v>441.96848089999997</c:v>
                </c:pt>
                <c:pt idx="2215">
                  <c:v>442.63694600000002</c:v>
                </c:pt>
                <c:pt idx="2216">
                  <c:v>442.77389040000003</c:v>
                </c:pt>
                <c:pt idx="2217">
                  <c:v>442.78929599999998</c:v>
                </c:pt>
                <c:pt idx="2218">
                  <c:v>442.9023535</c:v>
                </c:pt>
                <c:pt idx="2219">
                  <c:v>442.96878370000002</c:v>
                </c:pt>
                <c:pt idx="2220">
                  <c:v>443.63692079999998</c:v>
                </c:pt>
                <c:pt idx="2221">
                  <c:v>443.77658700000001</c:v>
                </c:pt>
                <c:pt idx="2222">
                  <c:v>443.79648470000001</c:v>
                </c:pt>
                <c:pt idx="2223">
                  <c:v>443.90235080000002</c:v>
                </c:pt>
                <c:pt idx="2224">
                  <c:v>443.96809009999998</c:v>
                </c:pt>
                <c:pt idx="2225">
                  <c:v>444.63082689999999</c:v>
                </c:pt>
                <c:pt idx="2226">
                  <c:v>444.7726098</c:v>
                </c:pt>
                <c:pt idx="2227">
                  <c:v>444.79449160000001</c:v>
                </c:pt>
                <c:pt idx="2228">
                  <c:v>444.90232159999999</c:v>
                </c:pt>
                <c:pt idx="2229">
                  <c:v>444.96600610000002</c:v>
                </c:pt>
                <c:pt idx="2230">
                  <c:v>445.63089889999998</c:v>
                </c:pt>
                <c:pt idx="2231">
                  <c:v>445.77213669999998</c:v>
                </c:pt>
                <c:pt idx="2232">
                  <c:v>445.78723919999999</c:v>
                </c:pt>
                <c:pt idx="2233">
                  <c:v>445.90259320000001</c:v>
                </c:pt>
                <c:pt idx="2234">
                  <c:v>445.96613480000002</c:v>
                </c:pt>
                <c:pt idx="2235">
                  <c:v>446.64111279999997</c:v>
                </c:pt>
                <c:pt idx="2236">
                  <c:v>446.77614979999998</c:v>
                </c:pt>
                <c:pt idx="2237">
                  <c:v>446.7921</c:v>
                </c:pt>
                <c:pt idx="2238">
                  <c:v>446.9071849</c:v>
                </c:pt>
                <c:pt idx="2239">
                  <c:v>446.96617029999999</c:v>
                </c:pt>
                <c:pt idx="2240">
                  <c:v>447.63823819999999</c:v>
                </c:pt>
                <c:pt idx="2241">
                  <c:v>447.77459670000002</c:v>
                </c:pt>
                <c:pt idx="2242">
                  <c:v>447.79230760000002</c:v>
                </c:pt>
                <c:pt idx="2243">
                  <c:v>447.90305540000003</c:v>
                </c:pt>
                <c:pt idx="2244">
                  <c:v>447.9735809</c:v>
                </c:pt>
                <c:pt idx="2245">
                  <c:v>448.64448529999999</c:v>
                </c:pt>
                <c:pt idx="2246">
                  <c:v>448.77420710000001</c:v>
                </c:pt>
                <c:pt idx="2247">
                  <c:v>448.79023719999998</c:v>
                </c:pt>
                <c:pt idx="2248">
                  <c:v>448.90768329999997</c:v>
                </c:pt>
                <c:pt idx="2249">
                  <c:v>448.96850269999999</c:v>
                </c:pt>
                <c:pt idx="2250">
                  <c:v>449.63995299999999</c:v>
                </c:pt>
                <c:pt idx="2251">
                  <c:v>449.7802102</c:v>
                </c:pt>
                <c:pt idx="2252">
                  <c:v>449.79079309999997</c:v>
                </c:pt>
                <c:pt idx="2253">
                  <c:v>449.90658289999999</c:v>
                </c:pt>
                <c:pt idx="2254">
                  <c:v>449.97291560000002</c:v>
                </c:pt>
                <c:pt idx="2255">
                  <c:v>450.64208639999998</c:v>
                </c:pt>
                <c:pt idx="2256">
                  <c:v>450.77250600000002</c:v>
                </c:pt>
                <c:pt idx="2257">
                  <c:v>450.7870451</c:v>
                </c:pt>
                <c:pt idx="2258">
                  <c:v>450.90523539999998</c:v>
                </c:pt>
                <c:pt idx="2259">
                  <c:v>450.97118110000002</c:v>
                </c:pt>
                <c:pt idx="2260">
                  <c:v>451.63944379999998</c:v>
                </c:pt>
                <c:pt idx="2261">
                  <c:v>451.77790720000002</c:v>
                </c:pt>
                <c:pt idx="2262">
                  <c:v>451.79061990000002</c:v>
                </c:pt>
                <c:pt idx="2263">
                  <c:v>451.90268659999998</c:v>
                </c:pt>
                <c:pt idx="2264">
                  <c:v>451.96840780000002</c:v>
                </c:pt>
                <c:pt idx="2265">
                  <c:v>452.64102880000002</c:v>
                </c:pt>
                <c:pt idx="2266">
                  <c:v>452.77980780000001</c:v>
                </c:pt>
                <c:pt idx="2267">
                  <c:v>452.79069659999999</c:v>
                </c:pt>
                <c:pt idx="2268">
                  <c:v>452.90493079999999</c:v>
                </c:pt>
                <c:pt idx="2269">
                  <c:v>452.96878809999998</c:v>
                </c:pt>
                <c:pt idx="2270">
                  <c:v>453.63886450000001</c:v>
                </c:pt>
                <c:pt idx="2271">
                  <c:v>453.78087249999999</c:v>
                </c:pt>
                <c:pt idx="2272">
                  <c:v>453.79629790000001</c:v>
                </c:pt>
                <c:pt idx="2273">
                  <c:v>453.90536400000002</c:v>
                </c:pt>
                <c:pt idx="2274">
                  <c:v>453.96820530000002</c:v>
                </c:pt>
                <c:pt idx="2275">
                  <c:v>454.63945180000002</c:v>
                </c:pt>
                <c:pt idx="2276">
                  <c:v>454.77483239999998</c:v>
                </c:pt>
                <c:pt idx="2277">
                  <c:v>454.79237219999999</c:v>
                </c:pt>
                <c:pt idx="2278">
                  <c:v>454.90227110000001</c:v>
                </c:pt>
                <c:pt idx="2279">
                  <c:v>454.96606459999998</c:v>
                </c:pt>
                <c:pt idx="2280">
                  <c:v>455.6415313</c:v>
                </c:pt>
                <c:pt idx="2281">
                  <c:v>455.77528910000001</c:v>
                </c:pt>
                <c:pt idx="2282">
                  <c:v>455.79666429999997</c:v>
                </c:pt>
                <c:pt idx="2283">
                  <c:v>455.90265649999998</c:v>
                </c:pt>
                <c:pt idx="2284">
                  <c:v>455.96560310000001</c:v>
                </c:pt>
                <c:pt idx="2285">
                  <c:v>456.64073830000001</c:v>
                </c:pt>
                <c:pt idx="2286">
                  <c:v>456.77466900000002</c:v>
                </c:pt>
                <c:pt idx="2287">
                  <c:v>456.79243200000002</c:v>
                </c:pt>
                <c:pt idx="2288">
                  <c:v>456.90614140000002</c:v>
                </c:pt>
                <c:pt idx="2289">
                  <c:v>456.96620660000002</c:v>
                </c:pt>
                <c:pt idx="2290">
                  <c:v>457.63523249999997</c:v>
                </c:pt>
                <c:pt idx="2291">
                  <c:v>457.77328519999998</c:v>
                </c:pt>
                <c:pt idx="2292">
                  <c:v>457.79119550000001</c:v>
                </c:pt>
                <c:pt idx="2293">
                  <c:v>457.90195770000003</c:v>
                </c:pt>
                <c:pt idx="2294">
                  <c:v>457.96559889999997</c:v>
                </c:pt>
                <c:pt idx="2295">
                  <c:v>458.630697</c:v>
                </c:pt>
                <c:pt idx="2296">
                  <c:v>458.77218699999997</c:v>
                </c:pt>
                <c:pt idx="2297">
                  <c:v>458.78927190000002</c:v>
                </c:pt>
                <c:pt idx="2298">
                  <c:v>458.90658339999999</c:v>
                </c:pt>
                <c:pt idx="2299">
                  <c:v>458.96904799999999</c:v>
                </c:pt>
                <c:pt idx="2300">
                  <c:v>459.63126629999999</c:v>
                </c:pt>
                <c:pt idx="2301">
                  <c:v>459.772246</c:v>
                </c:pt>
                <c:pt idx="2302">
                  <c:v>459.79036209999998</c:v>
                </c:pt>
                <c:pt idx="2303">
                  <c:v>459.91173730000003</c:v>
                </c:pt>
                <c:pt idx="2304">
                  <c:v>459.96733999999998</c:v>
                </c:pt>
                <c:pt idx="2305">
                  <c:v>460.64428980000002</c:v>
                </c:pt>
                <c:pt idx="2306">
                  <c:v>460.78480350000001</c:v>
                </c:pt>
                <c:pt idx="2307">
                  <c:v>460.7896131</c:v>
                </c:pt>
                <c:pt idx="2308">
                  <c:v>460.9077633</c:v>
                </c:pt>
                <c:pt idx="2309">
                  <c:v>460.9735809</c:v>
                </c:pt>
                <c:pt idx="2310">
                  <c:v>461.6334564</c:v>
                </c:pt>
                <c:pt idx="2311">
                  <c:v>461.77933089999999</c:v>
                </c:pt>
                <c:pt idx="2312">
                  <c:v>461.7895292</c:v>
                </c:pt>
                <c:pt idx="2313">
                  <c:v>461.90772199999998</c:v>
                </c:pt>
                <c:pt idx="2314">
                  <c:v>461.97159629999999</c:v>
                </c:pt>
                <c:pt idx="2315">
                  <c:v>462.64415500000001</c:v>
                </c:pt>
                <c:pt idx="2316">
                  <c:v>462.7830012</c:v>
                </c:pt>
                <c:pt idx="2317">
                  <c:v>462.79274989999999</c:v>
                </c:pt>
                <c:pt idx="2318">
                  <c:v>462.90728799999999</c:v>
                </c:pt>
                <c:pt idx="2319">
                  <c:v>462.97109</c:v>
                </c:pt>
                <c:pt idx="2320">
                  <c:v>463.68562300000002</c:v>
                </c:pt>
                <c:pt idx="2321">
                  <c:v>463.78868820000002</c:v>
                </c:pt>
                <c:pt idx="2322">
                  <c:v>463.79048069999999</c:v>
                </c:pt>
                <c:pt idx="2323">
                  <c:v>463.90391160000001</c:v>
                </c:pt>
                <c:pt idx="2324">
                  <c:v>463.96703960000002</c:v>
                </c:pt>
                <c:pt idx="2325">
                  <c:v>464.63313119999998</c:v>
                </c:pt>
                <c:pt idx="2326">
                  <c:v>464.78289539999997</c:v>
                </c:pt>
                <c:pt idx="2327">
                  <c:v>464.79001290000002</c:v>
                </c:pt>
                <c:pt idx="2328">
                  <c:v>464.90419209999999</c:v>
                </c:pt>
                <c:pt idx="2329">
                  <c:v>464.96861489999998</c:v>
                </c:pt>
                <c:pt idx="2330">
                  <c:v>465.63467170000001</c:v>
                </c:pt>
                <c:pt idx="2331">
                  <c:v>465.7835288</c:v>
                </c:pt>
                <c:pt idx="2332">
                  <c:v>465.79499929999997</c:v>
                </c:pt>
                <c:pt idx="2333">
                  <c:v>465.90315579999998</c:v>
                </c:pt>
                <c:pt idx="2334">
                  <c:v>465.9678902</c:v>
                </c:pt>
                <c:pt idx="2335">
                  <c:v>466.6325066</c:v>
                </c:pt>
                <c:pt idx="2336">
                  <c:v>466.7793337</c:v>
                </c:pt>
                <c:pt idx="2337">
                  <c:v>466.7927962</c:v>
                </c:pt>
                <c:pt idx="2338">
                  <c:v>466.90192330000002</c:v>
                </c:pt>
                <c:pt idx="2339">
                  <c:v>466.96769260000002</c:v>
                </c:pt>
                <c:pt idx="2340">
                  <c:v>467.63089930000001</c:v>
                </c:pt>
                <c:pt idx="2341">
                  <c:v>467.78102469999999</c:v>
                </c:pt>
                <c:pt idx="2342">
                  <c:v>467.79206240000002</c:v>
                </c:pt>
                <c:pt idx="2343">
                  <c:v>467.9065392</c:v>
                </c:pt>
                <c:pt idx="2344">
                  <c:v>467.96621349999998</c:v>
                </c:pt>
                <c:pt idx="2345">
                  <c:v>468.6302713</c:v>
                </c:pt>
                <c:pt idx="2346">
                  <c:v>468.78290920000001</c:v>
                </c:pt>
                <c:pt idx="2347">
                  <c:v>468.79149310000003</c:v>
                </c:pt>
                <c:pt idx="2348">
                  <c:v>468.90149070000001</c:v>
                </c:pt>
                <c:pt idx="2349">
                  <c:v>468.96714639999999</c:v>
                </c:pt>
                <c:pt idx="2350">
                  <c:v>469.63593320000001</c:v>
                </c:pt>
                <c:pt idx="2351">
                  <c:v>469.77852109999998</c:v>
                </c:pt>
                <c:pt idx="2352">
                  <c:v>469.78791059999998</c:v>
                </c:pt>
                <c:pt idx="2353">
                  <c:v>469.9061729</c:v>
                </c:pt>
                <c:pt idx="2354">
                  <c:v>469.96601440000001</c:v>
                </c:pt>
                <c:pt idx="2355">
                  <c:v>470.63256699999999</c:v>
                </c:pt>
                <c:pt idx="2356">
                  <c:v>470.78235439999997</c:v>
                </c:pt>
                <c:pt idx="2357">
                  <c:v>470.79149100000001</c:v>
                </c:pt>
                <c:pt idx="2358">
                  <c:v>470.91117600000001</c:v>
                </c:pt>
                <c:pt idx="2359">
                  <c:v>470.97004249999998</c:v>
                </c:pt>
                <c:pt idx="2360">
                  <c:v>471.6304116</c:v>
                </c:pt>
                <c:pt idx="2361">
                  <c:v>471.77888919999998</c:v>
                </c:pt>
                <c:pt idx="2362">
                  <c:v>471.78750630000002</c:v>
                </c:pt>
                <c:pt idx="2363">
                  <c:v>471.90749740000001</c:v>
                </c:pt>
                <c:pt idx="2364">
                  <c:v>471.96636769999998</c:v>
                </c:pt>
                <c:pt idx="2365">
                  <c:v>472.63870850000001</c:v>
                </c:pt>
                <c:pt idx="2366">
                  <c:v>472.78138100000001</c:v>
                </c:pt>
                <c:pt idx="2367">
                  <c:v>472.78382470000003</c:v>
                </c:pt>
                <c:pt idx="2368">
                  <c:v>472.90761659999998</c:v>
                </c:pt>
                <c:pt idx="2369">
                  <c:v>472.97285060000002</c:v>
                </c:pt>
                <c:pt idx="2370">
                  <c:v>473.6365131</c:v>
                </c:pt>
                <c:pt idx="2371">
                  <c:v>473.78177110000001</c:v>
                </c:pt>
                <c:pt idx="2372">
                  <c:v>473.90566960000001</c:v>
                </c:pt>
                <c:pt idx="2373">
                  <c:v>473.96998550000001</c:v>
                </c:pt>
                <c:pt idx="2374">
                  <c:v>474.0180479</c:v>
                </c:pt>
                <c:pt idx="2375">
                  <c:v>474.63566359999999</c:v>
                </c:pt>
                <c:pt idx="2376">
                  <c:v>474.7781445</c:v>
                </c:pt>
                <c:pt idx="2377">
                  <c:v>474.78676789999997</c:v>
                </c:pt>
                <c:pt idx="2378">
                  <c:v>474.90975550000002</c:v>
                </c:pt>
                <c:pt idx="2379">
                  <c:v>474.97143690000001</c:v>
                </c:pt>
                <c:pt idx="2380">
                  <c:v>475.63516429999999</c:v>
                </c:pt>
                <c:pt idx="2381">
                  <c:v>475.78469899999999</c:v>
                </c:pt>
                <c:pt idx="2382">
                  <c:v>475.78569220000003</c:v>
                </c:pt>
                <c:pt idx="2383">
                  <c:v>475.90541639999998</c:v>
                </c:pt>
                <c:pt idx="2384">
                  <c:v>475.96958260000002</c:v>
                </c:pt>
                <c:pt idx="2385">
                  <c:v>476.6334966</c:v>
                </c:pt>
                <c:pt idx="2386">
                  <c:v>476.78239860000002</c:v>
                </c:pt>
                <c:pt idx="2387">
                  <c:v>476.7837126</c:v>
                </c:pt>
                <c:pt idx="2388">
                  <c:v>476.90482170000001</c:v>
                </c:pt>
                <c:pt idx="2389">
                  <c:v>476.97122009999998</c:v>
                </c:pt>
                <c:pt idx="2390">
                  <c:v>477.63868919999999</c:v>
                </c:pt>
                <c:pt idx="2391">
                  <c:v>477.78337629999999</c:v>
                </c:pt>
                <c:pt idx="2392">
                  <c:v>477.7879284</c:v>
                </c:pt>
                <c:pt idx="2393">
                  <c:v>477.90337399999999</c:v>
                </c:pt>
                <c:pt idx="2394">
                  <c:v>477.96856680000002</c:v>
                </c:pt>
                <c:pt idx="2395">
                  <c:v>478.64216110000001</c:v>
                </c:pt>
                <c:pt idx="2396">
                  <c:v>478.78357160000002</c:v>
                </c:pt>
                <c:pt idx="2397">
                  <c:v>478.78764460000002</c:v>
                </c:pt>
                <c:pt idx="2398">
                  <c:v>478.90229549999998</c:v>
                </c:pt>
                <c:pt idx="2399">
                  <c:v>478.9685073</c:v>
                </c:pt>
                <c:pt idx="2400">
                  <c:v>479.63974630000001</c:v>
                </c:pt>
                <c:pt idx="2401">
                  <c:v>479.78453789999998</c:v>
                </c:pt>
                <c:pt idx="2402">
                  <c:v>479.78772950000001</c:v>
                </c:pt>
                <c:pt idx="2403">
                  <c:v>479.90595439999998</c:v>
                </c:pt>
                <c:pt idx="2404">
                  <c:v>479.9656827</c:v>
                </c:pt>
                <c:pt idx="2405">
                  <c:v>480.63813190000002</c:v>
                </c:pt>
                <c:pt idx="2406">
                  <c:v>480.78223009999999</c:v>
                </c:pt>
                <c:pt idx="2407">
                  <c:v>480.7881314</c:v>
                </c:pt>
                <c:pt idx="2408">
                  <c:v>480.90253339999998</c:v>
                </c:pt>
                <c:pt idx="2409">
                  <c:v>480.9662553</c:v>
                </c:pt>
                <c:pt idx="2410">
                  <c:v>481.63938510000003</c:v>
                </c:pt>
                <c:pt idx="2411">
                  <c:v>481.78026620000003</c:v>
                </c:pt>
                <c:pt idx="2412">
                  <c:v>481.78748610000002</c:v>
                </c:pt>
                <c:pt idx="2413">
                  <c:v>481.90297040000002</c:v>
                </c:pt>
                <c:pt idx="2414">
                  <c:v>481.96584580000001</c:v>
                </c:pt>
                <c:pt idx="2415">
                  <c:v>482.63542200000001</c:v>
                </c:pt>
                <c:pt idx="2416">
                  <c:v>482.7824311</c:v>
                </c:pt>
                <c:pt idx="2417">
                  <c:v>482.78750059999999</c:v>
                </c:pt>
                <c:pt idx="2418">
                  <c:v>482.90563630000003</c:v>
                </c:pt>
                <c:pt idx="2419">
                  <c:v>482.97018589999999</c:v>
                </c:pt>
                <c:pt idx="2420">
                  <c:v>483.64038829999998</c:v>
                </c:pt>
                <c:pt idx="2421">
                  <c:v>483.78011500000002</c:v>
                </c:pt>
                <c:pt idx="2422">
                  <c:v>483.78643520000003</c:v>
                </c:pt>
                <c:pt idx="2423">
                  <c:v>483.9027471</c:v>
                </c:pt>
                <c:pt idx="2424">
                  <c:v>483.96848030000001</c:v>
                </c:pt>
                <c:pt idx="2425">
                  <c:v>484.63707449999998</c:v>
                </c:pt>
                <c:pt idx="2426">
                  <c:v>484.77433980000001</c:v>
                </c:pt>
                <c:pt idx="2427">
                  <c:v>484.7846715</c:v>
                </c:pt>
                <c:pt idx="2428">
                  <c:v>484.9049498</c:v>
                </c:pt>
                <c:pt idx="2429">
                  <c:v>484.96866560000001</c:v>
                </c:pt>
                <c:pt idx="2430">
                  <c:v>485.64368000000002</c:v>
                </c:pt>
                <c:pt idx="2431">
                  <c:v>485.77832219999999</c:v>
                </c:pt>
                <c:pt idx="2432">
                  <c:v>485.78444810000002</c:v>
                </c:pt>
                <c:pt idx="2433">
                  <c:v>485.90787019999999</c:v>
                </c:pt>
                <c:pt idx="2434">
                  <c:v>485.97843699999999</c:v>
                </c:pt>
                <c:pt idx="2435">
                  <c:v>486.64344130000001</c:v>
                </c:pt>
                <c:pt idx="2436">
                  <c:v>486.78446100000002</c:v>
                </c:pt>
                <c:pt idx="2437">
                  <c:v>486.7855601</c:v>
                </c:pt>
                <c:pt idx="2438">
                  <c:v>486.90830879999999</c:v>
                </c:pt>
                <c:pt idx="2439">
                  <c:v>486.97016589999998</c:v>
                </c:pt>
                <c:pt idx="2440">
                  <c:v>487.64155419999997</c:v>
                </c:pt>
                <c:pt idx="2441">
                  <c:v>487.7821156</c:v>
                </c:pt>
                <c:pt idx="2442">
                  <c:v>487.78360420000001</c:v>
                </c:pt>
                <c:pt idx="2443">
                  <c:v>487.90634260000002</c:v>
                </c:pt>
                <c:pt idx="2444">
                  <c:v>487.96589360000002</c:v>
                </c:pt>
                <c:pt idx="2445">
                  <c:v>488.64130340000003</c:v>
                </c:pt>
                <c:pt idx="2446">
                  <c:v>488.78310190000002</c:v>
                </c:pt>
                <c:pt idx="2447">
                  <c:v>488.78597869999999</c:v>
                </c:pt>
                <c:pt idx="2448">
                  <c:v>488.90502049999998</c:v>
                </c:pt>
                <c:pt idx="2449">
                  <c:v>488.96824420000002</c:v>
                </c:pt>
                <c:pt idx="2450">
                  <c:v>489.64168009999997</c:v>
                </c:pt>
                <c:pt idx="2451">
                  <c:v>489.78083989999999</c:v>
                </c:pt>
                <c:pt idx="2452">
                  <c:v>489.7823234</c:v>
                </c:pt>
                <c:pt idx="2453">
                  <c:v>489.90492410000002</c:v>
                </c:pt>
                <c:pt idx="2454">
                  <c:v>489.9655846</c:v>
                </c:pt>
                <c:pt idx="2455">
                  <c:v>490.63786800000003</c:v>
                </c:pt>
                <c:pt idx="2456">
                  <c:v>490.78395319999998</c:v>
                </c:pt>
                <c:pt idx="2457">
                  <c:v>490.78701819999998</c:v>
                </c:pt>
                <c:pt idx="2458">
                  <c:v>490.90743020000002</c:v>
                </c:pt>
                <c:pt idx="2459">
                  <c:v>490.96628779999998</c:v>
                </c:pt>
                <c:pt idx="2460">
                  <c:v>491.63787789999998</c:v>
                </c:pt>
                <c:pt idx="2461">
                  <c:v>491.78276440000002</c:v>
                </c:pt>
                <c:pt idx="2462">
                  <c:v>491.78410129999997</c:v>
                </c:pt>
                <c:pt idx="2463">
                  <c:v>491.90255459999997</c:v>
                </c:pt>
                <c:pt idx="2464">
                  <c:v>491.96603950000002</c:v>
                </c:pt>
                <c:pt idx="2465">
                  <c:v>492.63765760000001</c:v>
                </c:pt>
                <c:pt idx="2466">
                  <c:v>492.7786524</c:v>
                </c:pt>
                <c:pt idx="2467">
                  <c:v>492.78740169999998</c:v>
                </c:pt>
                <c:pt idx="2468">
                  <c:v>492.90255660000003</c:v>
                </c:pt>
                <c:pt idx="2469">
                  <c:v>492.96617600000002</c:v>
                </c:pt>
                <c:pt idx="2470">
                  <c:v>493.6347955</c:v>
                </c:pt>
                <c:pt idx="2471">
                  <c:v>493.7778027</c:v>
                </c:pt>
                <c:pt idx="2472">
                  <c:v>493.79048180000001</c:v>
                </c:pt>
                <c:pt idx="2473">
                  <c:v>493.90191850000002</c:v>
                </c:pt>
                <c:pt idx="2474">
                  <c:v>493.96842670000001</c:v>
                </c:pt>
                <c:pt idx="2475">
                  <c:v>494.64230559999999</c:v>
                </c:pt>
                <c:pt idx="2476">
                  <c:v>494.77781700000003</c:v>
                </c:pt>
                <c:pt idx="2477">
                  <c:v>494.78655400000002</c:v>
                </c:pt>
                <c:pt idx="2478">
                  <c:v>494.90511720000001</c:v>
                </c:pt>
                <c:pt idx="2479">
                  <c:v>494.97614909999999</c:v>
                </c:pt>
                <c:pt idx="2480">
                  <c:v>495.64012830000001</c:v>
                </c:pt>
                <c:pt idx="2481">
                  <c:v>495.78152060000002</c:v>
                </c:pt>
                <c:pt idx="2482">
                  <c:v>495.78263820000001</c:v>
                </c:pt>
                <c:pt idx="2483">
                  <c:v>495.9029635</c:v>
                </c:pt>
                <c:pt idx="2484">
                  <c:v>495.98224060000001</c:v>
                </c:pt>
                <c:pt idx="2485">
                  <c:v>496.64388630000002</c:v>
                </c:pt>
                <c:pt idx="2486">
                  <c:v>496.7811304</c:v>
                </c:pt>
                <c:pt idx="2487">
                  <c:v>496.78612559999999</c:v>
                </c:pt>
                <c:pt idx="2488">
                  <c:v>496.90674949999999</c:v>
                </c:pt>
                <c:pt idx="2489">
                  <c:v>496.97773410000002</c:v>
                </c:pt>
                <c:pt idx="2490">
                  <c:v>497.6400347</c:v>
                </c:pt>
                <c:pt idx="2491">
                  <c:v>497.78438160000002</c:v>
                </c:pt>
                <c:pt idx="2492">
                  <c:v>497.78516150000002</c:v>
                </c:pt>
                <c:pt idx="2493">
                  <c:v>497.90758240000002</c:v>
                </c:pt>
                <c:pt idx="2494">
                  <c:v>497.97805219999998</c:v>
                </c:pt>
                <c:pt idx="2495">
                  <c:v>498.64218240000002</c:v>
                </c:pt>
                <c:pt idx="2496">
                  <c:v>498.78233449999999</c:v>
                </c:pt>
                <c:pt idx="2497">
                  <c:v>498.7826895</c:v>
                </c:pt>
                <c:pt idx="2498">
                  <c:v>498.90795129999998</c:v>
                </c:pt>
                <c:pt idx="2499">
                  <c:v>498.97051970000001</c:v>
                </c:pt>
                <c:pt idx="2500">
                  <c:v>499.64229169999999</c:v>
                </c:pt>
                <c:pt idx="2501">
                  <c:v>499.78262080000002</c:v>
                </c:pt>
                <c:pt idx="2502">
                  <c:v>499.78459370000002</c:v>
                </c:pt>
                <c:pt idx="2503">
                  <c:v>499.90673579999998</c:v>
                </c:pt>
                <c:pt idx="2504">
                  <c:v>499.97663460000001</c:v>
                </c:pt>
                <c:pt idx="2505">
                  <c:v>500.64024910000001</c:v>
                </c:pt>
                <c:pt idx="2506">
                  <c:v>500.78594420000002</c:v>
                </c:pt>
                <c:pt idx="2507">
                  <c:v>500.78635659999998</c:v>
                </c:pt>
                <c:pt idx="2508">
                  <c:v>500.90492010000003</c:v>
                </c:pt>
                <c:pt idx="2509">
                  <c:v>500.9747911</c:v>
                </c:pt>
                <c:pt idx="2510">
                  <c:v>501.63596589999997</c:v>
                </c:pt>
                <c:pt idx="2511">
                  <c:v>501.78127940000002</c:v>
                </c:pt>
                <c:pt idx="2512">
                  <c:v>501.78203180000003</c:v>
                </c:pt>
                <c:pt idx="2513">
                  <c:v>501.90616660000001</c:v>
                </c:pt>
                <c:pt idx="2514">
                  <c:v>501.96616349999999</c:v>
                </c:pt>
                <c:pt idx="2515">
                  <c:v>502.6378163</c:v>
                </c:pt>
                <c:pt idx="2516">
                  <c:v>502.781339</c:v>
                </c:pt>
                <c:pt idx="2517">
                  <c:v>502.78232430000003</c:v>
                </c:pt>
                <c:pt idx="2518">
                  <c:v>502.90463089999997</c:v>
                </c:pt>
                <c:pt idx="2519">
                  <c:v>502.97120960000001</c:v>
                </c:pt>
                <c:pt idx="2520">
                  <c:v>503.63935129999999</c:v>
                </c:pt>
                <c:pt idx="2521">
                  <c:v>503.77605999999997</c:v>
                </c:pt>
                <c:pt idx="2522">
                  <c:v>503.786046</c:v>
                </c:pt>
                <c:pt idx="2523">
                  <c:v>503.90213240000003</c:v>
                </c:pt>
                <c:pt idx="2524">
                  <c:v>503.96594870000001</c:v>
                </c:pt>
                <c:pt idx="2525">
                  <c:v>504.6347232</c:v>
                </c:pt>
                <c:pt idx="2526">
                  <c:v>504.78236609999999</c:v>
                </c:pt>
                <c:pt idx="2527">
                  <c:v>504.78560720000002</c:v>
                </c:pt>
                <c:pt idx="2528">
                  <c:v>504.90386389999998</c:v>
                </c:pt>
                <c:pt idx="2529">
                  <c:v>504.96838120000001</c:v>
                </c:pt>
                <c:pt idx="2530">
                  <c:v>505.64200579999999</c:v>
                </c:pt>
                <c:pt idx="2531">
                  <c:v>505.78194250000001</c:v>
                </c:pt>
                <c:pt idx="2532">
                  <c:v>505.78758540000001</c:v>
                </c:pt>
                <c:pt idx="2533">
                  <c:v>505.90241420000001</c:v>
                </c:pt>
                <c:pt idx="2534">
                  <c:v>505.98324480000002</c:v>
                </c:pt>
                <c:pt idx="2535">
                  <c:v>506.63834830000002</c:v>
                </c:pt>
                <c:pt idx="2536">
                  <c:v>506.78773369999999</c:v>
                </c:pt>
                <c:pt idx="2537">
                  <c:v>506.79313839999998</c:v>
                </c:pt>
                <c:pt idx="2538">
                  <c:v>506.90224519999998</c:v>
                </c:pt>
                <c:pt idx="2539">
                  <c:v>506.96667930000001</c:v>
                </c:pt>
                <c:pt idx="2540">
                  <c:v>507.64600719999999</c:v>
                </c:pt>
                <c:pt idx="2541">
                  <c:v>507.77881969999999</c:v>
                </c:pt>
                <c:pt idx="2542">
                  <c:v>507.78330360000001</c:v>
                </c:pt>
                <c:pt idx="2543">
                  <c:v>507.90795580000002</c:v>
                </c:pt>
                <c:pt idx="2544">
                  <c:v>507.9791199</c:v>
                </c:pt>
                <c:pt idx="2545">
                  <c:v>508.64067899999998</c:v>
                </c:pt>
                <c:pt idx="2546">
                  <c:v>508.77657240000002</c:v>
                </c:pt>
                <c:pt idx="2547">
                  <c:v>508.78545550000001</c:v>
                </c:pt>
                <c:pt idx="2548">
                  <c:v>508.90502450000002</c:v>
                </c:pt>
                <c:pt idx="2549">
                  <c:v>508.97126759999998</c:v>
                </c:pt>
                <c:pt idx="2550">
                  <c:v>509.64369269999997</c:v>
                </c:pt>
                <c:pt idx="2551">
                  <c:v>509.78213340000002</c:v>
                </c:pt>
                <c:pt idx="2552">
                  <c:v>509.78437070000001</c:v>
                </c:pt>
                <c:pt idx="2553">
                  <c:v>509.91193729999998</c:v>
                </c:pt>
                <c:pt idx="2554">
                  <c:v>509.97312890000001</c:v>
                </c:pt>
                <c:pt idx="2555">
                  <c:v>510.65225989999999</c:v>
                </c:pt>
                <c:pt idx="2556">
                  <c:v>510.78194259999998</c:v>
                </c:pt>
                <c:pt idx="2557">
                  <c:v>510.78223919999999</c:v>
                </c:pt>
                <c:pt idx="2558">
                  <c:v>510.90756909999999</c:v>
                </c:pt>
                <c:pt idx="2559">
                  <c:v>510.97126429999997</c:v>
                </c:pt>
                <c:pt idx="2560">
                  <c:v>511.64028250000001</c:v>
                </c:pt>
                <c:pt idx="2561">
                  <c:v>511.78238470000002</c:v>
                </c:pt>
                <c:pt idx="2562">
                  <c:v>511.78356400000001</c:v>
                </c:pt>
                <c:pt idx="2563">
                  <c:v>511.90789050000001</c:v>
                </c:pt>
                <c:pt idx="2564">
                  <c:v>511.9692824</c:v>
                </c:pt>
                <c:pt idx="2565">
                  <c:v>512.63700500000004</c:v>
                </c:pt>
                <c:pt idx="2566">
                  <c:v>512.78124170000001</c:v>
                </c:pt>
                <c:pt idx="2567">
                  <c:v>512.78230350000001</c:v>
                </c:pt>
                <c:pt idx="2568">
                  <c:v>512.9040847</c:v>
                </c:pt>
                <c:pt idx="2569">
                  <c:v>512.9723103</c:v>
                </c:pt>
                <c:pt idx="2570">
                  <c:v>513.63457630000005</c:v>
                </c:pt>
                <c:pt idx="2571">
                  <c:v>513.77779169999997</c:v>
                </c:pt>
                <c:pt idx="2572">
                  <c:v>513.78203910000002</c:v>
                </c:pt>
                <c:pt idx="2573">
                  <c:v>513.90504959999998</c:v>
                </c:pt>
                <c:pt idx="2574">
                  <c:v>513.96755399999995</c:v>
                </c:pt>
                <c:pt idx="2575">
                  <c:v>514.63966230000005</c:v>
                </c:pt>
                <c:pt idx="2576">
                  <c:v>514.77576590000001</c:v>
                </c:pt>
                <c:pt idx="2577">
                  <c:v>514.78249340000002</c:v>
                </c:pt>
                <c:pt idx="2578">
                  <c:v>514.9050929</c:v>
                </c:pt>
                <c:pt idx="2579">
                  <c:v>514.96765089999997</c:v>
                </c:pt>
                <c:pt idx="2580">
                  <c:v>515.63314030000004</c:v>
                </c:pt>
                <c:pt idx="2581">
                  <c:v>515.77560700000004</c:v>
                </c:pt>
                <c:pt idx="2582">
                  <c:v>515.78468220000002</c:v>
                </c:pt>
                <c:pt idx="2583">
                  <c:v>515.90271740000003</c:v>
                </c:pt>
                <c:pt idx="2584">
                  <c:v>515.96629859999996</c:v>
                </c:pt>
                <c:pt idx="2585">
                  <c:v>516.63851239999997</c:v>
                </c:pt>
                <c:pt idx="2586">
                  <c:v>516.77851729999998</c:v>
                </c:pt>
                <c:pt idx="2587">
                  <c:v>516.78867479999997</c:v>
                </c:pt>
                <c:pt idx="2588">
                  <c:v>516.90669960000002</c:v>
                </c:pt>
                <c:pt idx="2589">
                  <c:v>516.96578720000002</c:v>
                </c:pt>
                <c:pt idx="2590">
                  <c:v>517.64311520000001</c:v>
                </c:pt>
                <c:pt idx="2591">
                  <c:v>517.78028370000004</c:v>
                </c:pt>
                <c:pt idx="2592">
                  <c:v>517.78575790000002</c:v>
                </c:pt>
                <c:pt idx="2593">
                  <c:v>517.90276679999999</c:v>
                </c:pt>
                <c:pt idx="2594">
                  <c:v>517.96625779999999</c:v>
                </c:pt>
                <c:pt idx="2595">
                  <c:v>518.64394270000003</c:v>
                </c:pt>
                <c:pt idx="2596">
                  <c:v>518.78168559999995</c:v>
                </c:pt>
                <c:pt idx="2597">
                  <c:v>518.78271089999998</c:v>
                </c:pt>
                <c:pt idx="2598">
                  <c:v>518.9074415</c:v>
                </c:pt>
                <c:pt idx="2599">
                  <c:v>518.96889669999996</c:v>
                </c:pt>
                <c:pt idx="2600">
                  <c:v>519.63593719999994</c:v>
                </c:pt>
                <c:pt idx="2601">
                  <c:v>519.77743399999997</c:v>
                </c:pt>
                <c:pt idx="2602">
                  <c:v>519.78473140000006</c:v>
                </c:pt>
                <c:pt idx="2603">
                  <c:v>519.9052054</c:v>
                </c:pt>
                <c:pt idx="2604">
                  <c:v>519.96730600000001</c:v>
                </c:pt>
                <c:pt idx="2605">
                  <c:v>520.63592359999996</c:v>
                </c:pt>
                <c:pt idx="2606">
                  <c:v>520.78389019999997</c:v>
                </c:pt>
                <c:pt idx="2607">
                  <c:v>520.79310050000004</c:v>
                </c:pt>
                <c:pt idx="2608">
                  <c:v>520.90477910000004</c:v>
                </c:pt>
                <c:pt idx="2609">
                  <c:v>520.97159780000004</c:v>
                </c:pt>
                <c:pt idx="2610">
                  <c:v>521.69691920000002</c:v>
                </c:pt>
                <c:pt idx="2611">
                  <c:v>521.7799536</c:v>
                </c:pt>
                <c:pt idx="2612">
                  <c:v>521.78476439999997</c:v>
                </c:pt>
                <c:pt idx="2613">
                  <c:v>521.91470760000004</c:v>
                </c:pt>
                <c:pt idx="2614">
                  <c:v>521.97178829999996</c:v>
                </c:pt>
                <c:pt idx="2615">
                  <c:v>522.63360690000002</c:v>
                </c:pt>
                <c:pt idx="2616">
                  <c:v>522.78192660000002</c:v>
                </c:pt>
                <c:pt idx="2617">
                  <c:v>522.79281760000003</c:v>
                </c:pt>
                <c:pt idx="2618">
                  <c:v>522.91356580000001</c:v>
                </c:pt>
                <c:pt idx="2619">
                  <c:v>522.97113220000006</c:v>
                </c:pt>
                <c:pt idx="2620">
                  <c:v>523.63034619999996</c:v>
                </c:pt>
                <c:pt idx="2621">
                  <c:v>523.77879110000003</c:v>
                </c:pt>
                <c:pt idx="2622">
                  <c:v>523.78220680000004</c:v>
                </c:pt>
                <c:pt idx="2623">
                  <c:v>523.90927690000001</c:v>
                </c:pt>
                <c:pt idx="2624">
                  <c:v>523.97375880000004</c:v>
                </c:pt>
                <c:pt idx="2625">
                  <c:v>524.63188950000006</c:v>
                </c:pt>
                <c:pt idx="2626">
                  <c:v>524.77738079999995</c:v>
                </c:pt>
                <c:pt idx="2627">
                  <c:v>524.78246960000001</c:v>
                </c:pt>
                <c:pt idx="2628">
                  <c:v>524.91408249999995</c:v>
                </c:pt>
                <c:pt idx="2629">
                  <c:v>524.97128729999997</c:v>
                </c:pt>
                <c:pt idx="2630">
                  <c:v>525.63474559999997</c:v>
                </c:pt>
                <c:pt idx="2631">
                  <c:v>525.77841590000003</c:v>
                </c:pt>
                <c:pt idx="2632">
                  <c:v>525.78516590000004</c:v>
                </c:pt>
                <c:pt idx="2633">
                  <c:v>525.91417130000002</c:v>
                </c:pt>
                <c:pt idx="2634">
                  <c:v>525.97057029999996</c:v>
                </c:pt>
                <c:pt idx="2635">
                  <c:v>526.63914750000004</c:v>
                </c:pt>
                <c:pt idx="2636">
                  <c:v>526.77917809999997</c:v>
                </c:pt>
                <c:pt idx="2637">
                  <c:v>526.79251650000003</c:v>
                </c:pt>
                <c:pt idx="2638">
                  <c:v>526.91246149999995</c:v>
                </c:pt>
                <c:pt idx="2639">
                  <c:v>526.96790380000004</c:v>
                </c:pt>
                <c:pt idx="2640">
                  <c:v>527.63725380000005</c:v>
                </c:pt>
                <c:pt idx="2641">
                  <c:v>527.78080560000001</c:v>
                </c:pt>
                <c:pt idx="2642">
                  <c:v>527.79524800000002</c:v>
                </c:pt>
                <c:pt idx="2643">
                  <c:v>527.90274009999996</c:v>
                </c:pt>
                <c:pt idx="2644">
                  <c:v>527.96860079999999</c:v>
                </c:pt>
                <c:pt idx="2645">
                  <c:v>528.64164000000005</c:v>
                </c:pt>
                <c:pt idx="2646">
                  <c:v>528.78170109999996</c:v>
                </c:pt>
                <c:pt idx="2647">
                  <c:v>528.79417860000001</c:v>
                </c:pt>
                <c:pt idx="2648">
                  <c:v>528.90331000000003</c:v>
                </c:pt>
                <c:pt idx="2649">
                  <c:v>528.96828010000002</c:v>
                </c:pt>
                <c:pt idx="2650">
                  <c:v>529.64330540000003</c:v>
                </c:pt>
                <c:pt idx="2651">
                  <c:v>529.77577289999999</c:v>
                </c:pt>
                <c:pt idx="2652">
                  <c:v>529.79180829999996</c:v>
                </c:pt>
                <c:pt idx="2653">
                  <c:v>529.90786869999999</c:v>
                </c:pt>
                <c:pt idx="2654">
                  <c:v>529.96829930000001</c:v>
                </c:pt>
                <c:pt idx="2655">
                  <c:v>530.64144529999999</c:v>
                </c:pt>
                <c:pt idx="2656">
                  <c:v>530.78436509999995</c:v>
                </c:pt>
                <c:pt idx="2657">
                  <c:v>530.79075399999999</c:v>
                </c:pt>
                <c:pt idx="2658">
                  <c:v>530.90499929999999</c:v>
                </c:pt>
                <c:pt idx="2659">
                  <c:v>530.99979340000004</c:v>
                </c:pt>
                <c:pt idx="2660">
                  <c:v>531.63909130000002</c:v>
                </c:pt>
                <c:pt idx="2661">
                  <c:v>531.78173809999998</c:v>
                </c:pt>
                <c:pt idx="2662">
                  <c:v>531.79227270000001</c:v>
                </c:pt>
                <c:pt idx="2663">
                  <c:v>531.91298640000002</c:v>
                </c:pt>
                <c:pt idx="2664">
                  <c:v>531.96929050000006</c:v>
                </c:pt>
                <c:pt idx="2665">
                  <c:v>532.63534119999997</c:v>
                </c:pt>
                <c:pt idx="2666">
                  <c:v>532.77723049999997</c:v>
                </c:pt>
                <c:pt idx="2667">
                  <c:v>532.788499</c:v>
                </c:pt>
                <c:pt idx="2668">
                  <c:v>532.91414239999995</c:v>
                </c:pt>
                <c:pt idx="2669">
                  <c:v>532.96584170000006</c:v>
                </c:pt>
                <c:pt idx="2670">
                  <c:v>533.63191589999997</c:v>
                </c:pt>
                <c:pt idx="2671">
                  <c:v>533.77478259999998</c:v>
                </c:pt>
                <c:pt idx="2672">
                  <c:v>533.78954160000001</c:v>
                </c:pt>
                <c:pt idx="2673">
                  <c:v>533.91421409999998</c:v>
                </c:pt>
                <c:pt idx="2674">
                  <c:v>533.97505390000003</c:v>
                </c:pt>
                <c:pt idx="2675">
                  <c:v>534.63036539999996</c:v>
                </c:pt>
                <c:pt idx="2676">
                  <c:v>534.77475909999998</c:v>
                </c:pt>
                <c:pt idx="2677">
                  <c:v>534.79213560000005</c:v>
                </c:pt>
                <c:pt idx="2678">
                  <c:v>534.90877030000001</c:v>
                </c:pt>
                <c:pt idx="2679">
                  <c:v>534.97383390000005</c:v>
                </c:pt>
                <c:pt idx="2680">
                  <c:v>535.63178549999998</c:v>
                </c:pt>
                <c:pt idx="2681">
                  <c:v>535.77264209999998</c:v>
                </c:pt>
                <c:pt idx="2682">
                  <c:v>535.78887950000001</c:v>
                </c:pt>
                <c:pt idx="2683">
                  <c:v>535.91133019999995</c:v>
                </c:pt>
                <c:pt idx="2684">
                  <c:v>535.98056350000002</c:v>
                </c:pt>
                <c:pt idx="2685">
                  <c:v>536.63465389999999</c:v>
                </c:pt>
                <c:pt idx="2686">
                  <c:v>536.77234299999998</c:v>
                </c:pt>
                <c:pt idx="2687">
                  <c:v>536.79834979999998</c:v>
                </c:pt>
                <c:pt idx="2688">
                  <c:v>536.91215590000002</c:v>
                </c:pt>
                <c:pt idx="2689">
                  <c:v>536.97691650000002</c:v>
                </c:pt>
                <c:pt idx="2690">
                  <c:v>537.63067799999999</c:v>
                </c:pt>
                <c:pt idx="2691">
                  <c:v>537.77185829999996</c:v>
                </c:pt>
                <c:pt idx="2692">
                  <c:v>537.79287139999997</c:v>
                </c:pt>
                <c:pt idx="2693">
                  <c:v>537.91012090000004</c:v>
                </c:pt>
                <c:pt idx="2694">
                  <c:v>537.97850240000002</c:v>
                </c:pt>
                <c:pt idx="2695">
                  <c:v>538.63574249999999</c:v>
                </c:pt>
                <c:pt idx="2696">
                  <c:v>538.77285280000001</c:v>
                </c:pt>
                <c:pt idx="2697">
                  <c:v>538.78806520000001</c:v>
                </c:pt>
                <c:pt idx="2698">
                  <c:v>538.90884670000003</c:v>
                </c:pt>
                <c:pt idx="2699">
                  <c:v>538.97913860000006</c:v>
                </c:pt>
                <c:pt idx="2700">
                  <c:v>539.63325310000005</c:v>
                </c:pt>
                <c:pt idx="2701">
                  <c:v>539.77465700000005</c:v>
                </c:pt>
                <c:pt idx="2702">
                  <c:v>539.7866755</c:v>
                </c:pt>
                <c:pt idx="2703">
                  <c:v>539.90634260000002</c:v>
                </c:pt>
                <c:pt idx="2704">
                  <c:v>539.9745097</c:v>
                </c:pt>
                <c:pt idx="2705">
                  <c:v>540.63648509999996</c:v>
                </c:pt>
                <c:pt idx="2706">
                  <c:v>540.77270999999996</c:v>
                </c:pt>
                <c:pt idx="2707">
                  <c:v>540.79016999999999</c:v>
                </c:pt>
                <c:pt idx="2708">
                  <c:v>540.90584000000001</c:v>
                </c:pt>
                <c:pt idx="2709">
                  <c:v>540.9760685</c:v>
                </c:pt>
                <c:pt idx="2710">
                  <c:v>541.63541429999998</c:v>
                </c:pt>
                <c:pt idx="2711">
                  <c:v>541.77927950000003</c:v>
                </c:pt>
                <c:pt idx="2712">
                  <c:v>541.78549069999997</c:v>
                </c:pt>
                <c:pt idx="2713">
                  <c:v>541.90877490000003</c:v>
                </c:pt>
                <c:pt idx="2714">
                  <c:v>541.97511829999996</c:v>
                </c:pt>
                <c:pt idx="2715">
                  <c:v>542.6439633</c:v>
                </c:pt>
                <c:pt idx="2716">
                  <c:v>542.77723730000002</c:v>
                </c:pt>
                <c:pt idx="2717">
                  <c:v>542.78197160000002</c:v>
                </c:pt>
                <c:pt idx="2718">
                  <c:v>542.90336779999996</c:v>
                </c:pt>
                <c:pt idx="2719">
                  <c:v>542.9691133</c:v>
                </c:pt>
                <c:pt idx="2720">
                  <c:v>543.63694880000003</c:v>
                </c:pt>
                <c:pt idx="2721">
                  <c:v>543.77322939999999</c:v>
                </c:pt>
                <c:pt idx="2722">
                  <c:v>543.78436199999999</c:v>
                </c:pt>
                <c:pt idx="2723">
                  <c:v>543.9098371</c:v>
                </c:pt>
                <c:pt idx="2724">
                  <c:v>543.97164359999999</c:v>
                </c:pt>
                <c:pt idx="2725">
                  <c:v>544.63359590000005</c:v>
                </c:pt>
                <c:pt idx="2726">
                  <c:v>544.7747468</c:v>
                </c:pt>
                <c:pt idx="2727">
                  <c:v>544.78797039999995</c:v>
                </c:pt>
                <c:pt idx="2728">
                  <c:v>544.90771619999998</c:v>
                </c:pt>
                <c:pt idx="2729">
                  <c:v>544.96866409999996</c:v>
                </c:pt>
                <c:pt idx="2730">
                  <c:v>545.63265130000002</c:v>
                </c:pt>
                <c:pt idx="2731">
                  <c:v>545.77443070000004</c:v>
                </c:pt>
                <c:pt idx="2732">
                  <c:v>545.79247989999999</c:v>
                </c:pt>
                <c:pt idx="2733">
                  <c:v>545.90908709999997</c:v>
                </c:pt>
                <c:pt idx="2734">
                  <c:v>545.96911420000004</c:v>
                </c:pt>
                <c:pt idx="2735">
                  <c:v>546.63040079999996</c:v>
                </c:pt>
                <c:pt idx="2736">
                  <c:v>546.77289949999999</c:v>
                </c:pt>
                <c:pt idx="2737">
                  <c:v>546.79365629999995</c:v>
                </c:pt>
                <c:pt idx="2738">
                  <c:v>546.90916319999997</c:v>
                </c:pt>
                <c:pt idx="2739">
                  <c:v>546.96846430000005</c:v>
                </c:pt>
                <c:pt idx="2740">
                  <c:v>547.63150050000002</c:v>
                </c:pt>
                <c:pt idx="2741">
                  <c:v>547.77483889999996</c:v>
                </c:pt>
                <c:pt idx="2742">
                  <c:v>547.80259650000005</c:v>
                </c:pt>
                <c:pt idx="2743">
                  <c:v>547.90512590000003</c:v>
                </c:pt>
                <c:pt idx="2744">
                  <c:v>547.97483620000003</c:v>
                </c:pt>
                <c:pt idx="2745">
                  <c:v>548.63070189999996</c:v>
                </c:pt>
                <c:pt idx="2746">
                  <c:v>548.7761352</c:v>
                </c:pt>
                <c:pt idx="2747">
                  <c:v>548.79308360000005</c:v>
                </c:pt>
                <c:pt idx="2748">
                  <c:v>548.90525609999997</c:v>
                </c:pt>
                <c:pt idx="2749">
                  <c:v>548.97121609999999</c:v>
                </c:pt>
                <c:pt idx="2750">
                  <c:v>549.63032980000003</c:v>
                </c:pt>
                <c:pt idx="2751">
                  <c:v>549.77534349999996</c:v>
                </c:pt>
                <c:pt idx="2752">
                  <c:v>549.79533879999997</c:v>
                </c:pt>
                <c:pt idx="2753">
                  <c:v>549.90638230000002</c:v>
                </c:pt>
                <c:pt idx="2754">
                  <c:v>549.9727719</c:v>
                </c:pt>
                <c:pt idx="2755">
                  <c:v>550.63515299999995</c:v>
                </c:pt>
                <c:pt idx="2756">
                  <c:v>550.77711539999996</c:v>
                </c:pt>
                <c:pt idx="2757">
                  <c:v>550.79319810000004</c:v>
                </c:pt>
                <c:pt idx="2758">
                  <c:v>550.9025633</c:v>
                </c:pt>
                <c:pt idx="2759">
                  <c:v>550.97301570000002</c:v>
                </c:pt>
                <c:pt idx="2760">
                  <c:v>551.64006879999999</c:v>
                </c:pt>
                <c:pt idx="2761">
                  <c:v>551.77310580000005</c:v>
                </c:pt>
                <c:pt idx="2762">
                  <c:v>551.79362830000002</c:v>
                </c:pt>
                <c:pt idx="2763">
                  <c:v>551.90590970000005</c:v>
                </c:pt>
                <c:pt idx="2764">
                  <c:v>551.97109869999997</c:v>
                </c:pt>
                <c:pt idx="2765">
                  <c:v>552.63573389999999</c:v>
                </c:pt>
                <c:pt idx="2766">
                  <c:v>552.77760760000001</c:v>
                </c:pt>
                <c:pt idx="2767">
                  <c:v>552.79228269999999</c:v>
                </c:pt>
                <c:pt idx="2768">
                  <c:v>552.90832409999996</c:v>
                </c:pt>
                <c:pt idx="2769">
                  <c:v>552.97654069999999</c:v>
                </c:pt>
                <c:pt idx="2770">
                  <c:v>553.63557300000002</c:v>
                </c:pt>
                <c:pt idx="2771">
                  <c:v>553.77754149999998</c:v>
                </c:pt>
                <c:pt idx="2772">
                  <c:v>553.79124409999997</c:v>
                </c:pt>
                <c:pt idx="2773">
                  <c:v>553.91100110000002</c:v>
                </c:pt>
                <c:pt idx="2774">
                  <c:v>553.97538250000002</c:v>
                </c:pt>
                <c:pt idx="2775">
                  <c:v>554.63323539999999</c:v>
                </c:pt>
                <c:pt idx="2776">
                  <c:v>554.77762800000005</c:v>
                </c:pt>
                <c:pt idx="2777">
                  <c:v>554.79076280000004</c:v>
                </c:pt>
                <c:pt idx="2778">
                  <c:v>554.91085539999995</c:v>
                </c:pt>
                <c:pt idx="2779">
                  <c:v>554.96905670000001</c:v>
                </c:pt>
                <c:pt idx="2780">
                  <c:v>555.63714119999997</c:v>
                </c:pt>
                <c:pt idx="2781">
                  <c:v>555.77767960000006</c:v>
                </c:pt>
                <c:pt idx="2782">
                  <c:v>555.79188399999998</c:v>
                </c:pt>
                <c:pt idx="2783">
                  <c:v>555.91534209999998</c:v>
                </c:pt>
                <c:pt idx="2784">
                  <c:v>555.96699739999997</c:v>
                </c:pt>
                <c:pt idx="2785">
                  <c:v>556.63282449999997</c:v>
                </c:pt>
                <c:pt idx="2786">
                  <c:v>556.77489479999997</c:v>
                </c:pt>
                <c:pt idx="2787">
                  <c:v>556.78745379999998</c:v>
                </c:pt>
                <c:pt idx="2788">
                  <c:v>556.91245979999997</c:v>
                </c:pt>
                <c:pt idx="2789">
                  <c:v>556.96600230000001</c:v>
                </c:pt>
                <c:pt idx="2790">
                  <c:v>557.63102070000002</c:v>
                </c:pt>
                <c:pt idx="2791">
                  <c:v>557.77455469999995</c:v>
                </c:pt>
                <c:pt idx="2792">
                  <c:v>557.79211569999995</c:v>
                </c:pt>
                <c:pt idx="2793">
                  <c:v>557.95521010000004</c:v>
                </c:pt>
                <c:pt idx="2794">
                  <c:v>557.9662045</c:v>
                </c:pt>
                <c:pt idx="2795">
                  <c:v>558.63039920000006</c:v>
                </c:pt>
                <c:pt idx="2796">
                  <c:v>558.77244299999995</c:v>
                </c:pt>
                <c:pt idx="2797">
                  <c:v>558.79127919999996</c:v>
                </c:pt>
                <c:pt idx="2798">
                  <c:v>558.91692720000003</c:v>
                </c:pt>
                <c:pt idx="2799">
                  <c:v>558.97910400000001</c:v>
                </c:pt>
                <c:pt idx="2800">
                  <c:v>559.63588219999997</c:v>
                </c:pt>
                <c:pt idx="2801">
                  <c:v>559.77491759999998</c:v>
                </c:pt>
                <c:pt idx="2802">
                  <c:v>559.79304639999998</c:v>
                </c:pt>
                <c:pt idx="2803">
                  <c:v>559.917282</c:v>
                </c:pt>
                <c:pt idx="2804">
                  <c:v>559.96800440000004</c:v>
                </c:pt>
                <c:pt idx="2805">
                  <c:v>560.63355000000001</c:v>
                </c:pt>
                <c:pt idx="2806">
                  <c:v>560.7724819</c:v>
                </c:pt>
                <c:pt idx="2807">
                  <c:v>560.79265710000004</c:v>
                </c:pt>
                <c:pt idx="2808">
                  <c:v>560.91096709999999</c:v>
                </c:pt>
                <c:pt idx="2809">
                  <c:v>560.96937219999995</c:v>
                </c:pt>
                <c:pt idx="2810">
                  <c:v>561.63294550000001</c:v>
                </c:pt>
                <c:pt idx="2811">
                  <c:v>561.77215690000003</c:v>
                </c:pt>
                <c:pt idx="2812">
                  <c:v>561.79463759999999</c:v>
                </c:pt>
                <c:pt idx="2813">
                  <c:v>561.91062520000003</c:v>
                </c:pt>
                <c:pt idx="2814">
                  <c:v>561.97604590000003</c:v>
                </c:pt>
                <c:pt idx="2815">
                  <c:v>562.63207669999997</c:v>
                </c:pt>
                <c:pt idx="2816">
                  <c:v>562.77462609999998</c:v>
                </c:pt>
                <c:pt idx="2817">
                  <c:v>562.79234039999994</c:v>
                </c:pt>
                <c:pt idx="2818">
                  <c:v>562.90987050000001</c:v>
                </c:pt>
                <c:pt idx="2819">
                  <c:v>562.9712025</c:v>
                </c:pt>
                <c:pt idx="2820">
                  <c:v>563.63910580000004</c:v>
                </c:pt>
                <c:pt idx="2821">
                  <c:v>563.78092570000001</c:v>
                </c:pt>
                <c:pt idx="2822">
                  <c:v>563.79087619999996</c:v>
                </c:pt>
                <c:pt idx="2823">
                  <c:v>563.90238739999995</c:v>
                </c:pt>
                <c:pt idx="2824">
                  <c:v>564.03636410000001</c:v>
                </c:pt>
                <c:pt idx="2825">
                  <c:v>564.63544479999996</c:v>
                </c:pt>
                <c:pt idx="2826">
                  <c:v>564.77464529999997</c:v>
                </c:pt>
                <c:pt idx="2827">
                  <c:v>564.79257559999996</c:v>
                </c:pt>
                <c:pt idx="2828">
                  <c:v>564.91222889999995</c:v>
                </c:pt>
                <c:pt idx="2829">
                  <c:v>565.00222780000001</c:v>
                </c:pt>
                <c:pt idx="2830">
                  <c:v>565.63468799999998</c:v>
                </c:pt>
                <c:pt idx="2831">
                  <c:v>565.77794960000006</c:v>
                </c:pt>
                <c:pt idx="2832">
                  <c:v>565.78799160000005</c:v>
                </c:pt>
                <c:pt idx="2833">
                  <c:v>565.91601709999998</c:v>
                </c:pt>
                <c:pt idx="2834">
                  <c:v>565.96773959999996</c:v>
                </c:pt>
                <c:pt idx="2835">
                  <c:v>566.64625160000003</c:v>
                </c:pt>
                <c:pt idx="2836">
                  <c:v>566.7838471</c:v>
                </c:pt>
                <c:pt idx="2837">
                  <c:v>566.82873600000005</c:v>
                </c:pt>
                <c:pt idx="2838">
                  <c:v>566.9130212</c:v>
                </c:pt>
                <c:pt idx="2839">
                  <c:v>566.97190680000006</c:v>
                </c:pt>
                <c:pt idx="2840">
                  <c:v>567.65977959999998</c:v>
                </c:pt>
                <c:pt idx="2841">
                  <c:v>567.77642900000001</c:v>
                </c:pt>
                <c:pt idx="2842">
                  <c:v>567.78383240000005</c:v>
                </c:pt>
                <c:pt idx="2843">
                  <c:v>567.91328720000001</c:v>
                </c:pt>
                <c:pt idx="2844">
                  <c:v>567.96846479999999</c:v>
                </c:pt>
                <c:pt idx="2845">
                  <c:v>568.63525460000005</c:v>
                </c:pt>
                <c:pt idx="2846">
                  <c:v>568.77908319999995</c:v>
                </c:pt>
                <c:pt idx="2847">
                  <c:v>568.78752429999997</c:v>
                </c:pt>
                <c:pt idx="2848">
                  <c:v>568.91516260000003</c:v>
                </c:pt>
                <c:pt idx="2849">
                  <c:v>568.96721760000003</c:v>
                </c:pt>
                <c:pt idx="2850">
                  <c:v>569.63068450000003</c:v>
                </c:pt>
                <c:pt idx="2851">
                  <c:v>569.77406800000006</c:v>
                </c:pt>
                <c:pt idx="2852">
                  <c:v>569.78482589999999</c:v>
                </c:pt>
                <c:pt idx="2853">
                  <c:v>569.91357870000002</c:v>
                </c:pt>
                <c:pt idx="2854">
                  <c:v>569.96578199999999</c:v>
                </c:pt>
                <c:pt idx="2855">
                  <c:v>570.63079649999997</c:v>
                </c:pt>
                <c:pt idx="2856">
                  <c:v>570.77311039999995</c:v>
                </c:pt>
                <c:pt idx="2857">
                  <c:v>570.78251009999997</c:v>
                </c:pt>
                <c:pt idx="2858">
                  <c:v>570.91702320000002</c:v>
                </c:pt>
                <c:pt idx="2859">
                  <c:v>570.96837259999995</c:v>
                </c:pt>
                <c:pt idx="2860">
                  <c:v>571.63028770000005</c:v>
                </c:pt>
                <c:pt idx="2861">
                  <c:v>571.77228779999996</c:v>
                </c:pt>
                <c:pt idx="2862">
                  <c:v>571.78972599999997</c:v>
                </c:pt>
                <c:pt idx="2863">
                  <c:v>571.91097070000001</c:v>
                </c:pt>
                <c:pt idx="2864">
                  <c:v>571.96594210000001</c:v>
                </c:pt>
                <c:pt idx="2865">
                  <c:v>572.63586169999996</c:v>
                </c:pt>
                <c:pt idx="2866">
                  <c:v>572.77647609999997</c:v>
                </c:pt>
                <c:pt idx="2867">
                  <c:v>572.79031069999996</c:v>
                </c:pt>
                <c:pt idx="2868">
                  <c:v>572.9077479</c:v>
                </c:pt>
                <c:pt idx="2869">
                  <c:v>572.96619369999996</c:v>
                </c:pt>
                <c:pt idx="2870">
                  <c:v>573.63351130000001</c:v>
                </c:pt>
                <c:pt idx="2871">
                  <c:v>573.77159340000003</c:v>
                </c:pt>
                <c:pt idx="2872">
                  <c:v>573.79197720000002</c:v>
                </c:pt>
                <c:pt idx="2873">
                  <c:v>573.90915689999997</c:v>
                </c:pt>
                <c:pt idx="2874">
                  <c:v>573.99017919999994</c:v>
                </c:pt>
                <c:pt idx="2875">
                  <c:v>574.63467449999996</c:v>
                </c:pt>
                <c:pt idx="2876">
                  <c:v>574.77681529999995</c:v>
                </c:pt>
                <c:pt idx="2877">
                  <c:v>574.7875497</c:v>
                </c:pt>
                <c:pt idx="2878">
                  <c:v>574.90784810000002</c:v>
                </c:pt>
                <c:pt idx="2879">
                  <c:v>574.96713999999997</c:v>
                </c:pt>
                <c:pt idx="2880">
                  <c:v>575.63632600000005</c:v>
                </c:pt>
                <c:pt idx="2881">
                  <c:v>575.77753619999999</c:v>
                </c:pt>
                <c:pt idx="2882">
                  <c:v>575.7871083</c:v>
                </c:pt>
                <c:pt idx="2883">
                  <c:v>575.91334570000004</c:v>
                </c:pt>
                <c:pt idx="2884">
                  <c:v>575.97224249999999</c:v>
                </c:pt>
                <c:pt idx="2885">
                  <c:v>576.63651849999997</c:v>
                </c:pt>
                <c:pt idx="2886">
                  <c:v>576.77790979999997</c:v>
                </c:pt>
                <c:pt idx="2887">
                  <c:v>576.78638350000006</c:v>
                </c:pt>
                <c:pt idx="2888">
                  <c:v>576.90230229999997</c:v>
                </c:pt>
                <c:pt idx="2889">
                  <c:v>576.97138529999995</c:v>
                </c:pt>
                <c:pt idx="2890">
                  <c:v>577.63029089999998</c:v>
                </c:pt>
                <c:pt idx="2891">
                  <c:v>577.77731530000005</c:v>
                </c:pt>
                <c:pt idx="2892">
                  <c:v>577.79109970000002</c:v>
                </c:pt>
                <c:pt idx="2893">
                  <c:v>577.9050929</c:v>
                </c:pt>
                <c:pt idx="2894">
                  <c:v>577.96825609999996</c:v>
                </c:pt>
                <c:pt idx="2895">
                  <c:v>578.6334852</c:v>
                </c:pt>
                <c:pt idx="2896">
                  <c:v>578.77497159999996</c:v>
                </c:pt>
                <c:pt idx="2897">
                  <c:v>578.78689129999998</c:v>
                </c:pt>
                <c:pt idx="2898">
                  <c:v>578.91944469999999</c:v>
                </c:pt>
                <c:pt idx="2899">
                  <c:v>578.96841229999995</c:v>
                </c:pt>
                <c:pt idx="2900">
                  <c:v>579.63305060000005</c:v>
                </c:pt>
                <c:pt idx="2901">
                  <c:v>579.77965070000005</c:v>
                </c:pt>
                <c:pt idx="2902">
                  <c:v>579.79256269999996</c:v>
                </c:pt>
                <c:pt idx="2903">
                  <c:v>579.91256520000002</c:v>
                </c:pt>
                <c:pt idx="2904">
                  <c:v>579.96630740000001</c:v>
                </c:pt>
                <c:pt idx="2905">
                  <c:v>580.63001459999998</c:v>
                </c:pt>
                <c:pt idx="2906">
                  <c:v>580.78300899999999</c:v>
                </c:pt>
                <c:pt idx="2907">
                  <c:v>580.80030959999999</c:v>
                </c:pt>
                <c:pt idx="2908">
                  <c:v>580.91368460000001</c:v>
                </c:pt>
                <c:pt idx="2909">
                  <c:v>580.96613579999996</c:v>
                </c:pt>
                <c:pt idx="2910">
                  <c:v>581.63089709999997</c:v>
                </c:pt>
                <c:pt idx="2911">
                  <c:v>581.77076160000001</c:v>
                </c:pt>
                <c:pt idx="2912">
                  <c:v>581.79499999999996</c:v>
                </c:pt>
                <c:pt idx="2913">
                  <c:v>581.91605010000001</c:v>
                </c:pt>
                <c:pt idx="2914">
                  <c:v>581.96617500000002</c:v>
                </c:pt>
                <c:pt idx="2915">
                  <c:v>582.6307223</c:v>
                </c:pt>
                <c:pt idx="2916">
                  <c:v>582.77270180000005</c:v>
                </c:pt>
                <c:pt idx="2917">
                  <c:v>582.79273620000004</c:v>
                </c:pt>
                <c:pt idx="2918">
                  <c:v>582.90683290000004</c:v>
                </c:pt>
                <c:pt idx="2919">
                  <c:v>582.96916069999997</c:v>
                </c:pt>
                <c:pt idx="2920">
                  <c:v>583.6315578</c:v>
                </c:pt>
                <c:pt idx="2921">
                  <c:v>583.7721477</c:v>
                </c:pt>
                <c:pt idx="2922">
                  <c:v>583.78966990000004</c:v>
                </c:pt>
                <c:pt idx="2923">
                  <c:v>583.90507449999996</c:v>
                </c:pt>
                <c:pt idx="2924">
                  <c:v>583.9683837</c:v>
                </c:pt>
                <c:pt idx="2925">
                  <c:v>584.63308070000005</c:v>
                </c:pt>
                <c:pt idx="2926">
                  <c:v>584.77478459999998</c:v>
                </c:pt>
                <c:pt idx="2927">
                  <c:v>584.79570880000006</c:v>
                </c:pt>
                <c:pt idx="2928">
                  <c:v>584.9166146</c:v>
                </c:pt>
                <c:pt idx="2929">
                  <c:v>584.97592010000005</c:v>
                </c:pt>
                <c:pt idx="2930">
                  <c:v>585.63835640000002</c:v>
                </c:pt>
                <c:pt idx="2931">
                  <c:v>585.77481139999998</c:v>
                </c:pt>
                <c:pt idx="2932">
                  <c:v>585.79214990000003</c:v>
                </c:pt>
                <c:pt idx="2933">
                  <c:v>585.91245479999998</c:v>
                </c:pt>
                <c:pt idx="2934">
                  <c:v>585.96618469999999</c:v>
                </c:pt>
                <c:pt idx="2935">
                  <c:v>586.64372289999994</c:v>
                </c:pt>
                <c:pt idx="2936">
                  <c:v>586.7725398</c:v>
                </c:pt>
                <c:pt idx="2937">
                  <c:v>586.79480290000004</c:v>
                </c:pt>
                <c:pt idx="2938">
                  <c:v>586.90255390000004</c:v>
                </c:pt>
                <c:pt idx="2939">
                  <c:v>586.9752896</c:v>
                </c:pt>
                <c:pt idx="2940">
                  <c:v>587.64061119999997</c:v>
                </c:pt>
                <c:pt idx="2941">
                  <c:v>587.77723130000004</c:v>
                </c:pt>
                <c:pt idx="2942">
                  <c:v>587.78899730000001</c:v>
                </c:pt>
                <c:pt idx="2943">
                  <c:v>587.90320770000005</c:v>
                </c:pt>
                <c:pt idx="2944">
                  <c:v>587.98351660000003</c:v>
                </c:pt>
                <c:pt idx="2945">
                  <c:v>588.64006749999999</c:v>
                </c:pt>
                <c:pt idx="2946">
                  <c:v>588.77763890000006</c:v>
                </c:pt>
                <c:pt idx="2947">
                  <c:v>588.78863320000005</c:v>
                </c:pt>
                <c:pt idx="2948">
                  <c:v>588.90726510000002</c:v>
                </c:pt>
                <c:pt idx="2949">
                  <c:v>588.96621240000002</c:v>
                </c:pt>
                <c:pt idx="2950">
                  <c:v>589.64348840000002</c:v>
                </c:pt>
                <c:pt idx="2951">
                  <c:v>589.77535969999997</c:v>
                </c:pt>
                <c:pt idx="2952">
                  <c:v>589.79175359999999</c:v>
                </c:pt>
                <c:pt idx="2953">
                  <c:v>589.90233669999998</c:v>
                </c:pt>
                <c:pt idx="2954">
                  <c:v>589.97172460000002</c:v>
                </c:pt>
                <c:pt idx="2955">
                  <c:v>590.64150840000002</c:v>
                </c:pt>
                <c:pt idx="2956">
                  <c:v>590.78143699999998</c:v>
                </c:pt>
                <c:pt idx="2957">
                  <c:v>590.78841669999997</c:v>
                </c:pt>
                <c:pt idx="2958">
                  <c:v>590.90467769999998</c:v>
                </c:pt>
                <c:pt idx="2959">
                  <c:v>590.96853450000003</c:v>
                </c:pt>
                <c:pt idx="2960">
                  <c:v>591.63742439999999</c:v>
                </c:pt>
                <c:pt idx="2961">
                  <c:v>591.78183590000003</c:v>
                </c:pt>
                <c:pt idx="2962">
                  <c:v>591.79212210000003</c:v>
                </c:pt>
                <c:pt idx="2963">
                  <c:v>591.90290900000002</c:v>
                </c:pt>
                <c:pt idx="2964">
                  <c:v>591.96988380000005</c:v>
                </c:pt>
                <c:pt idx="2965">
                  <c:v>592.65395890000002</c:v>
                </c:pt>
                <c:pt idx="2966">
                  <c:v>592.78271659999996</c:v>
                </c:pt>
                <c:pt idx="2967">
                  <c:v>592.79103840000005</c:v>
                </c:pt>
                <c:pt idx="2968">
                  <c:v>592.91341839999995</c:v>
                </c:pt>
                <c:pt idx="2969">
                  <c:v>592.96655639999994</c:v>
                </c:pt>
                <c:pt idx="2970">
                  <c:v>593.63257490000001</c:v>
                </c:pt>
                <c:pt idx="2971">
                  <c:v>593.7802719</c:v>
                </c:pt>
                <c:pt idx="2972">
                  <c:v>593.7890281</c:v>
                </c:pt>
                <c:pt idx="2973">
                  <c:v>593.91555189999997</c:v>
                </c:pt>
                <c:pt idx="2974">
                  <c:v>593.96606919999999</c:v>
                </c:pt>
                <c:pt idx="2975">
                  <c:v>594.63047280000001</c:v>
                </c:pt>
                <c:pt idx="2976">
                  <c:v>594.7730335</c:v>
                </c:pt>
                <c:pt idx="2977">
                  <c:v>594.78783659999999</c:v>
                </c:pt>
                <c:pt idx="2978">
                  <c:v>594.91480779999995</c:v>
                </c:pt>
                <c:pt idx="2979">
                  <c:v>594.96670289999997</c:v>
                </c:pt>
                <c:pt idx="2980">
                  <c:v>595.63659170000005</c:v>
                </c:pt>
                <c:pt idx="2981">
                  <c:v>595.77785410000001</c:v>
                </c:pt>
                <c:pt idx="2982">
                  <c:v>595.79738740000005</c:v>
                </c:pt>
                <c:pt idx="2983">
                  <c:v>595.91256569999996</c:v>
                </c:pt>
                <c:pt idx="2984">
                  <c:v>595.96611610000002</c:v>
                </c:pt>
                <c:pt idx="2985">
                  <c:v>596.64270099999999</c:v>
                </c:pt>
                <c:pt idx="2986">
                  <c:v>596.77999260000001</c:v>
                </c:pt>
                <c:pt idx="2987">
                  <c:v>596.79341220000003</c:v>
                </c:pt>
                <c:pt idx="2988">
                  <c:v>596.91091889999996</c:v>
                </c:pt>
                <c:pt idx="2989">
                  <c:v>596.968299</c:v>
                </c:pt>
                <c:pt idx="2990">
                  <c:v>597.63741300000004</c:v>
                </c:pt>
                <c:pt idx="2991">
                  <c:v>597.77185550000002</c:v>
                </c:pt>
                <c:pt idx="2992">
                  <c:v>597.78984609999998</c:v>
                </c:pt>
                <c:pt idx="2993">
                  <c:v>597.91328439999995</c:v>
                </c:pt>
                <c:pt idx="2994">
                  <c:v>597.96722209999996</c:v>
                </c:pt>
                <c:pt idx="2995">
                  <c:v>598.64220330000001</c:v>
                </c:pt>
                <c:pt idx="2996">
                  <c:v>598.78271459999996</c:v>
                </c:pt>
                <c:pt idx="2997">
                  <c:v>598.78550389999998</c:v>
                </c:pt>
                <c:pt idx="2998">
                  <c:v>598.90999260000001</c:v>
                </c:pt>
                <c:pt idx="2999">
                  <c:v>598.97376829999996</c:v>
                </c:pt>
                <c:pt idx="3000">
                  <c:v>599.64286930000003</c:v>
                </c:pt>
                <c:pt idx="3001">
                  <c:v>599.78129239999998</c:v>
                </c:pt>
                <c:pt idx="3002">
                  <c:v>599.78901570000005</c:v>
                </c:pt>
                <c:pt idx="3003">
                  <c:v>599.90795070000001</c:v>
                </c:pt>
                <c:pt idx="3004">
                  <c:v>599.97134570000003</c:v>
                </c:pt>
                <c:pt idx="3005">
                  <c:v>600.64433659999997</c:v>
                </c:pt>
                <c:pt idx="3006">
                  <c:v>600.78545450000001</c:v>
                </c:pt>
                <c:pt idx="3007">
                  <c:v>600.78974930000004</c:v>
                </c:pt>
                <c:pt idx="3008">
                  <c:v>600.97127669999998</c:v>
                </c:pt>
                <c:pt idx="3009">
                  <c:v>601.64293510000005</c:v>
                </c:pt>
                <c:pt idx="3010">
                  <c:v>601.78177219999998</c:v>
                </c:pt>
                <c:pt idx="3011">
                  <c:v>601.78907600000002</c:v>
                </c:pt>
                <c:pt idx="3012">
                  <c:v>601.96974320000004</c:v>
                </c:pt>
                <c:pt idx="3013">
                  <c:v>602.64091140000005</c:v>
                </c:pt>
                <c:pt idx="3014">
                  <c:v>602.78396610000004</c:v>
                </c:pt>
                <c:pt idx="3015">
                  <c:v>602.79112880000002</c:v>
                </c:pt>
                <c:pt idx="3016">
                  <c:v>603.63898389999997</c:v>
                </c:pt>
                <c:pt idx="3017">
                  <c:v>603.78197030000001</c:v>
                </c:pt>
                <c:pt idx="3018">
                  <c:v>604.63702149999995</c:v>
                </c:pt>
                <c:pt idx="3019">
                  <c:v>604.78278739999996</c:v>
                </c:pt>
                <c:pt idx="3020">
                  <c:v>605.63755790000005</c:v>
                </c:pt>
              </c:numCache>
            </c:numRef>
          </c:xVal>
          <c:yVal>
            <c:numRef>
              <c:f>Efficiency_1!$E$2:$E$3022</c:f>
              <c:numCache>
                <c:formatCode>General</c:formatCode>
                <c:ptCount val="3021"/>
                <c:pt idx="3">
                  <c:v>35.27759542411053</c:v>
                </c:pt>
                <c:pt idx="4">
                  <c:v>35.277596503358573</c:v>
                </c:pt>
                <c:pt idx="5">
                  <c:v>35.531602926992491</c:v>
                </c:pt>
                <c:pt idx="6">
                  <c:v>35.568082830520112</c:v>
                </c:pt>
                <c:pt idx="7">
                  <c:v>35.568988553580027</c:v>
                </c:pt>
                <c:pt idx="8">
                  <c:v>35.597800833722026</c:v>
                </c:pt>
                <c:pt idx="9">
                  <c:v>35.612961980448546</c:v>
                </c:pt>
                <c:pt idx="10">
                  <c:v>35.776629163493226</c:v>
                </c:pt>
                <c:pt idx="11">
                  <c:v>35.812861849835549</c:v>
                </c:pt>
                <c:pt idx="12">
                  <c:v>35.813660276149605</c:v>
                </c:pt>
                <c:pt idx="13">
                  <c:v>35.842723811233355</c:v>
                </c:pt>
                <c:pt idx="14">
                  <c:v>35.858996593736954</c:v>
                </c:pt>
                <c:pt idx="15">
                  <c:v>36.020359777685087</c:v>
                </c:pt>
                <c:pt idx="16">
                  <c:v>36.054993590667159</c:v>
                </c:pt>
                <c:pt idx="17">
                  <c:v>36.056067502909222</c:v>
                </c:pt>
                <c:pt idx="18">
                  <c:v>36.084319097721242</c:v>
                </c:pt>
                <c:pt idx="19">
                  <c:v>36.100520129596255</c:v>
                </c:pt>
                <c:pt idx="20">
                  <c:v>36.258495856171521</c:v>
                </c:pt>
                <c:pt idx="21">
                  <c:v>36.29040150016958</c:v>
                </c:pt>
                <c:pt idx="22">
                  <c:v>36.292831148085796</c:v>
                </c:pt>
                <c:pt idx="23">
                  <c:v>36.320883329983218</c:v>
                </c:pt>
                <c:pt idx="24">
                  <c:v>36.336793643952767</c:v>
                </c:pt>
                <c:pt idx="25">
                  <c:v>36.486428233861261</c:v>
                </c:pt>
                <c:pt idx="26">
                  <c:v>36.520544416942364</c:v>
                </c:pt>
                <c:pt idx="27">
                  <c:v>36.521153811256568</c:v>
                </c:pt>
                <c:pt idx="28">
                  <c:v>36.547140816761129</c:v>
                </c:pt>
                <c:pt idx="29">
                  <c:v>36.563865514534292</c:v>
                </c:pt>
                <c:pt idx="30">
                  <c:v>36.712475451475598</c:v>
                </c:pt>
                <c:pt idx="31">
                  <c:v>36.743000603466584</c:v>
                </c:pt>
                <c:pt idx="32">
                  <c:v>36.745051443332208</c:v>
                </c:pt>
                <c:pt idx="33">
                  <c:v>36.771474980045248</c:v>
                </c:pt>
                <c:pt idx="34">
                  <c:v>36.786941561508584</c:v>
                </c:pt>
                <c:pt idx="35">
                  <c:v>36.927388524819264</c:v>
                </c:pt>
                <c:pt idx="36">
                  <c:v>36.956989557377867</c:v>
                </c:pt>
                <c:pt idx="37">
                  <c:v>36.95943173442825</c:v>
                </c:pt>
                <c:pt idx="38">
                  <c:v>36.984829224176984</c:v>
                </c:pt>
                <c:pt idx="39">
                  <c:v>37.000915222975983</c:v>
                </c:pt>
                <c:pt idx="40">
                  <c:v>37.13682817558157</c:v>
                </c:pt>
                <c:pt idx="41">
                  <c:v>37.166479358344731</c:v>
                </c:pt>
                <c:pt idx="42">
                  <c:v>37.184394943456738</c:v>
                </c:pt>
                <c:pt idx="43">
                  <c:v>37.194140548785228</c:v>
                </c:pt>
                <c:pt idx="44">
                  <c:v>37.209000777349893</c:v>
                </c:pt>
                <c:pt idx="45">
                  <c:v>37.343127093583632</c:v>
                </c:pt>
                <c:pt idx="46">
                  <c:v>37.371151969486213</c:v>
                </c:pt>
                <c:pt idx="47">
                  <c:v>37.375163277013343</c:v>
                </c:pt>
                <c:pt idx="48">
                  <c:v>37.395548120666355</c:v>
                </c:pt>
                <c:pt idx="49">
                  <c:v>37.409985437154326</c:v>
                </c:pt>
                <c:pt idx="50">
                  <c:v>37.537380027441145</c:v>
                </c:pt>
                <c:pt idx="51">
                  <c:v>37.565701564295424</c:v>
                </c:pt>
                <c:pt idx="52">
                  <c:v>37.566133784279799</c:v>
                </c:pt>
                <c:pt idx="53">
                  <c:v>37.590017705970126</c:v>
                </c:pt>
                <c:pt idx="54">
                  <c:v>37.603806778028151</c:v>
                </c:pt>
                <c:pt idx="55">
                  <c:v>37.730843933557878</c:v>
                </c:pt>
                <c:pt idx="56">
                  <c:v>37.7562119571568</c:v>
                </c:pt>
                <c:pt idx="57">
                  <c:v>37.757310426625821</c:v>
                </c:pt>
                <c:pt idx="58">
                  <c:v>37.777551285006496</c:v>
                </c:pt>
                <c:pt idx="59">
                  <c:v>37.788844909364464</c:v>
                </c:pt>
                <c:pt idx="60">
                  <c:v>37.914291631855576</c:v>
                </c:pt>
                <c:pt idx="61">
                  <c:v>37.927880561548825</c:v>
                </c:pt>
                <c:pt idx="62">
                  <c:v>37.927958337524423</c:v>
                </c:pt>
                <c:pt idx="63">
                  <c:v>37.958750425388629</c:v>
                </c:pt>
                <c:pt idx="64">
                  <c:v>37.961677768058188</c:v>
                </c:pt>
                <c:pt idx="65">
                  <c:v>38.081479850445476</c:v>
                </c:pt>
                <c:pt idx="66">
                  <c:v>38.105286493449007</c:v>
                </c:pt>
                <c:pt idx="67">
                  <c:v>38.105790769948548</c:v>
                </c:pt>
                <c:pt idx="68">
                  <c:v>38.124824744817715</c:v>
                </c:pt>
                <c:pt idx="69">
                  <c:v>38.135803801352857</c:v>
                </c:pt>
                <c:pt idx="70">
                  <c:v>38.243639585732126</c:v>
                </c:pt>
                <c:pt idx="71">
                  <c:v>38.267538691771172</c:v>
                </c:pt>
                <c:pt idx="72">
                  <c:v>38.267760519447499</c:v>
                </c:pt>
                <c:pt idx="73">
                  <c:v>38.287613439994416</c:v>
                </c:pt>
                <c:pt idx="74">
                  <c:v>38.297728375334863</c:v>
                </c:pt>
                <c:pt idx="75">
                  <c:v>38.403749003026121</c:v>
                </c:pt>
                <c:pt idx="76">
                  <c:v>38.426894703221613</c:v>
                </c:pt>
                <c:pt idx="77">
                  <c:v>38.427248115071528</c:v>
                </c:pt>
                <c:pt idx="78">
                  <c:v>38.446279059371626</c:v>
                </c:pt>
                <c:pt idx="79">
                  <c:v>38.45716322680024</c:v>
                </c:pt>
                <c:pt idx="80">
                  <c:v>38.559179721241037</c:v>
                </c:pt>
                <c:pt idx="81">
                  <c:v>38.57990251052378</c:v>
                </c:pt>
                <c:pt idx="82">
                  <c:v>38.581089777845008</c:v>
                </c:pt>
                <c:pt idx="83">
                  <c:v>38.598079717566065</c:v>
                </c:pt>
                <c:pt idx="84">
                  <c:v>38.608889144141941</c:v>
                </c:pt>
                <c:pt idx="85">
                  <c:v>38.703356723679519</c:v>
                </c:pt>
                <c:pt idx="86">
                  <c:v>38.723033623327233</c:v>
                </c:pt>
                <c:pt idx="87">
                  <c:v>38.724241001443595</c:v>
                </c:pt>
                <c:pt idx="88">
                  <c:v>38.741203672491615</c:v>
                </c:pt>
                <c:pt idx="89">
                  <c:v>38.751856294471708</c:v>
                </c:pt>
                <c:pt idx="90">
                  <c:v>38.843536412739354</c:v>
                </c:pt>
                <c:pt idx="91">
                  <c:v>38.862611808873289</c:v>
                </c:pt>
                <c:pt idx="92">
                  <c:v>38.864054698932172</c:v>
                </c:pt>
                <c:pt idx="93">
                  <c:v>38.880763224614149</c:v>
                </c:pt>
                <c:pt idx="94">
                  <c:v>38.891511063107288</c:v>
                </c:pt>
                <c:pt idx="95">
                  <c:v>38.982350824683238</c:v>
                </c:pt>
                <c:pt idx="96">
                  <c:v>39.000289503839873</c:v>
                </c:pt>
                <c:pt idx="97">
                  <c:v>39.001609867349643</c:v>
                </c:pt>
                <c:pt idx="98">
                  <c:v>39.017012509462837</c:v>
                </c:pt>
                <c:pt idx="99">
                  <c:v>39.025911472990792</c:v>
                </c:pt>
                <c:pt idx="100">
                  <c:v>39.108632092253856</c:v>
                </c:pt>
                <c:pt idx="101">
                  <c:v>39.129130093572208</c:v>
                </c:pt>
                <c:pt idx="102">
                  <c:v>39.135914129740407</c:v>
                </c:pt>
                <c:pt idx="103">
                  <c:v>39.146518091071329</c:v>
                </c:pt>
                <c:pt idx="104">
                  <c:v>39.155600050864351</c:v>
                </c:pt>
                <c:pt idx="105">
                  <c:v>39.244748108816623</c:v>
                </c:pt>
                <c:pt idx="106">
                  <c:v>39.262799648994616</c:v>
                </c:pt>
                <c:pt idx="107">
                  <c:v>39.263872691830059</c:v>
                </c:pt>
                <c:pt idx="108">
                  <c:v>39.277271080733833</c:v>
                </c:pt>
                <c:pt idx="109">
                  <c:v>39.285745761221833</c:v>
                </c:pt>
                <c:pt idx="110">
                  <c:v>39.365042112682545</c:v>
                </c:pt>
                <c:pt idx="111">
                  <c:v>39.382627517279623</c:v>
                </c:pt>
                <c:pt idx="112">
                  <c:v>39.382971387957234</c:v>
                </c:pt>
                <c:pt idx="113">
                  <c:v>39.39732370597509</c:v>
                </c:pt>
                <c:pt idx="114">
                  <c:v>39.405571512395539</c:v>
                </c:pt>
                <c:pt idx="115">
                  <c:v>39.483010138034672</c:v>
                </c:pt>
                <c:pt idx="116">
                  <c:v>39.500967795564755</c:v>
                </c:pt>
                <c:pt idx="117">
                  <c:v>39.501864206954728</c:v>
                </c:pt>
                <c:pt idx="118">
                  <c:v>39.516211837758412</c:v>
                </c:pt>
                <c:pt idx="119">
                  <c:v>39.523756370677987</c:v>
                </c:pt>
                <c:pt idx="120">
                  <c:v>39.604564901161552</c:v>
                </c:pt>
                <c:pt idx="121">
                  <c:v>39.621039372617432</c:v>
                </c:pt>
                <c:pt idx="122">
                  <c:v>39.621299780311503</c:v>
                </c:pt>
                <c:pt idx="123">
                  <c:v>39.634616276349895</c:v>
                </c:pt>
                <c:pt idx="124">
                  <c:v>39.641785598379855</c:v>
                </c:pt>
                <c:pt idx="125">
                  <c:v>39.716240360949541</c:v>
                </c:pt>
                <c:pt idx="126">
                  <c:v>39.730876514735925</c:v>
                </c:pt>
                <c:pt idx="127">
                  <c:v>39.731448010343307</c:v>
                </c:pt>
                <c:pt idx="128">
                  <c:v>39.744368012123253</c:v>
                </c:pt>
                <c:pt idx="129">
                  <c:v>39.751558169122688</c:v>
                </c:pt>
                <c:pt idx="130">
                  <c:v>39.824615572929702</c:v>
                </c:pt>
                <c:pt idx="131">
                  <c:v>39.839069555036787</c:v>
                </c:pt>
                <c:pt idx="132">
                  <c:v>39.839223408162042</c:v>
                </c:pt>
                <c:pt idx="133">
                  <c:v>39.851965602103768</c:v>
                </c:pt>
                <c:pt idx="134">
                  <c:v>39.857916398441112</c:v>
                </c:pt>
                <c:pt idx="135">
                  <c:v>39.926404543659771</c:v>
                </c:pt>
                <c:pt idx="136">
                  <c:v>39.941040653120325</c:v>
                </c:pt>
                <c:pt idx="137">
                  <c:v>39.941278763602455</c:v>
                </c:pt>
                <c:pt idx="138">
                  <c:v>39.952743464026568</c:v>
                </c:pt>
                <c:pt idx="139">
                  <c:v>39.959571294419199</c:v>
                </c:pt>
                <c:pt idx="140">
                  <c:v>40.023579810879426</c:v>
                </c:pt>
                <c:pt idx="141">
                  <c:v>40.036893455225702</c:v>
                </c:pt>
                <c:pt idx="142">
                  <c:v>40.037602538282513</c:v>
                </c:pt>
                <c:pt idx="143">
                  <c:v>40.049778038960035</c:v>
                </c:pt>
                <c:pt idx="144">
                  <c:v>40.055948505097597</c:v>
                </c:pt>
                <c:pt idx="145">
                  <c:v>40.119104368996602</c:v>
                </c:pt>
                <c:pt idx="146">
                  <c:v>40.132510573262259</c:v>
                </c:pt>
                <c:pt idx="147">
                  <c:v>40.13281545418149</c:v>
                </c:pt>
                <c:pt idx="148">
                  <c:v>40.143999731103001</c:v>
                </c:pt>
                <c:pt idx="149">
                  <c:v>40.151131307535337</c:v>
                </c:pt>
                <c:pt idx="150">
                  <c:v>40.211335818149223</c:v>
                </c:pt>
                <c:pt idx="151">
                  <c:v>40.223134874883684</c:v>
                </c:pt>
                <c:pt idx="152">
                  <c:v>40.224203351075516</c:v>
                </c:pt>
                <c:pt idx="153">
                  <c:v>40.234211403277357</c:v>
                </c:pt>
                <c:pt idx="154">
                  <c:v>40.239702886061778</c:v>
                </c:pt>
                <c:pt idx="155">
                  <c:v>40.29534828930565</c:v>
                </c:pt>
                <c:pt idx="156">
                  <c:v>40.308841397354144</c:v>
                </c:pt>
                <c:pt idx="157">
                  <c:v>40.309686720112495</c:v>
                </c:pt>
                <c:pt idx="158">
                  <c:v>40.321615917989114</c:v>
                </c:pt>
                <c:pt idx="159">
                  <c:v>40.32813843981134</c:v>
                </c:pt>
                <c:pt idx="160">
                  <c:v>40.390186293018701</c:v>
                </c:pt>
                <c:pt idx="161">
                  <c:v>40.402892232155423</c:v>
                </c:pt>
                <c:pt idx="162">
                  <c:v>40.403506676565051</c:v>
                </c:pt>
                <c:pt idx="163">
                  <c:v>40.415090290586257</c:v>
                </c:pt>
                <c:pt idx="164">
                  <c:v>40.42029241009935</c:v>
                </c:pt>
                <c:pt idx="165">
                  <c:v>40.478447821823067</c:v>
                </c:pt>
                <c:pt idx="166">
                  <c:v>40.490539707299234</c:v>
                </c:pt>
                <c:pt idx="167">
                  <c:v>40.491065887148082</c:v>
                </c:pt>
                <c:pt idx="168">
                  <c:v>40.501059254179111</c:v>
                </c:pt>
                <c:pt idx="169">
                  <c:v>40.506074451264716</c:v>
                </c:pt>
                <c:pt idx="170">
                  <c:v>40.559814028969981</c:v>
                </c:pt>
                <c:pt idx="171">
                  <c:v>40.57240298953645</c:v>
                </c:pt>
                <c:pt idx="172">
                  <c:v>40.57245850721624</c:v>
                </c:pt>
                <c:pt idx="173">
                  <c:v>40.583380840102208</c:v>
                </c:pt>
                <c:pt idx="174">
                  <c:v>40.588393128346446</c:v>
                </c:pt>
                <c:pt idx="175">
                  <c:v>40.643471834838749</c:v>
                </c:pt>
                <c:pt idx="176">
                  <c:v>40.655147690912258</c:v>
                </c:pt>
                <c:pt idx="177">
                  <c:v>40.655371581240381</c:v>
                </c:pt>
                <c:pt idx="178">
                  <c:v>40.665116399787401</c:v>
                </c:pt>
                <c:pt idx="179">
                  <c:v>40.669836948304443</c:v>
                </c:pt>
                <c:pt idx="180">
                  <c:v>40.721873739191892</c:v>
                </c:pt>
                <c:pt idx="181">
                  <c:v>40.732369717261719</c:v>
                </c:pt>
                <c:pt idx="182">
                  <c:v>40.732679489603044</c:v>
                </c:pt>
                <c:pt idx="183">
                  <c:v>40.741254957352744</c:v>
                </c:pt>
                <c:pt idx="184">
                  <c:v>40.745773242970735</c:v>
                </c:pt>
                <c:pt idx="185">
                  <c:v>40.793711852260685</c:v>
                </c:pt>
                <c:pt idx="186">
                  <c:v>40.804337011076512</c:v>
                </c:pt>
                <c:pt idx="187">
                  <c:v>40.804690181444428</c:v>
                </c:pt>
                <c:pt idx="188">
                  <c:v>40.8130751778396</c:v>
                </c:pt>
                <c:pt idx="189">
                  <c:v>40.817478646734614</c:v>
                </c:pt>
                <c:pt idx="190">
                  <c:v>40.864233826678685</c:v>
                </c:pt>
                <c:pt idx="191">
                  <c:v>40.874261556340535</c:v>
                </c:pt>
                <c:pt idx="192">
                  <c:v>40.874737844498249</c:v>
                </c:pt>
                <c:pt idx="193">
                  <c:v>40.883084665200542</c:v>
                </c:pt>
                <c:pt idx="194">
                  <c:v>40.88775534132072</c:v>
                </c:pt>
                <c:pt idx="195">
                  <c:v>40.933767444007117</c:v>
                </c:pt>
                <c:pt idx="196">
                  <c:v>40.943846078667931</c:v>
                </c:pt>
                <c:pt idx="197">
                  <c:v>40.944484886688144</c:v>
                </c:pt>
                <c:pt idx="198">
                  <c:v>40.952909562616647</c:v>
                </c:pt>
                <c:pt idx="199">
                  <c:v>40.957362427790862</c:v>
                </c:pt>
                <c:pt idx="200">
                  <c:v>41.004279901580048</c:v>
                </c:pt>
                <c:pt idx="201">
                  <c:v>41.012611250286263</c:v>
                </c:pt>
                <c:pt idx="202">
                  <c:v>41.013015633631724</c:v>
                </c:pt>
                <c:pt idx="203">
                  <c:v>41.019872168109011</c:v>
                </c:pt>
                <c:pt idx="204">
                  <c:v>41.023556983809307</c:v>
                </c:pt>
                <c:pt idx="205">
                  <c:v>41.061673973832114</c:v>
                </c:pt>
                <c:pt idx="206">
                  <c:v>41.070466564434383</c:v>
                </c:pt>
                <c:pt idx="207">
                  <c:v>41.070863225778545</c:v>
                </c:pt>
                <c:pt idx="208">
                  <c:v>41.07816728928124</c:v>
                </c:pt>
                <c:pt idx="209">
                  <c:v>41.082315114133635</c:v>
                </c:pt>
                <c:pt idx="210">
                  <c:v>41.122675500534626</c:v>
                </c:pt>
                <c:pt idx="211">
                  <c:v>41.13106012179194</c:v>
                </c:pt>
                <c:pt idx="212">
                  <c:v>41.131124032026598</c:v>
                </c:pt>
                <c:pt idx="213">
                  <c:v>41.137808557389782</c:v>
                </c:pt>
                <c:pt idx="214">
                  <c:v>41.142518262078731</c:v>
                </c:pt>
                <c:pt idx="215">
                  <c:v>41.178423773627173</c:v>
                </c:pt>
                <c:pt idx="216">
                  <c:v>41.186996138724339</c:v>
                </c:pt>
                <c:pt idx="217">
                  <c:v>41.187182928213083</c:v>
                </c:pt>
                <c:pt idx="218">
                  <c:v>41.194304682064796</c:v>
                </c:pt>
                <c:pt idx="219">
                  <c:v>41.197972642839694</c:v>
                </c:pt>
                <c:pt idx="220">
                  <c:v>41.235485898795901</c:v>
                </c:pt>
                <c:pt idx="221">
                  <c:v>41.244099526277239</c:v>
                </c:pt>
                <c:pt idx="222">
                  <c:v>41.244359355177558</c:v>
                </c:pt>
                <c:pt idx="223">
                  <c:v>41.251000313873412</c:v>
                </c:pt>
                <c:pt idx="224">
                  <c:v>41.255039484034882</c:v>
                </c:pt>
                <c:pt idx="225">
                  <c:v>41.29221955865421</c:v>
                </c:pt>
                <c:pt idx="226">
                  <c:v>41.299491774351246</c:v>
                </c:pt>
                <c:pt idx="227">
                  <c:v>41.299633913150913</c:v>
                </c:pt>
                <c:pt idx="228">
                  <c:v>41.305828606169278</c:v>
                </c:pt>
                <c:pt idx="229">
                  <c:v>41.309109148839411</c:v>
                </c:pt>
                <c:pt idx="230">
                  <c:v>41.341734448764669</c:v>
                </c:pt>
                <c:pt idx="231">
                  <c:v>41.349262716753955</c:v>
                </c:pt>
                <c:pt idx="232">
                  <c:v>41.349738620725077</c:v>
                </c:pt>
                <c:pt idx="233">
                  <c:v>41.356026440712476</c:v>
                </c:pt>
                <c:pt idx="234">
                  <c:v>41.359743778291879</c:v>
                </c:pt>
                <c:pt idx="235">
                  <c:v>41.393872656152553</c:v>
                </c:pt>
                <c:pt idx="236">
                  <c:v>41.399541245927871</c:v>
                </c:pt>
                <c:pt idx="237">
                  <c:v>41.399756544695755</c:v>
                </c:pt>
                <c:pt idx="238">
                  <c:v>41.404514762425158</c:v>
                </c:pt>
                <c:pt idx="239">
                  <c:v>41.407245487624351</c:v>
                </c:pt>
                <c:pt idx="240">
                  <c:v>41.432569144454533</c:v>
                </c:pt>
                <c:pt idx="241">
                  <c:v>41.439161091108105</c:v>
                </c:pt>
                <c:pt idx="242">
                  <c:v>41.439330565969698</c:v>
                </c:pt>
                <c:pt idx="243">
                  <c:v>41.445138193654849</c:v>
                </c:pt>
                <c:pt idx="244">
                  <c:v>41.448120481212982</c:v>
                </c:pt>
                <c:pt idx="245">
                  <c:v>41.478149400298207</c:v>
                </c:pt>
                <c:pt idx="246">
                  <c:v>41.484635626831107</c:v>
                </c:pt>
                <c:pt idx="247">
                  <c:v>41.484856228704636</c:v>
                </c:pt>
                <c:pt idx="248">
                  <c:v>41.490226132521116</c:v>
                </c:pt>
                <c:pt idx="249">
                  <c:v>41.493537064464483</c:v>
                </c:pt>
                <c:pt idx="250">
                  <c:v>41.523071752005706</c:v>
                </c:pt>
                <c:pt idx="251">
                  <c:v>41.528368030479449</c:v>
                </c:pt>
                <c:pt idx="252">
                  <c:v>41.528684590015303</c:v>
                </c:pt>
                <c:pt idx="253">
                  <c:v>41.533139143680522</c:v>
                </c:pt>
                <c:pt idx="254">
                  <c:v>41.535550394393354</c:v>
                </c:pt>
                <c:pt idx="255">
                  <c:v>41.559797842853129</c:v>
                </c:pt>
                <c:pt idx="256">
                  <c:v>41.566688293883843</c:v>
                </c:pt>
                <c:pt idx="257">
                  <c:v>41.567014372529748</c:v>
                </c:pt>
                <c:pt idx="258">
                  <c:v>41.572821605271628</c:v>
                </c:pt>
                <c:pt idx="259">
                  <c:v>41.575807570074318</c:v>
                </c:pt>
                <c:pt idx="260">
                  <c:v>41.60767088563307</c:v>
                </c:pt>
                <c:pt idx="261">
                  <c:v>41.613165274335984</c:v>
                </c:pt>
                <c:pt idx="262">
                  <c:v>41.613433762211663</c:v>
                </c:pt>
                <c:pt idx="263">
                  <c:v>41.618062288054531</c:v>
                </c:pt>
                <c:pt idx="264">
                  <c:v>41.620537658784741</c:v>
                </c:pt>
                <c:pt idx="265">
                  <c:v>41.646366180049029</c:v>
                </c:pt>
                <c:pt idx="266">
                  <c:v>41.651766499544898</c:v>
                </c:pt>
                <c:pt idx="267">
                  <c:v>41.652047747815978</c:v>
                </c:pt>
                <c:pt idx="268">
                  <c:v>41.656811814810474</c:v>
                </c:pt>
                <c:pt idx="269">
                  <c:v>41.659214336074172</c:v>
                </c:pt>
                <c:pt idx="270">
                  <c:v>41.684400799511991</c:v>
                </c:pt>
                <c:pt idx="271">
                  <c:v>41.689510015105064</c:v>
                </c:pt>
                <c:pt idx="272">
                  <c:v>41.689847452728785</c:v>
                </c:pt>
                <c:pt idx="273">
                  <c:v>41.694126981023096</c:v>
                </c:pt>
                <c:pt idx="274">
                  <c:v>41.696436771256892</c:v>
                </c:pt>
                <c:pt idx="275">
                  <c:v>41.720141781289271</c:v>
                </c:pt>
                <c:pt idx="276">
                  <c:v>41.725578768194545</c:v>
                </c:pt>
                <c:pt idx="277">
                  <c:v>41.726245228253333</c:v>
                </c:pt>
                <c:pt idx="278">
                  <c:v>41.73043790798058</c:v>
                </c:pt>
                <c:pt idx="279">
                  <c:v>41.733000042423441</c:v>
                </c:pt>
                <c:pt idx="280">
                  <c:v>41.757852278029191</c:v>
                </c:pt>
                <c:pt idx="281">
                  <c:v>41.763415201645486</c:v>
                </c:pt>
                <c:pt idx="282">
                  <c:v>41.763645192914254</c:v>
                </c:pt>
                <c:pt idx="283">
                  <c:v>41.768128771606669</c:v>
                </c:pt>
                <c:pt idx="284">
                  <c:v>41.770688831434498</c:v>
                </c:pt>
                <c:pt idx="285">
                  <c:v>41.795232536441972</c:v>
                </c:pt>
                <c:pt idx="286">
                  <c:v>41.800735564193729</c:v>
                </c:pt>
                <c:pt idx="287">
                  <c:v>41.801580231571627</c:v>
                </c:pt>
                <c:pt idx="288">
                  <c:v>41.805650169652473</c:v>
                </c:pt>
                <c:pt idx="289">
                  <c:v>41.808262694678888</c:v>
                </c:pt>
                <c:pt idx="290">
                  <c:v>41.833597656935751</c:v>
                </c:pt>
                <c:pt idx="291">
                  <c:v>41.839280550233987</c:v>
                </c:pt>
                <c:pt idx="292">
                  <c:v>41.839859321452217</c:v>
                </c:pt>
                <c:pt idx="293">
                  <c:v>41.844429108549207</c:v>
                </c:pt>
                <c:pt idx="294">
                  <c:v>41.846857147185304</c:v>
                </c:pt>
                <c:pt idx="295">
                  <c:v>41.872947695973096</c:v>
                </c:pt>
                <c:pt idx="296">
                  <c:v>41.879106344608857</c:v>
                </c:pt>
                <c:pt idx="297">
                  <c:v>41.879869232914672</c:v>
                </c:pt>
                <c:pt idx="298">
                  <c:v>41.884601455229948</c:v>
                </c:pt>
                <c:pt idx="299">
                  <c:v>41.88730934326211</c:v>
                </c:pt>
                <c:pt idx="300">
                  <c:v>41.915249156989773</c:v>
                </c:pt>
                <c:pt idx="301">
                  <c:v>41.920794475449298</c:v>
                </c:pt>
                <c:pt idx="302">
                  <c:v>41.921269535622123</c:v>
                </c:pt>
                <c:pt idx="303">
                  <c:v>41.925589904551543</c:v>
                </c:pt>
                <c:pt idx="304">
                  <c:v>41.928041615013022</c:v>
                </c:pt>
                <c:pt idx="305">
                  <c:v>41.953614935783889</c:v>
                </c:pt>
                <c:pt idx="306">
                  <c:v>41.958506212893624</c:v>
                </c:pt>
                <c:pt idx="307">
                  <c:v>41.958890150611424</c:v>
                </c:pt>
                <c:pt idx="308">
                  <c:v>41.962878575395145</c:v>
                </c:pt>
                <c:pt idx="309">
                  <c:v>41.964925035489834</c:v>
                </c:pt>
                <c:pt idx="310">
                  <c:v>41.987390531320955</c:v>
                </c:pt>
                <c:pt idx="311">
                  <c:v>41.992354795480658</c:v>
                </c:pt>
                <c:pt idx="312">
                  <c:v>41.992643640543371</c:v>
                </c:pt>
                <c:pt idx="313">
                  <c:v>41.996707726705644</c:v>
                </c:pt>
                <c:pt idx="314">
                  <c:v>41.998776106136077</c:v>
                </c:pt>
                <c:pt idx="315">
                  <c:v>42.021493627197287</c:v>
                </c:pt>
                <c:pt idx="316">
                  <c:v>42.026654961927413</c:v>
                </c:pt>
                <c:pt idx="317">
                  <c:v>42.02686062172387</c:v>
                </c:pt>
                <c:pt idx="318">
                  <c:v>42.031087761639625</c:v>
                </c:pt>
                <c:pt idx="319">
                  <c:v>42.033371253620011</c:v>
                </c:pt>
                <c:pt idx="320">
                  <c:v>42.057236295853158</c:v>
                </c:pt>
                <c:pt idx="321">
                  <c:v>42.060920985368348</c:v>
                </c:pt>
                <c:pt idx="322">
                  <c:v>42.061171817697954</c:v>
                </c:pt>
                <c:pt idx="323">
                  <c:v>42.064242243360084</c:v>
                </c:pt>
                <c:pt idx="324">
                  <c:v>42.065885080820891</c:v>
                </c:pt>
                <c:pt idx="325">
                  <c:v>42.083140544902676</c:v>
                </c:pt>
                <c:pt idx="326">
                  <c:v>42.087809841213819</c:v>
                </c:pt>
                <c:pt idx="327">
                  <c:v>42.08803092099123</c:v>
                </c:pt>
                <c:pt idx="328">
                  <c:v>42.091704764942811</c:v>
                </c:pt>
                <c:pt idx="329">
                  <c:v>42.093720527876755</c:v>
                </c:pt>
                <c:pt idx="330">
                  <c:v>42.114623551106945</c:v>
                </c:pt>
                <c:pt idx="331">
                  <c:v>42.119090050980866</c:v>
                </c:pt>
                <c:pt idx="332">
                  <c:v>42.119343504245407</c:v>
                </c:pt>
                <c:pt idx="333">
                  <c:v>42.123132863713323</c:v>
                </c:pt>
                <c:pt idx="334">
                  <c:v>42.12502824727742</c:v>
                </c:pt>
                <c:pt idx="335">
                  <c:v>42.145776558324201</c:v>
                </c:pt>
                <c:pt idx="336">
                  <c:v>42.148885068267873</c:v>
                </c:pt>
                <c:pt idx="337">
                  <c:v>42.149113056023118</c:v>
                </c:pt>
                <c:pt idx="338">
                  <c:v>42.151776602427169</c:v>
                </c:pt>
                <c:pt idx="339">
                  <c:v>42.153267455413079</c:v>
                </c:pt>
                <c:pt idx="340">
                  <c:v>42.16807566985625</c:v>
                </c:pt>
                <c:pt idx="341">
                  <c:v>42.172289307892243</c:v>
                </c:pt>
                <c:pt idx="342">
                  <c:v>42.172460894294545</c:v>
                </c:pt>
                <c:pt idx="343">
                  <c:v>42.176161634019365</c:v>
                </c:pt>
                <c:pt idx="344">
                  <c:v>42.177897285567099</c:v>
                </c:pt>
                <c:pt idx="345">
                  <c:v>42.197589945924165</c:v>
                </c:pt>
                <c:pt idx="346">
                  <c:v>42.200516817660365</c:v>
                </c:pt>
                <c:pt idx="347">
                  <c:v>42.2008380797527</c:v>
                </c:pt>
                <c:pt idx="348">
                  <c:v>42.203412271385375</c:v>
                </c:pt>
                <c:pt idx="349">
                  <c:v>42.204717764795312</c:v>
                </c:pt>
                <c:pt idx="350">
                  <c:v>42.218577402323376</c:v>
                </c:pt>
                <c:pt idx="351">
                  <c:v>42.222227565298176</c:v>
                </c:pt>
                <c:pt idx="352">
                  <c:v>42.222673152018295</c:v>
                </c:pt>
                <c:pt idx="353">
                  <c:v>42.225775621753179</c:v>
                </c:pt>
                <c:pt idx="354">
                  <c:v>42.227422113786453</c:v>
                </c:pt>
                <c:pt idx="355">
                  <c:v>42.244813527997678</c:v>
                </c:pt>
                <c:pt idx="356">
                  <c:v>42.248655469646827</c:v>
                </c:pt>
                <c:pt idx="357">
                  <c:v>42.249138812136209</c:v>
                </c:pt>
                <c:pt idx="358">
                  <c:v>42.252568476804463</c:v>
                </c:pt>
                <c:pt idx="359">
                  <c:v>42.254419442496257</c:v>
                </c:pt>
                <c:pt idx="360">
                  <c:v>42.273674235593035</c:v>
                </c:pt>
                <c:pt idx="361">
                  <c:v>42.276815133206554</c:v>
                </c:pt>
                <c:pt idx="362">
                  <c:v>42.276978278944171</c:v>
                </c:pt>
                <c:pt idx="363">
                  <c:v>42.279716657976081</c:v>
                </c:pt>
                <c:pt idx="364">
                  <c:v>42.281062905817016</c:v>
                </c:pt>
                <c:pt idx="365">
                  <c:v>42.295974552436292</c:v>
                </c:pt>
                <c:pt idx="366">
                  <c:v>42.299702677793775</c:v>
                </c:pt>
                <c:pt idx="367">
                  <c:v>42.3000083579999</c:v>
                </c:pt>
                <c:pt idx="368">
                  <c:v>42.303277693325555</c:v>
                </c:pt>
                <c:pt idx="369">
                  <c:v>42.30537025058252</c:v>
                </c:pt>
                <c:pt idx="370">
                  <c:v>42.323193429791843</c:v>
                </c:pt>
                <c:pt idx="371">
                  <c:v>42.325996741965724</c:v>
                </c:pt>
                <c:pt idx="372">
                  <c:v>42.326066425357951</c:v>
                </c:pt>
                <c:pt idx="373">
                  <c:v>42.328355358548158</c:v>
                </c:pt>
                <c:pt idx="374">
                  <c:v>42.329624195114718</c:v>
                </c:pt>
                <c:pt idx="375">
                  <c:v>42.3425426473068</c:v>
                </c:pt>
                <c:pt idx="376">
                  <c:v>42.346887861254167</c:v>
                </c:pt>
                <c:pt idx="377">
                  <c:v>42.347032532029615</c:v>
                </c:pt>
                <c:pt idx="378">
                  <c:v>42.350734455791482</c:v>
                </c:pt>
                <c:pt idx="379">
                  <c:v>42.352691019371811</c:v>
                </c:pt>
                <c:pt idx="380">
                  <c:v>42.373371508785624</c:v>
                </c:pt>
                <c:pt idx="381">
                  <c:v>42.377334209913698</c:v>
                </c:pt>
                <c:pt idx="382">
                  <c:v>42.377485629695165</c:v>
                </c:pt>
                <c:pt idx="383">
                  <c:v>42.381053688612056</c:v>
                </c:pt>
                <c:pt idx="384">
                  <c:v>42.38283041099578</c:v>
                </c:pt>
                <c:pt idx="385">
                  <c:v>42.401903718562835</c:v>
                </c:pt>
                <c:pt idx="386">
                  <c:v>42.404902269882747</c:v>
                </c:pt>
                <c:pt idx="387">
                  <c:v>42.405105011500538</c:v>
                </c:pt>
                <c:pt idx="388">
                  <c:v>42.407937410339564</c:v>
                </c:pt>
                <c:pt idx="389">
                  <c:v>42.409088401840094</c:v>
                </c:pt>
                <c:pt idx="390">
                  <c:v>42.423554048418623</c:v>
                </c:pt>
                <c:pt idx="391">
                  <c:v>42.426375238439057</c:v>
                </c:pt>
                <c:pt idx="392">
                  <c:v>42.426562790376835</c:v>
                </c:pt>
                <c:pt idx="393">
                  <c:v>42.429093934807959</c:v>
                </c:pt>
                <c:pt idx="394">
                  <c:v>42.430309006797778</c:v>
                </c:pt>
                <c:pt idx="395">
                  <c:v>42.443562012977566</c:v>
                </c:pt>
                <c:pt idx="396">
                  <c:v>42.446279974897955</c:v>
                </c:pt>
                <c:pt idx="397">
                  <c:v>42.446575315515744</c:v>
                </c:pt>
                <c:pt idx="398">
                  <c:v>42.449032396413735</c:v>
                </c:pt>
                <c:pt idx="399">
                  <c:v>42.450058350440322</c:v>
                </c:pt>
                <c:pt idx="400">
                  <c:v>42.462912537386842</c:v>
                </c:pt>
                <c:pt idx="401">
                  <c:v>42.466339391458902</c:v>
                </c:pt>
                <c:pt idx="402">
                  <c:v>42.46660089443656</c:v>
                </c:pt>
                <c:pt idx="403">
                  <c:v>42.469952077172628</c:v>
                </c:pt>
                <c:pt idx="404">
                  <c:v>42.4712359016726</c:v>
                </c:pt>
                <c:pt idx="405">
                  <c:v>42.487509373646731</c:v>
                </c:pt>
                <c:pt idx="406">
                  <c:v>42.491149841847538</c:v>
                </c:pt>
                <c:pt idx="407">
                  <c:v>42.491611202117703</c:v>
                </c:pt>
                <c:pt idx="408">
                  <c:v>42.494813058222419</c:v>
                </c:pt>
                <c:pt idx="409">
                  <c:v>42.496345290214528</c:v>
                </c:pt>
                <c:pt idx="410">
                  <c:v>42.513421998833905</c:v>
                </c:pt>
                <c:pt idx="411">
                  <c:v>42.516294120496987</c:v>
                </c:pt>
                <c:pt idx="412">
                  <c:v>42.516454822243311</c:v>
                </c:pt>
                <c:pt idx="413">
                  <c:v>42.518919552832457</c:v>
                </c:pt>
                <c:pt idx="414">
                  <c:v>42.519955694393104</c:v>
                </c:pt>
                <c:pt idx="415">
                  <c:v>42.532773385043413</c:v>
                </c:pt>
                <c:pt idx="416">
                  <c:v>42.535403196786298</c:v>
                </c:pt>
                <c:pt idx="417">
                  <c:v>42.535681115014278</c:v>
                </c:pt>
                <c:pt idx="418">
                  <c:v>42.53803093542097</c:v>
                </c:pt>
                <c:pt idx="419">
                  <c:v>42.539159105180445</c:v>
                </c:pt>
                <c:pt idx="420">
                  <c:v>42.55147039221265</c:v>
                </c:pt>
                <c:pt idx="421">
                  <c:v>42.553428694517883</c:v>
                </c:pt>
                <c:pt idx="422">
                  <c:v>42.553540939235404</c:v>
                </c:pt>
                <c:pt idx="423">
                  <c:v>42.555235502934131</c:v>
                </c:pt>
                <c:pt idx="424">
                  <c:v>42.556010542971748</c:v>
                </c:pt>
                <c:pt idx="425">
                  <c:v>42.564918181664609</c:v>
                </c:pt>
                <c:pt idx="426">
                  <c:v>42.567529049541541</c:v>
                </c:pt>
                <c:pt idx="427">
                  <c:v>42.567649074495407</c:v>
                </c:pt>
                <c:pt idx="428">
                  <c:v>42.569949157450615</c:v>
                </c:pt>
                <c:pt idx="429">
                  <c:v>42.57100667973053</c:v>
                </c:pt>
                <c:pt idx="430">
                  <c:v>42.582957872165025</c:v>
                </c:pt>
                <c:pt idx="431">
                  <c:v>42.585149012597235</c:v>
                </c:pt>
                <c:pt idx="432">
                  <c:v>42.585282163630559</c:v>
                </c:pt>
                <c:pt idx="433">
                  <c:v>42.58720206500621</c:v>
                </c:pt>
                <c:pt idx="434">
                  <c:v>42.588139008459486</c:v>
                </c:pt>
                <c:pt idx="435">
                  <c:v>42.598373005465703</c:v>
                </c:pt>
                <c:pt idx="436">
                  <c:v>42.599331364254361</c:v>
                </c:pt>
                <c:pt idx="437">
                  <c:v>42.599383291618878</c:v>
                </c:pt>
                <c:pt idx="438">
                  <c:v>42.600233921322996</c:v>
                </c:pt>
                <c:pt idx="439">
                  <c:v>42.600647943821059</c:v>
                </c:pt>
                <c:pt idx="440">
                  <c:v>42.605262316346796</c:v>
                </c:pt>
                <c:pt idx="441">
                  <c:v>42.606303843836919</c:v>
                </c:pt>
                <c:pt idx="442">
                  <c:v>42.606364506627152</c:v>
                </c:pt>
                <c:pt idx="443">
                  <c:v>42.607273212365826</c:v>
                </c:pt>
                <c:pt idx="444">
                  <c:v>42.607758029936782</c:v>
                </c:pt>
                <c:pt idx="445">
                  <c:v>42.612806321429105</c:v>
                </c:pt>
                <c:pt idx="446">
                  <c:v>42.61406478339044</c:v>
                </c:pt>
                <c:pt idx="447">
                  <c:v>42.614138811502372</c:v>
                </c:pt>
                <c:pt idx="448">
                  <c:v>42.615253336358229</c:v>
                </c:pt>
                <c:pt idx="449">
                  <c:v>42.615755276307297</c:v>
                </c:pt>
                <c:pt idx="450">
                  <c:v>42.621662783760087</c:v>
                </c:pt>
                <c:pt idx="451">
                  <c:v>42.622119305332326</c:v>
                </c:pt>
                <c:pt idx="452">
                  <c:v>42.622160929977284</c:v>
                </c:pt>
                <c:pt idx="453">
                  <c:v>42.622555123626114</c:v>
                </c:pt>
                <c:pt idx="454">
                  <c:v>42.622774293912215</c:v>
                </c:pt>
                <c:pt idx="455">
                  <c:v>42.624942283551832</c:v>
                </c:pt>
                <c:pt idx="456">
                  <c:v>42.625262890037106</c:v>
                </c:pt>
                <c:pt idx="457">
                  <c:v>42.625286162316719</c:v>
                </c:pt>
                <c:pt idx="458">
                  <c:v>42.625583870395545</c:v>
                </c:pt>
                <c:pt idx="459">
                  <c:v>42.625711158657104</c:v>
                </c:pt>
                <c:pt idx="460">
                  <c:v>42.627239791015825</c:v>
                </c:pt>
                <c:pt idx="461">
                  <c:v>42.628307965411899</c:v>
                </c:pt>
                <c:pt idx="462">
                  <c:v>42.628423855988402</c:v>
                </c:pt>
                <c:pt idx="463">
                  <c:v>42.629388622410403</c:v>
                </c:pt>
                <c:pt idx="464">
                  <c:v>42.629813415124104</c:v>
                </c:pt>
                <c:pt idx="465">
                  <c:v>42.634783919322444</c:v>
                </c:pt>
                <c:pt idx="466">
                  <c:v>42.635070716181126</c:v>
                </c:pt>
                <c:pt idx="467">
                  <c:v>42.635093594546213</c:v>
                </c:pt>
                <c:pt idx="468">
                  <c:v>42.635345198773656</c:v>
                </c:pt>
                <c:pt idx="469">
                  <c:v>42.63545507346155</c:v>
                </c:pt>
                <c:pt idx="470">
                  <c:v>42.63675101999894</c:v>
                </c:pt>
                <c:pt idx="471">
                  <c:v>42.638205724681882</c:v>
                </c:pt>
                <c:pt idx="472">
                  <c:v>42.638325391795412</c:v>
                </c:pt>
                <c:pt idx="473">
                  <c:v>42.639626276371033</c:v>
                </c:pt>
                <c:pt idx="474">
                  <c:v>42.64019522220952</c:v>
                </c:pt>
                <c:pt idx="475">
                  <c:v>42.646920081778831</c:v>
                </c:pt>
                <c:pt idx="476">
                  <c:v>42.647971251471255</c:v>
                </c:pt>
                <c:pt idx="477">
                  <c:v>42.647976717070982</c:v>
                </c:pt>
                <c:pt idx="478">
                  <c:v>42.648859147139788</c:v>
                </c:pt>
                <c:pt idx="479">
                  <c:v>42.649245162097898</c:v>
                </c:pt>
                <c:pt idx="480">
                  <c:v>42.653809642861802</c:v>
                </c:pt>
                <c:pt idx="481">
                  <c:v>42.655007354841004</c:v>
                </c:pt>
                <c:pt idx="482">
                  <c:v>42.655061893461912</c:v>
                </c:pt>
                <c:pt idx="483">
                  <c:v>42.656130663609162</c:v>
                </c:pt>
                <c:pt idx="484">
                  <c:v>42.656580587430739</c:v>
                </c:pt>
                <c:pt idx="485">
                  <c:v>42.662011696041077</c:v>
                </c:pt>
                <c:pt idx="486">
                  <c:v>42.663836681099937</c:v>
                </c:pt>
                <c:pt idx="487">
                  <c:v>42.663959078591027</c:v>
                </c:pt>
                <c:pt idx="488">
                  <c:v>42.665517349943059</c:v>
                </c:pt>
                <c:pt idx="489">
                  <c:v>42.666248898273359</c:v>
                </c:pt>
                <c:pt idx="490">
                  <c:v>42.674802803618547</c:v>
                </c:pt>
                <c:pt idx="491">
                  <c:v>42.676036936623461</c:v>
                </c:pt>
                <c:pt idx="492">
                  <c:v>42.676076766126911</c:v>
                </c:pt>
                <c:pt idx="493">
                  <c:v>42.677152619814855</c:v>
                </c:pt>
                <c:pt idx="494">
                  <c:v>42.677642361103793</c:v>
                </c:pt>
                <c:pt idx="495">
                  <c:v>42.683332338898708</c:v>
                </c:pt>
                <c:pt idx="496">
                  <c:v>42.684272598531884</c:v>
                </c:pt>
                <c:pt idx="497">
                  <c:v>42.684311396206546</c:v>
                </c:pt>
                <c:pt idx="498">
                  <c:v>42.68514161948945</c:v>
                </c:pt>
                <c:pt idx="499">
                  <c:v>42.685519028742817</c:v>
                </c:pt>
                <c:pt idx="500">
                  <c:v>42.689891658730232</c:v>
                </c:pt>
                <c:pt idx="501">
                  <c:v>42.691787607571086</c:v>
                </c:pt>
                <c:pt idx="502">
                  <c:v>42.691845306774617</c:v>
                </c:pt>
                <c:pt idx="503">
                  <c:v>42.693345475896074</c:v>
                </c:pt>
                <c:pt idx="504">
                  <c:v>42.694148089284866</c:v>
                </c:pt>
                <c:pt idx="505">
                  <c:v>42.702686137381761</c:v>
                </c:pt>
                <c:pt idx="506">
                  <c:v>42.704766420788161</c:v>
                </c:pt>
                <c:pt idx="507">
                  <c:v>42.704778682341725</c:v>
                </c:pt>
                <c:pt idx="508">
                  <c:v>42.706552218669394</c:v>
                </c:pt>
                <c:pt idx="509">
                  <c:v>42.707497270788281</c:v>
                </c:pt>
                <c:pt idx="510">
                  <c:v>42.71712061784433</c:v>
                </c:pt>
                <c:pt idx="511">
                  <c:v>42.719543368601116</c:v>
                </c:pt>
                <c:pt idx="512">
                  <c:v>42.719583409108012</c:v>
                </c:pt>
                <c:pt idx="513">
                  <c:v>42.721581488771278</c:v>
                </c:pt>
                <c:pt idx="514">
                  <c:v>42.722574740339049</c:v>
                </c:pt>
                <c:pt idx="515">
                  <c:v>42.733522521289387</c:v>
                </c:pt>
                <c:pt idx="516">
                  <c:v>42.73525947617329</c:v>
                </c:pt>
                <c:pt idx="517">
                  <c:v>42.735321815347845</c:v>
                </c:pt>
                <c:pt idx="518">
                  <c:v>42.736738423428136</c:v>
                </c:pt>
                <c:pt idx="519">
                  <c:v>42.737530852675761</c:v>
                </c:pt>
                <c:pt idx="520">
                  <c:v>42.745332277571777</c:v>
                </c:pt>
                <c:pt idx="521">
                  <c:v>42.747328789145968</c:v>
                </c:pt>
                <c:pt idx="522">
                  <c:v>42.747457447953231</c:v>
                </c:pt>
                <c:pt idx="523">
                  <c:v>42.749257458830407</c:v>
                </c:pt>
                <c:pt idx="524">
                  <c:v>42.750018433205071</c:v>
                </c:pt>
                <c:pt idx="525">
                  <c:v>42.759439902260851</c:v>
                </c:pt>
                <c:pt idx="526">
                  <c:v>42.760089839940207</c:v>
                </c:pt>
                <c:pt idx="527">
                  <c:v>42.76009419144426</c:v>
                </c:pt>
                <c:pt idx="528">
                  <c:v>42.760626243465282</c:v>
                </c:pt>
                <c:pt idx="529">
                  <c:v>42.760869088160106</c:v>
                </c:pt>
                <c:pt idx="530">
                  <c:v>42.763701871273781</c:v>
                </c:pt>
                <c:pt idx="531">
                  <c:v>42.764932967678369</c:v>
                </c:pt>
                <c:pt idx="532">
                  <c:v>42.764972192702665</c:v>
                </c:pt>
                <c:pt idx="533">
                  <c:v>42.765984619138194</c:v>
                </c:pt>
                <c:pt idx="534">
                  <c:v>42.766435363920742</c:v>
                </c:pt>
                <c:pt idx="535">
                  <c:v>42.771904661359088</c:v>
                </c:pt>
                <c:pt idx="536">
                  <c:v>42.772683477724399</c:v>
                </c:pt>
                <c:pt idx="537">
                  <c:v>42.77269635031859</c:v>
                </c:pt>
                <c:pt idx="538">
                  <c:v>42.773392760552362</c:v>
                </c:pt>
                <c:pt idx="539">
                  <c:v>42.773665203245564</c:v>
                </c:pt>
                <c:pt idx="540">
                  <c:v>42.777154971669859</c:v>
                </c:pt>
                <c:pt idx="541">
                  <c:v>42.778160966206109</c:v>
                </c:pt>
                <c:pt idx="542">
                  <c:v>42.778183285220138</c:v>
                </c:pt>
                <c:pt idx="543">
                  <c:v>42.77897567448889</c:v>
                </c:pt>
                <c:pt idx="544">
                  <c:v>42.779356261815558</c:v>
                </c:pt>
                <c:pt idx="545">
                  <c:v>42.783714804813997</c:v>
                </c:pt>
                <c:pt idx="546">
                  <c:v>42.786220412751724</c:v>
                </c:pt>
                <c:pt idx="547">
                  <c:v>42.786296362122634</c:v>
                </c:pt>
                <c:pt idx="548">
                  <c:v>42.788172796541339</c:v>
                </c:pt>
                <c:pt idx="549">
                  <c:v>42.789199312765724</c:v>
                </c:pt>
                <c:pt idx="550">
                  <c:v>42.800117641235033</c:v>
                </c:pt>
                <c:pt idx="551">
                  <c:v>42.802066204913238</c:v>
                </c:pt>
                <c:pt idx="552">
                  <c:v>42.802077815223385</c:v>
                </c:pt>
                <c:pt idx="553">
                  <c:v>42.803670181496813</c:v>
                </c:pt>
                <c:pt idx="554">
                  <c:v>42.8044693022213</c:v>
                </c:pt>
                <c:pt idx="555">
                  <c:v>42.813240699796552</c:v>
                </c:pt>
                <c:pt idx="556">
                  <c:v>42.814923831167391</c:v>
                </c:pt>
                <c:pt idx="557">
                  <c:v>42.814970664697491</c:v>
                </c:pt>
                <c:pt idx="558">
                  <c:v>42.81633673317333</c:v>
                </c:pt>
                <c:pt idx="559">
                  <c:v>42.817076394392068</c:v>
                </c:pt>
                <c:pt idx="560">
                  <c:v>42.824723888877827</c:v>
                </c:pt>
                <c:pt idx="561">
                  <c:v>42.826440630006111</c:v>
                </c:pt>
                <c:pt idx="562">
                  <c:v>42.826443411158891</c:v>
                </c:pt>
                <c:pt idx="563">
                  <c:v>42.827844066931171</c:v>
                </c:pt>
                <c:pt idx="564">
                  <c:v>42.828617253791805</c:v>
                </c:pt>
                <c:pt idx="565">
                  <c:v>42.836207197556064</c:v>
                </c:pt>
                <c:pt idx="566">
                  <c:v>42.836686629738935</c:v>
                </c:pt>
                <c:pt idx="567">
                  <c:v>42.836695281493519</c:v>
                </c:pt>
                <c:pt idx="568">
                  <c:v>42.837095577758362</c:v>
                </c:pt>
                <c:pt idx="569">
                  <c:v>42.837314120587116</c:v>
                </c:pt>
                <c:pt idx="570">
                  <c:v>42.839487282572861</c:v>
                </c:pt>
                <c:pt idx="571">
                  <c:v>42.839873949065741</c:v>
                </c:pt>
                <c:pt idx="572">
                  <c:v>42.83988650467488</c:v>
                </c:pt>
                <c:pt idx="573">
                  <c:v>42.84020361845608</c:v>
                </c:pt>
                <c:pt idx="574">
                  <c:v>42.840370701383435</c:v>
                </c:pt>
                <c:pt idx="575">
                  <c:v>42.842112593143895</c:v>
                </c:pt>
                <c:pt idx="576">
                  <c:v>42.842015396019846</c:v>
                </c:pt>
                <c:pt idx="577">
                  <c:v>42.842010018239236</c:v>
                </c:pt>
                <c:pt idx="578">
                  <c:v>42.84193020576096</c:v>
                </c:pt>
                <c:pt idx="579">
                  <c:v>42.841890616448993</c:v>
                </c:pt>
                <c:pt idx="580">
                  <c:v>42.841454720605384</c:v>
                </c:pt>
                <c:pt idx="581">
                  <c:v>42.842293652147475</c:v>
                </c:pt>
                <c:pt idx="582">
                  <c:v>42.842331824896938</c:v>
                </c:pt>
                <c:pt idx="583">
                  <c:v>42.842985212634687</c:v>
                </c:pt>
                <c:pt idx="584">
                  <c:v>42.843317153388654</c:v>
                </c:pt>
                <c:pt idx="585">
                  <c:v>42.847032751118604</c:v>
                </c:pt>
                <c:pt idx="586">
                  <c:v>42.847321756674184</c:v>
                </c:pt>
                <c:pt idx="587">
                  <c:v>42.847326819387241</c:v>
                </c:pt>
                <c:pt idx="588">
                  <c:v>42.847564353004529</c:v>
                </c:pt>
                <c:pt idx="589">
                  <c:v>42.847683830579385</c:v>
                </c:pt>
                <c:pt idx="590">
                  <c:v>42.849000202846753</c:v>
                </c:pt>
                <c:pt idx="591">
                  <c:v>42.850021524317647</c:v>
                </c:pt>
                <c:pt idx="592">
                  <c:v>42.850051419909065</c:v>
                </c:pt>
                <c:pt idx="593">
                  <c:v>42.850892631398473</c:v>
                </c:pt>
                <c:pt idx="594">
                  <c:v>42.851300818204614</c:v>
                </c:pt>
                <c:pt idx="595">
                  <c:v>42.855890945139322</c:v>
                </c:pt>
                <c:pt idx="596">
                  <c:v>42.857147943551567</c:v>
                </c:pt>
                <c:pt idx="597">
                  <c:v>42.857172107745853</c:v>
                </c:pt>
                <c:pt idx="598">
                  <c:v>42.858131081640295</c:v>
                </c:pt>
                <c:pt idx="599">
                  <c:v>42.858631148419498</c:v>
                </c:pt>
                <c:pt idx="600">
                  <c:v>42.864091325898642</c:v>
                </c:pt>
                <c:pt idx="601">
                  <c:v>42.864091325898642</c:v>
                </c:pt>
                <c:pt idx="602">
                  <c:v>42.864091325898642</c:v>
                </c:pt>
                <c:pt idx="603">
                  <c:v>42.864091325898642</c:v>
                </c:pt>
                <c:pt idx="604">
                  <c:v>42.864091325898642</c:v>
                </c:pt>
                <c:pt idx="605">
                  <c:v>42.864091325898642</c:v>
                </c:pt>
                <c:pt idx="606">
                  <c:v>42.864686475614192</c:v>
                </c:pt>
                <c:pt idx="607">
                  <c:v>42.864700875839667</c:v>
                </c:pt>
                <c:pt idx="608">
                  <c:v>42.865166487443325</c:v>
                </c:pt>
                <c:pt idx="609">
                  <c:v>42.865426263228748</c:v>
                </c:pt>
                <c:pt idx="610">
                  <c:v>42.868029384258193</c:v>
                </c:pt>
                <c:pt idx="611">
                  <c:v>42.868125752643095</c:v>
                </c:pt>
                <c:pt idx="612">
                  <c:v>42.868127417458112</c:v>
                </c:pt>
                <c:pt idx="613">
                  <c:v>42.868208361794487</c:v>
                </c:pt>
                <c:pt idx="614">
                  <c:v>42.868247034246124</c:v>
                </c:pt>
                <c:pt idx="615">
                  <c:v>42.86868727307683</c:v>
                </c:pt>
                <c:pt idx="616">
                  <c:v>42.868733690939663</c:v>
                </c:pt>
                <c:pt idx="617">
                  <c:v>42.868735131944177</c:v>
                </c:pt>
                <c:pt idx="618">
                  <c:v>42.868788216278318</c:v>
                </c:pt>
                <c:pt idx="619">
                  <c:v>42.868799294757729</c:v>
                </c:pt>
                <c:pt idx="620">
                  <c:v>42.869014673298125</c:v>
                </c:pt>
                <c:pt idx="621">
                  <c:v>42.870356294759496</c:v>
                </c:pt>
                <c:pt idx="622">
                  <c:v>42.870405014606391</c:v>
                </c:pt>
                <c:pt idx="623">
                  <c:v>42.871588494096287</c:v>
                </c:pt>
                <c:pt idx="624">
                  <c:v>42.872281764259881</c:v>
                </c:pt>
                <c:pt idx="625">
                  <c:v>42.878527856027063</c:v>
                </c:pt>
                <c:pt idx="626">
                  <c:v>42.879717439500041</c:v>
                </c:pt>
                <c:pt idx="627">
                  <c:v>42.87986296257619</c:v>
                </c:pt>
                <c:pt idx="628">
                  <c:v>42.880842672226038</c:v>
                </c:pt>
                <c:pt idx="629">
                  <c:v>42.881464712769052</c:v>
                </c:pt>
                <c:pt idx="630">
                  <c:v>42.887386312552962</c:v>
                </c:pt>
                <c:pt idx="631">
                  <c:v>42.888096900487</c:v>
                </c:pt>
                <c:pt idx="632">
                  <c:v>42.88817186405592</c:v>
                </c:pt>
                <c:pt idx="633">
                  <c:v>42.888918424447226</c:v>
                </c:pt>
                <c:pt idx="634">
                  <c:v>42.889392103064019</c:v>
                </c:pt>
                <c:pt idx="635">
                  <c:v>42.893619399814668</c:v>
                </c:pt>
                <c:pt idx="636">
                  <c:v>42.89375120896765</c:v>
                </c:pt>
                <c:pt idx="637">
                  <c:v>42.893760352044517</c:v>
                </c:pt>
                <c:pt idx="638">
                  <c:v>42.893881629926533</c:v>
                </c:pt>
                <c:pt idx="639">
                  <c:v>42.893957989707879</c:v>
                </c:pt>
                <c:pt idx="640">
                  <c:v>42.894604712862304</c:v>
                </c:pt>
                <c:pt idx="641">
                  <c:v>42.894918316477209</c:v>
                </c:pt>
                <c:pt idx="642">
                  <c:v>42.894961083587134</c:v>
                </c:pt>
                <c:pt idx="643">
                  <c:v>42.895222987815707</c:v>
                </c:pt>
                <c:pt idx="644">
                  <c:v>42.895380622868196</c:v>
                </c:pt>
                <c:pt idx="645">
                  <c:v>42.896902750688184</c:v>
                </c:pt>
                <c:pt idx="646">
                  <c:v>42.898462663341213</c:v>
                </c:pt>
                <c:pt idx="647">
                  <c:v>42.89859931909691</c:v>
                </c:pt>
                <c:pt idx="648">
                  <c:v>42.899882364988564</c:v>
                </c:pt>
                <c:pt idx="649">
                  <c:v>42.900689255448469</c:v>
                </c:pt>
                <c:pt idx="650">
                  <c:v>42.908056337458902</c:v>
                </c:pt>
                <c:pt idx="651">
                  <c:v>42.910297045420393</c:v>
                </c:pt>
                <c:pt idx="652">
                  <c:v>42.91045617303007</c:v>
                </c:pt>
                <c:pt idx="653">
                  <c:v>42.912387959070621</c:v>
                </c:pt>
                <c:pt idx="654">
                  <c:v>42.913320622247291</c:v>
                </c:pt>
                <c:pt idx="655">
                  <c:v>42.92413365390064</c:v>
                </c:pt>
                <c:pt idx="656">
                  <c:v>42.924761788475834</c:v>
                </c:pt>
                <c:pt idx="657">
                  <c:v>42.924810927072969</c:v>
                </c:pt>
                <c:pt idx="658">
                  <c:v>42.925356869742266</c:v>
                </c:pt>
                <c:pt idx="659">
                  <c:v>42.925671537994937</c:v>
                </c:pt>
                <c:pt idx="660">
                  <c:v>42.928726778300472</c:v>
                </c:pt>
                <c:pt idx="661">
                  <c:v>42.92957977420204</c:v>
                </c:pt>
                <c:pt idx="662">
                  <c:v>42.929626604059777</c:v>
                </c:pt>
                <c:pt idx="663">
                  <c:v>42.930380944588521</c:v>
                </c:pt>
                <c:pt idx="664">
                  <c:v>42.930794714338042</c:v>
                </c:pt>
                <c:pt idx="665">
                  <c:v>42.934960117058722</c:v>
                </c:pt>
                <c:pt idx="666">
                  <c:v>42.93526997250359</c:v>
                </c:pt>
                <c:pt idx="667">
                  <c:v>42.935285659779716</c:v>
                </c:pt>
                <c:pt idx="668">
                  <c:v>42.935559492948961</c:v>
                </c:pt>
                <c:pt idx="669">
                  <c:v>42.935722073861101</c:v>
                </c:pt>
                <c:pt idx="670">
                  <c:v>42.937258245749831</c:v>
                </c:pt>
                <c:pt idx="671">
                  <c:v>42.938790857649622</c:v>
                </c:pt>
                <c:pt idx="672">
                  <c:v>42.938888618154579</c:v>
                </c:pt>
                <c:pt idx="673">
                  <c:v>42.940217354918168</c:v>
                </c:pt>
                <c:pt idx="674">
                  <c:v>42.941045289329331</c:v>
                </c:pt>
                <c:pt idx="675">
                  <c:v>42.948415364876041</c:v>
                </c:pt>
                <c:pt idx="676">
                  <c:v>42.950090266711612</c:v>
                </c:pt>
                <c:pt idx="677">
                  <c:v>42.950166712690688</c:v>
                </c:pt>
                <c:pt idx="678">
                  <c:v>42.9516971434279</c:v>
                </c:pt>
                <c:pt idx="679">
                  <c:v>42.952527542894593</c:v>
                </c:pt>
                <c:pt idx="680">
                  <c:v>42.960554897534109</c:v>
                </c:pt>
                <c:pt idx="681">
                  <c:v>42.96223012384926</c:v>
                </c:pt>
                <c:pt idx="682">
                  <c:v>42.962287286759519</c:v>
                </c:pt>
                <c:pt idx="683">
                  <c:v>42.963721860524494</c:v>
                </c:pt>
                <c:pt idx="684">
                  <c:v>42.964617523641778</c:v>
                </c:pt>
                <c:pt idx="685">
                  <c:v>42.972367146217834</c:v>
                </c:pt>
                <c:pt idx="686">
                  <c:v>42.975029976025965</c:v>
                </c:pt>
                <c:pt idx="687">
                  <c:v>42.975218262270239</c:v>
                </c:pt>
                <c:pt idx="688">
                  <c:v>42.977491695602289</c:v>
                </c:pt>
                <c:pt idx="689">
                  <c:v>42.978840894073194</c:v>
                </c:pt>
                <c:pt idx="690">
                  <c:v>42.991398635877715</c:v>
                </c:pt>
                <c:pt idx="691">
                  <c:v>42.992991480885188</c:v>
                </c:pt>
                <c:pt idx="692">
                  <c:v>42.993108536270014</c:v>
                </c:pt>
                <c:pt idx="693">
                  <c:v>42.994497750112899</c:v>
                </c:pt>
                <c:pt idx="694">
                  <c:v>42.995349497200763</c:v>
                </c:pt>
                <c:pt idx="695">
                  <c:v>43.003211260700596</c:v>
                </c:pt>
                <c:pt idx="696">
                  <c:v>43.005301017485493</c:v>
                </c:pt>
                <c:pt idx="697">
                  <c:v>43.005493857736788</c:v>
                </c:pt>
                <c:pt idx="698">
                  <c:v>43.007316564258048</c:v>
                </c:pt>
                <c:pt idx="699">
                  <c:v>43.008450605380496</c:v>
                </c:pt>
                <c:pt idx="700">
                  <c:v>43.018632146292077</c:v>
                </c:pt>
                <c:pt idx="701">
                  <c:v>43.021112847624991</c:v>
                </c:pt>
                <c:pt idx="702">
                  <c:v>43.021395120564627</c:v>
                </c:pt>
                <c:pt idx="703">
                  <c:v>43.023625140168036</c:v>
                </c:pt>
                <c:pt idx="704">
                  <c:v>43.024796672883781</c:v>
                </c:pt>
                <c:pt idx="705">
                  <c:v>43.037006560197767</c:v>
                </c:pt>
                <c:pt idx="706">
                  <c:v>43.039134520669954</c:v>
                </c:pt>
                <c:pt idx="707">
                  <c:v>43.039399517352862</c:v>
                </c:pt>
                <c:pt idx="708">
                  <c:v>43.041236671136531</c:v>
                </c:pt>
                <c:pt idx="709">
                  <c:v>43.04226864454975</c:v>
                </c:pt>
                <c:pt idx="710">
                  <c:v>43.053086014917483</c:v>
                </c:pt>
                <c:pt idx="711">
                  <c:v>43.055671857717826</c:v>
                </c:pt>
                <c:pt idx="712">
                  <c:v>43.055916491858071</c:v>
                </c:pt>
                <c:pt idx="713">
                  <c:v>43.05822232808945</c:v>
                </c:pt>
                <c:pt idx="714">
                  <c:v>43.059395131298118</c:v>
                </c:pt>
                <c:pt idx="715">
                  <c:v>43.072777166229741</c:v>
                </c:pt>
                <c:pt idx="716">
                  <c:v>43.074668585814209</c:v>
                </c:pt>
                <c:pt idx="717">
                  <c:v>43.074942947727386</c:v>
                </c:pt>
                <c:pt idx="718">
                  <c:v>43.076951628294701</c:v>
                </c:pt>
                <c:pt idx="719">
                  <c:v>43.078016036682406</c:v>
                </c:pt>
                <c:pt idx="720">
                  <c:v>43.089839675692531</c:v>
                </c:pt>
                <c:pt idx="721">
                  <c:v>43.092217646113596</c:v>
                </c:pt>
                <c:pt idx="722">
                  <c:v>43.092420077491653</c:v>
                </c:pt>
                <c:pt idx="723">
                  <c:v>43.094896597862956</c:v>
                </c:pt>
                <c:pt idx="724">
                  <c:v>43.095973232677899</c:v>
                </c:pt>
                <c:pt idx="725">
                  <c:v>43.109201060076487</c:v>
                </c:pt>
                <c:pt idx="726">
                  <c:v>43.112349710958355</c:v>
                </c:pt>
                <c:pt idx="727">
                  <c:v>43.112567112041553</c:v>
                </c:pt>
                <c:pt idx="728">
                  <c:v>43.115445446774061</c:v>
                </c:pt>
                <c:pt idx="729">
                  <c:v>43.116874067109421</c:v>
                </c:pt>
                <c:pt idx="730">
                  <c:v>43.132502016816147</c:v>
                </c:pt>
                <c:pt idx="731">
                  <c:v>43.135266451147189</c:v>
                </c:pt>
                <c:pt idx="732">
                  <c:v>43.135528781456308</c:v>
                </c:pt>
                <c:pt idx="733">
                  <c:v>43.138001177735312</c:v>
                </c:pt>
                <c:pt idx="734">
                  <c:v>43.139449883951443</c:v>
                </c:pt>
                <c:pt idx="735">
                  <c:v>43.153177427985042</c:v>
                </c:pt>
                <c:pt idx="736">
                  <c:v>43.155124511950959</c:v>
                </c:pt>
                <c:pt idx="737">
                  <c:v>43.155174712505001</c:v>
                </c:pt>
                <c:pt idx="738">
                  <c:v>43.157008644413189</c:v>
                </c:pt>
                <c:pt idx="739">
                  <c:v>43.158053266110556</c:v>
                </c:pt>
                <c:pt idx="740">
                  <c:v>43.167945884303379</c:v>
                </c:pt>
                <c:pt idx="741">
                  <c:v>43.17002048667819</c:v>
                </c:pt>
                <c:pt idx="742">
                  <c:v>43.170103692425315</c:v>
                </c:pt>
                <c:pt idx="743">
                  <c:v>43.171973539026489</c:v>
                </c:pt>
                <c:pt idx="744">
                  <c:v>43.173152445140495</c:v>
                </c:pt>
                <c:pt idx="745">
                  <c:v>43.18337270791136</c:v>
                </c:pt>
                <c:pt idx="746">
                  <c:v>43.18583712244056</c:v>
                </c:pt>
                <c:pt idx="747">
                  <c:v>43.186060731981428</c:v>
                </c:pt>
                <c:pt idx="748">
                  <c:v>43.18831187474526</c:v>
                </c:pt>
                <c:pt idx="749">
                  <c:v>43.189702655999632</c:v>
                </c:pt>
                <c:pt idx="750">
                  <c:v>43.202405591545983</c:v>
                </c:pt>
                <c:pt idx="751">
                  <c:v>43.205055470719202</c:v>
                </c:pt>
                <c:pt idx="752">
                  <c:v>43.205239036493033</c:v>
                </c:pt>
                <c:pt idx="753">
                  <c:v>43.207577515883486</c:v>
                </c:pt>
                <c:pt idx="754">
                  <c:v>43.209053265503691</c:v>
                </c:pt>
                <c:pt idx="755">
                  <c:v>43.22210014320882</c:v>
                </c:pt>
                <c:pt idx="756">
                  <c:v>43.22487921539129</c:v>
                </c:pt>
                <c:pt idx="757">
                  <c:v>43.225030279630396</c:v>
                </c:pt>
                <c:pt idx="758">
                  <c:v>43.227513422809075</c:v>
                </c:pt>
                <c:pt idx="759">
                  <c:v>43.228943754576832</c:v>
                </c:pt>
                <c:pt idx="760">
                  <c:v>43.242777770390433</c:v>
                </c:pt>
                <c:pt idx="761">
                  <c:v>43.244834382186973</c:v>
                </c:pt>
                <c:pt idx="762">
                  <c:v>43.244992129263956</c:v>
                </c:pt>
                <c:pt idx="763">
                  <c:v>43.246896993561094</c:v>
                </c:pt>
                <c:pt idx="764">
                  <c:v>43.247968063871831</c:v>
                </c:pt>
                <c:pt idx="765">
                  <c:v>43.258530448488557</c:v>
                </c:pt>
                <c:pt idx="766">
                  <c:v>43.260440423084489</c:v>
                </c:pt>
                <c:pt idx="767">
                  <c:v>43.260609783998625</c:v>
                </c:pt>
                <c:pt idx="768">
                  <c:v>43.262348888586537</c:v>
                </c:pt>
                <c:pt idx="769">
                  <c:v>43.263267468818491</c:v>
                </c:pt>
                <c:pt idx="770">
                  <c:v>43.272645705266257</c:v>
                </c:pt>
                <c:pt idx="771">
                  <c:v>43.274039436730504</c:v>
                </c:pt>
                <c:pt idx="772">
                  <c:v>43.274121446131858</c:v>
                </c:pt>
                <c:pt idx="773">
                  <c:v>43.275319243014636</c:v>
                </c:pt>
                <c:pt idx="774">
                  <c:v>43.27607083311112</c:v>
                </c:pt>
                <c:pt idx="775">
                  <c:v>43.282821329914498</c:v>
                </c:pt>
                <c:pt idx="776">
                  <c:v>43.284630711083075</c:v>
                </c:pt>
                <c:pt idx="777">
                  <c:v>43.284837296195661</c:v>
                </c:pt>
                <c:pt idx="778">
                  <c:v>43.286497497792418</c:v>
                </c:pt>
                <c:pt idx="779">
                  <c:v>43.287452917522053</c:v>
                </c:pt>
                <c:pt idx="780">
                  <c:v>43.296606375073623</c:v>
                </c:pt>
                <c:pt idx="781">
                  <c:v>43.299008660026423</c:v>
                </c:pt>
                <c:pt idx="782">
                  <c:v>43.299206436862498</c:v>
                </c:pt>
                <c:pt idx="783">
                  <c:v>43.301363003053339</c:v>
                </c:pt>
                <c:pt idx="784">
                  <c:v>43.30262788911724</c:v>
                </c:pt>
                <c:pt idx="785">
                  <c:v>43.314331687409492</c:v>
                </c:pt>
                <c:pt idx="786">
                  <c:v>43.315691432036253</c:v>
                </c:pt>
                <c:pt idx="787">
                  <c:v>43.315833317415681</c:v>
                </c:pt>
                <c:pt idx="788">
                  <c:v>43.317050603409278</c:v>
                </c:pt>
                <c:pt idx="789">
                  <c:v>43.317750774901391</c:v>
                </c:pt>
                <c:pt idx="790">
                  <c:v>43.324507856843809</c:v>
                </c:pt>
                <c:pt idx="791">
                  <c:v>43.326063304119472</c:v>
                </c:pt>
                <c:pt idx="792">
                  <c:v>43.326108251152561</c:v>
                </c:pt>
                <c:pt idx="793">
                  <c:v>43.32746567916638</c:v>
                </c:pt>
                <c:pt idx="794">
                  <c:v>43.328246626907031</c:v>
                </c:pt>
                <c:pt idx="795">
                  <c:v>43.33566996914692</c:v>
                </c:pt>
                <c:pt idx="796">
                  <c:v>43.337031209223326</c:v>
                </c:pt>
                <c:pt idx="797">
                  <c:v>43.33712618990743</c:v>
                </c:pt>
                <c:pt idx="798">
                  <c:v>43.338338920449253</c:v>
                </c:pt>
                <c:pt idx="799">
                  <c:v>43.338997107658365</c:v>
                </c:pt>
                <c:pt idx="800">
                  <c:v>43.345846422888428</c:v>
                </c:pt>
                <c:pt idx="801">
                  <c:v>43.346990912230702</c:v>
                </c:pt>
                <c:pt idx="802">
                  <c:v>43.347054592853276</c:v>
                </c:pt>
                <c:pt idx="803">
                  <c:v>43.348095567792676</c:v>
                </c:pt>
                <c:pt idx="804">
                  <c:v>43.348663891019001</c:v>
                </c:pt>
                <c:pt idx="805">
                  <c:v>43.354378927012135</c:v>
                </c:pt>
                <c:pt idx="806">
                  <c:v>43.35517604986606</c:v>
                </c:pt>
                <c:pt idx="807">
                  <c:v>43.35521400533699</c:v>
                </c:pt>
                <c:pt idx="808">
                  <c:v>43.355910589459263</c:v>
                </c:pt>
                <c:pt idx="809">
                  <c:v>43.356305195996072</c:v>
                </c:pt>
                <c:pt idx="810">
                  <c:v>43.360287765949579</c:v>
                </c:pt>
                <c:pt idx="811">
                  <c:v>43.361290675152212</c:v>
                </c:pt>
                <c:pt idx="812">
                  <c:v>43.361343945459751</c:v>
                </c:pt>
                <c:pt idx="813">
                  <c:v>43.362257315547311</c:v>
                </c:pt>
                <c:pt idx="814">
                  <c:v>43.362759550131116</c:v>
                </c:pt>
                <c:pt idx="815">
                  <c:v>43.367837673417341</c:v>
                </c:pt>
                <c:pt idx="816">
                  <c:v>43.36983660217637</c:v>
                </c:pt>
                <c:pt idx="817">
                  <c:v>43.369939884511801</c:v>
                </c:pt>
                <c:pt idx="818">
                  <c:v>43.371726929739211</c:v>
                </c:pt>
                <c:pt idx="819">
                  <c:v>43.372672178088294</c:v>
                </c:pt>
                <c:pt idx="820">
                  <c:v>43.382610124459802</c:v>
                </c:pt>
                <c:pt idx="821">
                  <c:v>43.383118582503116</c:v>
                </c:pt>
                <c:pt idx="822">
                  <c:v>43.383148205677315</c:v>
                </c:pt>
                <c:pt idx="823">
                  <c:v>43.383583598679259</c:v>
                </c:pt>
                <c:pt idx="824">
                  <c:v>43.383809858869668</c:v>
                </c:pt>
                <c:pt idx="825">
                  <c:v>43.386222929744349</c:v>
                </c:pt>
                <c:pt idx="826">
                  <c:v>43.387330969558107</c:v>
                </c:pt>
                <c:pt idx="827">
                  <c:v>43.387450963569066</c:v>
                </c:pt>
                <c:pt idx="828">
                  <c:v>43.38850408265791</c:v>
                </c:pt>
                <c:pt idx="829">
                  <c:v>43.388965563981074</c:v>
                </c:pt>
                <c:pt idx="830">
                  <c:v>43.394428297437287</c:v>
                </c:pt>
                <c:pt idx="831">
                  <c:v>43.395825518390218</c:v>
                </c:pt>
                <c:pt idx="832">
                  <c:v>43.395990876384261</c:v>
                </c:pt>
                <c:pt idx="833">
                  <c:v>43.397215626300735</c:v>
                </c:pt>
                <c:pt idx="834">
                  <c:v>43.397872678917999</c:v>
                </c:pt>
                <c:pt idx="835">
                  <c:v>43.404605553097781</c:v>
                </c:pt>
                <c:pt idx="836">
                  <c:v>43.405774618431415</c:v>
                </c:pt>
                <c:pt idx="837">
                  <c:v>43.405914231013121</c:v>
                </c:pt>
                <c:pt idx="838">
                  <c:v>43.407032768986859</c:v>
                </c:pt>
                <c:pt idx="839">
                  <c:v>43.407680433162916</c:v>
                </c:pt>
                <c:pt idx="840">
                  <c:v>43.413469430837665</c:v>
                </c:pt>
                <c:pt idx="841">
                  <c:v>43.415369798966026</c:v>
                </c:pt>
                <c:pt idx="842">
                  <c:v>43.415497405581107</c:v>
                </c:pt>
                <c:pt idx="843">
                  <c:v>43.417230475953772</c:v>
                </c:pt>
                <c:pt idx="844">
                  <c:v>43.418073613869318</c:v>
                </c:pt>
                <c:pt idx="845">
                  <c:v>43.426929256745666</c:v>
                </c:pt>
                <c:pt idx="846">
                  <c:v>43.428764484344107</c:v>
                </c:pt>
                <c:pt idx="847">
                  <c:v>43.428843208127205</c:v>
                </c:pt>
                <c:pt idx="848">
                  <c:v>43.430483806065702</c:v>
                </c:pt>
                <c:pt idx="849">
                  <c:v>43.431356675821171</c:v>
                </c:pt>
                <c:pt idx="850">
                  <c:v>43.440061714658725</c:v>
                </c:pt>
                <c:pt idx="851">
                  <c:v>43.440601207889522</c:v>
                </c:pt>
                <c:pt idx="852">
                  <c:v>43.440627019742045</c:v>
                </c:pt>
                <c:pt idx="853">
                  <c:v>43.44113571932786</c:v>
                </c:pt>
                <c:pt idx="854">
                  <c:v>43.441374145546057</c:v>
                </c:pt>
                <c:pt idx="855">
                  <c:v>43.444002426143356</c:v>
                </c:pt>
                <c:pt idx="856">
                  <c:v>43.444950225786471</c:v>
                </c:pt>
                <c:pt idx="857">
                  <c:v>43.444995331560889</c:v>
                </c:pt>
                <c:pt idx="858">
                  <c:v>43.445831098287549</c:v>
                </c:pt>
                <c:pt idx="859">
                  <c:v>43.446246129513149</c:v>
                </c:pt>
                <c:pt idx="860">
                  <c:v>43.450567236149766</c:v>
                </c:pt>
                <c:pt idx="861">
                  <c:v>43.451479332403501</c:v>
                </c:pt>
                <c:pt idx="862">
                  <c:v>43.451494115269774</c:v>
                </c:pt>
                <c:pt idx="863">
                  <c:v>43.452273629908262</c:v>
                </c:pt>
                <c:pt idx="864">
                  <c:v>43.452701239155459</c:v>
                </c:pt>
                <c:pt idx="865">
                  <c:v>43.456807570711476</c:v>
                </c:pt>
                <c:pt idx="866">
                  <c:v>43.457678633386791</c:v>
                </c:pt>
                <c:pt idx="867">
                  <c:v>43.457721346845489</c:v>
                </c:pt>
                <c:pt idx="868">
                  <c:v>43.458541777372801</c:v>
                </c:pt>
                <c:pt idx="869">
                  <c:v>43.458933294364279</c:v>
                </c:pt>
                <c:pt idx="870">
                  <c:v>43.463044869325472</c:v>
                </c:pt>
                <c:pt idx="871">
                  <c:v>43.464450070413015</c:v>
                </c:pt>
                <c:pt idx="872">
                  <c:v>43.464523352495156</c:v>
                </c:pt>
                <c:pt idx="873">
                  <c:v>43.465746493393944</c:v>
                </c:pt>
                <c:pt idx="874">
                  <c:v>43.466473126535469</c:v>
                </c:pt>
                <c:pt idx="875">
                  <c:v>43.473223096778781</c:v>
                </c:pt>
                <c:pt idx="876">
                  <c:v>43.474366759434339</c:v>
                </c:pt>
                <c:pt idx="877">
                  <c:v>43.474458502119639</c:v>
                </c:pt>
                <c:pt idx="878">
                  <c:v>43.475513941388414</c:v>
                </c:pt>
                <c:pt idx="879">
                  <c:v>43.475991333409524</c:v>
                </c:pt>
                <c:pt idx="880">
                  <c:v>43.481429457900617</c:v>
                </c:pt>
                <c:pt idx="881">
                  <c:v>43.481885223310165</c:v>
                </c:pt>
                <c:pt idx="882">
                  <c:v>43.481927474284227</c:v>
                </c:pt>
                <c:pt idx="883">
                  <c:v>43.482349561252768</c:v>
                </c:pt>
                <c:pt idx="884">
                  <c:v>43.482545985972166</c:v>
                </c:pt>
                <c:pt idx="885">
                  <c:v>43.48471512021581</c:v>
                </c:pt>
                <c:pt idx="886">
                  <c:v>43.4849412561828</c:v>
                </c:pt>
                <c:pt idx="887">
                  <c:v>43.484958091680241</c:v>
                </c:pt>
                <c:pt idx="888">
                  <c:v>43.485175074095686</c:v>
                </c:pt>
                <c:pt idx="889">
                  <c:v>43.485276582164659</c:v>
                </c:pt>
                <c:pt idx="890">
                  <c:v>43.486356411694146</c:v>
                </c:pt>
                <c:pt idx="891">
                  <c:v>43.486449287042944</c:v>
                </c:pt>
                <c:pt idx="892">
                  <c:v>43.48645778750393</c:v>
                </c:pt>
                <c:pt idx="893">
                  <c:v>43.486540407847734</c:v>
                </c:pt>
                <c:pt idx="894">
                  <c:v>43.48657974312534</c:v>
                </c:pt>
                <c:pt idx="895">
                  <c:v>43.487011692985902</c:v>
                </c:pt>
                <c:pt idx="896">
                  <c:v>43.486460248191143</c:v>
                </c:pt>
                <c:pt idx="897">
                  <c:v>43.486400588456775</c:v>
                </c:pt>
                <c:pt idx="898">
                  <c:v>43.485887489946705</c:v>
                </c:pt>
                <c:pt idx="899">
                  <c:v>43.485666339069198</c:v>
                </c:pt>
                <c:pt idx="900">
                  <c:v>43.483070741661038</c:v>
                </c:pt>
                <c:pt idx="901">
                  <c:v>43.483600484389441</c:v>
                </c:pt>
                <c:pt idx="902">
                  <c:v>43.483636854105399</c:v>
                </c:pt>
                <c:pt idx="903">
                  <c:v>43.484087973667123</c:v>
                </c:pt>
                <c:pt idx="904">
                  <c:v>43.484328963352802</c:v>
                </c:pt>
                <c:pt idx="905">
                  <c:v>43.486684052263058</c:v>
                </c:pt>
                <c:pt idx="906">
                  <c:v>43.486967395952256</c:v>
                </c:pt>
                <c:pt idx="907">
                  <c:v>43.486988316011555</c:v>
                </c:pt>
                <c:pt idx="908">
                  <c:v>43.487239960017597</c:v>
                </c:pt>
                <c:pt idx="909">
                  <c:v>43.487368078937621</c:v>
                </c:pt>
                <c:pt idx="910">
                  <c:v>43.488652989867148</c:v>
                </c:pt>
                <c:pt idx="911">
                  <c:v>43.489267249924488</c:v>
                </c:pt>
                <c:pt idx="912">
                  <c:v>43.4893083068526</c:v>
                </c:pt>
                <c:pt idx="913">
                  <c:v>43.489853435956789</c:v>
                </c:pt>
                <c:pt idx="914">
                  <c:v>43.490097737040479</c:v>
                </c:pt>
                <c:pt idx="915">
                  <c:v>43.49292161624885</c:v>
                </c:pt>
                <c:pt idx="916">
                  <c:v>43.492968371203368</c:v>
                </c:pt>
                <c:pt idx="917">
                  <c:v>43.492969904482543</c:v>
                </c:pt>
                <c:pt idx="918">
                  <c:v>43.493010869785962</c:v>
                </c:pt>
                <c:pt idx="919">
                  <c:v>43.493031073795855</c:v>
                </c:pt>
                <c:pt idx="920">
                  <c:v>43.493249259906349</c:v>
                </c:pt>
                <c:pt idx="921">
                  <c:v>43.494488289091301</c:v>
                </c:pt>
                <c:pt idx="922">
                  <c:v>43.494521482246554</c:v>
                </c:pt>
                <c:pt idx="923">
                  <c:v>43.4955873907927</c:v>
                </c:pt>
                <c:pt idx="924">
                  <c:v>43.496115883863965</c:v>
                </c:pt>
                <c:pt idx="925">
                  <c:v>43.501786595388751</c:v>
                </c:pt>
                <c:pt idx="926">
                  <c:v>43.502161757577113</c:v>
                </c:pt>
                <c:pt idx="927">
                  <c:v>43.502182690944394</c:v>
                </c:pt>
                <c:pt idx="928">
                  <c:v>43.502513930066542</c:v>
                </c:pt>
                <c:pt idx="929">
                  <c:v>43.502674117595987</c:v>
                </c:pt>
                <c:pt idx="930">
                  <c:v>43.50441396455858</c:v>
                </c:pt>
                <c:pt idx="931">
                  <c:v>43.505192060628765</c:v>
                </c:pt>
                <c:pt idx="932">
                  <c:v>43.505319980416481</c:v>
                </c:pt>
                <c:pt idx="933">
                  <c:v>43.505945991252553</c:v>
                </c:pt>
                <c:pt idx="934">
                  <c:v>43.506262460216874</c:v>
                </c:pt>
                <c:pt idx="935">
                  <c:v>43.509996384474562</c:v>
                </c:pt>
                <c:pt idx="936">
                  <c:v>43.509904288542003</c:v>
                </c:pt>
                <c:pt idx="937">
                  <c:v>43.509891703269034</c:v>
                </c:pt>
                <c:pt idx="938">
                  <c:v>43.509811933270797</c:v>
                </c:pt>
                <c:pt idx="939">
                  <c:v>43.509775874983156</c:v>
                </c:pt>
                <c:pt idx="940">
                  <c:v>43.509337990406152</c:v>
                </c:pt>
                <c:pt idx="941">
                  <c:v>43.510662225501754</c:v>
                </c:pt>
                <c:pt idx="942">
                  <c:v>43.510882978403465</c:v>
                </c:pt>
                <c:pt idx="943">
                  <c:v>43.511986355683121</c:v>
                </c:pt>
                <c:pt idx="944">
                  <c:v>43.512515281749167</c:v>
                </c:pt>
                <c:pt idx="945">
                  <c:v>43.518861582887041</c:v>
                </c:pt>
                <c:pt idx="946">
                  <c:v>43.51955996620832</c:v>
                </c:pt>
                <c:pt idx="947">
                  <c:v>43.519686885071422</c:v>
                </c:pt>
                <c:pt idx="948">
                  <c:v>43.520251010648565</c:v>
                </c:pt>
                <c:pt idx="949">
                  <c:v>43.520524293007782</c:v>
                </c:pt>
                <c:pt idx="950">
                  <c:v>43.523785712251083</c:v>
                </c:pt>
                <c:pt idx="951">
                  <c:v>43.524625939114735</c:v>
                </c:pt>
                <c:pt idx="952">
                  <c:v>43.524758431534778</c:v>
                </c:pt>
                <c:pt idx="953">
                  <c:v>43.525459949093154</c:v>
                </c:pt>
                <c:pt idx="954">
                  <c:v>43.525791999040401</c:v>
                </c:pt>
                <c:pt idx="955">
                  <c:v>43.529695950770304</c:v>
                </c:pt>
                <c:pt idx="956">
                  <c:v>43.530667504144553</c:v>
                </c:pt>
                <c:pt idx="957">
                  <c:v>43.530816747387568</c:v>
                </c:pt>
                <c:pt idx="958">
                  <c:v>43.53164073050268</c:v>
                </c:pt>
                <c:pt idx="959">
                  <c:v>43.532073950711037</c:v>
                </c:pt>
                <c:pt idx="960">
                  <c:v>43.536592324230753</c:v>
                </c:pt>
                <c:pt idx="961">
                  <c:v>43.537617120820869</c:v>
                </c:pt>
                <c:pt idx="962">
                  <c:v>43.53774432006189</c:v>
                </c:pt>
                <c:pt idx="963">
                  <c:v>43.538593824365677</c:v>
                </c:pt>
                <c:pt idx="964">
                  <c:v>43.539093717194653</c:v>
                </c:pt>
                <c:pt idx="965">
                  <c:v>43.54381643556394</c:v>
                </c:pt>
                <c:pt idx="966">
                  <c:v>43.54514016833474</c:v>
                </c:pt>
                <c:pt idx="967">
                  <c:v>43.545249837565834</c:v>
                </c:pt>
                <c:pt idx="968">
                  <c:v>43.546310244084275</c:v>
                </c:pt>
                <c:pt idx="969">
                  <c:v>43.546888554539507</c:v>
                </c:pt>
                <c:pt idx="970">
                  <c:v>43.552682074343579</c:v>
                </c:pt>
                <c:pt idx="971">
                  <c:v>43.553346655729186</c:v>
                </c:pt>
                <c:pt idx="972">
                  <c:v>43.553417093629115</c:v>
                </c:pt>
                <c:pt idx="973">
                  <c:v>43.553957939452189</c:v>
                </c:pt>
                <c:pt idx="974">
                  <c:v>43.554261857668116</c:v>
                </c:pt>
                <c:pt idx="975">
                  <c:v>43.557278774690815</c:v>
                </c:pt>
                <c:pt idx="976">
                  <c:v>43.557876396611654</c:v>
                </c:pt>
                <c:pt idx="977">
                  <c:v>43.557951679489008</c:v>
                </c:pt>
                <c:pt idx="978">
                  <c:v>43.558448081009473</c:v>
                </c:pt>
                <c:pt idx="979">
                  <c:v>43.558742401777721</c:v>
                </c:pt>
                <c:pt idx="980">
                  <c:v>43.56154782989222</c:v>
                </c:pt>
                <c:pt idx="981">
                  <c:v>43.562525944993574</c:v>
                </c:pt>
                <c:pt idx="982">
                  <c:v>43.562593110160442</c:v>
                </c:pt>
                <c:pt idx="983">
                  <c:v>43.563415948075551</c:v>
                </c:pt>
                <c:pt idx="984">
                  <c:v>43.563892520160664</c:v>
                </c:pt>
                <c:pt idx="985">
                  <c:v>43.568441437745207</c:v>
                </c:pt>
                <c:pt idx="986">
                  <c:v>43.568943731627705</c:v>
                </c:pt>
                <c:pt idx="987">
                  <c:v>43.569006741280063</c:v>
                </c:pt>
                <c:pt idx="988">
                  <c:v>43.569403179914858</c:v>
                </c:pt>
                <c:pt idx="989">
                  <c:v>43.569656967176634</c:v>
                </c:pt>
                <c:pt idx="990">
                  <c:v>43.572055200511102</c:v>
                </c:pt>
                <c:pt idx="991">
                  <c:v>43.571827318016801</c:v>
                </c:pt>
                <c:pt idx="992">
                  <c:v>43.571801704566099</c:v>
                </c:pt>
                <c:pt idx="993">
                  <c:v>43.571617071810216</c:v>
                </c:pt>
                <c:pt idx="994">
                  <c:v>43.571499601327709</c:v>
                </c:pt>
                <c:pt idx="995">
                  <c:v>43.570413702764085</c:v>
                </c:pt>
                <c:pt idx="996">
                  <c:v>43.570920503938027</c:v>
                </c:pt>
                <c:pt idx="997">
                  <c:v>43.570989041269947</c:v>
                </c:pt>
                <c:pt idx="998">
                  <c:v>43.571395932402297</c:v>
                </c:pt>
                <c:pt idx="999">
                  <c:v>43.571632851556572</c:v>
                </c:pt>
                <c:pt idx="1000">
                  <c:v>43.574024384877134</c:v>
                </c:pt>
                <c:pt idx="1001">
                  <c:v>43.574433390485893</c:v>
                </c:pt>
                <c:pt idx="1002">
                  <c:v>43.57446462356193</c:v>
                </c:pt>
                <c:pt idx="1003">
                  <c:v>43.574854034299804</c:v>
                </c:pt>
                <c:pt idx="1004">
                  <c:v>43.575039183156271</c:v>
                </c:pt>
                <c:pt idx="1005">
                  <c:v>43.576979718031851</c:v>
                </c:pt>
                <c:pt idx="1006">
                  <c:v>43.578297240468089</c:v>
                </c:pt>
                <c:pt idx="1007">
                  <c:v>43.578472812960307</c:v>
                </c:pt>
                <c:pt idx="1008">
                  <c:v>43.57956170743082</c:v>
                </c:pt>
                <c:pt idx="1009">
                  <c:v>43.580273627341349</c:v>
                </c:pt>
                <c:pt idx="1010">
                  <c:v>43.586501173748559</c:v>
                </c:pt>
                <c:pt idx="1011">
                  <c:v>43.587400180356326</c:v>
                </c:pt>
                <c:pt idx="1012">
                  <c:v>43.587493702802654</c:v>
                </c:pt>
                <c:pt idx="1013">
                  <c:v>43.588266251853447</c:v>
                </c:pt>
                <c:pt idx="1014">
                  <c:v>43.5886583030764</c:v>
                </c:pt>
                <c:pt idx="1015">
                  <c:v>43.592742747807449</c:v>
                </c:pt>
                <c:pt idx="1016">
                  <c:v>43.59483770131542</c:v>
                </c:pt>
                <c:pt idx="1017">
                  <c:v>43.595132608026169</c:v>
                </c:pt>
                <c:pt idx="1018">
                  <c:v>43.596906429333281</c:v>
                </c:pt>
                <c:pt idx="1019">
                  <c:v>43.597859870772417</c:v>
                </c:pt>
                <c:pt idx="1020">
                  <c:v>43.607519964470669</c:v>
                </c:pt>
                <c:pt idx="1021">
                  <c:v>43.608518940516269</c:v>
                </c:pt>
                <c:pt idx="1022">
                  <c:v>43.608639284010216</c:v>
                </c:pt>
                <c:pt idx="1023">
                  <c:v>43.609489207779674</c:v>
                </c:pt>
                <c:pt idx="1024">
                  <c:v>43.609914292501912</c:v>
                </c:pt>
                <c:pt idx="1025">
                  <c:v>43.614414051994629</c:v>
                </c:pt>
                <c:pt idx="1026">
                  <c:v>43.616100491758459</c:v>
                </c:pt>
                <c:pt idx="1027">
                  <c:v>43.616316089388221</c:v>
                </c:pt>
                <c:pt idx="1028">
                  <c:v>43.617749439971661</c:v>
                </c:pt>
                <c:pt idx="1029">
                  <c:v>43.618459171336049</c:v>
                </c:pt>
                <c:pt idx="1030">
                  <c:v>43.626236190811937</c:v>
                </c:pt>
                <c:pt idx="1031">
                  <c:v>43.62656878331218</c:v>
                </c:pt>
                <c:pt idx="1032">
                  <c:v>43.626605052676645</c:v>
                </c:pt>
                <c:pt idx="1033">
                  <c:v>43.62688191119053</c:v>
                </c:pt>
                <c:pt idx="1034">
                  <c:v>43.627027954830083</c:v>
                </c:pt>
                <c:pt idx="1035">
                  <c:v>43.628536339086736</c:v>
                </c:pt>
                <c:pt idx="1036">
                  <c:v>43.629920027446495</c:v>
                </c:pt>
                <c:pt idx="1037">
                  <c:v>43.630080645263881</c:v>
                </c:pt>
                <c:pt idx="1038">
                  <c:v>43.63130178472634</c:v>
                </c:pt>
                <c:pt idx="1039">
                  <c:v>43.631921650597882</c:v>
                </c:pt>
                <c:pt idx="1040">
                  <c:v>43.638386260188497</c:v>
                </c:pt>
                <c:pt idx="1041">
                  <c:v>43.639181292104098</c:v>
                </c:pt>
                <c:pt idx="1042">
                  <c:v>43.639247823420156</c:v>
                </c:pt>
                <c:pt idx="1043">
                  <c:v>43.639903203791448</c:v>
                </c:pt>
                <c:pt idx="1044">
                  <c:v>43.640267642282026</c:v>
                </c:pt>
                <c:pt idx="1045">
                  <c:v>43.643969804001301</c:v>
                </c:pt>
                <c:pt idx="1046">
                  <c:v>43.644241310579261</c:v>
                </c:pt>
                <c:pt idx="1047">
                  <c:v>43.644269072614875</c:v>
                </c:pt>
                <c:pt idx="1048">
                  <c:v>43.644506153146871</c:v>
                </c:pt>
                <c:pt idx="1049">
                  <c:v>43.644628906263463</c:v>
                </c:pt>
                <c:pt idx="1050">
                  <c:v>43.64594229675032</c:v>
                </c:pt>
                <c:pt idx="1051">
                  <c:v>43.647120200782403</c:v>
                </c:pt>
                <c:pt idx="1052">
                  <c:v>43.647237308657672</c:v>
                </c:pt>
                <c:pt idx="1053">
                  <c:v>43.648275759142173</c:v>
                </c:pt>
                <c:pt idx="1054">
                  <c:v>43.648843567155723</c:v>
                </c:pt>
                <c:pt idx="1055">
                  <c:v>43.654478499179618</c:v>
                </c:pt>
                <c:pt idx="1056">
                  <c:v>43.656066057010008</c:v>
                </c:pt>
                <c:pt idx="1057">
                  <c:v>43.656169786006252</c:v>
                </c:pt>
                <c:pt idx="1058">
                  <c:v>43.657571351434285</c:v>
                </c:pt>
                <c:pt idx="1059">
                  <c:v>43.658299078951472</c:v>
                </c:pt>
                <c:pt idx="1060">
                  <c:v>43.665645916451808</c:v>
                </c:pt>
                <c:pt idx="1061">
                  <c:v>43.666950618083959</c:v>
                </c:pt>
                <c:pt idx="1062">
                  <c:v>43.667079438453825</c:v>
                </c:pt>
                <c:pt idx="1063">
                  <c:v>43.668317279788504</c:v>
                </c:pt>
                <c:pt idx="1064">
                  <c:v>43.668900531608635</c:v>
                </c:pt>
                <c:pt idx="1065">
                  <c:v>43.675168675429518</c:v>
                </c:pt>
                <c:pt idx="1066">
                  <c:v>43.67526490604137</c:v>
                </c:pt>
                <c:pt idx="1067">
                  <c:v>43.675267106741302</c:v>
                </c:pt>
                <c:pt idx="1068">
                  <c:v>43.675353821735079</c:v>
                </c:pt>
                <c:pt idx="1069">
                  <c:v>43.675393101505136</c:v>
                </c:pt>
                <c:pt idx="1070">
                  <c:v>43.675827235162387</c:v>
                </c:pt>
                <c:pt idx="1071">
                  <c:v>43.676389292033534</c:v>
                </c:pt>
                <c:pt idx="1072">
                  <c:v>43.676438399673586</c:v>
                </c:pt>
                <c:pt idx="1073">
                  <c:v>43.676943333184411</c:v>
                </c:pt>
                <c:pt idx="1074">
                  <c:v>43.677195210351172</c:v>
                </c:pt>
                <c:pt idx="1075">
                  <c:v>43.679766240581728</c:v>
                </c:pt>
                <c:pt idx="1076">
                  <c:v>43.679291405876405</c:v>
                </c:pt>
                <c:pt idx="1077">
                  <c:v>43.679248097123654</c:v>
                </c:pt>
                <c:pt idx="1078">
                  <c:v>43.678830833184037</c:v>
                </c:pt>
                <c:pt idx="1079">
                  <c:v>43.678630023043617</c:v>
                </c:pt>
                <c:pt idx="1080">
                  <c:v>43.67648270374724</c:v>
                </c:pt>
                <c:pt idx="1081">
                  <c:v>43.67662797917616</c:v>
                </c:pt>
                <c:pt idx="1082">
                  <c:v>43.67663973606502</c:v>
                </c:pt>
                <c:pt idx="1083">
                  <c:v>43.676760118530972</c:v>
                </c:pt>
                <c:pt idx="1084">
                  <c:v>43.676819309534238</c:v>
                </c:pt>
                <c:pt idx="1085">
                  <c:v>43.677468999739574</c:v>
                </c:pt>
                <c:pt idx="1086">
                  <c:v>43.677033849432327</c:v>
                </c:pt>
                <c:pt idx="1087">
                  <c:v>43.677005729908764</c:v>
                </c:pt>
                <c:pt idx="1088">
                  <c:v>43.676636323019217</c:v>
                </c:pt>
                <c:pt idx="1089">
                  <c:v>43.676464258752041</c:v>
                </c:pt>
                <c:pt idx="1090">
                  <c:v>43.67451320820777</c:v>
                </c:pt>
                <c:pt idx="1091">
                  <c:v>43.67498847915634</c:v>
                </c:pt>
                <c:pt idx="1092">
                  <c:v>43.675014768663758</c:v>
                </c:pt>
                <c:pt idx="1093">
                  <c:v>43.675610943381621</c:v>
                </c:pt>
                <c:pt idx="1094">
                  <c:v>43.676386801691031</c:v>
                </c:pt>
                <c:pt idx="1095">
                  <c:v>43.677796734799074</c:v>
                </c:pt>
                <c:pt idx="1096">
                  <c:v>43.677496490134935</c:v>
                </c:pt>
                <c:pt idx="1097">
                  <c:v>43.67746975013992</c:v>
                </c:pt>
                <c:pt idx="1098">
                  <c:v>43.677174845112468</c:v>
                </c:pt>
                <c:pt idx="1099">
                  <c:v>43.677043323034631</c:v>
                </c:pt>
                <c:pt idx="1100">
                  <c:v>43.675499501124989</c:v>
                </c:pt>
                <c:pt idx="1101">
                  <c:v>43.67536558090822</c:v>
                </c:pt>
                <c:pt idx="1102">
                  <c:v>43.675353502901309</c:v>
                </c:pt>
                <c:pt idx="1103">
                  <c:v>43.675231324885601</c:v>
                </c:pt>
                <c:pt idx="1104">
                  <c:v>43.675176670175183</c:v>
                </c:pt>
                <c:pt idx="1105">
                  <c:v>43.67451320820777</c:v>
                </c:pt>
                <c:pt idx="1106">
                  <c:v>43.674343744877426</c:v>
                </c:pt>
                <c:pt idx="1107">
                  <c:v>43.674321224300172</c:v>
                </c:pt>
                <c:pt idx="1108">
                  <c:v>43.674162330094205</c:v>
                </c:pt>
                <c:pt idx="1109">
                  <c:v>43.674085127008802</c:v>
                </c:pt>
                <c:pt idx="1110">
                  <c:v>43.67319918398448</c:v>
                </c:pt>
                <c:pt idx="1111">
                  <c:v>43.673156970596835</c:v>
                </c:pt>
                <c:pt idx="1112">
                  <c:v>43.673153001004096</c:v>
                </c:pt>
                <c:pt idx="1113">
                  <c:v>43.673113525995632</c:v>
                </c:pt>
                <c:pt idx="1114">
                  <c:v>43.67309260772209</c:v>
                </c:pt>
                <c:pt idx="1115">
                  <c:v>43.672871451309447</c:v>
                </c:pt>
                <c:pt idx="1116">
                  <c:v>43.67261595414579</c:v>
                </c:pt>
                <c:pt idx="1117">
                  <c:v>43.672592168310388</c:v>
                </c:pt>
                <c:pt idx="1118">
                  <c:v>43.672338636573414</c:v>
                </c:pt>
                <c:pt idx="1119">
                  <c:v>43.672232941150796</c:v>
                </c:pt>
                <c:pt idx="1120">
                  <c:v>43.670898875208877</c:v>
                </c:pt>
                <c:pt idx="1121">
                  <c:v>43.670247433005777</c:v>
                </c:pt>
                <c:pt idx="1122">
                  <c:v>43.670178585673199</c:v>
                </c:pt>
                <c:pt idx="1123">
                  <c:v>43.669546678620037</c:v>
                </c:pt>
                <c:pt idx="1124">
                  <c:v>43.669278093306602</c:v>
                </c:pt>
                <c:pt idx="1125">
                  <c:v>43.665973645390466</c:v>
                </c:pt>
                <c:pt idx="1126">
                  <c:v>43.665185091832313</c:v>
                </c:pt>
                <c:pt idx="1127">
                  <c:v>43.665140737376781</c:v>
                </c:pt>
                <c:pt idx="1128">
                  <c:v>43.664412457332098</c:v>
                </c:pt>
                <c:pt idx="1129">
                  <c:v>43.664104524810853</c:v>
                </c:pt>
                <c:pt idx="1130">
                  <c:v>43.660389909394553</c:v>
                </c:pt>
                <c:pt idx="1131">
                  <c:v>43.660009775252462</c:v>
                </c:pt>
                <c:pt idx="1132">
                  <c:v>43.659992130455663</c:v>
                </c:pt>
                <c:pt idx="1133">
                  <c:v>43.659650183371838</c:v>
                </c:pt>
                <c:pt idx="1134">
                  <c:v>43.659487033481028</c:v>
                </c:pt>
                <c:pt idx="1135">
                  <c:v>43.657765013888309</c:v>
                </c:pt>
                <c:pt idx="1136">
                  <c:v>43.657215483978675</c:v>
                </c:pt>
                <c:pt idx="1137">
                  <c:v>43.657160801089695</c:v>
                </c:pt>
                <c:pt idx="1138">
                  <c:v>43.65666950239784</c:v>
                </c:pt>
                <c:pt idx="1139">
                  <c:v>43.656414010456409</c:v>
                </c:pt>
                <c:pt idx="1140">
                  <c:v>43.653823053303086</c:v>
                </c:pt>
                <c:pt idx="1141">
                  <c:v>43.652706862678187</c:v>
                </c:pt>
                <c:pt idx="1142">
                  <c:v>43.652591149971627</c:v>
                </c:pt>
                <c:pt idx="1143">
                  <c:v>43.651585013185425</c:v>
                </c:pt>
                <c:pt idx="1144">
                  <c:v>43.651107125061479</c:v>
                </c:pt>
                <c:pt idx="1145">
                  <c:v>43.64594229675032</c:v>
                </c:pt>
                <c:pt idx="1146">
                  <c:v>43.645321490174247</c:v>
                </c:pt>
                <c:pt idx="1147">
                  <c:v>43.645286760584284</c:v>
                </c:pt>
                <c:pt idx="1148">
                  <c:v>43.644744483032191</c:v>
                </c:pt>
                <c:pt idx="1149">
                  <c:v>43.644476289190258</c:v>
                </c:pt>
                <c:pt idx="1150">
                  <c:v>43.641672692341331</c:v>
                </c:pt>
                <c:pt idx="1151">
                  <c:v>43.641811773276856</c:v>
                </c:pt>
                <c:pt idx="1152">
                  <c:v>43.641817149418124</c:v>
                </c:pt>
                <c:pt idx="1153">
                  <c:v>43.641943865159618</c:v>
                </c:pt>
                <c:pt idx="1154">
                  <c:v>43.642004971460821</c:v>
                </c:pt>
                <c:pt idx="1155">
                  <c:v>43.642655842759552</c:v>
                </c:pt>
                <c:pt idx="1156">
                  <c:v>43.642890738093996</c:v>
                </c:pt>
                <c:pt idx="1157">
                  <c:v>43.642911759523642</c:v>
                </c:pt>
                <c:pt idx="1158">
                  <c:v>43.643101917035878</c:v>
                </c:pt>
                <c:pt idx="1159">
                  <c:v>43.643212078566883</c:v>
                </c:pt>
                <c:pt idx="1160">
                  <c:v>43.644297521812348</c:v>
                </c:pt>
                <c:pt idx="1161">
                  <c:v>43.643797466491371</c:v>
                </c:pt>
                <c:pt idx="1162">
                  <c:v>43.643764128699239</c:v>
                </c:pt>
                <c:pt idx="1163">
                  <c:v>43.643335330036749</c:v>
                </c:pt>
                <c:pt idx="1164">
                  <c:v>43.643056431131484</c:v>
                </c:pt>
                <c:pt idx="1165">
                  <c:v>43.640686451766101</c:v>
                </c:pt>
                <c:pt idx="1166">
                  <c:v>43.640777201719324</c:v>
                </c:pt>
                <c:pt idx="1167">
                  <c:v>43.640782816047668</c:v>
                </c:pt>
                <c:pt idx="1168">
                  <c:v>43.640864203455685</c:v>
                </c:pt>
                <c:pt idx="1169">
                  <c:v>43.640907643822231</c:v>
                </c:pt>
                <c:pt idx="1170">
                  <c:v>43.641341884205417</c:v>
                </c:pt>
                <c:pt idx="1171">
                  <c:v>43.640712846272365</c:v>
                </c:pt>
                <c:pt idx="1172">
                  <c:v>43.640668417044253</c:v>
                </c:pt>
                <c:pt idx="1173">
                  <c:v>43.640095987840574</c:v>
                </c:pt>
                <c:pt idx="1174">
                  <c:v>43.63977271087802</c:v>
                </c:pt>
                <c:pt idx="1175">
                  <c:v>43.636744596226151</c:v>
                </c:pt>
                <c:pt idx="1176">
                  <c:v>43.636250892680252</c:v>
                </c:pt>
                <c:pt idx="1177">
                  <c:v>43.636216879286472</c:v>
                </c:pt>
                <c:pt idx="1178">
                  <c:v>43.635767526074574</c:v>
                </c:pt>
                <c:pt idx="1179">
                  <c:v>43.635522249975438</c:v>
                </c:pt>
                <c:pt idx="1180">
                  <c:v>43.63313356855258</c:v>
                </c:pt>
                <c:pt idx="1181">
                  <c:v>43.633673314683975</c:v>
                </c:pt>
                <c:pt idx="1182">
                  <c:v>43.633739959463782</c:v>
                </c:pt>
                <c:pt idx="1183">
                  <c:v>43.63419483554852</c:v>
                </c:pt>
                <c:pt idx="1184">
                  <c:v>43.634491212961287</c:v>
                </c:pt>
                <c:pt idx="1185">
                  <c:v>43.637075401998686</c:v>
                </c:pt>
                <c:pt idx="1186">
                  <c:v>43.636352912859408</c:v>
                </c:pt>
                <c:pt idx="1187">
                  <c:v>43.63633652320808</c:v>
                </c:pt>
                <c:pt idx="1188">
                  <c:v>43.635702833902741</c:v>
                </c:pt>
                <c:pt idx="1189">
                  <c:v>43.635383596350131</c:v>
                </c:pt>
                <c:pt idx="1190">
                  <c:v>43.632147341049119</c:v>
                </c:pt>
                <c:pt idx="1191">
                  <c:v>43.631461864106868</c:v>
                </c:pt>
                <c:pt idx="1192">
                  <c:v>43.631453316598467</c:v>
                </c:pt>
                <c:pt idx="1193">
                  <c:v>43.630887519920869</c:v>
                </c:pt>
                <c:pt idx="1194">
                  <c:v>43.630578753458089</c:v>
                </c:pt>
                <c:pt idx="1195">
                  <c:v>43.627550118597128</c:v>
                </c:pt>
                <c:pt idx="1196">
                  <c:v>43.627688263836092</c:v>
                </c:pt>
                <c:pt idx="1197">
                  <c:v>43.627701715756366</c:v>
                </c:pt>
                <c:pt idx="1198">
                  <c:v>43.627818996616455</c:v>
                </c:pt>
                <c:pt idx="1199">
                  <c:v>43.627890263493384</c:v>
                </c:pt>
                <c:pt idx="1200">
                  <c:v>43.628536339086736</c:v>
                </c:pt>
                <c:pt idx="1201">
                  <c:v>43.627573798919478</c:v>
                </c:pt>
                <c:pt idx="1202">
                  <c:v>43.62722103480899</c:v>
                </c:pt>
                <c:pt idx="1203">
                  <c:v>43.626801339367859</c:v>
                </c:pt>
                <c:pt idx="1204">
                  <c:v>43.626378021687259</c:v>
                </c:pt>
                <c:pt idx="1205">
                  <c:v>43.622297515012747</c:v>
                </c:pt>
                <c:pt idx="1206">
                  <c:v>43.622146311586839</c:v>
                </c:pt>
                <c:pt idx="1207">
                  <c:v>43.622146076999968</c:v>
                </c:pt>
                <c:pt idx="1208">
                  <c:v>43.622024949051664</c:v>
                </c:pt>
                <c:pt idx="1209">
                  <c:v>43.621956388596352</c:v>
                </c:pt>
                <c:pt idx="1210">
                  <c:v>43.621311304015137</c:v>
                </c:pt>
                <c:pt idx="1211">
                  <c:v>43.620717156809349</c:v>
                </c:pt>
                <c:pt idx="1212">
                  <c:v>43.620654712902152</c:v>
                </c:pt>
                <c:pt idx="1213">
                  <c:v>43.620212828240085</c:v>
                </c:pt>
                <c:pt idx="1214">
                  <c:v>43.619955187950666</c:v>
                </c:pt>
                <c:pt idx="1215">
                  <c:v>43.617369566543118</c:v>
                </c:pt>
                <c:pt idx="1216">
                  <c:v>43.616449001145142</c:v>
                </c:pt>
                <c:pt idx="1217">
                  <c:v>43.61643791876854</c:v>
                </c:pt>
                <c:pt idx="1218">
                  <c:v>43.615650855907731</c:v>
                </c:pt>
                <c:pt idx="1219">
                  <c:v>43.615260731332995</c:v>
                </c:pt>
                <c:pt idx="1220">
                  <c:v>43.611130849663823</c:v>
                </c:pt>
                <c:pt idx="1221">
                  <c:v>43.609962386795296</c:v>
                </c:pt>
                <c:pt idx="1222">
                  <c:v>43.609954955766483</c:v>
                </c:pt>
                <c:pt idx="1223">
                  <c:v>43.608954983620414</c:v>
                </c:pt>
                <c:pt idx="1224">
                  <c:v>43.608452306610658</c:v>
                </c:pt>
                <c:pt idx="1225">
                  <c:v>43.603250613088392</c:v>
                </c:pt>
                <c:pt idx="1226">
                  <c:v>43.602234251316951</c:v>
                </c:pt>
                <c:pt idx="1227">
                  <c:v>43.602121823640701</c:v>
                </c:pt>
                <c:pt idx="1228">
                  <c:v>43.601223218876541</c:v>
                </c:pt>
                <c:pt idx="1229">
                  <c:v>43.600723326719532</c:v>
                </c:pt>
                <c:pt idx="1230">
                  <c:v>43.595698164552914</c:v>
                </c:pt>
                <c:pt idx="1231">
                  <c:v>43.595742316612032</c:v>
                </c:pt>
                <c:pt idx="1232">
                  <c:v>43.595745512841191</c:v>
                </c:pt>
                <c:pt idx="1233">
                  <c:v>43.595785825346667</c:v>
                </c:pt>
                <c:pt idx="1234">
                  <c:v>43.595809992180811</c:v>
                </c:pt>
                <c:pt idx="1235">
                  <c:v>43.596025858021676</c:v>
                </c:pt>
                <c:pt idx="1236">
                  <c:v>43.59652508103138</c:v>
                </c:pt>
                <c:pt idx="1237">
                  <c:v>43.596555022736077</c:v>
                </c:pt>
                <c:pt idx="1238">
                  <c:v>43.596992387780446</c:v>
                </c:pt>
                <c:pt idx="1239">
                  <c:v>43.597253747151626</c:v>
                </c:pt>
                <c:pt idx="1240">
                  <c:v>43.599636679886999</c:v>
                </c:pt>
                <c:pt idx="1241">
                  <c:v>43.600179531185184</c:v>
                </c:pt>
                <c:pt idx="1242">
                  <c:v>43.600228750190581</c:v>
                </c:pt>
                <c:pt idx="1243">
                  <c:v>43.600712328108344</c:v>
                </c:pt>
                <c:pt idx="1244">
                  <c:v>43.600981694034317</c:v>
                </c:pt>
                <c:pt idx="1245">
                  <c:v>43.603578310325759</c:v>
                </c:pt>
                <c:pt idx="1246">
                  <c:v>43.603241107582825</c:v>
                </c:pt>
                <c:pt idx="1247">
                  <c:v>43.603231031929212</c:v>
                </c:pt>
                <c:pt idx="1248">
                  <c:v>43.602952275873207</c:v>
                </c:pt>
                <c:pt idx="1249">
                  <c:v>43.602798726338307</c:v>
                </c:pt>
                <c:pt idx="1250">
                  <c:v>43.601278250156952</c:v>
                </c:pt>
                <c:pt idx="1251">
                  <c:v>43.600932322032726</c:v>
                </c:pt>
                <c:pt idx="1252">
                  <c:v>43.600924170425536</c:v>
                </c:pt>
                <c:pt idx="1253">
                  <c:v>43.60064773992503</c:v>
                </c:pt>
                <c:pt idx="1254">
                  <c:v>43.600484926377774</c:v>
                </c:pt>
                <c:pt idx="1255">
                  <c:v>43.598981289513176</c:v>
                </c:pt>
                <c:pt idx="1256">
                  <c:v>43.598679698699762</c:v>
                </c:pt>
                <c:pt idx="1257">
                  <c:v>43.598679206995484</c:v>
                </c:pt>
                <c:pt idx="1258">
                  <c:v>43.598445187773429</c:v>
                </c:pt>
                <c:pt idx="1259">
                  <c:v>43.598305173200494</c:v>
                </c:pt>
                <c:pt idx="1260">
                  <c:v>43.597012030860526</c:v>
                </c:pt>
                <c:pt idx="1261">
                  <c:v>43.596712135042559</c:v>
                </c:pt>
                <c:pt idx="1262">
                  <c:v>43.596705390894705</c:v>
                </c:pt>
                <c:pt idx="1263">
                  <c:v>43.596476447358427</c:v>
                </c:pt>
                <c:pt idx="1264">
                  <c:v>43.596317961948571</c:v>
                </c:pt>
                <c:pt idx="1265">
                  <c:v>43.595039686660925</c:v>
                </c:pt>
                <c:pt idx="1266">
                  <c:v>43.59489094990289</c:v>
                </c:pt>
                <c:pt idx="1267">
                  <c:v>43.594874965939567</c:v>
                </c:pt>
                <c:pt idx="1268">
                  <c:v>43.594769655143232</c:v>
                </c:pt>
                <c:pt idx="1269">
                  <c:v>43.594700133290132</c:v>
                </c:pt>
                <c:pt idx="1270">
                  <c:v>43.594056608216874</c:v>
                </c:pt>
                <c:pt idx="1271">
                  <c:v>43.593218143344338</c:v>
                </c:pt>
                <c:pt idx="1272">
                  <c:v>43.593174172449096</c:v>
                </c:pt>
                <c:pt idx="1273">
                  <c:v>43.592536930345965</c:v>
                </c:pt>
                <c:pt idx="1274">
                  <c:v>43.592142718853822</c:v>
                </c:pt>
                <c:pt idx="1275">
                  <c:v>43.58847349240915</c:v>
                </c:pt>
                <c:pt idx="1276">
                  <c:v>43.588751058337316</c:v>
                </c:pt>
                <c:pt idx="1277">
                  <c:v>43.58877063773695</c:v>
                </c:pt>
                <c:pt idx="1278">
                  <c:v>43.589011002609404</c:v>
                </c:pt>
                <c:pt idx="1279">
                  <c:v>43.589154345654748</c:v>
                </c:pt>
                <c:pt idx="1280">
                  <c:v>43.590442725536491</c:v>
                </c:pt>
                <c:pt idx="1281">
                  <c:v>43.59020196925951</c:v>
                </c:pt>
                <c:pt idx="1282">
                  <c:v>43.590196763652671</c:v>
                </c:pt>
                <c:pt idx="1283">
                  <c:v>43.589999413882929</c:v>
                </c:pt>
                <c:pt idx="1284">
                  <c:v>43.589886449618788</c:v>
                </c:pt>
                <c:pt idx="1285">
                  <c:v>43.588801182286716</c:v>
                </c:pt>
                <c:pt idx="1286">
                  <c:v>43.588509848940369</c:v>
                </c:pt>
                <c:pt idx="1287">
                  <c:v>43.588508651559188</c:v>
                </c:pt>
                <c:pt idx="1288">
                  <c:v>43.588272984994127</c:v>
                </c:pt>
                <c:pt idx="1289">
                  <c:v>43.588145524442169</c:v>
                </c:pt>
                <c:pt idx="1290">
                  <c:v>43.586831954053594</c:v>
                </c:pt>
                <c:pt idx="1291">
                  <c:v>43.586878490702539</c:v>
                </c:pt>
                <c:pt idx="1292">
                  <c:v>43.586878875613436</c:v>
                </c:pt>
                <c:pt idx="1293">
                  <c:v>43.586918138098781</c:v>
                </c:pt>
                <c:pt idx="1294">
                  <c:v>43.586941988018673</c:v>
                </c:pt>
                <c:pt idx="1295">
                  <c:v>43.587159643117104</c:v>
                </c:pt>
                <c:pt idx="1296">
                  <c:v>43.58781405503526</c:v>
                </c:pt>
                <c:pt idx="1297">
                  <c:v>43.58783465735813</c:v>
                </c:pt>
                <c:pt idx="1298">
                  <c:v>43.588421718436699</c:v>
                </c:pt>
                <c:pt idx="1299">
                  <c:v>43.588711056492727</c:v>
                </c:pt>
                <c:pt idx="1300">
                  <c:v>43.59175658136212</c:v>
                </c:pt>
                <c:pt idx="1301">
                  <c:v>43.592391812669341</c:v>
                </c:pt>
                <c:pt idx="1302">
                  <c:v>43.592394369233617</c:v>
                </c:pt>
                <c:pt idx="1303">
                  <c:v>43.592906712143382</c:v>
                </c:pt>
                <c:pt idx="1304">
                  <c:v>43.593230445579763</c:v>
                </c:pt>
                <c:pt idx="1305">
                  <c:v>43.596025858021676</c:v>
                </c:pt>
                <c:pt idx="1306">
                  <c:v>43.597389068111966</c:v>
                </c:pt>
                <c:pt idx="1307">
                  <c:v>43.597419049079221</c:v>
                </c:pt>
                <c:pt idx="1308">
                  <c:v>43.598486591047852</c:v>
                </c:pt>
                <c:pt idx="1309">
                  <c:v>43.599183345159872</c:v>
                </c:pt>
                <c:pt idx="1310">
                  <c:v>43.605219890462706</c:v>
                </c:pt>
                <c:pt idx="1311">
                  <c:v>43.606310643884264</c:v>
                </c:pt>
                <c:pt idx="1312">
                  <c:v>43.606350121190999</c:v>
                </c:pt>
                <c:pt idx="1313">
                  <c:v>43.607283481340083</c:v>
                </c:pt>
                <c:pt idx="1314">
                  <c:v>43.607784422602592</c:v>
                </c:pt>
                <c:pt idx="1315">
                  <c:v>43.612772448763508</c:v>
                </c:pt>
                <c:pt idx="1316">
                  <c:v>43.613231228695994</c:v>
                </c:pt>
                <c:pt idx="1317">
                  <c:v>43.613264235117612</c:v>
                </c:pt>
                <c:pt idx="1318">
                  <c:v>43.613665167700958</c:v>
                </c:pt>
                <c:pt idx="1319">
                  <c:v>43.613892267848144</c:v>
                </c:pt>
                <c:pt idx="1320">
                  <c:v>43.616055659360711</c:v>
                </c:pt>
                <c:pt idx="1321">
                  <c:v>43.616840549184623</c:v>
                </c:pt>
                <c:pt idx="1322">
                  <c:v>43.61689548348032</c:v>
                </c:pt>
                <c:pt idx="1323">
                  <c:v>43.617588211381495</c:v>
                </c:pt>
                <c:pt idx="1324">
                  <c:v>43.617959385980129</c:v>
                </c:pt>
                <c:pt idx="1325">
                  <c:v>43.621639010324657</c:v>
                </c:pt>
                <c:pt idx="1326">
                  <c:v>43.622516264841082</c:v>
                </c:pt>
                <c:pt idx="1327">
                  <c:v>43.622593361512784</c:v>
                </c:pt>
                <c:pt idx="1328">
                  <c:v>43.623402862120471</c:v>
                </c:pt>
                <c:pt idx="1329">
                  <c:v>43.623834704729752</c:v>
                </c:pt>
                <c:pt idx="1330">
                  <c:v>43.628208629290214</c:v>
                </c:pt>
                <c:pt idx="1331">
                  <c:v>43.628470041355556</c:v>
                </c:pt>
                <c:pt idx="1332">
                  <c:v>43.628489071830884</c:v>
                </c:pt>
                <c:pt idx="1333">
                  <c:v>43.628736580031678</c:v>
                </c:pt>
                <c:pt idx="1334">
                  <c:v>43.62885452259507</c:v>
                </c:pt>
                <c:pt idx="1335">
                  <c:v>43.630177982170039</c:v>
                </c:pt>
                <c:pt idx="1336">
                  <c:v>43.630740640056423</c:v>
                </c:pt>
                <c:pt idx="1337">
                  <c:v>43.63122404546052</c:v>
                </c:pt>
                <c:pt idx="1338">
                  <c:v>43.631470062136898</c:v>
                </c:pt>
                <c:pt idx="1339">
                  <c:v>43.631619311579421</c:v>
                </c:pt>
                <c:pt idx="1340">
                  <c:v>43.634119797562846</c:v>
                </c:pt>
                <c:pt idx="1341">
                  <c:v>43.634028801511661</c:v>
                </c:pt>
                <c:pt idx="1342">
                  <c:v>43.634024028185749</c:v>
                </c:pt>
                <c:pt idx="1343">
                  <c:v>43.633942397084347</c:v>
                </c:pt>
                <c:pt idx="1344">
                  <c:v>43.63390166240432</c:v>
                </c:pt>
                <c:pt idx="1345">
                  <c:v>43.633461280846461</c:v>
                </c:pt>
                <c:pt idx="1346">
                  <c:v>43.634930640305654</c:v>
                </c:pt>
                <c:pt idx="1347">
                  <c:v>43.634951710965083</c:v>
                </c:pt>
                <c:pt idx="1348">
                  <c:v>43.6361481721773</c:v>
                </c:pt>
                <c:pt idx="1349">
                  <c:v>43.636762961183017</c:v>
                </c:pt>
                <c:pt idx="1350">
                  <c:v>43.643314368881136</c:v>
                </c:pt>
                <c:pt idx="1351">
                  <c:v>43.644080259790883</c:v>
                </c:pt>
                <c:pt idx="1352">
                  <c:v>43.644145734958499</c:v>
                </c:pt>
                <c:pt idx="1353">
                  <c:v>43.644737275653092</c:v>
                </c:pt>
                <c:pt idx="1354">
                  <c:v>43.64508239410322</c:v>
                </c:pt>
                <c:pt idx="1355">
                  <c:v>43.64856714368932</c:v>
                </c:pt>
                <c:pt idx="1356">
                  <c:v>43.650163275708849</c:v>
                </c:pt>
                <c:pt idx="1357">
                  <c:v>43.650185439335466</c:v>
                </c:pt>
                <c:pt idx="1358">
                  <c:v>43.651431854415485</c:v>
                </c:pt>
                <c:pt idx="1359">
                  <c:v>43.652171836510711</c:v>
                </c:pt>
                <c:pt idx="1360">
                  <c:v>43.659075914414643</c:v>
                </c:pt>
                <c:pt idx="1361">
                  <c:v>43.660251740700957</c:v>
                </c:pt>
                <c:pt idx="1362">
                  <c:v>43.660327520859795</c:v>
                </c:pt>
                <c:pt idx="1363">
                  <c:v>43.661211766049853</c:v>
                </c:pt>
                <c:pt idx="1364">
                  <c:v>43.661742228733992</c:v>
                </c:pt>
                <c:pt idx="1365">
                  <c:v>43.666959925009621</c:v>
                </c:pt>
                <c:pt idx="1366">
                  <c:v>43.668174140849167</c:v>
                </c:pt>
                <c:pt idx="1367">
                  <c:v>43.668265714990461</c:v>
                </c:pt>
                <c:pt idx="1368">
                  <c:v>43.669262287180956</c:v>
                </c:pt>
                <c:pt idx="1369">
                  <c:v>43.669886939855225</c:v>
                </c:pt>
                <c:pt idx="1370">
                  <c:v>43.675499501124989</c:v>
                </c:pt>
                <c:pt idx="1371">
                  <c:v>43.675848936763089</c:v>
                </c:pt>
                <c:pt idx="1372">
                  <c:v>43.675861385569789</c:v>
                </c:pt>
                <c:pt idx="1373">
                  <c:v>43.676123001155617</c:v>
                </c:pt>
                <c:pt idx="1374">
                  <c:v>43.676267517423405</c:v>
                </c:pt>
                <c:pt idx="1375">
                  <c:v>43.677796734799074</c:v>
                </c:pt>
                <c:pt idx="1376">
                  <c:v>43.678786052812505</c:v>
                </c:pt>
                <c:pt idx="1377">
                  <c:v>43.678843255955897</c:v>
                </c:pt>
                <c:pt idx="1378">
                  <c:v>43.679607116691315</c:v>
                </c:pt>
                <c:pt idx="1379">
                  <c:v>43.680084614135573</c:v>
                </c:pt>
                <c:pt idx="1380">
                  <c:v>43.68469466977939</c:v>
                </c:pt>
                <c:pt idx="1381">
                  <c:v>43.685635967491272</c:v>
                </c:pt>
                <c:pt idx="1382">
                  <c:v>43.685724742056742</c:v>
                </c:pt>
                <c:pt idx="1383">
                  <c:v>43.686592275535297</c:v>
                </c:pt>
                <c:pt idx="1384">
                  <c:v>43.687072249913079</c:v>
                </c:pt>
                <c:pt idx="1385">
                  <c:v>43.691920422829583</c:v>
                </c:pt>
                <c:pt idx="1386">
                  <c:v>43.692625617000026</c:v>
                </c:pt>
                <c:pt idx="1387">
                  <c:v>43.692655500867218</c:v>
                </c:pt>
                <c:pt idx="1388">
                  <c:v>43.693312905782491</c:v>
                </c:pt>
                <c:pt idx="1389">
                  <c:v>43.69364950548222</c:v>
                </c:pt>
                <c:pt idx="1390">
                  <c:v>43.697173600670965</c:v>
                </c:pt>
                <c:pt idx="1391">
                  <c:v>43.697653702636693</c:v>
                </c:pt>
                <c:pt idx="1392">
                  <c:v>43.697662873558016</c:v>
                </c:pt>
                <c:pt idx="1393">
                  <c:v>43.698122400085026</c:v>
                </c:pt>
                <c:pt idx="1394">
                  <c:v>43.698341507865152</c:v>
                </c:pt>
                <c:pt idx="1395">
                  <c:v>43.700788084745739</c:v>
                </c:pt>
                <c:pt idx="1396">
                  <c:v>43.70092916215286</c:v>
                </c:pt>
                <c:pt idx="1397">
                  <c:v>43.700929355660257</c:v>
                </c:pt>
                <c:pt idx="1398">
                  <c:v>43.701051625209907</c:v>
                </c:pt>
                <c:pt idx="1399">
                  <c:v>43.701113623937758</c:v>
                </c:pt>
                <c:pt idx="1400">
                  <c:v>43.701771326977223</c:v>
                </c:pt>
                <c:pt idx="1401">
                  <c:v>43.702053657815554</c:v>
                </c:pt>
                <c:pt idx="1402">
                  <c:v>43.702069007834808</c:v>
                </c:pt>
                <c:pt idx="1403">
                  <c:v>43.702302493567949</c:v>
                </c:pt>
                <c:pt idx="1404">
                  <c:v>43.702418461339832</c:v>
                </c:pt>
                <c:pt idx="1405">
                  <c:v>43.703744000029019</c:v>
                </c:pt>
                <c:pt idx="1406">
                  <c:v>43.703844767147807</c:v>
                </c:pt>
                <c:pt idx="1407">
                  <c:v>43.703858079065036</c:v>
                </c:pt>
                <c:pt idx="1408">
                  <c:v>43.703920966193557</c:v>
                </c:pt>
                <c:pt idx="1409">
                  <c:v>43.703961592451137</c:v>
                </c:pt>
                <c:pt idx="1410">
                  <c:v>43.704399497785744</c:v>
                </c:pt>
                <c:pt idx="1411">
                  <c:v>43.704349191619166</c:v>
                </c:pt>
                <c:pt idx="1412">
                  <c:v>43.704348736647276</c:v>
                </c:pt>
                <c:pt idx="1413">
                  <c:v>43.704309604378039</c:v>
                </c:pt>
                <c:pt idx="1414">
                  <c:v>43.704289524626269</c:v>
                </c:pt>
                <c:pt idx="1415">
                  <c:v>43.70407174882115</c:v>
                </c:pt>
                <c:pt idx="1416">
                  <c:v>43.704819451718222</c:v>
                </c:pt>
                <c:pt idx="1417">
                  <c:v>43.704833572370013</c:v>
                </c:pt>
                <c:pt idx="1418">
                  <c:v>43.705436685388975</c:v>
                </c:pt>
                <c:pt idx="1419">
                  <c:v>43.705737611828901</c:v>
                </c:pt>
                <c:pt idx="1420">
                  <c:v>43.708997277395667</c:v>
                </c:pt>
                <c:pt idx="1421">
                  <c:v>43.708949374182488</c:v>
                </c:pt>
                <c:pt idx="1422">
                  <c:v>43.708943546119443</c:v>
                </c:pt>
                <c:pt idx="1423">
                  <c:v>43.708908420379714</c:v>
                </c:pt>
                <c:pt idx="1424">
                  <c:v>43.708884879279779</c:v>
                </c:pt>
                <c:pt idx="1425">
                  <c:v>43.708669526009203</c:v>
                </c:pt>
                <c:pt idx="1426">
                  <c:v>43.708155241622059</c:v>
                </c:pt>
                <c:pt idx="1427">
                  <c:v>43.708100172449868</c:v>
                </c:pt>
                <c:pt idx="1428">
                  <c:v>43.707705995542327</c:v>
                </c:pt>
                <c:pt idx="1429">
                  <c:v>43.707456145052952</c:v>
                </c:pt>
                <c:pt idx="1430">
                  <c:v>43.70505808820775</c:v>
                </c:pt>
                <c:pt idx="1431">
                  <c:v>43.704216483893227</c:v>
                </c:pt>
                <c:pt idx="1432">
                  <c:v>43.704135906786696</c:v>
                </c:pt>
                <c:pt idx="1433">
                  <c:v>43.703431774830086</c:v>
                </c:pt>
                <c:pt idx="1434">
                  <c:v>43.702998205628774</c:v>
                </c:pt>
                <c:pt idx="1435">
                  <c:v>43.698815421041104</c:v>
                </c:pt>
                <c:pt idx="1436">
                  <c:v>43.69889966996115</c:v>
                </c:pt>
                <c:pt idx="1437">
                  <c:v>43.698912112607701</c:v>
                </c:pt>
                <c:pt idx="1438">
                  <c:v>43.69898668125213</c:v>
                </c:pt>
                <c:pt idx="1439">
                  <c:v>43.699033782757468</c:v>
                </c:pt>
                <c:pt idx="1440">
                  <c:v>43.699474005566003</c:v>
                </c:pt>
                <c:pt idx="1441">
                  <c:v>43.698895232761863</c:v>
                </c:pt>
                <c:pt idx="1442">
                  <c:v>43.698810212288031</c:v>
                </c:pt>
                <c:pt idx="1443">
                  <c:v>43.698340615911988</c:v>
                </c:pt>
                <c:pt idx="1444">
                  <c:v>43.69803656155775</c:v>
                </c:pt>
                <c:pt idx="1445">
                  <c:v>43.695204040303963</c:v>
                </c:pt>
                <c:pt idx="1446">
                  <c:v>43.694852138127686</c:v>
                </c:pt>
                <c:pt idx="1447">
                  <c:v>43.694813485860337</c:v>
                </c:pt>
                <c:pt idx="1448">
                  <c:v>43.694497996166838</c:v>
                </c:pt>
                <c:pt idx="1449">
                  <c:v>43.694332097667569</c:v>
                </c:pt>
                <c:pt idx="1450">
                  <c:v>43.692575908181766</c:v>
                </c:pt>
                <c:pt idx="1451">
                  <c:v>43.692007589169016</c:v>
                </c:pt>
                <c:pt idx="1452">
                  <c:v>43.691939621279857</c:v>
                </c:pt>
                <c:pt idx="1453">
                  <c:v>43.691440043836444</c:v>
                </c:pt>
                <c:pt idx="1454">
                  <c:v>43.691166943720191</c:v>
                </c:pt>
                <c:pt idx="1455">
                  <c:v>43.688305989963112</c:v>
                </c:pt>
                <c:pt idx="1456">
                  <c:v>43.686652952664296</c:v>
                </c:pt>
                <c:pt idx="1457">
                  <c:v>43.686504508252703</c:v>
                </c:pt>
                <c:pt idx="1458">
                  <c:v>43.685141916567396</c:v>
                </c:pt>
                <c:pt idx="1459">
                  <c:v>43.684387231254448</c:v>
                </c:pt>
                <c:pt idx="1460">
                  <c:v>43.67648270374724</c:v>
                </c:pt>
                <c:pt idx="1461">
                  <c:v>43.676349435378462</c:v>
                </c:pt>
                <c:pt idx="1462">
                  <c:v>43.676325936902465</c:v>
                </c:pt>
                <c:pt idx="1463">
                  <c:v>43.676219597343461</c:v>
                </c:pt>
                <c:pt idx="1464">
                  <c:v>43.676155727424884</c:v>
                </c:pt>
                <c:pt idx="1465">
                  <c:v>43.675499501124989</c:v>
                </c:pt>
                <c:pt idx="1466">
                  <c:v>43.674546314371248</c:v>
                </c:pt>
                <c:pt idx="1467">
                  <c:v>43.67440314064644</c:v>
                </c:pt>
                <c:pt idx="1468">
                  <c:v>43.67374400841517</c:v>
                </c:pt>
                <c:pt idx="1469">
                  <c:v>43.673330871906735</c:v>
                </c:pt>
                <c:pt idx="1470">
                  <c:v>43.668929397049908</c:v>
                </c:pt>
                <c:pt idx="1471">
                  <c:v>43.668652248436175</c:v>
                </c:pt>
                <c:pt idx="1472">
                  <c:v>43.66862249954255</c:v>
                </c:pt>
                <c:pt idx="1473">
                  <c:v>43.668402501967002</c:v>
                </c:pt>
                <c:pt idx="1474">
                  <c:v>43.668283702526971</c:v>
                </c:pt>
                <c:pt idx="1475">
                  <c:v>43.666959925009621</c:v>
                </c:pt>
                <c:pt idx="1476">
                  <c:v>43.665863457634963</c:v>
                </c:pt>
                <c:pt idx="1477">
                  <c:v>43.665730922383858</c:v>
                </c:pt>
                <c:pt idx="1478">
                  <c:v>43.66485890713934</c:v>
                </c:pt>
                <c:pt idx="1479">
                  <c:v>43.664349570373432</c:v>
                </c:pt>
                <c:pt idx="1480">
                  <c:v>43.658748189030234</c:v>
                </c:pt>
                <c:pt idx="1481">
                  <c:v>43.657985079979511</c:v>
                </c:pt>
                <c:pt idx="1482">
                  <c:v>43.657844640318558</c:v>
                </c:pt>
                <c:pt idx="1483">
                  <c:v>43.657071881392405</c:v>
                </c:pt>
                <c:pt idx="1484">
                  <c:v>43.65660034081052</c:v>
                </c:pt>
                <c:pt idx="1485">
                  <c:v>43.651853627993432</c:v>
                </c:pt>
                <c:pt idx="1486">
                  <c:v>43.650222785003749</c:v>
                </c:pt>
                <c:pt idx="1487">
                  <c:v>43.650046491804922</c:v>
                </c:pt>
                <c:pt idx="1488">
                  <c:v>43.648655005634005</c:v>
                </c:pt>
                <c:pt idx="1489">
                  <c:v>43.647876461562021</c:v>
                </c:pt>
                <c:pt idx="1490">
                  <c:v>43.639700212703531</c:v>
                </c:pt>
                <c:pt idx="1491">
                  <c:v>43.639789083796117</c:v>
                </c:pt>
                <c:pt idx="1492">
                  <c:v>43.639800114397133</c:v>
                </c:pt>
                <c:pt idx="1493">
                  <c:v>43.639873061376704</c:v>
                </c:pt>
                <c:pt idx="1494">
                  <c:v>43.639913260215515</c:v>
                </c:pt>
                <c:pt idx="1495">
                  <c:v>43.640358735796951</c:v>
                </c:pt>
                <c:pt idx="1496">
                  <c:v>43.640316460651931</c:v>
                </c:pt>
                <c:pt idx="1497">
                  <c:v>43.640310470081282</c:v>
                </c:pt>
                <c:pt idx="1498">
                  <c:v>43.640273710509348</c:v>
                </c:pt>
                <c:pt idx="1499">
                  <c:v>43.640251238283533</c:v>
                </c:pt>
                <c:pt idx="1500">
                  <c:v>43.640031019994865</c:v>
                </c:pt>
                <c:pt idx="1501">
                  <c:v>43.638771172838254</c:v>
                </c:pt>
                <c:pt idx="1502">
                  <c:v>43.638597019397835</c:v>
                </c:pt>
                <c:pt idx="1503">
                  <c:v>43.637473126675324</c:v>
                </c:pt>
                <c:pt idx="1504">
                  <c:v>43.636881860838571</c:v>
                </c:pt>
                <c:pt idx="1505">
                  <c:v>43.630505692964448</c:v>
                </c:pt>
                <c:pt idx="1506">
                  <c:v>43.630109132453853</c:v>
                </c:pt>
                <c:pt idx="1507">
                  <c:v>43.630071552968097</c:v>
                </c:pt>
                <c:pt idx="1508">
                  <c:v>43.629702767662287</c:v>
                </c:pt>
                <c:pt idx="1509">
                  <c:v>43.629526291195113</c:v>
                </c:pt>
                <c:pt idx="1510">
                  <c:v>43.627550118597128</c:v>
                </c:pt>
                <c:pt idx="1511">
                  <c:v>43.627506136671727</c:v>
                </c:pt>
                <c:pt idx="1512">
                  <c:v>43.627500406302701</c:v>
                </c:pt>
                <c:pt idx="1513">
                  <c:v>43.627462277558045</c:v>
                </c:pt>
                <c:pt idx="1514">
                  <c:v>43.627441993194587</c:v>
                </c:pt>
                <c:pt idx="1515">
                  <c:v>43.627222409299918</c:v>
                </c:pt>
                <c:pt idx="1516">
                  <c:v>43.628021084406839</c:v>
                </c:pt>
                <c:pt idx="1517">
                  <c:v>43.628068708104244</c:v>
                </c:pt>
                <c:pt idx="1518">
                  <c:v>43.628729893555821</c:v>
                </c:pt>
                <c:pt idx="1519">
                  <c:v>43.629082356921089</c:v>
                </c:pt>
                <c:pt idx="1520">
                  <c:v>43.63280585642508</c:v>
                </c:pt>
                <c:pt idx="1521">
                  <c:v>43.632757216262107</c:v>
                </c:pt>
                <c:pt idx="1522">
                  <c:v>43.63275649253324</c:v>
                </c:pt>
                <c:pt idx="1523">
                  <c:v>43.632715862629539</c:v>
                </c:pt>
                <c:pt idx="1524">
                  <c:v>43.632695109132534</c:v>
                </c:pt>
                <c:pt idx="1525">
                  <c:v>43.632475052842381</c:v>
                </c:pt>
                <c:pt idx="1526">
                  <c:v>43.632335316056427</c:v>
                </c:pt>
                <c:pt idx="1527">
                  <c:v>43.632321654248493</c:v>
                </c:pt>
                <c:pt idx="1528">
                  <c:v>43.632210969825387</c:v>
                </c:pt>
                <c:pt idx="1529">
                  <c:v>43.632150209516823</c:v>
                </c:pt>
                <c:pt idx="1530">
                  <c:v>43.631491917961398</c:v>
                </c:pt>
                <c:pt idx="1531">
                  <c:v>43.632043355190099</c:v>
                </c:pt>
                <c:pt idx="1532">
                  <c:v>43.632084406698361</c:v>
                </c:pt>
                <c:pt idx="1533">
                  <c:v>43.632530975680289</c:v>
                </c:pt>
                <c:pt idx="1534">
                  <c:v>43.632794115397438</c:v>
                </c:pt>
                <c:pt idx="1535">
                  <c:v>43.635430649740954</c:v>
                </c:pt>
                <c:pt idx="1536">
                  <c:v>43.635872385335148</c:v>
                </c:pt>
                <c:pt idx="1537">
                  <c:v>43.635923113654094</c:v>
                </c:pt>
                <c:pt idx="1538">
                  <c:v>43.636300250751596</c:v>
                </c:pt>
                <c:pt idx="1539">
                  <c:v>43.636490323764555</c:v>
                </c:pt>
                <c:pt idx="1540">
                  <c:v>43.638717066804304</c:v>
                </c:pt>
                <c:pt idx="1541">
                  <c:v>43.638960595761347</c:v>
                </c:pt>
                <c:pt idx="1542">
                  <c:v>43.639004231376482</c:v>
                </c:pt>
                <c:pt idx="1543">
                  <c:v>43.639144565023855</c:v>
                </c:pt>
                <c:pt idx="1544">
                  <c:v>43.63926186775187</c:v>
                </c:pt>
                <c:pt idx="1545">
                  <c:v>43.640358735796951</c:v>
                </c:pt>
                <c:pt idx="1546">
                  <c:v>43.641101581190298</c:v>
                </c:pt>
                <c:pt idx="1547">
                  <c:v>43.64116734361626</c:v>
                </c:pt>
                <c:pt idx="1548">
                  <c:v>43.641779201581187</c:v>
                </c:pt>
                <c:pt idx="1549">
                  <c:v>43.642075158139434</c:v>
                </c:pt>
                <c:pt idx="1550">
                  <c:v>43.645611486414623</c:v>
                </c:pt>
                <c:pt idx="1551">
                  <c:v>43.646366714508304</c:v>
                </c:pt>
                <c:pt idx="1552">
                  <c:v>43.646435536651033</c:v>
                </c:pt>
                <c:pt idx="1553">
                  <c:v>43.647138830052128</c:v>
                </c:pt>
                <c:pt idx="1554">
                  <c:v>43.647446203772517</c:v>
                </c:pt>
                <c:pt idx="1555">
                  <c:v>43.651195093097499</c:v>
                </c:pt>
                <c:pt idx="1556">
                  <c:v>43.651601449176162</c:v>
                </c:pt>
                <c:pt idx="1557">
                  <c:v>43.651636360419133</c:v>
                </c:pt>
                <c:pt idx="1558">
                  <c:v>43.651996195869636</c:v>
                </c:pt>
                <c:pt idx="1559">
                  <c:v>43.65216920131774</c:v>
                </c:pt>
                <c:pt idx="1560">
                  <c:v>43.65415077615728</c:v>
                </c:pt>
                <c:pt idx="1561">
                  <c:v>43.655269694048613</c:v>
                </c:pt>
                <c:pt idx="1562">
                  <c:v>43.655318341935178</c:v>
                </c:pt>
                <c:pt idx="1563">
                  <c:v>43.656319729065785</c:v>
                </c:pt>
                <c:pt idx="1564">
                  <c:v>43.65674721350981</c:v>
                </c:pt>
                <c:pt idx="1565">
                  <c:v>43.662031633992285</c:v>
                </c:pt>
                <c:pt idx="1566">
                  <c:v>43.663077031682519</c:v>
                </c:pt>
                <c:pt idx="1567">
                  <c:v>43.663170517868956</c:v>
                </c:pt>
                <c:pt idx="1568">
                  <c:v>43.66411683693844</c:v>
                </c:pt>
                <c:pt idx="1569">
                  <c:v>43.664504077351573</c:v>
                </c:pt>
                <c:pt idx="1570">
                  <c:v>43.669587950289952</c:v>
                </c:pt>
                <c:pt idx="1571">
                  <c:v>43.670524280101056</c:v>
                </c:pt>
                <c:pt idx="1572">
                  <c:v>43.670560528129776</c:v>
                </c:pt>
                <c:pt idx="1573">
                  <c:v>43.67133430189012</c:v>
                </c:pt>
                <c:pt idx="1574">
                  <c:v>43.67168967262247</c:v>
                </c:pt>
                <c:pt idx="1575">
                  <c:v>43.675827235162387</c:v>
                </c:pt>
                <c:pt idx="1576">
                  <c:v>43.676777688119273</c:v>
                </c:pt>
                <c:pt idx="1577">
                  <c:v>43.676879025708459</c:v>
                </c:pt>
                <c:pt idx="1578">
                  <c:v>43.677554864318218</c:v>
                </c:pt>
                <c:pt idx="1579">
                  <c:v>43.677924106398329</c:v>
                </c:pt>
                <c:pt idx="1580">
                  <c:v>43.682066581655761</c:v>
                </c:pt>
                <c:pt idx="1581">
                  <c:v>43.683181042833496</c:v>
                </c:pt>
                <c:pt idx="1582">
                  <c:v>43.683238944399534</c:v>
                </c:pt>
                <c:pt idx="1583">
                  <c:v>43.684160344823738</c:v>
                </c:pt>
                <c:pt idx="1584">
                  <c:v>43.684575965981679</c:v>
                </c:pt>
                <c:pt idx="1585">
                  <c:v>43.689620045696074</c:v>
                </c:pt>
                <c:pt idx="1586">
                  <c:v>43.69031349723921</c:v>
                </c:pt>
                <c:pt idx="1587">
                  <c:v>43.690362177959685</c:v>
                </c:pt>
                <c:pt idx="1588">
                  <c:v>43.690902909998037</c:v>
                </c:pt>
                <c:pt idx="1589">
                  <c:v>43.691149921684826</c:v>
                </c:pt>
                <c:pt idx="1590">
                  <c:v>43.6942177164849</c:v>
                </c:pt>
                <c:pt idx="1591">
                  <c:v>43.695402935478839</c:v>
                </c:pt>
                <c:pt idx="1592">
                  <c:v>43.695456292319022</c:v>
                </c:pt>
                <c:pt idx="1593">
                  <c:v>43.696356311781599</c:v>
                </c:pt>
                <c:pt idx="1594">
                  <c:v>43.696876897904119</c:v>
                </c:pt>
                <c:pt idx="1595">
                  <c:v>43.702429914621746</c:v>
                </c:pt>
                <c:pt idx="1596">
                  <c:v>43.704072745174244</c:v>
                </c:pt>
                <c:pt idx="1597">
                  <c:v>43.704227779611948</c:v>
                </c:pt>
                <c:pt idx="1598">
                  <c:v>43.705499293130728</c:v>
                </c:pt>
                <c:pt idx="1599">
                  <c:v>43.706258926827147</c:v>
                </c:pt>
                <c:pt idx="1600">
                  <c:v>43.714253691189697</c:v>
                </c:pt>
                <c:pt idx="1601">
                  <c:v>43.714750869466805</c:v>
                </c:pt>
                <c:pt idx="1602">
                  <c:v>43.714811460496037</c:v>
                </c:pt>
                <c:pt idx="1603">
                  <c:v>43.71519393744039</c:v>
                </c:pt>
                <c:pt idx="1604">
                  <c:v>43.715432924313326</c:v>
                </c:pt>
                <c:pt idx="1605">
                  <c:v>43.717865182492915</c:v>
                </c:pt>
                <c:pt idx="1606">
                  <c:v>43.71827996378034</c:v>
                </c:pt>
                <c:pt idx="1607">
                  <c:v>43.718307998105352</c:v>
                </c:pt>
                <c:pt idx="1608">
                  <c:v>43.718644008006613</c:v>
                </c:pt>
                <c:pt idx="1609">
                  <c:v>43.718830765957428</c:v>
                </c:pt>
                <c:pt idx="1610">
                  <c:v>43.720821179073539</c:v>
                </c:pt>
                <c:pt idx="1611">
                  <c:v>43.721360436654727</c:v>
                </c:pt>
                <c:pt idx="1612">
                  <c:v>43.721400716439859</c:v>
                </c:pt>
                <c:pt idx="1613">
                  <c:v>43.721853468243339</c:v>
                </c:pt>
                <c:pt idx="1614">
                  <c:v>43.722115886452698</c:v>
                </c:pt>
                <c:pt idx="1615">
                  <c:v>43.724763560540623</c:v>
                </c:pt>
                <c:pt idx="1616">
                  <c:v>43.725320249505621</c:v>
                </c:pt>
                <c:pt idx="1617">
                  <c:v>43.725353761257914</c:v>
                </c:pt>
                <c:pt idx="1618">
                  <c:v>43.725903140949796</c:v>
                </c:pt>
                <c:pt idx="1619">
                  <c:v>43.726174139434555</c:v>
                </c:pt>
                <c:pt idx="1620">
                  <c:v>43.729033729214677</c:v>
                </c:pt>
                <c:pt idx="1621">
                  <c:v>43.729732495306074</c:v>
                </c:pt>
                <c:pt idx="1622">
                  <c:v>43.729781056362732</c:v>
                </c:pt>
                <c:pt idx="1623">
                  <c:v>43.730440252358754</c:v>
                </c:pt>
                <c:pt idx="1624">
                  <c:v>43.73080752575386</c:v>
                </c:pt>
                <c:pt idx="1625">
                  <c:v>43.734287221410057</c:v>
                </c:pt>
                <c:pt idx="1626">
                  <c:v>43.734895128468459</c:v>
                </c:pt>
                <c:pt idx="1627">
                  <c:v>43.734934202821805</c:v>
                </c:pt>
                <c:pt idx="1628">
                  <c:v>43.735515715564212</c:v>
                </c:pt>
                <c:pt idx="1629">
                  <c:v>43.735801231488217</c:v>
                </c:pt>
                <c:pt idx="1630">
                  <c:v>43.738885223512909</c:v>
                </c:pt>
                <c:pt idx="1631">
                  <c:v>43.738839679439842</c:v>
                </c:pt>
                <c:pt idx="1632">
                  <c:v>43.738838751723783</c:v>
                </c:pt>
                <c:pt idx="1633">
                  <c:v>43.738796774776873</c:v>
                </c:pt>
                <c:pt idx="1634">
                  <c:v>43.738776790775219</c:v>
                </c:pt>
                <c:pt idx="1635">
                  <c:v>43.738557456249623</c:v>
                </c:pt>
                <c:pt idx="1636">
                  <c:v>43.738790617414388</c:v>
                </c:pt>
                <c:pt idx="1637">
                  <c:v>43.738801284173846</c:v>
                </c:pt>
                <c:pt idx="1638">
                  <c:v>43.738997932282572</c:v>
                </c:pt>
                <c:pt idx="1639">
                  <c:v>43.739103459162273</c:v>
                </c:pt>
                <c:pt idx="1640">
                  <c:v>43.740199386472</c:v>
                </c:pt>
                <c:pt idx="1641">
                  <c:v>43.740247841572824</c:v>
                </c:pt>
                <c:pt idx="1642">
                  <c:v>43.74024840250145</c:v>
                </c:pt>
                <c:pt idx="1643">
                  <c:v>43.740291524834767</c:v>
                </c:pt>
                <c:pt idx="1644">
                  <c:v>43.740308912202465</c:v>
                </c:pt>
                <c:pt idx="1645">
                  <c:v>43.740530246767378</c:v>
                </c:pt>
                <c:pt idx="1646">
                  <c:v>43.740670649756098</c:v>
                </c:pt>
                <c:pt idx="1647">
                  <c:v>43.740670812904696</c:v>
                </c:pt>
                <c:pt idx="1648">
                  <c:v>43.740795039480481</c:v>
                </c:pt>
                <c:pt idx="1649">
                  <c:v>43.740850117412236</c:v>
                </c:pt>
                <c:pt idx="1650">
                  <c:v>43.741513552252457</c:v>
                </c:pt>
                <c:pt idx="1651">
                  <c:v>43.742022998996433</c:v>
                </c:pt>
                <c:pt idx="1652">
                  <c:v>43.742033309045233</c:v>
                </c:pt>
                <c:pt idx="1653">
                  <c:v>43.742470204401151</c:v>
                </c:pt>
                <c:pt idx="1654">
                  <c:v>43.742687901791754</c:v>
                </c:pt>
                <c:pt idx="1655">
                  <c:v>43.745128295755649</c:v>
                </c:pt>
                <c:pt idx="1656">
                  <c:v>43.745828925965512</c:v>
                </c:pt>
                <c:pt idx="1657">
                  <c:v>43.745831766591913</c:v>
                </c:pt>
                <c:pt idx="1658">
                  <c:v>43.746424459294872</c:v>
                </c:pt>
                <c:pt idx="1659">
                  <c:v>43.746715504596743</c:v>
                </c:pt>
                <c:pt idx="1660">
                  <c:v>43.750054152622113</c:v>
                </c:pt>
                <c:pt idx="1661">
                  <c:v>43.750762581412907</c:v>
                </c:pt>
                <c:pt idx="1662">
                  <c:v>43.750787348859312</c:v>
                </c:pt>
                <c:pt idx="1663">
                  <c:v>43.751484279187231</c:v>
                </c:pt>
                <c:pt idx="1664">
                  <c:v>43.751813455427417</c:v>
                </c:pt>
                <c:pt idx="1665">
                  <c:v>43.755638693896003</c:v>
                </c:pt>
                <c:pt idx="1666">
                  <c:v>43.755818952154186</c:v>
                </c:pt>
                <c:pt idx="1667">
                  <c:v>43.755824550048445</c:v>
                </c:pt>
                <c:pt idx="1668">
                  <c:v>43.755995050150155</c:v>
                </c:pt>
                <c:pt idx="1669">
                  <c:v>43.756064694703269</c:v>
                </c:pt>
                <c:pt idx="1670">
                  <c:v>43.756952892958452</c:v>
                </c:pt>
                <c:pt idx="1671">
                  <c:v>43.757836565932749</c:v>
                </c:pt>
                <c:pt idx="1672">
                  <c:v>43.757900711738586</c:v>
                </c:pt>
                <c:pt idx="1673">
                  <c:v>43.758731969939248</c:v>
                </c:pt>
                <c:pt idx="1674">
                  <c:v>43.759138435117734</c:v>
                </c:pt>
                <c:pt idx="1675">
                  <c:v>43.763520838703073</c:v>
                </c:pt>
                <c:pt idx="1676">
                  <c:v>43.764526431516416</c:v>
                </c:pt>
                <c:pt idx="1677">
                  <c:v>43.764567959620798</c:v>
                </c:pt>
                <c:pt idx="1678">
                  <c:v>43.765555585950096</c:v>
                </c:pt>
                <c:pt idx="1679">
                  <c:v>43.765930472346554</c:v>
                </c:pt>
                <c:pt idx="1680">
                  <c:v>43.770747516730239</c:v>
                </c:pt>
                <c:pt idx="1681">
                  <c:v>43.77130672802484</c:v>
                </c:pt>
                <c:pt idx="1682">
                  <c:v>43.771316230130026</c:v>
                </c:pt>
                <c:pt idx="1683">
                  <c:v>43.771828875989961</c:v>
                </c:pt>
                <c:pt idx="1684">
                  <c:v>43.772056783175614</c:v>
                </c:pt>
                <c:pt idx="1685">
                  <c:v>43.774690220943342</c:v>
                </c:pt>
                <c:pt idx="1686">
                  <c:v>43.774960725662538</c:v>
                </c:pt>
                <c:pt idx="1687">
                  <c:v>43.774971036169809</c:v>
                </c:pt>
                <c:pt idx="1688">
                  <c:v>43.775229508154631</c:v>
                </c:pt>
                <c:pt idx="1689">
                  <c:v>43.77533367599969</c:v>
                </c:pt>
                <c:pt idx="1690">
                  <c:v>43.776660036560315</c:v>
                </c:pt>
                <c:pt idx="1691">
                  <c:v>43.777450056604785</c:v>
                </c:pt>
                <c:pt idx="1692">
                  <c:v>43.777489283883121</c:v>
                </c:pt>
                <c:pt idx="1693">
                  <c:v>43.778224096605271</c:v>
                </c:pt>
                <c:pt idx="1694">
                  <c:v>43.778514455198909</c:v>
                </c:pt>
                <c:pt idx="1695">
                  <c:v>43.782244823619124</c:v>
                </c:pt>
                <c:pt idx="1696">
                  <c:v>43.782343364438525</c:v>
                </c:pt>
                <c:pt idx="1697">
                  <c:v>43.782345801153959</c:v>
                </c:pt>
                <c:pt idx="1698">
                  <c:v>43.782429773153268</c:v>
                </c:pt>
                <c:pt idx="1699">
                  <c:v>43.782466308147974</c:v>
                </c:pt>
                <c:pt idx="1700">
                  <c:v>43.7829004055734</c:v>
                </c:pt>
                <c:pt idx="1701">
                  <c:v>43.783542140428459</c:v>
                </c:pt>
                <c:pt idx="1702">
                  <c:v>43.783552917628633</c:v>
                </c:pt>
                <c:pt idx="1703">
                  <c:v>43.78410175713541</c:v>
                </c:pt>
                <c:pt idx="1704">
                  <c:v>43.784314955279605</c:v>
                </c:pt>
                <c:pt idx="1705">
                  <c:v>43.787170982927989</c:v>
                </c:pt>
                <c:pt idx="1706">
                  <c:v>43.788047924499288</c:v>
                </c:pt>
                <c:pt idx="1707">
                  <c:v>43.78808426823781</c:v>
                </c:pt>
                <c:pt idx="1708">
                  <c:v>43.788833995817363</c:v>
                </c:pt>
                <c:pt idx="1709">
                  <c:v>43.789187882477187</c:v>
                </c:pt>
                <c:pt idx="1710">
                  <c:v>43.793411461419453</c:v>
                </c:pt>
                <c:pt idx="1711">
                  <c:v>43.79408977170938</c:v>
                </c:pt>
                <c:pt idx="1712">
                  <c:v>43.79409974069079</c:v>
                </c:pt>
                <c:pt idx="1713">
                  <c:v>43.79472387611704</c:v>
                </c:pt>
                <c:pt idx="1714">
                  <c:v>43.795000705237676</c:v>
                </c:pt>
                <c:pt idx="1715">
                  <c:v>43.798340805219084</c:v>
                </c:pt>
                <c:pt idx="1716">
                  <c:v>43.798701671449805</c:v>
                </c:pt>
                <c:pt idx="1717">
                  <c:v>43.798725116441737</c:v>
                </c:pt>
                <c:pt idx="1718">
                  <c:v>43.799025626112346</c:v>
                </c:pt>
                <c:pt idx="1719">
                  <c:v>43.799194109340156</c:v>
                </c:pt>
                <c:pt idx="1720">
                  <c:v>43.800966300468417</c:v>
                </c:pt>
                <c:pt idx="1721">
                  <c:v>43.800654855725895</c:v>
                </c:pt>
                <c:pt idx="1722">
                  <c:v>43.800635383683243</c:v>
                </c:pt>
                <c:pt idx="1723">
                  <c:v>43.800364878883478</c:v>
                </c:pt>
                <c:pt idx="1724">
                  <c:v>43.80020427939197</c:v>
                </c:pt>
                <c:pt idx="1725">
                  <c:v>43.798668604935472</c:v>
                </c:pt>
                <c:pt idx="1726">
                  <c:v>43.799060813146873</c:v>
                </c:pt>
                <c:pt idx="1727">
                  <c:v>43.799081267402158</c:v>
                </c:pt>
                <c:pt idx="1728">
                  <c:v>43.799466411273741</c:v>
                </c:pt>
                <c:pt idx="1729">
                  <c:v>43.799628980582867</c:v>
                </c:pt>
                <c:pt idx="1730">
                  <c:v>43.801624995441216</c:v>
                </c:pt>
                <c:pt idx="1731">
                  <c:v>43.801757388924592</c:v>
                </c:pt>
                <c:pt idx="1732">
                  <c:v>43.801765014687469</c:v>
                </c:pt>
                <c:pt idx="1733">
                  <c:v>43.801893400823175</c:v>
                </c:pt>
                <c:pt idx="1734">
                  <c:v>43.801951759163181</c:v>
                </c:pt>
                <c:pt idx="1735">
                  <c:v>43.802611493033112</c:v>
                </c:pt>
                <c:pt idx="1736">
                  <c:v>43.801692155942881</c:v>
                </c:pt>
                <c:pt idx="1737">
                  <c:v>43.801621708597999</c:v>
                </c:pt>
                <c:pt idx="1738">
                  <c:v>43.80067388963144</c:v>
                </c:pt>
                <c:pt idx="1739">
                  <c:v>43.800300528105581</c:v>
                </c:pt>
                <c:pt idx="1740">
                  <c:v>43.795712229111416</c:v>
                </c:pt>
                <c:pt idx="1741">
                  <c:v>43.796067158133376</c:v>
                </c:pt>
                <c:pt idx="1742">
                  <c:v>43.796095516311993</c:v>
                </c:pt>
                <c:pt idx="1743">
                  <c:v>43.796444102423507</c:v>
                </c:pt>
                <c:pt idx="1744">
                  <c:v>43.796589573034694</c:v>
                </c:pt>
                <c:pt idx="1745">
                  <c:v>43.798340805219084</c:v>
                </c:pt>
                <c:pt idx="1746">
                  <c:v>43.798032858912585</c:v>
                </c:pt>
                <c:pt idx="1747">
                  <c:v>43.798009969854235</c:v>
                </c:pt>
                <c:pt idx="1748">
                  <c:v>43.797691737988778</c:v>
                </c:pt>
                <c:pt idx="1749">
                  <c:v>43.79757437107596</c:v>
                </c:pt>
                <c:pt idx="1750">
                  <c:v>43.796040027381423</c:v>
                </c:pt>
                <c:pt idx="1751">
                  <c:v>43.796040027381423</c:v>
                </c:pt>
                <c:pt idx="1752">
                  <c:v>43.796040027381423</c:v>
                </c:pt>
                <c:pt idx="1753">
                  <c:v>43.796040027381423</c:v>
                </c:pt>
                <c:pt idx="1754">
                  <c:v>43.796040027381423</c:v>
                </c:pt>
                <c:pt idx="1755">
                  <c:v>43.796040027381423</c:v>
                </c:pt>
                <c:pt idx="1756">
                  <c:v>43.79642830659003</c:v>
                </c:pt>
                <c:pt idx="1757">
                  <c:v>43.796454015296902</c:v>
                </c:pt>
                <c:pt idx="1758">
                  <c:v>43.796788925971647</c:v>
                </c:pt>
                <c:pt idx="1759">
                  <c:v>43.796940222503657</c:v>
                </c:pt>
                <c:pt idx="1760">
                  <c:v>43.798668604935472</c:v>
                </c:pt>
                <c:pt idx="1761">
                  <c:v>43.79922869332048</c:v>
                </c:pt>
                <c:pt idx="1762">
                  <c:v>43.799490477105095</c:v>
                </c:pt>
                <c:pt idx="1763">
                  <c:v>43.799774977218519</c:v>
                </c:pt>
                <c:pt idx="1764">
                  <c:v>43.799992773106077</c:v>
                </c:pt>
                <c:pt idx="1765">
                  <c:v>43.802611493033112</c:v>
                </c:pt>
                <c:pt idx="1766">
                  <c:v>43.803227234104504</c:v>
                </c:pt>
                <c:pt idx="1767">
                  <c:v>43.803240729313067</c:v>
                </c:pt>
                <c:pt idx="1768">
                  <c:v>43.803789682474175</c:v>
                </c:pt>
                <c:pt idx="1769">
                  <c:v>43.804028773930163</c:v>
                </c:pt>
                <c:pt idx="1770">
                  <c:v>43.806879119047778</c:v>
                </c:pt>
                <c:pt idx="1771">
                  <c:v>43.807148314686124</c:v>
                </c:pt>
                <c:pt idx="1772">
                  <c:v>43.807157409073483</c:v>
                </c:pt>
                <c:pt idx="1773">
                  <c:v>43.807411260358172</c:v>
                </c:pt>
                <c:pt idx="1774">
                  <c:v>43.807519305028201</c:v>
                </c:pt>
                <c:pt idx="1775">
                  <c:v>43.808852133336529</c:v>
                </c:pt>
                <c:pt idx="1776">
                  <c:v>43.808852133336529</c:v>
                </c:pt>
                <c:pt idx="1777">
                  <c:v>43.808852133336529</c:v>
                </c:pt>
                <c:pt idx="1778">
                  <c:v>43.808852133336529</c:v>
                </c:pt>
                <c:pt idx="1779">
                  <c:v>43.808852133336529</c:v>
                </c:pt>
                <c:pt idx="1780">
                  <c:v>43.808852133336529</c:v>
                </c:pt>
                <c:pt idx="1781">
                  <c:v>43.808676179165012</c:v>
                </c:pt>
                <c:pt idx="1782">
                  <c:v>43.808667736969007</c:v>
                </c:pt>
                <c:pt idx="1783">
                  <c:v>43.808503694508282</c:v>
                </c:pt>
                <c:pt idx="1784">
                  <c:v>43.808427745324238</c:v>
                </c:pt>
                <c:pt idx="1785">
                  <c:v>43.80753782058008</c:v>
                </c:pt>
                <c:pt idx="1786">
                  <c:v>43.808288857348927</c:v>
                </c:pt>
                <c:pt idx="1787">
                  <c:v>43.808326706409169</c:v>
                </c:pt>
                <c:pt idx="1788">
                  <c:v>43.809039946954734</c:v>
                </c:pt>
                <c:pt idx="1789">
                  <c:v>43.809359280741837</c:v>
                </c:pt>
                <c:pt idx="1790">
                  <c:v>43.813122896808522</c:v>
                </c:pt>
                <c:pt idx="1791">
                  <c:v>43.813165467935349</c:v>
                </c:pt>
                <c:pt idx="1792">
                  <c:v>43.813169960438337</c:v>
                </c:pt>
                <c:pt idx="1793">
                  <c:v>43.813210679397514</c:v>
                </c:pt>
                <c:pt idx="1794">
                  <c:v>43.813229509399861</c:v>
                </c:pt>
                <c:pt idx="1795">
                  <c:v>43.813450704692173</c:v>
                </c:pt>
                <c:pt idx="1796">
                  <c:v>43.81349439181254</c:v>
                </c:pt>
                <c:pt idx="1797">
                  <c:v>43.813497740098114</c:v>
                </c:pt>
                <c:pt idx="1798">
                  <c:v>43.813539370035329</c:v>
                </c:pt>
                <c:pt idx="1799">
                  <c:v>43.813558088009728</c:v>
                </c:pt>
                <c:pt idx="1800">
                  <c:v>43.813778512757551</c:v>
                </c:pt>
                <c:pt idx="1801">
                  <c:v>43.813867001517828</c:v>
                </c:pt>
                <c:pt idx="1802">
                  <c:v>43.81387350252615</c:v>
                </c:pt>
                <c:pt idx="1803">
                  <c:v>43.813958833390721</c:v>
                </c:pt>
                <c:pt idx="1804">
                  <c:v>43.813998157584919</c:v>
                </c:pt>
                <c:pt idx="1805">
                  <c:v>43.814437221966955</c:v>
                </c:pt>
                <c:pt idx="1806">
                  <c:v>43.814262195470562</c:v>
                </c:pt>
                <c:pt idx="1807">
                  <c:v>43.814244060016513</c:v>
                </c:pt>
                <c:pt idx="1808">
                  <c:v>43.814074416127724</c:v>
                </c:pt>
                <c:pt idx="1809">
                  <c:v>43.814004027380946</c:v>
                </c:pt>
                <c:pt idx="1810">
                  <c:v>43.813122896808522</c:v>
                </c:pt>
                <c:pt idx="1811">
                  <c:v>43.813122896808522</c:v>
                </c:pt>
                <c:pt idx="1812">
                  <c:v>43.813122896808522</c:v>
                </c:pt>
                <c:pt idx="1813">
                  <c:v>43.813122896808522</c:v>
                </c:pt>
                <c:pt idx="1814">
                  <c:v>43.813122896808522</c:v>
                </c:pt>
                <c:pt idx="1815">
                  <c:v>43.813122896808522</c:v>
                </c:pt>
                <c:pt idx="1816">
                  <c:v>43.813031393850167</c:v>
                </c:pt>
                <c:pt idx="1817">
                  <c:v>43.813024226962924</c:v>
                </c:pt>
                <c:pt idx="1818">
                  <c:v>43.812940202326956</c:v>
                </c:pt>
                <c:pt idx="1819">
                  <c:v>43.812898471727266</c:v>
                </c:pt>
                <c:pt idx="1820">
                  <c:v>43.812464189063519</c:v>
                </c:pt>
                <c:pt idx="1821">
                  <c:v>43.812376585744161</c:v>
                </c:pt>
                <c:pt idx="1822">
                  <c:v>43.812366598244139</c:v>
                </c:pt>
                <c:pt idx="1823">
                  <c:v>43.812284688240815</c:v>
                </c:pt>
                <c:pt idx="1824">
                  <c:v>43.812243744084377</c:v>
                </c:pt>
                <c:pt idx="1825">
                  <c:v>43.811808574571558</c:v>
                </c:pt>
                <c:pt idx="1826">
                  <c:v>43.811409417291927</c:v>
                </c:pt>
                <c:pt idx="1827">
                  <c:v>43.811370841366866</c:v>
                </c:pt>
                <c:pt idx="1828">
                  <c:v>43.810993752105425</c:v>
                </c:pt>
                <c:pt idx="1829">
                  <c:v>43.81082609989366</c:v>
                </c:pt>
                <c:pt idx="1830">
                  <c:v>43.808852133336529</c:v>
                </c:pt>
                <c:pt idx="1831">
                  <c:v>43.80850237513841</c:v>
                </c:pt>
                <c:pt idx="1832">
                  <c:v>43.808472020165979</c:v>
                </c:pt>
                <c:pt idx="1833">
                  <c:v>43.808147072669897</c:v>
                </c:pt>
                <c:pt idx="1834">
                  <c:v>43.807983541136885</c:v>
                </c:pt>
                <c:pt idx="1835">
                  <c:v>43.806223510737425</c:v>
                </c:pt>
                <c:pt idx="1836">
                  <c:v>43.806179162737727</c:v>
                </c:pt>
                <c:pt idx="1837">
                  <c:v>43.806176846637825</c:v>
                </c:pt>
                <c:pt idx="1838">
                  <c:v>43.806135490399434</c:v>
                </c:pt>
                <c:pt idx="1839">
                  <c:v>43.806115113603298</c:v>
                </c:pt>
                <c:pt idx="1840">
                  <c:v>43.80589570685396</c:v>
                </c:pt>
                <c:pt idx="1841">
                  <c:v>43.805490960450221</c:v>
                </c:pt>
                <c:pt idx="1842">
                  <c:v>43.805473774091283</c:v>
                </c:pt>
                <c:pt idx="1843">
                  <c:v>43.805089109455558</c:v>
                </c:pt>
                <c:pt idx="1844">
                  <c:v>43.804930074046581</c:v>
                </c:pt>
                <c:pt idx="1845">
                  <c:v>43.802939295103272</c:v>
                </c:pt>
                <c:pt idx="1846">
                  <c:v>43.802982967997615</c:v>
                </c:pt>
                <c:pt idx="1847">
                  <c:v>43.802985552567812</c:v>
                </c:pt>
                <c:pt idx="1848">
                  <c:v>43.803028332767816</c:v>
                </c:pt>
                <c:pt idx="1849">
                  <c:v>43.80304876776011</c:v>
                </c:pt>
                <c:pt idx="1850">
                  <c:v>43.803267097354251</c:v>
                </c:pt>
                <c:pt idx="1851">
                  <c:v>43.802598755680734</c:v>
                </c:pt>
                <c:pt idx="1852">
                  <c:v>43.802540992735139</c:v>
                </c:pt>
                <c:pt idx="1853">
                  <c:v>43.801914851264236</c:v>
                </c:pt>
                <c:pt idx="1854">
                  <c:v>43.80146452839778</c:v>
                </c:pt>
                <c:pt idx="1855">
                  <c:v>43.798340805219084</c:v>
                </c:pt>
                <c:pt idx="1856">
                  <c:v>43.798846569958563</c:v>
                </c:pt>
                <c:pt idx="1857">
                  <c:v>43.798873591826215</c:v>
                </c:pt>
                <c:pt idx="1858">
                  <c:v>43.799351623244448</c:v>
                </c:pt>
                <c:pt idx="1859">
                  <c:v>43.799588480925827</c:v>
                </c:pt>
                <c:pt idx="1860">
                  <c:v>43.801952796967214</c:v>
                </c:pt>
                <c:pt idx="1861">
                  <c:v>43.802324513824573</c:v>
                </c:pt>
                <c:pt idx="1862">
                  <c:v>43.802342851321193</c:v>
                </c:pt>
                <c:pt idx="1863">
                  <c:v>43.802679927854641</c:v>
                </c:pt>
                <c:pt idx="1864">
                  <c:v>43.802882121148521</c:v>
                </c:pt>
                <c:pt idx="1865">
                  <c:v>43.804581400649226</c:v>
                </c:pt>
                <c:pt idx="1866">
                  <c:v>43.804651178581402</c:v>
                </c:pt>
                <c:pt idx="1867">
                  <c:v>43.804656124529316</c:v>
                </c:pt>
                <c:pt idx="1868">
                  <c:v>43.804723473069089</c:v>
                </c:pt>
                <c:pt idx="1869">
                  <c:v>43.804753163791702</c:v>
                </c:pt>
                <c:pt idx="1870">
                  <c:v>43.805159107144895</c:v>
                </c:pt>
                <c:pt idx="1871">
                  <c:v>43.805165366279262</c:v>
                </c:pt>
                <c:pt idx="1872">
                  <c:v>43.805232708672918</c:v>
                </c:pt>
                <c:pt idx="1873">
                  <c:v>43.805237007145195</c:v>
                </c:pt>
                <c:pt idx="1874">
                  <c:v>43.805437462523876</c:v>
                </c:pt>
                <c:pt idx="1875">
                  <c:v>43.808524327999748</c:v>
                </c:pt>
                <c:pt idx="1876">
                  <c:v>43.808846095040742</c:v>
                </c:pt>
                <c:pt idx="1877">
                  <c:v>43.809152606777879</c:v>
                </c:pt>
                <c:pt idx="1878">
                  <c:v>43.809281424251118</c:v>
                </c:pt>
                <c:pt idx="1879">
                  <c:v>43.809522784784441</c:v>
                </c:pt>
                <c:pt idx="1880">
                  <c:v>43.810822061681392</c:v>
                </c:pt>
                <c:pt idx="1881">
                  <c:v>43.810636307295894</c:v>
                </c:pt>
                <c:pt idx="1882">
                  <c:v>43.810611073883386</c:v>
                </c:pt>
                <c:pt idx="1883">
                  <c:v>43.81045533639108</c:v>
                </c:pt>
                <c:pt idx="1884">
                  <c:v>43.810377270341533</c:v>
                </c:pt>
                <c:pt idx="1885">
                  <c:v>43.80950774455431</c:v>
                </c:pt>
                <c:pt idx="1886">
                  <c:v>43.810055946054156</c:v>
                </c:pt>
                <c:pt idx="1887">
                  <c:v>43.810106172021747</c:v>
                </c:pt>
                <c:pt idx="1888">
                  <c:v>43.810621292829616</c:v>
                </c:pt>
                <c:pt idx="1889">
                  <c:v>43.810817524958431</c:v>
                </c:pt>
                <c:pt idx="1890">
                  <c:v>43.813450704692173</c:v>
                </c:pt>
                <c:pt idx="1891">
                  <c:v>43.813358808008907</c:v>
                </c:pt>
                <c:pt idx="1892">
                  <c:v>43.813349358444952</c:v>
                </c:pt>
                <c:pt idx="1893">
                  <c:v>43.813266972270583</c:v>
                </c:pt>
                <c:pt idx="1894">
                  <c:v>43.813231667355062</c:v>
                </c:pt>
                <c:pt idx="1895">
                  <c:v>43.812791996582007</c:v>
                </c:pt>
                <c:pt idx="1896">
                  <c:v>43.812083017939415</c:v>
                </c:pt>
                <c:pt idx="1897">
                  <c:v>43.812035646121949</c:v>
                </c:pt>
                <c:pt idx="1898">
                  <c:v>43.811437513777719</c:v>
                </c:pt>
                <c:pt idx="1899">
                  <c:v>43.811156303197286</c:v>
                </c:pt>
                <c:pt idx="1900">
                  <c:v>43.807865625371221</c:v>
                </c:pt>
                <c:pt idx="1901">
                  <c:v>43.807256255449943</c:v>
                </c:pt>
                <c:pt idx="1902">
                  <c:v>43.807225187067736</c:v>
                </c:pt>
                <c:pt idx="1903">
                  <c:v>43.806693011068106</c:v>
                </c:pt>
                <c:pt idx="1904">
                  <c:v>43.806451595559949</c:v>
                </c:pt>
                <c:pt idx="1905">
                  <c:v>43.803594899786219</c:v>
                </c:pt>
                <c:pt idx="1906">
                  <c:v>43.803642366836662</c:v>
                </c:pt>
                <c:pt idx="1907">
                  <c:v>43.803644505947936</c:v>
                </c:pt>
                <c:pt idx="1908">
                  <c:v>43.80368624869439</c:v>
                </c:pt>
                <c:pt idx="1909">
                  <c:v>43.8037058194856</c:v>
                </c:pt>
                <c:pt idx="1910">
                  <c:v>43.803922702399007</c:v>
                </c:pt>
                <c:pt idx="1911">
                  <c:v>43.802602436566787</c:v>
                </c:pt>
                <c:pt idx="1912">
                  <c:v>43.802556530168069</c:v>
                </c:pt>
                <c:pt idx="1913">
                  <c:v>43.801476552336773</c:v>
                </c:pt>
                <c:pt idx="1914">
                  <c:v>43.800945486641645</c:v>
                </c:pt>
                <c:pt idx="1915">
                  <c:v>43.795053540679987</c:v>
                </c:pt>
                <c:pt idx="1916">
                  <c:v>43.794771739506928</c:v>
                </c:pt>
                <c:pt idx="1917">
                  <c:v>43.794758485112638</c:v>
                </c:pt>
                <c:pt idx="1918">
                  <c:v>43.794502529791728</c:v>
                </c:pt>
                <c:pt idx="1919">
                  <c:v>43.79438571704452</c:v>
                </c:pt>
                <c:pt idx="1920">
                  <c:v>43.793083664594064</c:v>
                </c:pt>
                <c:pt idx="1921">
                  <c:v>43.793130308867681</c:v>
                </c:pt>
                <c:pt idx="1922">
                  <c:v>43.793132674771876</c:v>
                </c:pt>
                <c:pt idx="1923">
                  <c:v>43.793175002643117</c:v>
                </c:pt>
                <c:pt idx="1924">
                  <c:v>43.793194598117147</c:v>
                </c:pt>
                <c:pt idx="1925">
                  <c:v>43.793411461419453</c:v>
                </c:pt>
                <c:pt idx="1926">
                  <c:v>43.793317923925912</c:v>
                </c:pt>
                <c:pt idx="1927">
                  <c:v>43.793313388728109</c:v>
                </c:pt>
                <c:pt idx="1928">
                  <c:v>43.793221303097219</c:v>
                </c:pt>
                <c:pt idx="1929">
                  <c:v>43.793189312435331</c:v>
                </c:pt>
                <c:pt idx="1930">
                  <c:v>43.792755867948756</c:v>
                </c:pt>
                <c:pt idx="1931">
                  <c:v>43.792616222153399</c:v>
                </c:pt>
                <c:pt idx="1932">
                  <c:v>43.792606546446684</c:v>
                </c:pt>
                <c:pt idx="1933">
                  <c:v>43.792466026025096</c:v>
                </c:pt>
                <c:pt idx="1934">
                  <c:v>43.792422348151518</c:v>
                </c:pt>
                <c:pt idx="1935">
                  <c:v>43.791769386677288</c:v>
                </c:pt>
                <c:pt idx="1936">
                  <c:v>43.791908727452174</c:v>
                </c:pt>
                <c:pt idx="1937">
                  <c:v>43.791918766561473</c:v>
                </c:pt>
                <c:pt idx="1938">
                  <c:v>43.79204798941614</c:v>
                </c:pt>
                <c:pt idx="1939">
                  <c:v>43.792100095979379</c:v>
                </c:pt>
                <c:pt idx="1940">
                  <c:v>43.792755867948756</c:v>
                </c:pt>
                <c:pt idx="1941">
                  <c:v>43.793082027170776</c:v>
                </c:pt>
                <c:pt idx="1942">
                  <c:v>43.793112828144842</c:v>
                </c:pt>
                <c:pt idx="1943">
                  <c:v>43.79340166951966</c:v>
                </c:pt>
                <c:pt idx="1944">
                  <c:v>43.793530909492915</c:v>
                </c:pt>
                <c:pt idx="1945">
                  <c:v>43.795053540679987</c:v>
                </c:pt>
                <c:pt idx="1946">
                  <c:v>43.794417585457033</c:v>
                </c:pt>
                <c:pt idx="1947">
                  <c:v>43.79436536490757</c:v>
                </c:pt>
                <c:pt idx="1948">
                  <c:v>43.793784836091589</c:v>
                </c:pt>
                <c:pt idx="1949">
                  <c:v>43.793515159027649</c:v>
                </c:pt>
                <c:pt idx="1950">
                  <c:v>43.790455111652591</c:v>
                </c:pt>
                <c:pt idx="1951">
                  <c:v>43.790682148128163</c:v>
                </c:pt>
                <c:pt idx="1952">
                  <c:v>43.790703126424297</c:v>
                </c:pt>
                <c:pt idx="1953">
                  <c:v>43.790901801238597</c:v>
                </c:pt>
                <c:pt idx="1954">
                  <c:v>43.790996828291085</c:v>
                </c:pt>
                <c:pt idx="1955">
                  <c:v>43.792097182780992</c:v>
                </c:pt>
                <c:pt idx="1956">
                  <c:v>43.792277581867452</c:v>
                </c:pt>
                <c:pt idx="1957">
                  <c:v>43.792282938288004</c:v>
                </c:pt>
                <c:pt idx="1958">
                  <c:v>43.792448383504158</c:v>
                </c:pt>
                <c:pt idx="1959">
                  <c:v>43.792523976295456</c:v>
                </c:pt>
                <c:pt idx="1960">
                  <c:v>43.793411461419453</c:v>
                </c:pt>
                <c:pt idx="1961">
                  <c:v>43.792978309740633</c:v>
                </c:pt>
                <c:pt idx="1962">
                  <c:v>43.792943682783815</c:v>
                </c:pt>
                <c:pt idx="1963">
                  <c:v>43.792542527995408</c:v>
                </c:pt>
                <c:pt idx="1964">
                  <c:v>43.792348716311146</c:v>
                </c:pt>
                <c:pt idx="1965">
                  <c:v>43.790127316449741</c:v>
                </c:pt>
                <c:pt idx="1966">
                  <c:v>43.79138726829391</c:v>
                </c:pt>
                <c:pt idx="1967">
                  <c:v>43.791433668828354</c:v>
                </c:pt>
                <c:pt idx="1968">
                  <c:v>43.792572648112824</c:v>
                </c:pt>
                <c:pt idx="1969">
                  <c:v>43.793271233529069</c:v>
                </c:pt>
                <c:pt idx="1970">
                  <c:v>43.799324204909738</c:v>
                </c:pt>
                <c:pt idx="1971">
                  <c:v>43.799456908013113</c:v>
                </c:pt>
                <c:pt idx="1972">
                  <c:v>43.79946272652878</c:v>
                </c:pt>
                <c:pt idx="1973">
                  <c:v>43.799646148336578</c:v>
                </c:pt>
                <c:pt idx="1974">
                  <c:v>43.799881013121961</c:v>
                </c:pt>
                <c:pt idx="1975">
                  <c:v>43.800310698684825</c:v>
                </c:pt>
                <c:pt idx="1976">
                  <c:v>43.801308829145775</c:v>
                </c:pt>
                <c:pt idx="1977">
                  <c:v>43.801340433896051</c:v>
                </c:pt>
                <c:pt idx="1978">
                  <c:v>43.802215601865889</c:v>
                </c:pt>
                <c:pt idx="1979">
                  <c:v>43.802719367617769</c:v>
                </c:pt>
                <c:pt idx="1980">
                  <c:v>43.80753782058008</c:v>
                </c:pt>
                <c:pt idx="1981">
                  <c:v>43.808462781810775</c:v>
                </c:pt>
                <c:pt idx="1982">
                  <c:v>43.808519508778531</c:v>
                </c:pt>
                <c:pt idx="1983">
                  <c:v>43.809362673715896</c:v>
                </c:pt>
                <c:pt idx="1984">
                  <c:v>43.809868795191214</c:v>
                </c:pt>
                <c:pt idx="1985">
                  <c:v>43.814437221966955</c:v>
                </c:pt>
                <c:pt idx="1986">
                  <c:v>43.815501760244238</c:v>
                </c:pt>
                <c:pt idx="1987">
                  <c:v>43.815573212085532</c:v>
                </c:pt>
                <c:pt idx="1988">
                  <c:v>43.816484440554554</c:v>
                </c:pt>
                <c:pt idx="1989">
                  <c:v>43.816971426667891</c:v>
                </c:pt>
                <c:pt idx="1990">
                  <c:v>43.821992328982674</c:v>
                </c:pt>
                <c:pt idx="1991">
                  <c:v>43.822135073978373</c:v>
                </c:pt>
                <c:pt idx="1992">
                  <c:v>43.822145494192235</c:v>
                </c:pt>
                <c:pt idx="1993">
                  <c:v>43.822262624291383</c:v>
                </c:pt>
                <c:pt idx="1994">
                  <c:v>43.822320882990255</c:v>
                </c:pt>
                <c:pt idx="1995">
                  <c:v>43.822975767964067</c:v>
                </c:pt>
                <c:pt idx="1996">
                  <c:v>43.823063687624803</c:v>
                </c:pt>
                <c:pt idx="1997">
                  <c:v>43.823071752201351</c:v>
                </c:pt>
                <c:pt idx="1998">
                  <c:v>43.823154439131223</c:v>
                </c:pt>
                <c:pt idx="1999">
                  <c:v>43.823194729318089</c:v>
                </c:pt>
                <c:pt idx="2000">
                  <c:v>43.823634487445986</c:v>
                </c:pt>
                <c:pt idx="2001">
                  <c:v>43.824951600935748</c:v>
                </c:pt>
                <c:pt idx="2002">
                  <c:v>43.825038780321414</c:v>
                </c:pt>
                <c:pt idx="2003">
                  <c:v>43.826160185172199</c:v>
                </c:pt>
                <c:pt idx="2004">
                  <c:v>43.826728752762698</c:v>
                </c:pt>
                <c:pt idx="2005">
                  <c:v>43.832831896684809</c:v>
                </c:pt>
                <c:pt idx="2006">
                  <c:v>43.832876073291338</c:v>
                </c:pt>
                <c:pt idx="2007">
                  <c:v>43.832881223119166</c:v>
                </c:pt>
                <c:pt idx="2008">
                  <c:v>43.832919999940643</c:v>
                </c:pt>
                <c:pt idx="2009">
                  <c:v>43.832938924827481</c:v>
                </c:pt>
                <c:pt idx="2010">
                  <c:v>43.833159715546003</c:v>
                </c:pt>
                <c:pt idx="2011">
                  <c:v>43.833203861771942</c:v>
                </c:pt>
                <c:pt idx="2012">
                  <c:v>43.833207851965845</c:v>
                </c:pt>
                <c:pt idx="2013">
                  <c:v>43.833246055819188</c:v>
                </c:pt>
                <c:pt idx="2014">
                  <c:v>43.833266274645482</c:v>
                </c:pt>
                <c:pt idx="2015">
                  <c:v>43.833487534590574</c:v>
                </c:pt>
                <c:pt idx="2016">
                  <c:v>43.834270458286532</c:v>
                </c:pt>
                <c:pt idx="2017">
                  <c:v>43.834331759118989</c:v>
                </c:pt>
                <c:pt idx="2018">
                  <c:v>43.835017751800585</c:v>
                </c:pt>
                <c:pt idx="2019">
                  <c:v>43.8353874807148</c:v>
                </c:pt>
                <c:pt idx="2020">
                  <c:v>43.839400679452297</c:v>
                </c:pt>
                <c:pt idx="2021">
                  <c:v>43.83901509029667</c:v>
                </c:pt>
                <c:pt idx="2022">
                  <c:v>43.838981255277673</c:v>
                </c:pt>
                <c:pt idx="2023">
                  <c:v>43.838634113438815</c:v>
                </c:pt>
                <c:pt idx="2024">
                  <c:v>43.83844784933671</c:v>
                </c:pt>
                <c:pt idx="2025">
                  <c:v>43.836444099549567</c:v>
                </c:pt>
                <c:pt idx="2026">
                  <c:v>43.836572097896372</c:v>
                </c:pt>
                <c:pt idx="2027">
                  <c:v>43.83658085770233</c:v>
                </c:pt>
                <c:pt idx="2028">
                  <c:v>43.836699244924013</c:v>
                </c:pt>
                <c:pt idx="2029">
                  <c:v>43.836764066161464</c:v>
                </c:pt>
                <c:pt idx="2030">
                  <c:v>43.837430655407161</c:v>
                </c:pt>
                <c:pt idx="2031">
                  <c:v>43.837518146902397</c:v>
                </c:pt>
                <c:pt idx="2032">
                  <c:v>43.837523111471313</c:v>
                </c:pt>
                <c:pt idx="2033">
                  <c:v>43.837604425331072</c:v>
                </c:pt>
                <c:pt idx="2034">
                  <c:v>43.837645558477014</c:v>
                </c:pt>
                <c:pt idx="2035">
                  <c:v>43.838089391122821</c:v>
                </c:pt>
                <c:pt idx="2036">
                  <c:v>43.838733122707083</c:v>
                </c:pt>
                <c:pt idx="2037">
                  <c:v>43.838783286326269</c:v>
                </c:pt>
                <c:pt idx="2038">
                  <c:v>43.839376025992735</c:v>
                </c:pt>
                <c:pt idx="2039">
                  <c:v>43.839717287983042</c:v>
                </c:pt>
                <c:pt idx="2040">
                  <c:v>43.843016015592923</c:v>
                </c:pt>
                <c:pt idx="2041">
                  <c:v>43.84355753519219</c:v>
                </c:pt>
                <c:pt idx="2042">
                  <c:v>43.843584165661305</c:v>
                </c:pt>
                <c:pt idx="2043">
                  <c:v>43.844060707834586</c:v>
                </c:pt>
                <c:pt idx="2044">
                  <c:v>43.844329460043795</c:v>
                </c:pt>
                <c:pt idx="2045">
                  <c:v>43.846959200753474</c:v>
                </c:pt>
                <c:pt idx="2046">
                  <c:v>43.846736429215426</c:v>
                </c:pt>
                <c:pt idx="2047">
                  <c:v>43.846719059182128</c:v>
                </c:pt>
                <c:pt idx="2048">
                  <c:v>43.846519483387439</c:v>
                </c:pt>
                <c:pt idx="2049">
                  <c:v>43.846408703708093</c:v>
                </c:pt>
                <c:pt idx="2050">
                  <c:v>43.845313884171333</c:v>
                </c:pt>
                <c:pt idx="2051">
                  <c:v>43.845401743459448</c:v>
                </c:pt>
                <c:pt idx="2052">
                  <c:v>43.845410345071308</c:v>
                </c:pt>
                <c:pt idx="2053">
                  <c:v>43.845488759180391</c:v>
                </c:pt>
                <c:pt idx="2054">
                  <c:v>43.845533974711373</c:v>
                </c:pt>
                <c:pt idx="2055">
                  <c:v>43.845972628786285</c:v>
                </c:pt>
                <c:pt idx="2056">
                  <c:v>43.845972628786285</c:v>
                </c:pt>
                <c:pt idx="2057">
                  <c:v>43.845972628786285</c:v>
                </c:pt>
                <c:pt idx="2058">
                  <c:v>43.845972628786285</c:v>
                </c:pt>
                <c:pt idx="2059">
                  <c:v>43.845972628786285</c:v>
                </c:pt>
                <c:pt idx="2060">
                  <c:v>43.845972628786285</c:v>
                </c:pt>
                <c:pt idx="2061">
                  <c:v>43.845668280979211</c:v>
                </c:pt>
                <c:pt idx="2062">
                  <c:v>43.845636752098869</c:v>
                </c:pt>
                <c:pt idx="2063">
                  <c:v>43.845361015834499</c:v>
                </c:pt>
                <c:pt idx="2064">
                  <c:v>43.84519791500351</c:v>
                </c:pt>
                <c:pt idx="2065">
                  <c:v>43.843671664923249</c:v>
                </c:pt>
                <c:pt idx="2066">
                  <c:v>43.842841628382686</c:v>
                </c:pt>
                <c:pt idx="2067">
                  <c:v>43.842789377556905</c:v>
                </c:pt>
                <c:pt idx="2068">
                  <c:v>43.842116014907688</c:v>
                </c:pt>
                <c:pt idx="2069">
                  <c:v>43.841431395552817</c:v>
                </c:pt>
                <c:pt idx="2070">
                  <c:v>43.837758476844215</c:v>
                </c:pt>
                <c:pt idx="2071">
                  <c:v>43.837225294515825</c:v>
                </c:pt>
                <c:pt idx="2072">
                  <c:v>43.837181580847997</c:v>
                </c:pt>
                <c:pt idx="2073">
                  <c:v>43.83670696490946</c:v>
                </c:pt>
                <c:pt idx="2074">
                  <c:v>43.836467546485999</c:v>
                </c:pt>
                <c:pt idx="2075">
                  <c:v>43.83381844645379</c:v>
                </c:pt>
                <c:pt idx="2076">
                  <c:v>43.833957387057374</c:v>
                </c:pt>
                <c:pt idx="2077">
                  <c:v>43.833961895081764</c:v>
                </c:pt>
                <c:pt idx="2078">
                  <c:v>43.834080550355665</c:v>
                </c:pt>
                <c:pt idx="2079">
                  <c:v>43.834140266174934</c:v>
                </c:pt>
                <c:pt idx="2080">
                  <c:v>43.834801905244376</c:v>
                </c:pt>
                <c:pt idx="2081">
                  <c:v>43.834285963981422</c:v>
                </c:pt>
                <c:pt idx="2082">
                  <c:v>43.83423513315379</c:v>
                </c:pt>
                <c:pt idx="2083">
                  <c:v>43.833771299034495</c:v>
                </c:pt>
                <c:pt idx="2084">
                  <c:v>43.833523725752556</c:v>
                </c:pt>
                <c:pt idx="2085">
                  <c:v>43.830861894748864</c:v>
                </c:pt>
                <c:pt idx="2086">
                  <c:v>43.829582036347652</c:v>
                </c:pt>
                <c:pt idx="2087">
                  <c:v>43.829471085750079</c:v>
                </c:pt>
                <c:pt idx="2088">
                  <c:v>43.828360260582834</c:v>
                </c:pt>
                <c:pt idx="2089">
                  <c:v>43.827694726075528</c:v>
                </c:pt>
                <c:pt idx="2090">
                  <c:v>43.821333611338162</c:v>
                </c:pt>
                <c:pt idx="2091">
                  <c:v>43.819885852494529</c:v>
                </c:pt>
                <c:pt idx="2092">
                  <c:v>43.81977902582193</c:v>
                </c:pt>
                <c:pt idx="2093">
                  <c:v>43.818487155747867</c:v>
                </c:pt>
                <c:pt idx="2094">
                  <c:v>43.817759829730448</c:v>
                </c:pt>
                <c:pt idx="2095">
                  <c:v>43.810494255254241</c:v>
                </c:pt>
                <c:pt idx="2096">
                  <c:v>43.809643544378197</c:v>
                </c:pt>
                <c:pt idx="2097">
                  <c:v>43.809579936477334</c:v>
                </c:pt>
                <c:pt idx="2098">
                  <c:v>43.808789445323413</c:v>
                </c:pt>
                <c:pt idx="2099">
                  <c:v>43.808330999639217</c:v>
                </c:pt>
                <c:pt idx="2100">
                  <c:v>43.803922702399007</c:v>
                </c:pt>
                <c:pt idx="2101">
                  <c:v>43.804138684024885</c:v>
                </c:pt>
                <c:pt idx="2102">
                  <c:v>43.804163693195328</c:v>
                </c:pt>
                <c:pt idx="2103">
                  <c:v>43.804356932084239</c:v>
                </c:pt>
                <c:pt idx="2104">
                  <c:v>43.804459325600391</c:v>
                </c:pt>
                <c:pt idx="2105">
                  <c:v>43.805567903151655</c:v>
                </c:pt>
                <c:pt idx="2106">
                  <c:v>43.805094478885806</c:v>
                </c:pt>
                <c:pt idx="2107">
                  <c:v>43.805056978925016</c:v>
                </c:pt>
                <c:pt idx="2108">
                  <c:v>43.804596394234906</c:v>
                </c:pt>
                <c:pt idx="2109">
                  <c:v>43.804374142491902</c:v>
                </c:pt>
                <c:pt idx="2110">
                  <c:v>43.801952796967214</c:v>
                </c:pt>
                <c:pt idx="2111">
                  <c:v>43.801458268387393</c:v>
                </c:pt>
                <c:pt idx="2112">
                  <c:v>43.8014115275558</c:v>
                </c:pt>
                <c:pt idx="2113">
                  <c:v>43.800965647322414</c:v>
                </c:pt>
                <c:pt idx="2114">
                  <c:v>43.800755061387392</c:v>
                </c:pt>
                <c:pt idx="2115">
                  <c:v>43.798340805219084</c:v>
                </c:pt>
                <c:pt idx="2116">
                  <c:v>43.798898501906194</c:v>
                </c:pt>
                <c:pt idx="2117">
                  <c:v>43.798946175076836</c:v>
                </c:pt>
                <c:pt idx="2118">
                  <c:v>43.799421719966233</c:v>
                </c:pt>
                <c:pt idx="2119">
                  <c:v>43.799649023536759</c:v>
                </c:pt>
                <c:pt idx="2120">
                  <c:v>43.802280598674031</c:v>
                </c:pt>
                <c:pt idx="2121">
                  <c:v>43.802551252486516</c:v>
                </c:pt>
                <c:pt idx="2122">
                  <c:v>43.802579588098411</c:v>
                </c:pt>
                <c:pt idx="2123">
                  <c:v>43.802815866962554</c:v>
                </c:pt>
                <c:pt idx="2124">
                  <c:v>43.802934413565204</c:v>
                </c:pt>
                <c:pt idx="2125">
                  <c:v>43.804253597672812</c:v>
                </c:pt>
                <c:pt idx="2126">
                  <c:v>43.804664519713207</c:v>
                </c:pt>
                <c:pt idx="2127">
                  <c:v>43.804683992796789</c:v>
                </c:pt>
                <c:pt idx="2128">
                  <c:v>43.805047356213151</c:v>
                </c:pt>
                <c:pt idx="2129">
                  <c:v>43.805220489279087</c:v>
                </c:pt>
                <c:pt idx="2130">
                  <c:v>43.807210015970156</c:v>
                </c:pt>
                <c:pt idx="2131">
                  <c:v>43.807895058007858</c:v>
                </c:pt>
                <c:pt idx="2132">
                  <c:v>43.807929490294896</c:v>
                </c:pt>
                <c:pt idx="2133">
                  <c:v>43.808531412882665</c:v>
                </c:pt>
                <c:pt idx="2134">
                  <c:v>43.80881744703008</c:v>
                </c:pt>
                <c:pt idx="2135">
                  <c:v>43.812136381726702</c:v>
                </c:pt>
                <c:pt idx="2136">
                  <c:v>43.812001648183156</c:v>
                </c:pt>
                <c:pt idx="2137">
                  <c:v>43.81199712638039</c:v>
                </c:pt>
                <c:pt idx="2138">
                  <c:v>43.811875757839424</c:v>
                </c:pt>
                <c:pt idx="2139">
                  <c:v>43.811815485618567</c:v>
                </c:pt>
                <c:pt idx="2140">
                  <c:v>43.811149868290045</c:v>
                </c:pt>
                <c:pt idx="2141">
                  <c:v>43.811064251476516</c:v>
                </c:pt>
                <c:pt idx="2142">
                  <c:v>43.811057301455392</c:v>
                </c:pt>
                <c:pt idx="2143">
                  <c:v>43.810976959148419</c:v>
                </c:pt>
                <c:pt idx="2144">
                  <c:v>43.810937241285608</c:v>
                </c:pt>
                <c:pt idx="2145">
                  <c:v>43.810494255254241</c:v>
                </c:pt>
                <c:pt idx="2146">
                  <c:v>43.810062630450957</c:v>
                </c:pt>
                <c:pt idx="2147">
                  <c:v>43.810037722848037</c:v>
                </c:pt>
                <c:pt idx="2148">
                  <c:v>43.809598423445209</c:v>
                </c:pt>
                <c:pt idx="2149">
                  <c:v>43.809407898241119</c:v>
                </c:pt>
                <c:pt idx="2150">
                  <c:v>43.807210015970156</c:v>
                </c:pt>
                <c:pt idx="2151">
                  <c:v>43.807609482645717</c:v>
                </c:pt>
                <c:pt idx="2152">
                  <c:v>43.807992686632154</c:v>
                </c:pt>
                <c:pt idx="2153">
                  <c:v>43.808184007876953</c:v>
                </c:pt>
                <c:pt idx="2154">
                  <c:v>43.808563653151438</c:v>
                </c:pt>
                <c:pt idx="2155">
                  <c:v>43.810166449008648</c:v>
                </c:pt>
                <c:pt idx="2156">
                  <c:v>43.810078987706419</c:v>
                </c:pt>
                <c:pt idx="2157">
                  <c:v>43.81007199748727</c:v>
                </c:pt>
                <c:pt idx="2158">
                  <c:v>43.809993581221725</c:v>
                </c:pt>
                <c:pt idx="2159">
                  <c:v>43.809949916579335</c:v>
                </c:pt>
                <c:pt idx="2160">
                  <c:v>43.80950774455431</c:v>
                </c:pt>
                <c:pt idx="2161">
                  <c:v>43.808667284936782</c:v>
                </c:pt>
                <c:pt idx="2162">
                  <c:v>43.808589420581335</c:v>
                </c:pt>
                <c:pt idx="2163">
                  <c:v>43.807848698338027</c:v>
                </c:pt>
                <c:pt idx="2164">
                  <c:v>43.807453290641504</c:v>
                </c:pt>
                <c:pt idx="2165">
                  <c:v>43.803267097354251</c:v>
                </c:pt>
                <c:pt idx="2166">
                  <c:v>43.803402013646739</c:v>
                </c:pt>
                <c:pt idx="2167">
                  <c:v>43.80341210799066</c:v>
                </c:pt>
                <c:pt idx="2168">
                  <c:v>43.80353035055407</c:v>
                </c:pt>
                <c:pt idx="2169">
                  <c:v>43.803592853483771</c:v>
                </c:pt>
                <c:pt idx="2170">
                  <c:v>43.804253597672812</c:v>
                </c:pt>
                <c:pt idx="2171">
                  <c:v>43.803066330784212</c:v>
                </c:pt>
                <c:pt idx="2172">
                  <c:v>43.802931067951299</c:v>
                </c:pt>
                <c:pt idx="2173">
                  <c:v>43.801914474542549</c:v>
                </c:pt>
                <c:pt idx="2174">
                  <c:v>43.801169892047582</c:v>
                </c:pt>
                <c:pt idx="2175">
                  <c:v>43.795384431021716</c:v>
                </c:pt>
                <c:pt idx="2176">
                  <c:v>43.795703552502928</c:v>
                </c:pt>
                <c:pt idx="2177">
                  <c:v>43.795715460233907</c:v>
                </c:pt>
                <c:pt idx="2178">
                  <c:v>43.795992177890511</c:v>
                </c:pt>
                <c:pt idx="2179">
                  <c:v>43.796154154892655</c:v>
                </c:pt>
                <c:pt idx="2180">
                  <c:v>43.79768211388182</c:v>
                </c:pt>
                <c:pt idx="2181">
                  <c:v>43.797461290182824</c:v>
                </c:pt>
                <c:pt idx="2182">
                  <c:v>43.797443027168818</c:v>
                </c:pt>
                <c:pt idx="2183">
                  <c:v>43.797246879460559</c:v>
                </c:pt>
                <c:pt idx="2184">
                  <c:v>43.797146739595405</c:v>
                </c:pt>
                <c:pt idx="2185">
                  <c:v>43.796040027381423</c:v>
                </c:pt>
                <c:pt idx="2186">
                  <c:v>43.796040027381423</c:v>
                </c:pt>
                <c:pt idx="2187">
                  <c:v>43.796040027381423</c:v>
                </c:pt>
                <c:pt idx="2188">
                  <c:v>43.796040027381423</c:v>
                </c:pt>
                <c:pt idx="2189">
                  <c:v>43.796040027381423</c:v>
                </c:pt>
                <c:pt idx="2190">
                  <c:v>43.796040027381423</c:v>
                </c:pt>
                <c:pt idx="2191">
                  <c:v>43.795501742188428</c:v>
                </c:pt>
                <c:pt idx="2192">
                  <c:v>43.795469507792902</c:v>
                </c:pt>
                <c:pt idx="2193">
                  <c:v>43.79497758838184</c:v>
                </c:pt>
                <c:pt idx="2194">
                  <c:v>43.794747711425522</c:v>
                </c:pt>
                <c:pt idx="2195">
                  <c:v>43.792097182780992</c:v>
                </c:pt>
                <c:pt idx="2196">
                  <c:v>43.791485526601342</c:v>
                </c:pt>
                <c:pt idx="2197">
                  <c:v>43.791457815146657</c:v>
                </c:pt>
                <c:pt idx="2198">
                  <c:v>43.79088114862661</c:v>
                </c:pt>
                <c:pt idx="2199">
                  <c:v>43.790603481693495</c:v>
                </c:pt>
                <c:pt idx="2200">
                  <c:v>43.787498776510461</c:v>
                </c:pt>
                <c:pt idx="2201">
                  <c:v>43.787539506706445</c:v>
                </c:pt>
                <c:pt idx="2202">
                  <c:v>43.787542548938944</c:v>
                </c:pt>
                <c:pt idx="2203">
                  <c:v>43.787581384084831</c:v>
                </c:pt>
                <c:pt idx="2204">
                  <c:v>43.787603314651307</c:v>
                </c:pt>
                <c:pt idx="2205">
                  <c:v>43.78782966266732</c:v>
                </c:pt>
                <c:pt idx="2206">
                  <c:v>43.787224069134965</c:v>
                </c:pt>
                <c:pt idx="2207">
                  <c:v>43.78719372391118</c:v>
                </c:pt>
                <c:pt idx="2208">
                  <c:v>43.786576524866902</c:v>
                </c:pt>
                <c:pt idx="2209">
                  <c:v>43.786221609080037</c:v>
                </c:pt>
                <c:pt idx="2210">
                  <c:v>43.782572614506705</c:v>
                </c:pt>
                <c:pt idx="2211">
                  <c:v>43.78231875912649</c:v>
                </c:pt>
                <c:pt idx="2212">
                  <c:v>43.782291612636982</c:v>
                </c:pt>
                <c:pt idx="2213">
                  <c:v>43.782133219320599</c:v>
                </c:pt>
                <c:pt idx="2214">
                  <c:v>43.782028632590638</c:v>
                </c:pt>
                <c:pt idx="2215">
                  <c:v>43.780930569500242</c:v>
                </c:pt>
                <c:pt idx="2216">
                  <c:v>43.780165746586498</c:v>
                </c:pt>
                <c:pt idx="2217">
                  <c:v>43.780079707610966</c:v>
                </c:pt>
                <c:pt idx="2218">
                  <c:v>43.779448291017289</c:v>
                </c:pt>
                <c:pt idx="2219">
                  <c:v>43.779077283958038</c:v>
                </c:pt>
                <c:pt idx="2220">
                  <c:v>43.775345794655777</c:v>
                </c:pt>
                <c:pt idx="2221">
                  <c:v>43.775115053110831</c:v>
                </c:pt>
                <c:pt idx="2222">
                  <c:v>43.77508218026086</c:v>
                </c:pt>
                <c:pt idx="2223">
                  <c:v>43.774907279622965</c:v>
                </c:pt>
                <c:pt idx="2224">
                  <c:v>43.774798672188631</c:v>
                </c:pt>
                <c:pt idx="2225">
                  <c:v>43.77370376939092</c:v>
                </c:pt>
                <c:pt idx="2226">
                  <c:v>43.773843621283397</c:v>
                </c:pt>
                <c:pt idx="2227">
                  <c:v>43.773865205064943</c:v>
                </c:pt>
                <c:pt idx="2228">
                  <c:v>43.773971566477819</c:v>
                </c:pt>
                <c:pt idx="2229">
                  <c:v>43.774034383628873</c:v>
                </c:pt>
                <c:pt idx="2230">
                  <c:v>43.774690220943342</c:v>
                </c:pt>
                <c:pt idx="2231">
                  <c:v>43.77432273475965</c:v>
                </c:pt>
                <c:pt idx="2232">
                  <c:v>43.774283439612816</c:v>
                </c:pt>
                <c:pt idx="2233">
                  <c:v>43.773983300406222</c:v>
                </c:pt>
                <c:pt idx="2234">
                  <c:v>43.773817971718785</c:v>
                </c:pt>
                <c:pt idx="2235">
                  <c:v>43.772061748602198</c:v>
                </c:pt>
                <c:pt idx="2236">
                  <c:v>43.772996053441545</c:v>
                </c:pt>
                <c:pt idx="2237">
                  <c:v>43.773106410966136</c:v>
                </c:pt>
                <c:pt idx="2238">
                  <c:v>43.773902669613811</c:v>
                </c:pt>
                <c:pt idx="2239">
                  <c:v>43.774310782535977</c:v>
                </c:pt>
                <c:pt idx="2240">
                  <c:v>43.77896073989092</c:v>
                </c:pt>
                <c:pt idx="2241">
                  <c:v>43.779049578589543</c:v>
                </c:pt>
                <c:pt idx="2242">
                  <c:v>43.779061117388423</c:v>
                </c:pt>
                <c:pt idx="2243">
                  <c:v>43.779133270502662</c:v>
                </c:pt>
                <c:pt idx="2244">
                  <c:v>43.779179218453393</c:v>
                </c:pt>
                <c:pt idx="2245">
                  <c:v>43.779616318258661</c:v>
                </c:pt>
                <c:pt idx="2246">
                  <c:v>43.779830296640419</c:v>
                </c:pt>
                <c:pt idx="2247">
                  <c:v>43.779856738571212</c:v>
                </c:pt>
                <c:pt idx="2248">
                  <c:v>43.780050467970753</c:v>
                </c:pt>
                <c:pt idx="2249">
                  <c:v>43.780150790636576</c:v>
                </c:pt>
                <c:pt idx="2250">
                  <c:v>43.781258359669891</c:v>
                </c:pt>
                <c:pt idx="2251">
                  <c:v>43.781396423795307</c:v>
                </c:pt>
                <c:pt idx="2252">
                  <c:v>43.781406841220104</c:v>
                </c:pt>
                <c:pt idx="2253">
                  <c:v>43.781520820520051</c:v>
                </c:pt>
                <c:pt idx="2254">
                  <c:v>43.781586116035804</c:v>
                </c:pt>
                <c:pt idx="2255">
                  <c:v>43.782244823619124</c:v>
                </c:pt>
                <c:pt idx="2256">
                  <c:v>43.782545273881482</c:v>
                </c:pt>
                <c:pt idx="2257">
                  <c:v>43.782578767899324</c:v>
                </c:pt>
                <c:pt idx="2258">
                  <c:v>43.782851045276672</c:v>
                </c:pt>
                <c:pt idx="2259">
                  <c:v>43.783002965715525</c:v>
                </c:pt>
                <c:pt idx="2260">
                  <c:v>43.784542455972655</c:v>
                </c:pt>
                <c:pt idx="2261">
                  <c:v>43.785223899453037</c:v>
                </c:pt>
                <c:pt idx="2262">
                  <c:v>43.785286464625727</c:v>
                </c:pt>
                <c:pt idx="2263">
                  <c:v>43.785837997536831</c:v>
                </c:pt>
                <c:pt idx="2264">
                  <c:v>43.786161442456297</c:v>
                </c:pt>
                <c:pt idx="2265">
                  <c:v>43.789471726583486</c:v>
                </c:pt>
                <c:pt idx="2266">
                  <c:v>43.789334527511556</c:v>
                </c:pt>
                <c:pt idx="2267">
                  <c:v>43.789323762674989</c:v>
                </c:pt>
                <c:pt idx="2268">
                  <c:v>43.78921082897304</c:v>
                </c:pt>
                <c:pt idx="2269">
                  <c:v>43.78914769865581</c:v>
                </c:pt>
                <c:pt idx="2270">
                  <c:v>43.788485250733572</c:v>
                </c:pt>
                <c:pt idx="2271">
                  <c:v>43.78918440144944</c:v>
                </c:pt>
                <c:pt idx="2272">
                  <c:v>43.789260345617741</c:v>
                </c:pt>
                <c:pt idx="2273">
                  <c:v>43.789797312844179</c:v>
                </c:pt>
                <c:pt idx="2274">
                  <c:v>43.790106700624307</c:v>
                </c:pt>
                <c:pt idx="2275">
                  <c:v>43.793411461419453</c:v>
                </c:pt>
                <c:pt idx="2276">
                  <c:v>43.79389985402667</c:v>
                </c:pt>
                <c:pt idx="2277">
                  <c:v>43.793963129774092</c:v>
                </c:pt>
                <c:pt idx="2278">
                  <c:v>43.794359595813546</c:v>
                </c:pt>
                <c:pt idx="2279">
                  <c:v>43.794589734207001</c:v>
                </c:pt>
                <c:pt idx="2280">
                  <c:v>43.797026515715572</c:v>
                </c:pt>
                <c:pt idx="2281">
                  <c:v>43.797026515715572</c:v>
                </c:pt>
                <c:pt idx="2282">
                  <c:v>43.797026515715572</c:v>
                </c:pt>
                <c:pt idx="2283">
                  <c:v>43.797026515715572</c:v>
                </c:pt>
                <c:pt idx="2284">
                  <c:v>43.797026515715572</c:v>
                </c:pt>
                <c:pt idx="2285">
                  <c:v>43.797026515715572</c:v>
                </c:pt>
                <c:pt idx="2286">
                  <c:v>43.797601657274924</c:v>
                </c:pt>
                <c:pt idx="2287">
                  <c:v>43.797677937317651</c:v>
                </c:pt>
                <c:pt idx="2288">
                  <c:v>43.798166242102361</c:v>
                </c:pt>
                <c:pt idx="2289">
                  <c:v>43.798424181415683</c:v>
                </c:pt>
                <c:pt idx="2290">
                  <c:v>43.801297194095923</c:v>
                </c:pt>
                <c:pt idx="2291">
                  <c:v>43.80134265414074</c:v>
                </c:pt>
                <c:pt idx="2292">
                  <c:v>43.801348551910507</c:v>
                </c:pt>
                <c:pt idx="2293">
                  <c:v>43.801385025333886</c:v>
                </c:pt>
                <c:pt idx="2294">
                  <c:v>43.801405982054064</c:v>
                </c:pt>
                <c:pt idx="2295">
                  <c:v>43.801624995441216</c:v>
                </c:pt>
                <c:pt idx="2296">
                  <c:v>43.802275269169641</c:v>
                </c:pt>
                <c:pt idx="2297">
                  <c:v>43.80235378964192</c:v>
                </c:pt>
                <c:pt idx="2298">
                  <c:v>43.802892941429981</c:v>
                </c:pt>
                <c:pt idx="2299">
                  <c:v>43.803180022413351</c:v>
                </c:pt>
                <c:pt idx="2300">
                  <c:v>43.806223510737425</c:v>
                </c:pt>
                <c:pt idx="2301">
                  <c:v>43.807092008810976</c:v>
                </c:pt>
                <c:pt idx="2302">
                  <c:v>43.807203612098185</c:v>
                </c:pt>
                <c:pt idx="2303">
                  <c:v>43.807951337674112</c:v>
                </c:pt>
                <c:pt idx="2304">
                  <c:v>43.808293875201386</c:v>
                </c:pt>
                <c:pt idx="2305">
                  <c:v>43.812464189063519</c:v>
                </c:pt>
                <c:pt idx="2306">
                  <c:v>43.813350703078775</c:v>
                </c:pt>
                <c:pt idx="2307">
                  <c:v>43.813381047292957</c:v>
                </c:pt>
                <c:pt idx="2308">
                  <c:v>43.81412646790465</c:v>
                </c:pt>
                <c:pt idx="2309">
                  <c:v>43.814541717270735</c:v>
                </c:pt>
                <c:pt idx="2310">
                  <c:v>43.818704933235267</c:v>
                </c:pt>
                <c:pt idx="2311">
                  <c:v>43.81861030715524</c:v>
                </c:pt>
                <c:pt idx="2312">
                  <c:v>43.818603691707359</c:v>
                </c:pt>
                <c:pt idx="2313">
                  <c:v>43.818527022232225</c:v>
                </c:pt>
                <c:pt idx="2314">
                  <c:v>43.818485588159625</c:v>
                </c:pt>
                <c:pt idx="2315">
                  <c:v>43.818049311816822</c:v>
                </c:pt>
                <c:pt idx="2316">
                  <c:v>43.81831194237477</c:v>
                </c:pt>
                <c:pt idx="2317">
                  <c:v>43.818330382249393</c:v>
                </c:pt>
                <c:pt idx="2318">
                  <c:v>43.818547033516111</c:v>
                </c:pt>
                <c:pt idx="2319">
                  <c:v>43.818667716364168</c:v>
                </c:pt>
                <c:pt idx="2320">
                  <c:v>43.820019270821263</c:v>
                </c:pt>
                <c:pt idx="2321">
                  <c:v>43.820126580427534</c:v>
                </c:pt>
                <c:pt idx="2322">
                  <c:v>43.820128446745834</c:v>
                </c:pt>
                <c:pt idx="2323">
                  <c:v>43.820246548929866</c:v>
                </c:pt>
                <c:pt idx="2324">
                  <c:v>43.820312276651975</c:v>
                </c:pt>
                <c:pt idx="2325">
                  <c:v>43.821005799075976</c:v>
                </c:pt>
                <c:pt idx="2326">
                  <c:v>43.821202337793764</c:v>
                </c:pt>
                <c:pt idx="2327">
                  <c:v>43.821211678239109</c:v>
                </c:pt>
                <c:pt idx="2328">
                  <c:v>43.821361518011003</c:v>
                </c:pt>
                <c:pt idx="2329">
                  <c:v>43.821446061409951</c:v>
                </c:pt>
                <c:pt idx="2330">
                  <c:v>43.822320141793966</c:v>
                </c:pt>
                <c:pt idx="2331">
                  <c:v>43.821535849358632</c:v>
                </c:pt>
                <c:pt idx="2332">
                  <c:v>43.821475414039256</c:v>
                </c:pt>
                <c:pt idx="2333">
                  <c:v>43.820905563324835</c:v>
                </c:pt>
                <c:pt idx="2334">
                  <c:v>43.820564493263504</c:v>
                </c:pt>
                <c:pt idx="2335">
                  <c:v>43.817062788508281</c:v>
                </c:pt>
                <c:pt idx="2336">
                  <c:v>43.816434711006075</c:v>
                </c:pt>
                <c:pt idx="2337">
                  <c:v>43.816377122908413</c:v>
                </c:pt>
                <c:pt idx="2338">
                  <c:v>43.815910313467988</c:v>
                </c:pt>
                <c:pt idx="2339">
                  <c:v>43.815628974276066</c:v>
                </c:pt>
                <c:pt idx="2340">
                  <c:v>43.812791996582007</c:v>
                </c:pt>
                <c:pt idx="2341">
                  <c:v>43.812545316500234</c:v>
                </c:pt>
                <c:pt idx="2342">
                  <c:v>43.812527179790933</c:v>
                </c:pt>
                <c:pt idx="2343">
                  <c:v>43.81233907606974</c:v>
                </c:pt>
                <c:pt idx="2344">
                  <c:v>43.812241021635224</c:v>
                </c:pt>
                <c:pt idx="2345">
                  <c:v>43.811149868290045</c:v>
                </c:pt>
                <c:pt idx="2346">
                  <c:v>43.809803703452019</c:v>
                </c:pt>
                <c:pt idx="2347">
                  <c:v>43.809727999158703</c:v>
                </c:pt>
                <c:pt idx="2348">
                  <c:v>43.808757893428819</c:v>
                </c:pt>
                <c:pt idx="2349">
                  <c:v>43.808178853788228</c:v>
                </c:pt>
                <c:pt idx="2350">
                  <c:v>43.802280598674031</c:v>
                </c:pt>
                <c:pt idx="2351">
                  <c:v>43.802233700247555</c:v>
                </c:pt>
                <c:pt idx="2352">
                  <c:v>43.802230611957626</c:v>
                </c:pt>
                <c:pt idx="2353">
                  <c:v>43.802191714437001</c:v>
                </c:pt>
                <c:pt idx="2354">
                  <c:v>43.802172032036268</c:v>
                </c:pt>
                <c:pt idx="2355">
                  <c:v>43.801952796967214</c:v>
                </c:pt>
                <c:pt idx="2356">
                  <c:v>43.802248501341296</c:v>
                </c:pt>
                <c:pt idx="2357">
                  <c:v>43.802266538456465</c:v>
                </c:pt>
                <c:pt idx="2358">
                  <c:v>43.802502815860386</c:v>
                </c:pt>
                <c:pt idx="2359">
                  <c:v>43.80261902778166</c:v>
                </c:pt>
                <c:pt idx="2360">
                  <c:v>43.803922702399007</c:v>
                </c:pt>
                <c:pt idx="2361">
                  <c:v>43.803632622333559</c:v>
                </c:pt>
                <c:pt idx="2362">
                  <c:v>43.803615787141375</c:v>
                </c:pt>
                <c:pt idx="2363">
                  <c:v>43.803381361031704</c:v>
                </c:pt>
                <c:pt idx="2364">
                  <c:v>43.803266346373086</c:v>
                </c:pt>
                <c:pt idx="2365">
                  <c:v>43.801952796967214</c:v>
                </c:pt>
                <c:pt idx="2366">
                  <c:v>43.802516579506218</c:v>
                </c:pt>
                <c:pt idx="2367">
                  <c:v>43.802526235994961</c:v>
                </c:pt>
                <c:pt idx="2368">
                  <c:v>43.803015410234494</c:v>
                </c:pt>
                <c:pt idx="2369">
                  <c:v>43.803273187943233</c:v>
                </c:pt>
                <c:pt idx="2370">
                  <c:v>43.80589570685396</c:v>
                </c:pt>
                <c:pt idx="2371">
                  <c:v>43.806134439813235</c:v>
                </c:pt>
                <c:pt idx="2372">
                  <c:v>43.80633806822307</c:v>
                </c:pt>
                <c:pt idx="2373">
                  <c:v>43.806443772040659</c:v>
                </c:pt>
                <c:pt idx="2374">
                  <c:v>43.806522763070291</c:v>
                </c:pt>
                <c:pt idx="2375">
                  <c:v>43.80753782058008</c:v>
                </c:pt>
                <c:pt idx="2376">
                  <c:v>43.807725178592356</c:v>
                </c:pt>
                <c:pt idx="2377">
                  <c:v>43.807736518098793</c:v>
                </c:pt>
                <c:pt idx="2378">
                  <c:v>43.807898243019615</c:v>
                </c:pt>
                <c:pt idx="2379">
                  <c:v>43.807979352168267</c:v>
                </c:pt>
                <c:pt idx="2380">
                  <c:v>43.808852133336529</c:v>
                </c:pt>
                <c:pt idx="2381">
                  <c:v>43.809098097739692</c:v>
                </c:pt>
                <c:pt idx="2382">
                  <c:v>43.809099731419671</c:v>
                </c:pt>
                <c:pt idx="2383">
                  <c:v>43.809296661572986</c:v>
                </c:pt>
                <c:pt idx="2384">
                  <c:v>43.809402206313344</c:v>
                </c:pt>
                <c:pt idx="2385">
                  <c:v>43.810494255254241</c:v>
                </c:pt>
                <c:pt idx="2386">
                  <c:v>43.810640390095479</c:v>
                </c:pt>
                <c:pt idx="2387">
                  <c:v>43.810641679676422</c:v>
                </c:pt>
                <c:pt idx="2388">
                  <c:v>43.810760538114195</c:v>
                </c:pt>
                <c:pt idx="2389">
                  <c:v>43.810825702582385</c:v>
                </c:pt>
                <c:pt idx="2390">
                  <c:v>43.811480767598027</c:v>
                </c:pt>
                <c:pt idx="2391">
                  <c:v>43.81200157958115</c:v>
                </c:pt>
                <c:pt idx="2392">
                  <c:v>43.812017965203836</c:v>
                </c:pt>
                <c:pt idx="2393">
                  <c:v>43.812433520231743</c:v>
                </c:pt>
                <c:pt idx="2394">
                  <c:v>43.812668186566562</c:v>
                </c:pt>
                <c:pt idx="2395">
                  <c:v>43.815092839373904</c:v>
                </c:pt>
                <c:pt idx="2396">
                  <c:v>43.814860062177118</c:v>
                </c:pt>
                <c:pt idx="2397">
                  <c:v>43.814853357572282</c:v>
                </c:pt>
                <c:pt idx="2398">
                  <c:v>43.814664629612821</c:v>
                </c:pt>
                <c:pt idx="2399">
                  <c:v>43.814555637726095</c:v>
                </c:pt>
                <c:pt idx="2400">
                  <c:v>43.813450704692173</c:v>
                </c:pt>
                <c:pt idx="2401">
                  <c:v>43.813783937970662</c:v>
                </c:pt>
                <c:pt idx="2402">
                  <c:v>43.813791283336904</c:v>
                </c:pt>
                <c:pt idx="2403">
                  <c:v>43.814063374197325</c:v>
                </c:pt>
                <c:pt idx="2404">
                  <c:v>43.814200836986792</c:v>
                </c:pt>
                <c:pt idx="2405">
                  <c:v>43.815748457508505</c:v>
                </c:pt>
                <c:pt idx="2406">
                  <c:v>43.815701279921811</c:v>
                </c:pt>
                <c:pt idx="2407">
                  <c:v>43.815699347842902</c:v>
                </c:pt>
                <c:pt idx="2408">
                  <c:v>43.815661892758293</c:v>
                </c:pt>
                <c:pt idx="2409">
                  <c:v>43.815641030280752</c:v>
                </c:pt>
                <c:pt idx="2410">
                  <c:v>43.815420648350255</c:v>
                </c:pt>
                <c:pt idx="2411">
                  <c:v>43.815885183014899</c:v>
                </c:pt>
                <c:pt idx="2412">
                  <c:v>43.815908989571099</c:v>
                </c:pt>
                <c:pt idx="2413">
                  <c:v>43.816289782030644</c:v>
                </c:pt>
                <c:pt idx="2414">
                  <c:v>43.816497104395772</c:v>
                </c:pt>
                <c:pt idx="2415">
                  <c:v>43.818704933235267</c:v>
                </c:pt>
                <c:pt idx="2416">
                  <c:v>43.817839973389596</c:v>
                </c:pt>
                <c:pt idx="2417">
                  <c:v>43.817810145889545</c:v>
                </c:pt>
                <c:pt idx="2418">
                  <c:v>43.817115068939614</c:v>
                </c:pt>
                <c:pt idx="2419">
                  <c:v>43.816735277402529</c:v>
                </c:pt>
                <c:pt idx="2420">
                  <c:v>43.812791996582007</c:v>
                </c:pt>
                <c:pt idx="2421">
                  <c:v>43.812884341705775</c:v>
                </c:pt>
                <c:pt idx="2422">
                  <c:v>43.812888518714544</c:v>
                </c:pt>
                <c:pt idx="2423">
                  <c:v>43.812965389039263</c:v>
                </c:pt>
                <c:pt idx="2424">
                  <c:v>43.81300883199247</c:v>
                </c:pt>
                <c:pt idx="2425">
                  <c:v>43.813450704692173</c:v>
                </c:pt>
                <c:pt idx="2426">
                  <c:v>43.812957725830429</c:v>
                </c:pt>
                <c:pt idx="2427">
                  <c:v>43.81292062024216</c:v>
                </c:pt>
                <c:pt idx="2428">
                  <c:v>43.812488649019812</c:v>
                </c:pt>
                <c:pt idx="2429">
                  <c:v>43.812259818116743</c:v>
                </c:pt>
                <c:pt idx="2430">
                  <c:v>43.809835550435309</c:v>
                </c:pt>
                <c:pt idx="2431">
                  <c:v>43.809127951245053</c:v>
                </c:pt>
                <c:pt idx="2432">
                  <c:v>43.809095757164151</c:v>
                </c:pt>
                <c:pt idx="2433">
                  <c:v>43.808447124135135</c:v>
                </c:pt>
                <c:pt idx="2434">
                  <c:v>43.808076267074433</c:v>
                </c:pt>
                <c:pt idx="2435">
                  <c:v>43.804581400649226</c:v>
                </c:pt>
                <c:pt idx="2436">
                  <c:v>43.80416370103277</c:v>
                </c:pt>
                <c:pt idx="2437">
                  <c:v>43.804160445504294</c:v>
                </c:pt>
                <c:pt idx="2438">
                  <c:v>43.803796864494615</c:v>
                </c:pt>
                <c:pt idx="2439">
                  <c:v>43.803613644086795</c:v>
                </c:pt>
                <c:pt idx="2440">
                  <c:v>43.801624995441216</c:v>
                </c:pt>
                <c:pt idx="2441">
                  <c:v>43.800885854944426</c:v>
                </c:pt>
                <c:pt idx="2442">
                  <c:v>43.800878027158539</c:v>
                </c:pt>
                <c:pt idx="2443">
                  <c:v>43.800232608701187</c:v>
                </c:pt>
                <c:pt idx="2444">
                  <c:v>43.799919460456188</c:v>
                </c:pt>
                <c:pt idx="2445">
                  <c:v>43.79636782583168</c:v>
                </c:pt>
                <c:pt idx="2446">
                  <c:v>43.795390337522278</c:v>
                </c:pt>
                <c:pt idx="2447">
                  <c:v>43.79537050629439</c:v>
                </c:pt>
                <c:pt idx="2448">
                  <c:v>43.794549891352553</c:v>
                </c:pt>
                <c:pt idx="2449">
                  <c:v>43.794114058620707</c:v>
                </c:pt>
                <c:pt idx="2450">
                  <c:v>43.789471726583486</c:v>
                </c:pt>
                <c:pt idx="2451">
                  <c:v>43.789196120608374</c:v>
                </c:pt>
                <c:pt idx="2452">
                  <c:v>43.789193182536721</c:v>
                </c:pt>
                <c:pt idx="2453">
                  <c:v>43.788950371858114</c:v>
                </c:pt>
                <c:pt idx="2454">
                  <c:v>43.788830233741699</c:v>
                </c:pt>
                <c:pt idx="2455">
                  <c:v>43.787498776510461</c:v>
                </c:pt>
                <c:pt idx="2456">
                  <c:v>43.786395162133722</c:v>
                </c:pt>
                <c:pt idx="2457">
                  <c:v>43.786372007303086</c:v>
                </c:pt>
                <c:pt idx="2458">
                  <c:v>43.785462343529261</c:v>
                </c:pt>
                <c:pt idx="2459">
                  <c:v>43.785017698256915</c:v>
                </c:pt>
                <c:pt idx="2460">
                  <c:v>43.77994410771089</c:v>
                </c:pt>
                <c:pt idx="2461">
                  <c:v>43.778992265468275</c:v>
                </c:pt>
                <c:pt idx="2462">
                  <c:v>43.778983482607941</c:v>
                </c:pt>
                <c:pt idx="2463">
                  <c:v>43.778205295166622</c:v>
                </c:pt>
                <c:pt idx="2464">
                  <c:v>43.777788226567488</c:v>
                </c:pt>
                <c:pt idx="2465">
                  <c:v>43.773375983339292</c:v>
                </c:pt>
                <c:pt idx="2466">
                  <c:v>43.773561815878736</c:v>
                </c:pt>
                <c:pt idx="2467">
                  <c:v>43.77357334754258</c:v>
                </c:pt>
                <c:pt idx="2468">
                  <c:v>43.773725122838528</c:v>
                </c:pt>
                <c:pt idx="2469">
                  <c:v>43.773808973836296</c:v>
                </c:pt>
                <c:pt idx="2470">
                  <c:v>43.774690220943342</c:v>
                </c:pt>
                <c:pt idx="2471">
                  <c:v>43.773431382836563</c:v>
                </c:pt>
                <c:pt idx="2472">
                  <c:v>43.773319773531298</c:v>
                </c:pt>
                <c:pt idx="2473">
                  <c:v>43.772338838554226</c:v>
                </c:pt>
                <c:pt idx="2474">
                  <c:v>43.771753392111158</c:v>
                </c:pt>
                <c:pt idx="2475">
                  <c:v>43.765821491908412</c:v>
                </c:pt>
                <c:pt idx="2476">
                  <c:v>43.766089002906632</c:v>
                </c:pt>
                <c:pt idx="2477">
                  <c:v>43.766106250485741</c:v>
                </c:pt>
                <c:pt idx="2478">
                  <c:v>43.76634030429954</c:v>
                </c:pt>
                <c:pt idx="2479">
                  <c:v>43.76648052729535</c:v>
                </c:pt>
                <c:pt idx="2480">
                  <c:v>43.767791278557524</c:v>
                </c:pt>
                <c:pt idx="2481">
                  <c:v>43.767328683976096</c:v>
                </c:pt>
                <c:pt idx="2482">
                  <c:v>43.767325027513159</c:v>
                </c:pt>
                <c:pt idx="2483">
                  <c:v>43.766931358043259</c:v>
                </c:pt>
                <c:pt idx="2484">
                  <c:v>43.766671986373858</c:v>
                </c:pt>
                <c:pt idx="2485">
                  <c:v>43.764507273616175</c:v>
                </c:pt>
                <c:pt idx="2486">
                  <c:v>43.763918918011861</c:v>
                </c:pt>
                <c:pt idx="2487">
                  <c:v>43.763897503948058</c:v>
                </c:pt>
                <c:pt idx="2488">
                  <c:v>43.763380397948026</c:v>
                </c:pt>
                <c:pt idx="2489">
                  <c:v>43.763076092063621</c:v>
                </c:pt>
                <c:pt idx="2490">
                  <c:v>43.760236856936217</c:v>
                </c:pt>
                <c:pt idx="2491">
                  <c:v>43.758628084861861</c:v>
                </c:pt>
                <c:pt idx="2492">
                  <c:v>43.758619392736563</c:v>
                </c:pt>
                <c:pt idx="2493">
                  <c:v>43.757254989862389</c:v>
                </c:pt>
                <c:pt idx="2494">
                  <c:v>43.756469591309838</c:v>
                </c:pt>
                <c:pt idx="2495">
                  <c:v>43.749067741186991</c:v>
                </c:pt>
                <c:pt idx="2496">
                  <c:v>43.748101419744721</c:v>
                </c:pt>
                <c:pt idx="2497">
                  <c:v>43.74809897208884</c:v>
                </c:pt>
                <c:pt idx="2498">
                  <c:v>43.747235316365973</c:v>
                </c:pt>
                <c:pt idx="2499">
                  <c:v>43.746803919429865</c:v>
                </c:pt>
                <c:pt idx="2500">
                  <c:v>43.742172182282047</c:v>
                </c:pt>
                <c:pt idx="2501">
                  <c:v>43.740278612635251</c:v>
                </c:pt>
                <c:pt idx="2502">
                  <c:v>43.740251990761692</c:v>
                </c:pt>
                <c:pt idx="2503">
                  <c:v>43.738603832445591</c:v>
                </c:pt>
                <c:pt idx="2504">
                  <c:v>43.737660633593549</c:v>
                </c:pt>
                <c:pt idx="2505">
                  <c:v>43.728705967210203</c:v>
                </c:pt>
                <c:pt idx="2506">
                  <c:v>43.727552250615233</c:v>
                </c:pt>
                <c:pt idx="2507">
                  <c:v>43.727548984941073</c:v>
                </c:pt>
                <c:pt idx="2508">
                  <c:v>43.72661011549723</c:v>
                </c:pt>
                <c:pt idx="2509">
                  <c:v>43.726056827622706</c:v>
                </c:pt>
                <c:pt idx="2510">
                  <c:v>43.720821179073539</c:v>
                </c:pt>
                <c:pt idx="2511">
                  <c:v>43.719011102525648</c:v>
                </c:pt>
                <c:pt idx="2512">
                  <c:v>43.71900173036412</c:v>
                </c:pt>
                <c:pt idx="2513">
                  <c:v>43.717455463222684</c:v>
                </c:pt>
                <c:pt idx="2514">
                  <c:v>43.716708120535074</c:v>
                </c:pt>
                <c:pt idx="2515">
                  <c:v>43.708341774795656</c:v>
                </c:pt>
                <c:pt idx="2516">
                  <c:v>43.706412134943193</c:v>
                </c:pt>
                <c:pt idx="2517">
                  <c:v>43.70639888774155</c:v>
                </c:pt>
                <c:pt idx="2518">
                  <c:v>43.704754494975951</c:v>
                </c:pt>
                <c:pt idx="2519">
                  <c:v>43.703859354953885</c:v>
                </c:pt>
                <c:pt idx="2520">
                  <c:v>43.694876296166569</c:v>
                </c:pt>
                <c:pt idx="2521">
                  <c:v>43.693161967223318</c:v>
                </c:pt>
                <c:pt idx="2522">
                  <c:v>43.69303674264853</c:v>
                </c:pt>
                <c:pt idx="2523">
                  <c:v>43.69158101762563</c:v>
                </c:pt>
                <c:pt idx="2524">
                  <c:v>43.690780760362259</c:v>
                </c:pt>
                <c:pt idx="2525">
                  <c:v>43.682394319105356</c:v>
                </c:pt>
                <c:pt idx="2526">
                  <c:v>43.680613294493114</c:v>
                </c:pt>
                <c:pt idx="2527">
                  <c:v>43.680574196921405</c:v>
                </c:pt>
                <c:pt idx="2528">
                  <c:v>43.679147659693655</c:v>
                </c:pt>
                <c:pt idx="2529">
                  <c:v>43.678369383872635</c:v>
                </c:pt>
                <c:pt idx="2530">
                  <c:v>43.670243412410343</c:v>
                </c:pt>
                <c:pt idx="2531">
                  <c:v>43.669274616842927</c:v>
                </c:pt>
                <c:pt idx="2532">
                  <c:v>43.669235550490015</c:v>
                </c:pt>
                <c:pt idx="2533">
                  <c:v>43.668440579389134</c:v>
                </c:pt>
                <c:pt idx="2534">
                  <c:v>43.667880981178001</c:v>
                </c:pt>
                <c:pt idx="2535">
                  <c:v>43.663345635075075</c:v>
                </c:pt>
                <c:pt idx="2536">
                  <c:v>43.661982497531824</c:v>
                </c:pt>
                <c:pt idx="2537">
                  <c:v>43.66193317979743</c:v>
                </c:pt>
                <c:pt idx="2538">
                  <c:v>43.660937583338182</c:v>
                </c:pt>
                <c:pt idx="2539">
                  <c:v>43.660349624000951</c:v>
                </c:pt>
                <c:pt idx="2540">
                  <c:v>43.65415077615728</c:v>
                </c:pt>
                <c:pt idx="2541">
                  <c:v>43.653361469072514</c:v>
                </c:pt>
                <c:pt idx="2542">
                  <c:v>43.653334821173878</c:v>
                </c:pt>
                <c:pt idx="2543">
                  <c:v>43.652594010899307</c:v>
                </c:pt>
                <c:pt idx="2544">
                  <c:v>43.652171081368493</c:v>
                </c:pt>
                <c:pt idx="2545">
                  <c:v>43.648239423696054</c:v>
                </c:pt>
                <c:pt idx="2546">
                  <c:v>43.647394130234574</c:v>
                </c:pt>
                <c:pt idx="2547">
                  <c:v>43.647338874965754</c:v>
                </c:pt>
                <c:pt idx="2548">
                  <c:v>43.646595123658507</c:v>
                </c:pt>
                <c:pt idx="2549">
                  <c:v>43.646183073777514</c:v>
                </c:pt>
                <c:pt idx="2550">
                  <c:v>43.642000408980209</c:v>
                </c:pt>
                <c:pt idx="2551">
                  <c:v>43.641189004173107</c:v>
                </c:pt>
                <c:pt idx="2552">
                  <c:v>43.641175891295362</c:v>
                </c:pt>
                <c:pt idx="2553">
                  <c:v>43.640428219891895</c:v>
                </c:pt>
                <c:pt idx="2554">
                  <c:v>43.640069574216213</c:v>
                </c:pt>
                <c:pt idx="2555">
                  <c:v>43.636089168468118</c:v>
                </c:pt>
                <c:pt idx="2556">
                  <c:v>43.635658218031679</c:v>
                </c:pt>
                <c:pt idx="2557">
                  <c:v>43.635657232395971</c:v>
                </c:pt>
                <c:pt idx="2558">
                  <c:v>43.635240746811512</c:v>
                </c:pt>
                <c:pt idx="2559">
                  <c:v>43.635029080380761</c:v>
                </c:pt>
                <c:pt idx="2560">
                  <c:v>43.63280585642508</c:v>
                </c:pt>
                <c:pt idx="2561">
                  <c:v>43.632150432182357</c:v>
                </c:pt>
                <c:pt idx="2562">
                  <c:v>43.632144992844971</c:v>
                </c:pt>
                <c:pt idx="2563">
                  <c:v>43.631571556247138</c:v>
                </c:pt>
                <c:pt idx="2564">
                  <c:v>43.631288395679839</c:v>
                </c:pt>
                <c:pt idx="2565">
                  <c:v>43.628208629290214</c:v>
                </c:pt>
                <c:pt idx="2566">
                  <c:v>43.628113416637959</c:v>
                </c:pt>
                <c:pt idx="2567">
                  <c:v>43.62811271572901</c:v>
                </c:pt>
                <c:pt idx="2568">
                  <c:v>43.628032326264702</c:v>
                </c:pt>
                <c:pt idx="2569">
                  <c:v>43.627987289597002</c:v>
                </c:pt>
                <c:pt idx="2570">
                  <c:v>43.627550118597128</c:v>
                </c:pt>
                <c:pt idx="2571">
                  <c:v>43.62769064583749</c:v>
                </c:pt>
                <c:pt idx="2572">
                  <c:v>43.6276948135136</c:v>
                </c:pt>
                <c:pt idx="2573">
                  <c:v>43.627815515100863</c:v>
                </c:pt>
                <c:pt idx="2574">
                  <c:v>43.627876846290405</c:v>
                </c:pt>
                <c:pt idx="2575">
                  <c:v>43.628536339086736</c:v>
                </c:pt>
                <c:pt idx="2576">
                  <c:v>43.629660846470294</c:v>
                </c:pt>
                <c:pt idx="2577">
                  <c:v>43.629716430036211</c:v>
                </c:pt>
                <c:pt idx="2578">
                  <c:v>43.630729364616712</c:v>
                </c:pt>
                <c:pt idx="2579">
                  <c:v>43.631246227748186</c:v>
                </c:pt>
                <c:pt idx="2580">
                  <c:v>43.636744596226151</c:v>
                </c:pt>
                <c:pt idx="2581">
                  <c:v>43.637116984106143</c:v>
                </c:pt>
                <c:pt idx="2582">
                  <c:v>43.637140705400235</c:v>
                </c:pt>
                <c:pt idx="2583">
                  <c:v>43.63744923278167</c:v>
                </c:pt>
                <c:pt idx="2584">
                  <c:v>43.637615425079765</c:v>
                </c:pt>
                <c:pt idx="2585">
                  <c:v>43.639372497236877</c:v>
                </c:pt>
                <c:pt idx="2586">
                  <c:v>43.639738732052102</c:v>
                </c:pt>
                <c:pt idx="2587">
                  <c:v>43.639765302765952</c:v>
                </c:pt>
                <c:pt idx="2588">
                  <c:v>43.640074040465997</c:v>
                </c:pt>
                <c:pt idx="2589">
                  <c:v>43.640228606029545</c:v>
                </c:pt>
                <c:pt idx="2590">
                  <c:v>43.642000408980209</c:v>
                </c:pt>
                <c:pt idx="2591">
                  <c:v>43.642090239513806</c:v>
                </c:pt>
                <c:pt idx="2592">
                  <c:v>43.642093824522803</c:v>
                </c:pt>
                <c:pt idx="2593">
                  <c:v>43.642170452698529</c:v>
                </c:pt>
                <c:pt idx="2594">
                  <c:v>43.642212032437385</c:v>
                </c:pt>
                <c:pt idx="2595">
                  <c:v>43.642655842759552</c:v>
                </c:pt>
                <c:pt idx="2596">
                  <c:v>43.642883797283091</c:v>
                </c:pt>
                <c:pt idx="2597">
                  <c:v>43.642885494080332</c:v>
                </c:pt>
                <c:pt idx="2598">
                  <c:v>43.643091914189782</c:v>
                </c:pt>
                <c:pt idx="2599">
                  <c:v>43.643193618094919</c:v>
                </c:pt>
                <c:pt idx="2600">
                  <c:v>43.644297521812348</c:v>
                </c:pt>
                <c:pt idx="2601">
                  <c:v>43.644669370823429</c:v>
                </c:pt>
                <c:pt idx="2602">
                  <c:v>43.644688548154463</c:v>
                </c:pt>
                <c:pt idx="2603">
                  <c:v>43.64500514992752</c:v>
                </c:pt>
                <c:pt idx="2604">
                  <c:v>43.645168348294533</c:v>
                </c:pt>
                <c:pt idx="2605">
                  <c:v>43.646925453708604</c:v>
                </c:pt>
                <c:pt idx="2606">
                  <c:v>43.647795554291861</c:v>
                </c:pt>
                <c:pt idx="2607">
                  <c:v>43.647849714402334</c:v>
                </c:pt>
                <c:pt idx="2608">
                  <c:v>43.648506427572727</c:v>
                </c:pt>
                <c:pt idx="2609">
                  <c:v>43.64889934725759</c:v>
                </c:pt>
                <c:pt idx="2610">
                  <c:v>43.653164516378126</c:v>
                </c:pt>
                <c:pt idx="2611">
                  <c:v>43.653630439483344</c:v>
                </c:pt>
                <c:pt idx="2612">
                  <c:v>43.653657433872112</c:v>
                </c:pt>
                <c:pt idx="2613">
                  <c:v>43.654386571907025</c:v>
                </c:pt>
                <c:pt idx="2614">
                  <c:v>43.654706863460788</c:v>
                </c:pt>
                <c:pt idx="2615">
                  <c:v>43.658420463814423</c:v>
                </c:pt>
                <c:pt idx="2616">
                  <c:v>43.659055818550904</c:v>
                </c:pt>
                <c:pt idx="2617">
                  <c:v>43.659102472154139</c:v>
                </c:pt>
                <c:pt idx="2618">
                  <c:v>43.659619719295222</c:v>
                </c:pt>
                <c:pt idx="2619">
                  <c:v>43.659866315565992</c:v>
                </c:pt>
                <c:pt idx="2620">
                  <c:v>43.662690180077959</c:v>
                </c:pt>
                <c:pt idx="2621">
                  <c:v>43.66307969326828</c:v>
                </c:pt>
                <c:pt idx="2622">
                  <c:v>43.66308865592179</c:v>
                </c:pt>
                <c:pt idx="2623">
                  <c:v>43.663422082533586</c:v>
                </c:pt>
                <c:pt idx="2624">
                  <c:v>43.663591280334167</c:v>
                </c:pt>
                <c:pt idx="2625">
                  <c:v>43.665318187682317</c:v>
                </c:pt>
                <c:pt idx="2626">
                  <c:v>43.666175811641288</c:v>
                </c:pt>
                <c:pt idx="2627">
                  <c:v>43.666205808464483</c:v>
                </c:pt>
                <c:pt idx="2628">
                  <c:v>43.666981623763057</c:v>
                </c:pt>
                <c:pt idx="2629">
                  <c:v>43.667318827479349</c:v>
                </c:pt>
                <c:pt idx="2630">
                  <c:v>43.671229698671368</c:v>
                </c:pt>
                <c:pt idx="2631">
                  <c:v>43.672544972667623</c:v>
                </c:pt>
                <c:pt idx="2632">
                  <c:v>43.672606767620891</c:v>
                </c:pt>
                <c:pt idx="2633">
                  <c:v>43.673787787274897</c:v>
                </c:pt>
                <c:pt idx="2634">
                  <c:v>43.674304109285181</c:v>
                </c:pt>
                <c:pt idx="2635">
                  <c:v>43.680424805112011</c:v>
                </c:pt>
                <c:pt idx="2636">
                  <c:v>43.680977870724213</c:v>
                </c:pt>
                <c:pt idx="2637">
                  <c:v>43.681030552140719</c:v>
                </c:pt>
                <c:pt idx="2638">
                  <c:v>43.681504287558944</c:v>
                </c:pt>
                <c:pt idx="2639">
                  <c:v>43.681723262765729</c:v>
                </c:pt>
                <c:pt idx="2640">
                  <c:v>43.68436693113199</c:v>
                </c:pt>
                <c:pt idx="2641">
                  <c:v>43.684789393955398</c:v>
                </c:pt>
                <c:pt idx="2642">
                  <c:v>43.684831896920052</c:v>
                </c:pt>
                <c:pt idx="2643">
                  <c:v>43.68514823858947</c:v>
                </c:pt>
                <c:pt idx="2644">
                  <c:v>43.685342061984741</c:v>
                </c:pt>
                <c:pt idx="2645">
                  <c:v>43.687322768884258</c:v>
                </c:pt>
                <c:pt idx="2646">
                  <c:v>43.686909459322997</c:v>
                </c:pt>
                <c:pt idx="2647">
                  <c:v>43.686872639177714</c:v>
                </c:pt>
                <c:pt idx="2648">
                  <c:v>43.686550600788365</c:v>
                </c:pt>
                <c:pt idx="2649">
                  <c:v>43.686358879007472</c:v>
                </c:pt>
                <c:pt idx="2650">
                  <c:v>43.68436693113199</c:v>
                </c:pt>
                <c:pt idx="2651">
                  <c:v>43.684933196709714</c:v>
                </c:pt>
                <c:pt idx="2652">
                  <c:v>43.685001744051853</c:v>
                </c:pt>
                <c:pt idx="2653">
                  <c:v>43.685497873362493</c:v>
                </c:pt>
                <c:pt idx="2654">
                  <c:v>43.685756199130111</c:v>
                </c:pt>
                <c:pt idx="2655">
                  <c:v>43.68863373066489</c:v>
                </c:pt>
                <c:pt idx="2656">
                  <c:v>43.688916324005191</c:v>
                </c:pt>
                <c:pt idx="2657">
                  <c:v>43.688928956688642</c:v>
                </c:pt>
                <c:pt idx="2658">
                  <c:v>43.689154852337396</c:v>
                </c:pt>
                <c:pt idx="2659">
                  <c:v>43.689342287397899</c:v>
                </c:pt>
                <c:pt idx="2660">
                  <c:v>43.69060636227772</c:v>
                </c:pt>
                <c:pt idx="2661">
                  <c:v>43.691264675074414</c:v>
                </c:pt>
                <c:pt idx="2662">
                  <c:v>43.691313292092026</c:v>
                </c:pt>
                <c:pt idx="2663">
                  <c:v>43.691870383968229</c:v>
                </c:pt>
                <c:pt idx="2664">
                  <c:v>43.692130226527162</c:v>
                </c:pt>
                <c:pt idx="2665">
                  <c:v>43.695204040303963</c:v>
                </c:pt>
                <c:pt idx="2666">
                  <c:v>43.695858648644283</c:v>
                </c:pt>
                <c:pt idx="2667">
                  <c:v>43.695910636032217</c:v>
                </c:pt>
                <c:pt idx="2668">
                  <c:v>43.69649029367762</c:v>
                </c:pt>
                <c:pt idx="2669">
                  <c:v>43.696728809146855</c:v>
                </c:pt>
                <c:pt idx="2670">
                  <c:v>43.699801752114297</c:v>
                </c:pt>
                <c:pt idx="2671">
                  <c:v>43.701305559145851</c:v>
                </c:pt>
                <c:pt idx="2672">
                  <c:v>43.701460911568624</c:v>
                </c:pt>
                <c:pt idx="2673">
                  <c:v>43.702773207451017</c:v>
                </c:pt>
                <c:pt idx="2674">
                  <c:v>43.703413603841767</c:v>
                </c:pt>
                <c:pt idx="2675">
                  <c:v>43.710311376671655</c:v>
                </c:pt>
                <c:pt idx="2676">
                  <c:v>43.710784851954081</c:v>
                </c:pt>
                <c:pt idx="2677">
                  <c:v>43.710841830501238</c:v>
                </c:pt>
                <c:pt idx="2678">
                  <c:v>43.711224282419316</c:v>
                </c:pt>
                <c:pt idx="2679">
                  <c:v>43.711437629721765</c:v>
                </c:pt>
                <c:pt idx="2680">
                  <c:v>43.713595091021205</c:v>
                </c:pt>
                <c:pt idx="2681">
                  <c:v>43.713964234417794</c:v>
                </c:pt>
                <c:pt idx="2682">
                  <c:v>43.714006787830186</c:v>
                </c:pt>
                <c:pt idx="2683">
                  <c:v>43.714327694818664</c:v>
                </c:pt>
                <c:pt idx="2684">
                  <c:v>43.714509134776179</c:v>
                </c:pt>
                <c:pt idx="2685">
                  <c:v>43.71622331183238</c:v>
                </c:pt>
                <c:pt idx="2686">
                  <c:v>43.717131623306763</c:v>
                </c:pt>
                <c:pt idx="2687">
                  <c:v>43.717303185724205</c:v>
                </c:pt>
                <c:pt idx="2688">
                  <c:v>43.718053945126975</c:v>
                </c:pt>
                <c:pt idx="2689">
                  <c:v>43.71848115974359</c:v>
                </c:pt>
                <c:pt idx="2690">
                  <c:v>43.72279391269177</c:v>
                </c:pt>
                <c:pt idx="2691">
                  <c:v>43.723670412825491</c:v>
                </c:pt>
                <c:pt idx="2692">
                  <c:v>43.72380087001364</c:v>
                </c:pt>
                <c:pt idx="2693">
                  <c:v>43.724528798785776</c:v>
                </c:pt>
                <c:pt idx="2694">
                  <c:v>43.724953336726934</c:v>
                </c:pt>
                <c:pt idx="2695">
                  <c:v>43.729033729214677</c:v>
                </c:pt>
                <c:pt idx="2696">
                  <c:v>43.730659006563322</c:v>
                </c:pt>
                <c:pt idx="2697">
                  <c:v>43.730839331229951</c:v>
                </c:pt>
                <c:pt idx="2698">
                  <c:v>43.732271050335555</c:v>
                </c:pt>
                <c:pt idx="2699">
                  <c:v>43.733104276087843</c:v>
                </c:pt>
                <c:pt idx="2700">
                  <c:v>43.740858015086815</c:v>
                </c:pt>
                <c:pt idx="2701">
                  <c:v>43.741506102875043</c:v>
                </c:pt>
                <c:pt idx="2702">
                  <c:v>43.741561186526077</c:v>
                </c:pt>
                <c:pt idx="2703">
                  <c:v>43.742109649377262</c:v>
                </c:pt>
                <c:pt idx="2704">
                  <c:v>43.742422075449454</c:v>
                </c:pt>
                <c:pt idx="2705">
                  <c:v>43.745456066540555</c:v>
                </c:pt>
                <c:pt idx="2706">
                  <c:v>43.746978778464765</c:v>
                </c:pt>
                <c:pt idx="2707">
                  <c:v>43.747173945062038</c:v>
                </c:pt>
                <c:pt idx="2708">
                  <c:v>43.748466895824144</c:v>
                </c:pt>
                <c:pt idx="2709">
                  <c:v>43.749251904837692</c:v>
                </c:pt>
                <c:pt idx="2710">
                  <c:v>43.75662202375014</c:v>
                </c:pt>
                <c:pt idx="2711">
                  <c:v>43.757418643284069</c:v>
                </c:pt>
                <c:pt idx="2712">
                  <c:v>43.757453036335683</c:v>
                </c:pt>
                <c:pt idx="2713">
                  <c:v>43.758135693447649</c:v>
                </c:pt>
                <c:pt idx="2714">
                  <c:v>43.758503054340949</c:v>
                </c:pt>
                <c:pt idx="2715">
                  <c:v>43.762206625407259</c:v>
                </c:pt>
                <c:pt idx="2716">
                  <c:v>43.763440932564244</c:v>
                </c:pt>
                <c:pt idx="2717">
                  <c:v>43.763484778928678</c:v>
                </c:pt>
                <c:pt idx="2718">
                  <c:v>43.76460908073166</c:v>
                </c:pt>
                <c:pt idx="2719">
                  <c:v>43.765217977749757</c:v>
                </c:pt>
                <c:pt idx="2720">
                  <c:v>43.771403086153043</c:v>
                </c:pt>
                <c:pt idx="2721">
                  <c:v>43.771628037148027</c:v>
                </c:pt>
                <c:pt idx="2722">
                  <c:v>43.771646413127051</c:v>
                </c:pt>
                <c:pt idx="2723">
                  <c:v>43.771853528069244</c:v>
                </c:pt>
                <c:pt idx="2724">
                  <c:v>43.7719555487066</c:v>
                </c:pt>
                <c:pt idx="2725">
                  <c:v>43.773048197465982</c:v>
                </c:pt>
                <c:pt idx="2726">
                  <c:v>43.772769458106765</c:v>
                </c:pt>
                <c:pt idx="2727">
                  <c:v>43.772743344650948</c:v>
                </c:pt>
                <c:pt idx="2728">
                  <c:v>43.772506875258543</c:v>
                </c:pt>
                <c:pt idx="2729">
                  <c:v>43.772386517693754</c:v>
                </c:pt>
                <c:pt idx="2730">
                  <c:v>43.771075301352539</c:v>
                </c:pt>
                <c:pt idx="2731">
                  <c:v>43.771075301352539</c:v>
                </c:pt>
                <c:pt idx="2732">
                  <c:v>43.771075301352539</c:v>
                </c:pt>
                <c:pt idx="2733">
                  <c:v>43.771075301352539</c:v>
                </c:pt>
                <c:pt idx="2734">
                  <c:v>43.771075301352539</c:v>
                </c:pt>
                <c:pt idx="2735">
                  <c:v>43.771075301352539</c:v>
                </c:pt>
                <c:pt idx="2736">
                  <c:v>43.771028643779317</c:v>
                </c:pt>
                <c:pt idx="2737">
                  <c:v>43.771021847493344</c:v>
                </c:pt>
                <c:pt idx="2738">
                  <c:v>43.770984027698184</c:v>
                </c:pt>
                <c:pt idx="2739">
                  <c:v>43.770964611061991</c:v>
                </c:pt>
                <c:pt idx="2740">
                  <c:v>43.770747516730239</c:v>
                </c:pt>
                <c:pt idx="2741">
                  <c:v>43.770464943618613</c:v>
                </c:pt>
                <c:pt idx="2742">
                  <c:v>43.770410223101273</c:v>
                </c:pt>
                <c:pt idx="2743">
                  <c:v>43.770208099653608</c:v>
                </c:pt>
                <c:pt idx="2744">
                  <c:v>43.77007067481572</c:v>
                </c:pt>
                <c:pt idx="2745">
                  <c:v>43.768777720438834</c:v>
                </c:pt>
                <c:pt idx="2746">
                  <c:v>43.767869396542117</c:v>
                </c:pt>
                <c:pt idx="2747">
                  <c:v>43.767763542953354</c:v>
                </c:pt>
                <c:pt idx="2748">
                  <c:v>43.767062954007741</c:v>
                </c:pt>
                <c:pt idx="2749">
                  <c:v>43.766650991656427</c:v>
                </c:pt>
                <c:pt idx="2750">
                  <c:v>43.76253440539756</c:v>
                </c:pt>
                <c:pt idx="2751">
                  <c:v>43.762155524404101</c:v>
                </c:pt>
                <c:pt idx="2752">
                  <c:v>43.762103282173683</c:v>
                </c:pt>
                <c:pt idx="2753">
                  <c:v>43.761813155988385</c:v>
                </c:pt>
                <c:pt idx="2754">
                  <c:v>43.761639698186784</c:v>
                </c:pt>
                <c:pt idx="2755">
                  <c:v>43.759909078188684</c:v>
                </c:pt>
                <c:pt idx="2756">
                  <c:v>43.759677118562465</c:v>
                </c:pt>
                <c:pt idx="2757">
                  <c:v>43.759650840216366</c:v>
                </c:pt>
                <c:pt idx="2758">
                  <c:v>43.759472142822453</c:v>
                </c:pt>
                <c:pt idx="2759">
                  <c:v>43.759357027042711</c:v>
                </c:pt>
                <c:pt idx="2760">
                  <c:v>43.758267094865289</c:v>
                </c:pt>
                <c:pt idx="2761">
                  <c:v>43.758530287013564</c:v>
                </c:pt>
                <c:pt idx="2762">
                  <c:v>43.758570887454518</c:v>
                </c:pt>
                <c:pt idx="2763">
                  <c:v>43.758793018011254</c:v>
                </c:pt>
                <c:pt idx="2764">
                  <c:v>43.758921983885067</c:v>
                </c:pt>
                <c:pt idx="2765">
                  <c:v>43.760236856936217</c:v>
                </c:pt>
                <c:pt idx="2766">
                  <c:v>43.75995735453116</c:v>
                </c:pt>
                <c:pt idx="2767">
                  <c:v>43.759928443423995</c:v>
                </c:pt>
                <c:pt idx="2768">
                  <c:v>43.759699832692149</c:v>
                </c:pt>
                <c:pt idx="2769">
                  <c:v>43.759565440597171</c:v>
                </c:pt>
                <c:pt idx="2770">
                  <c:v>43.758267094865289</c:v>
                </c:pt>
                <c:pt idx="2771">
                  <c:v>43.758173368583215</c:v>
                </c:pt>
                <c:pt idx="2772">
                  <c:v>43.758164322254252</c:v>
                </c:pt>
                <c:pt idx="2773">
                  <c:v>43.758085259797703</c:v>
                </c:pt>
                <c:pt idx="2774">
                  <c:v>43.758042755796772</c:v>
                </c:pt>
                <c:pt idx="2775">
                  <c:v>43.757608447436326</c:v>
                </c:pt>
                <c:pt idx="2776">
                  <c:v>43.757844614996891</c:v>
                </c:pt>
                <c:pt idx="2777">
                  <c:v>43.757866098186994</c:v>
                </c:pt>
                <c:pt idx="2778">
                  <c:v>43.758062520831814</c:v>
                </c:pt>
                <c:pt idx="2779">
                  <c:v>43.758157714484689</c:v>
                </c:pt>
                <c:pt idx="2780">
                  <c:v>43.759250428977111</c:v>
                </c:pt>
                <c:pt idx="2781">
                  <c:v>43.759482191509711</c:v>
                </c:pt>
                <c:pt idx="2782">
                  <c:v>43.759505616052174</c:v>
                </c:pt>
                <c:pt idx="2783">
                  <c:v>43.75970921138218</c:v>
                </c:pt>
                <c:pt idx="2784">
                  <c:v>43.75979439637895</c:v>
                </c:pt>
                <c:pt idx="2785">
                  <c:v>43.760892414962996</c:v>
                </c:pt>
                <c:pt idx="2786">
                  <c:v>43.760471669218504</c:v>
                </c:pt>
                <c:pt idx="2787">
                  <c:v>43.760434475337689</c:v>
                </c:pt>
                <c:pt idx="2788">
                  <c:v>43.760064266064283</c:v>
                </c:pt>
                <c:pt idx="2789">
                  <c:v>43.759905698235372</c:v>
                </c:pt>
                <c:pt idx="2790">
                  <c:v>43.75793622494075</c:v>
                </c:pt>
                <c:pt idx="2791">
                  <c:v>43.757322900411836</c:v>
                </c:pt>
                <c:pt idx="2792">
                  <c:v>43.757247861800415</c:v>
                </c:pt>
                <c:pt idx="2793">
                  <c:v>43.756550955171683</c:v>
                </c:pt>
                <c:pt idx="2794">
                  <c:v>43.75650397581348</c:v>
                </c:pt>
                <c:pt idx="2795">
                  <c:v>43.753665854521785</c:v>
                </c:pt>
                <c:pt idx="2796">
                  <c:v>43.752923674263378</c:v>
                </c:pt>
                <c:pt idx="2797">
                  <c:v>43.752825254932276</c:v>
                </c:pt>
                <c:pt idx="2798">
                  <c:v>43.752168742890859</c:v>
                </c:pt>
                <c:pt idx="2799">
                  <c:v>43.75184386849655</c:v>
                </c:pt>
                <c:pt idx="2800">
                  <c:v>43.748412195912522</c:v>
                </c:pt>
                <c:pt idx="2801">
                  <c:v>43.747633941143505</c:v>
                </c:pt>
                <c:pt idx="2802">
                  <c:v>43.747532464648621</c:v>
                </c:pt>
                <c:pt idx="2803">
                  <c:v>43.746837052198401</c:v>
                </c:pt>
                <c:pt idx="2804">
                  <c:v>43.74655313206226</c:v>
                </c:pt>
                <c:pt idx="2805">
                  <c:v>43.742827720856212</c:v>
                </c:pt>
                <c:pt idx="2806">
                  <c:v>43.742416775523537</c:v>
                </c:pt>
                <c:pt idx="2807">
                  <c:v>43.742357099493226</c:v>
                </c:pt>
                <c:pt idx="2808">
                  <c:v>43.742007151480507</c:v>
                </c:pt>
                <c:pt idx="2809">
                  <c:v>43.741834395596157</c:v>
                </c:pt>
                <c:pt idx="2810">
                  <c:v>43.739871618505219</c:v>
                </c:pt>
                <c:pt idx="2811">
                  <c:v>43.739139629896385</c:v>
                </c:pt>
                <c:pt idx="2812">
                  <c:v>43.739021423942575</c:v>
                </c:pt>
                <c:pt idx="2813">
                  <c:v>43.738411548587777</c:v>
                </c:pt>
                <c:pt idx="2814">
                  <c:v>43.73806755946633</c:v>
                </c:pt>
                <c:pt idx="2815">
                  <c:v>43.734618078514018</c:v>
                </c:pt>
                <c:pt idx="2816">
                  <c:v>43.734152800770268</c:v>
                </c:pt>
                <c:pt idx="2817">
                  <c:v>43.734094981729733</c:v>
                </c:pt>
                <c:pt idx="2818">
                  <c:v>43.733711366367267</c:v>
                </c:pt>
                <c:pt idx="2819">
                  <c:v>43.73351118022422</c:v>
                </c:pt>
                <c:pt idx="2820">
                  <c:v>43.731331160241893</c:v>
                </c:pt>
                <c:pt idx="2821">
                  <c:v>43.730817085706491</c:v>
                </c:pt>
                <c:pt idx="2822">
                  <c:v>43.730781016729821</c:v>
                </c:pt>
                <c:pt idx="2823">
                  <c:v>43.730376806401573</c:v>
                </c:pt>
                <c:pt idx="2824">
                  <c:v>43.729891162216184</c:v>
                </c:pt>
                <c:pt idx="2825">
                  <c:v>43.727719590155289</c:v>
                </c:pt>
                <c:pt idx="2826">
                  <c:v>43.727307797710388</c:v>
                </c:pt>
                <c:pt idx="2827">
                  <c:v>43.727254755069922</c:v>
                </c:pt>
                <c:pt idx="2828">
                  <c:v>43.726900788489722</c:v>
                </c:pt>
                <c:pt idx="2829">
                  <c:v>43.726634547584915</c:v>
                </c:pt>
                <c:pt idx="2830">
                  <c:v>43.724763560540623</c:v>
                </c:pt>
                <c:pt idx="2831">
                  <c:v>43.724019113988213</c:v>
                </c:pt>
                <c:pt idx="2832">
                  <c:v>43.723966931601026</c:v>
                </c:pt>
                <c:pt idx="2833">
                  <c:v>43.723301658128612</c:v>
                </c:pt>
                <c:pt idx="2834">
                  <c:v>43.72303288661687</c:v>
                </c:pt>
                <c:pt idx="2835">
                  <c:v>43.719507057510043</c:v>
                </c:pt>
                <c:pt idx="2836">
                  <c:v>43.718348071904416</c:v>
                </c:pt>
                <c:pt idx="2837">
                  <c:v>43.717969966596087</c:v>
                </c:pt>
                <c:pt idx="2838">
                  <c:v>43.717260020896063</c:v>
                </c:pt>
                <c:pt idx="2839">
                  <c:v>43.716764019480472</c:v>
                </c:pt>
                <c:pt idx="2840">
                  <c:v>43.710969973354679</c:v>
                </c:pt>
                <c:pt idx="2841">
                  <c:v>43.711441034559265</c:v>
                </c:pt>
                <c:pt idx="2842">
                  <c:v>43.711470931451338</c:v>
                </c:pt>
                <c:pt idx="2843">
                  <c:v>43.71199370425623</c:v>
                </c:pt>
                <c:pt idx="2844">
                  <c:v>43.712216526034325</c:v>
                </c:pt>
                <c:pt idx="2845">
                  <c:v>43.714909200033446</c:v>
                </c:pt>
                <c:pt idx="2846">
                  <c:v>43.713912923398695</c:v>
                </c:pt>
                <c:pt idx="2847">
                  <c:v>43.713854453312067</c:v>
                </c:pt>
                <c:pt idx="2848">
                  <c:v>43.712970324175096</c:v>
                </c:pt>
                <c:pt idx="2849">
                  <c:v>43.712609747904303</c:v>
                </c:pt>
                <c:pt idx="2850">
                  <c:v>43.708014023754856</c:v>
                </c:pt>
                <c:pt idx="2851">
                  <c:v>43.708108001436841</c:v>
                </c:pt>
                <c:pt idx="2852">
                  <c:v>43.708115052474831</c:v>
                </c:pt>
                <c:pt idx="2853">
                  <c:v>43.708199440773988</c:v>
                </c:pt>
                <c:pt idx="2854">
                  <c:v>43.708233656322683</c:v>
                </c:pt>
                <c:pt idx="2855">
                  <c:v>43.708669526009203</c:v>
                </c:pt>
                <c:pt idx="2856">
                  <c:v>43.708716193331576</c:v>
                </c:pt>
                <c:pt idx="2857">
                  <c:v>43.708719275664571</c:v>
                </c:pt>
                <c:pt idx="2858">
                  <c:v>43.70876338496241</c:v>
                </c:pt>
                <c:pt idx="2859">
                  <c:v>43.70878022336683</c:v>
                </c:pt>
                <c:pt idx="2860">
                  <c:v>43.708997277395667</c:v>
                </c:pt>
                <c:pt idx="2861">
                  <c:v>43.708672862032607</c:v>
                </c:pt>
                <c:pt idx="2862">
                  <c:v>43.708633022483312</c:v>
                </c:pt>
                <c:pt idx="2863">
                  <c:v>43.708356025189865</c:v>
                </c:pt>
                <c:pt idx="2864">
                  <c:v>43.708230436780497</c:v>
                </c:pt>
                <c:pt idx="2865">
                  <c:v>43.7066999293354</c:v>
                </c:pt>
                <c:pt idx="2866">
                  <c:v>43.706653298562948</c:v>
                </c:pt>
                <c:pt idx="2867">
                  <c:v>43.706648710710745</c:v>
                </c:pt>
                <c:pt idx="2868">
                  <c:v>43.706609765998458</c:v>
                </c:pt>
                <c:pt idx="2869">
                  <c:v>43.706590384108694</c:v>
                </c:pt>
                <c:pt idx="2870">
                  <c:v>43.706369087177791</c:v>
                </c:pt>
                <c:pt idx="2871">
                  <c:v>43.706505125254765</c:v>
                </c:pt>
                <c:pt idx="2872">
                  <c:v>43.706525207314307</c:v>
                </c:pt>
                <c:pt idx="2873">
                  <c:v>43.706640652408559</c:v>
                </c:pt>
                <c:pt idx="2874">
                  <c:v>43.706720475339147</c:v>
                </c:pt>
                <c:pt idx="2875">
                  <c:v>43.707355430204643</c:v>
                </c:pt>
                <c:pt idx="2876">
                  <c:v>43.707821408204936</c:v>
                </c:pt>
                <c:pt idx="2877">
                  <c:v>43.707856598623501</c:v>
                </c:pt>
                <c:pt idx="2878">
                  <c:v>43.708250971019538</c:v>
                </c:pt>
                <c:pt idx="2879">
                  <c:v>43.708445346744142</c:v>
                </c:pt>
                <c:pt idx="2880">
                  <c:v>43.710639128924242</c:v>
                </c:pt>
                <c:pt idx="2881">
                  <c:v>43.71040732736332</c:v>
                </c:pt>
                <c:pt idx="2882">
                  <c:v>43.710391614421049</c:v>
                </c:pt>
                <c:pt idx="2883">
                  <c:v>43.710184391243352</c:v>
                </c:pt>
                <c:pt idx="2884">
                  <c:v>43.710087710053379</c:v>
                </c:pt>
                <c:pt idx="2885">
                  <c:v>43.708997277395667</c:v>
                </c:pt>
                <c:pt idx="2886">
                  <c:v>43.708950645798119</c:v>
                </c:pt>
                <c:pt idx="2887">
                  <c:v>43.708947851127107</c:v>
                </c:pt>
                <c:pt idx="2888">
                  <c:v>43.708909620494602</c:v>
                </c:pt>
                <c:pt idx="2889">
                  <c:v>43.708886836556317</c:v>
                </c:pt>
                <c:pt idx="2890">
                  <c:v>43.708669526009203</c:v>
                </c:pt>
                <c:pt idx="2891">
                  <c:v>43.708380869296136</c:v>
                </c:pt>
                <c:pt idx="2892">
                  <c:v>43.708353806035916</c:v>
                </c:pt>
                <c:pt idx="2893">
                  <c:v>43.708130000310987</c:v>
                </c:pt>
                <c:pt idx="2894">
                  <c:v>43.708005990407194</c:v>
                </c:pt>
                <c:pt idx="2895">
                  <c:v>43.7066999293354</c:v>
                </c:pt>
                <c:pt idx="2896">
                  <c:v>43.70590951198853</c:v>
                </c:pt>
                <c:pt idx="2897">
                  <c:v>43.705842922283445</c:v>
                </c:pt>
                <c:pt idx="2898">
                  <c:v>43.705102409366681</c:v>
                </c:pt>
                <c:pt idx="2899">
                  <c:v>43.704828850632595</c:v>
                </c:pt>
                <c:pt idx="2900">
                  <c:v>43.701115831984055</c:v>
                </c:pt>
                <c:pt idx="2901">
                  <c:v>43.700053294450505</c:v>
                </c:pt>
                <c:pt idx="2902">
                  <c:v>43.699959710035266</c:v>
                </c:pt>
                <c:pt idx="2903">
                  <c:v>43.699089948279507</c:v>
                </c:pt>
                <c:pt idx="2904">
                  <c:v>43.698700432142509</c:v>
                </c:pt>
                <c:pt idx="2905">
                  <c:v>43.693889972863929</c:v>
                </c:pt>
                <c:pt idx="2906">
                  <c:v>43.694341807610364</c:v>
                </c:pt>
                <c:pt idx="2907">
                  <c:v>43.694392901063551</c:v>
                </c:pt>
                <c:pt idx="2908">
                  <c:v>43.694727728772129</c:v>
                </c:pt>
                <c:pt idx="2909">
                  <c:v>43.694882631661727</c:v>
                </c:pt>
                <c:pt idx="2910">
                  <c:v>43.696845855501465</c:v>
                </c:pt>
                <c:pt idx="2911">
                  <c:v>43.696891703429941</c:v>
                </c:pt>
                <c:pt idx="2912">
                  <c:v>43.696899648837316</c:v>
                </c:pt>
                <c:pt idx="2913">
                  <c:v>43.696939329359012</c:v>
                </c:pt>
                <c:pt idx="2914">
                  <c:v>43.696955760425013</c:v>
                </c:pt>
                <c:pt idx="2915">
                  <c:v>43.697173600670965</c:v>
                </c:pt>
                <c:pt idx="2916">
                  <c:v>43.698385091508733</c:v>
                </c:pt>
                <c:pt idx="2917">
                  <c:v>43.698556042188514</c:v>
                </c:pt>
                <c:pt idx="2918">
                  <c:v>43.699529613067895</c:v>
                </c:pt>
                <c:pt idx="2919">
                  <c:v>43.700061447301984</c:v>
                </c:pt>
                <c:pt idx="2920">
                  <c:v>43.705713587347645</c:v>
                </c:pt>
                <c:pt idx="2921">
                  <c:v>43.70548311242365</c:v>
                </c:pt>
                <c:pt idx="2922">
                  <c:v>43.705454387545736</c:v>
                </c:pt>
                <c:pt idx="2923">
                  <c:v>43.705265199941124</c:v>
                </c:pt>
                <c:pt idx="2924">
                  <c:v>43.705161414512318</c:v>
                </c:pt>
                <c:pt idx="2925">
                  <c:v>43.70407174882115</c:v>
                </c:pt>
                <c:pt idx="2926">
                  <c:v>43.703978913906781</c:v>
                </c:pt>
                <c:pt idx="2927">
                  <c:v>43.703965205770906</c:v>
                </c:pt>
                <c:pt idx="2928">
                  <c:v>43.70388599638013</c:v>
                </c:pt>
                <c:pt idx="2929">
                  <c:v>43.703847143384458</c:v>
                </c:pt>
                <c:pt idx="2930">
                  <c:v>43.703413159441993</c:v>
                </c:pt>
                <c:pt idx="2931">
                  <c:v>43.702834027479753</c:v>
                </c:pt>
                <c:pt idx="2932">
                  <c:v>43.702760440733009</c:v>
                </c:pt>
                <c:pt idx="2933">
                  <c:v>43.70224985180036</c:v>
                </c:pt>
                <c:pt idx="2934">
                  <c:v>43.70202181543366</c:v>
                </c:pt>
                <c:pt idx="2935">
                  <c:v>43.699146259189774</c:v>
                </c:pt>
                <c:pt idx="2936">
                  <c:v>43.699315663546976</c:v>
                </c:pt>
                <c:pt idx="2937">
                  <c:v>43.699344941274859</c:v>
                </c:pt>
                <c:pt idx="2938">
                  <c:v>43.699486642316359</c:v>
                </c:pt>
                <c:pt idx="2939">
                  <c:v>43.699582295483793</c:v>
                </c:pt>
                <c:pt idx="2940">
                  <c:v>43.700457245726966</c:v>
                </c:pt>
                <c:pt idx="2941">
                  <c:v>43.701355387390798</c:v>
                </c:pt>
                <c:pt idx="2942">
                  <c:v>43.701432737171807</c:v>
                </c:pt>
                <c:pt idx="2943">
                  <c:v>43.702183557283071</c:v>
                </c:pt>
                <c:pt idx="2944">
                  <c:v>43.70271150865382</c:v>
                </c:pt>
                <c:pt idx="2945">
                  <c:v>43.707027679683677</c:v>
                </c:pt>
                <c:pt idx="2946">
                  <c:v>43.707522817993087</c:v>
                </c:pt>
                <c:pt idx="2947">
                  <c:v>43.707562387984488</c:v>
                </c:pt>
                <c:pt idx="2948">
                  <c:v>43.707989360439576</c:v>
                </c:pt>
                <c:pt idx="2949">
                  <c:v>43.708201519845289</c:v>
                </c:pt>
                <c:pt idx="2950">
                  <c:v>43.710639128924242</c:v>
                </c:pt>
                <c:pt idx="2951">
                  <c:v>43.711507313792282</c:v>
                </c:pt>
                <c:pt idx="2952">
                  <c:v>43.71161524429656</c:v>
                </c:pt>
                <c:pt idx="2953">
                  <c:v>43.712343276659027</c:v>
                </c:pt>
                <c:pt idx="2954">
                  <c:v>43.712800097247019</c:v>
                </c:pt>
                <c:pt idx="2955">
                  <c:v>43.717209670520504</c:v>
                </c:pt>
                <c:pt idx="2956">
                  <c:v>43.717578944039239</c:v>
                </c:pt>
                <c:pt idx="2957">
                  <c:v>43.717597363564472</c:v>
                </c:pt>
                <c:pt idx="2958">
                  <c:v>43.717904177958111</c:v>
                </c:pt>
                <c:pt idx="2959">
                  <c:v>43.718072696940155</c:v>
                </c:pt>
                <c:pt idx="2960">
                  <c:v>43.719837906675821</c:v>
                </c:pt>
                <c:pt idx="2961">
                  <c:v>43.720444093685117</c:v>
                </c:pt>
                <c:pt idx="2962">
                  <c:v>43.720487271415529</c:v>
                </c:pt>
                <c:pt idx="2963">
                  <c:v>43.720952314570546</c:v>
                </c:pt>
                <c:pt idx="2964">
                  <c:v>43.721233450447606</c:v>
                </c:pt>
                <c:pt idx="2965">
                  <c:v>43.724104949178695</c:v>
                </c:pt>
                <c:pt idx="2966">
                  <c:v>43.724191603478396</c:v>
                </c:pt>
                <c:pt idx="2967">
                  <c:v>43.724197204073555</c:v>
                </c:pt>
                <c:pt idx="2968">
                  <c:v>43.724279566162949</c:v>
                </c:pt>
                <c:pt idx="2969">
                  <c:v>43.724315328188652</c:v>
                </c:pt>
                <c:pt idx="2970">
                  <c:v>43.724763560540623</c:v>
                </c:pt>
                <c:pt idx="2971">
                  <c:v>43.725152565612738</c:v>
                </c:pt>
                <c:pt idx="2972">
                  <c:v>43.7251756277346</c:v>
                </c:pt>
                <c:pt idx="2973">
                  <c:v>43.725508866730273</c:v>
                </c:pt>
                <c:pt idx="2974">
                  <c:v>43.725641919439056</c:v>
                </c:pt>
                <c:pt idx="2975">
                  <c:v>43.727391828850443</c:v>
                </c:pt>
                <c:pt idx="2976">
                  <c:v>43.72771735946268</c:v>
                </c:pt>
                <c:pt idx="2977">
                  <c:v>43.727751161641017</c:v>
                </c:pt>
                <c:pt idx="2978">
                  <c:v>43.728041094367725</c:v>
                </c:pt>
                <c:pt idx="2979">
                  <c:v>43.728159594372812</c:v>
                </c:pt>
                <c:pt idx="2980">
                  <c:v>43.729689253747324</c:v>
                </c:pt>
                <c:pt idx="2981">
                  <c:v>43.729228193057871</c:v>
                </c:pt>
                <c:pt idx="2982">
                  <c:v>43.729164439102355</c:v>
                </c:pt>
                <c:pt idx="2983">
                  <c:v>43.728788513262167</c:v>
                </c:pt>
                <c:pt idx="2984">
                  <c:v>43.728613732256427</c:v>
                </c:pt>
                <c:pt idx="2985">
                  <c:v>43.726405453900213</c:v>
                </c:pt>
                <c:pt idx="2986">
                  <c:v>43.726133599509701</c:v>
                </c:pt>
                <c:pt idx="2987">
                  <c:v>43.726107027037827</c:v>
                </c:pt>
                <c:pt idx="2988">
                  <c:v>43.725874349202407</c:v>
                </c:pt>
                <c:pt idx="2989">
                  <c:v>43.725760729489963</c:v>
                </c:pt>
                <c:pt idx="2990">
                  <c:v>43.724435800807839</c:v>
                </c:pt>
                <c:pt idx="2991">
                  <c:v>43.723908304335204</c:v>
                </c:pt>
                <c:pt idx="2992">
                  <c:v>43.723837716700785</c:v>
                </c:pt>
                <c:pt idx="2993">
                  <c:v>43.723353396133717</c:v>
                </c:pt>
                <c:pt idx="2994">
                  <c:v>43.723141767024678</c:v>
                </c:pt>
                <c:pt idx="2995">
                  <c:v>43.720493421433844</c:v>
                </c:pt>
                <c:pt idx="2996">
                  <c:v>43.719571229841819</c:v>
                </c:pt>
                <c:pt idx="2997">
                  <c:v>43.719552923349688</c:v>
                </c:pt>
                <c:pt idx="2998">
                  <c:v>43.718735889897992</c:v>
                </c:pt>
                <c:pt idx="2999">
                  <c:v>43.718317322748476</c:v>
                </c:pt>
                <c:pt idx="3000">
                  <c:v>43.713925937027795</c:v>
                </c:pt>
                <c:pt idx="3001">
                  <c:v>43.713744300787909</c:v>
                </c:pt>
                <c:pt idx="3002">
                  <c:v>43.713734166416039</c:v>
                </c:pt>
                <c:pt idx="3003">
                  <c:v>43.713578102101692</c:v>
                </c:pt>
                <c:pt idx="3004">
                  <c:v>43.713494916351429</c:v>
                </c:pt>
                <c:pt idx="3005">
                  <c:v>43.712611830099547</c:v>
                </c:pt>
                <c:pt idx="3006">
                  <c:v>43.712611830099547</c:v>
                </c:pt>
                <c:pt idx="3007">
                  <c:v>43.712611830099547</c:v>
                </c:pt>
                <c:pt idx="3008">
                  <c:v>43.712611830099547</c:v>
                </c:pt>
                <c:pt idx="3009">
                  <c:v>43.712611830099547</c:v>
                </c:pt>
                <c:pt idx="3010">
                  <c:v>43.712383417231351</c:v>
                </c:pt>
                <c:pt idx="3011">
                  <c:v>43.712371401121061</c:v>
                </c:pt>
                <c:pt idx="3012">
                  <c:v>43.712074169953446</c:v>
                </c:pt>
                <c:pt idx="3013">
                  <c:v>43.710969973354679</c:v>
                </c:pt>
                <c:pt idx="3014">
                  <c:v>43.711063927575992</c:v>
                </c:pt>
                <c:pt idx="3015">
                  <c:v>43.711068631831779</c:v>
                </c:pt>
                <c:pt idx="3016">
                  <c:v>43.711625478728138</c:v>
                </c:pt>
                <c:pt idx="3017">
                  <c:v>43.710496318598437</c:v>
                </c:pt>
                <c:pt idx="3018">
                  <c:v>43.703744000029019</c:v>
                </c:pt>
                <c:pt idx="3019">
                  <c:v>43.703169662788206</c:v>
                </c:pt>
                <c:pt idx="3020">
                  <c:v>43.699801752114297</c:v>
                </c:pt>
              </c:numCache>
            </c:numRef>
          </c:yVal>
          <c:smooth val="1"/>
          <c:extLst>
            <c:ext xmlns:c16="http://schemas.microsoft.com/office/drawing/2014/chart" uri="{C3380CC4-5D6E-409C-BE32-E72D297353CC}">
              <c16:uniqueId val="{00000003-653C-417C-8980-1924B2D2498C}"/>
            </c:ext>
          </c:extLst>
        </c:ser>
        <c:ser>
          <c:idx val="4"/>
          <c:order val="4"/>
          <c:tx>
            <c:strRef>
              <c:f>Efficiency_1!$F$1</c:f>
              <c:strCache>
                <c:ptCount val="1"/>
                <c:pt idx="0">
                  <c:v>Sum of Temp_motor_NTC: 50k - 22250 - 42 - 8kW_GaN_Infineon</c:v>
                </c:pt>
              </c:strCache>
            </c:strRef>
          </c:tx>
          <c:spPr>
            <a:ln w="15875">
              <a:solidFill>
                <a:srgbClr val="3B9B91"/>
              </a:solidFill>
            </a:ln>
          </c:spPr>
          <c:marker>
            <c:symbol val="none"/>
          </c:marker>
          <c:xVal>
            <c:numRef>
              <c:f>Efficiency_1!$A$2:$A$3022</c:f>
              <c:numCache>
                <c:formatCode>General</c:formatCode>
                <c:ptCount val="3021"/>
                <c:pt idx="0">
                  <c:v>5.9000000000000003E-6</c:v>
                </c:pt>
                <c:pt idx="1">
                  <c:v>6.1E-6</c:v>
                </c:pt>
                <c:pt idx="2">
                  <c:v>6.4999999999999996E-6</c:v>
                </c:pt>
                <c:pt idx="3">
                  <c:v>7.6000000000000001E-6</c:v>
                </c:pt>
                <c:pt idx="4">
                  <c:v>1.03E-5</c:v>
                </c:pt>
                <c:pt idx="5">
                  <c:v>0.63546879999999994</c:v>
                </c:pt>
                <c:pt idx="6">
                  <c:v>0.78398659999999998</c:v>
                </c:pt>
                <c:pt idx="7">
                  <c:v>0.78767399999999999</c:v>
                </c:pt>
                <c:pt idx="8">
                  <c:v>0.90497519999999998</c:v>
                </c:pt>
                <c:pt idx="9">
                  <c:v>0.96669959999999999</c:v>
                </c:pt>
                <c:pt idx="10">
                  <c:v>1.6330251</c:v>
                </c:pt>
                <c:pt idx="11">
                  <c:v>1.7819898999999999</c:v>
                </c:pt>
                <c:pt idx="12">
                  <c:v>1.7852725</c:v>
                </c:pt>
                <c:pt idx="13">
                  <c:v>1.9047624999999999</c:v>
                </c:pt>
                <c:pt idx="14">
                  <c:v>1.9716654</c:v>
                </c:pt>
                <c:pt idx="15">
                  <c:v>2.6350839000000001</c:v>
                </c:pt>
                <c:pt idx="16">
                  <c:v>2.7802224</c:v>
                </c:pt>
                <c:pt idx="17">
                  <c:v>2.7847227999999999</c:v>
                </c:pt>
                <c:pt idx="18">
                  <c:v>2.9031156</c:v>
                </c:pt>
                <c:pt idx="19">
                  <c:v>2.9710086000000002</c:v>
                </c:pt>
                <c:pt idx="20">
                  <c:v>3.6330309999999999</c:v>
                </c:pt>
                <c:pt idx="21">
                  <c:v>3.7732391999999999</c:v>
                </c:pt>
                <c:pt idx="22">
                  <c:v>3.7839162000000002</c:v>
                </c:pt>
                <c:pt idx="23">
                  <c:v>3.9071905</c:v>
                </c:pt>
                <c:pt idx="24">
                  <c:v>3.9771078000000002</c:v>
                </c:pt>
                <c:pt idx="25">
                  <c:v>4.6346715999999999</c:v>
                </c:pt>
                <c:pt idx="26">
                  <c:v>4.7849431999999998</c:v>
                </c:pt>
                <c:pt idx="27">
                  <c:v>4.7876273999999999</c:v>
                </c:pt>
                <c:pt idx="28">
                  <c:v>4.9020923999999999</c:v>
                </c:pt>
                <c:pt idx="29">
                  <c:v>4.9757597000000002</c:v>
                </c:pt>
                <c:pt idx="30">
                  <c:v>5.6303421</c:v>
                </c:pt>
                <c:pt idx="31">
                  <c:v>5.7724224</c:v>
                </c:pt>
                <c:pt idx="32">
                  <c:v>5.7819681000000003</c:v>
                </c:pt>
                <c:pt idx="33">
                  <c:v>5.9049573000000004</c:v>
                </c:pt>
                <c:pt idx="34">
                  <c:v>5.976947</c:v>
                </c:pt>
                <c:pt idx="35">
                  <c:v>6.6306618999999998</c:v>
                </c:pt>
                <c:pt idx="36">
                  <c:v>6.7720383999999996</c:v>
                </c:pt>
                <c:pt idx="37">
                  <c:v>6.7837024000000001</c:v>
                </c:pt>
                <c:pt idx="38">
                  <c:v>6.9050025000000002</c:v>
                </c:pt>
                <c:pt idx="39">
                  <c:v>6.9818303000000004</c:v>
                </c:pt>
                <c:pt idx="40">
                  <c:v>7.6309595999999997</c:v>
                </c:pt>
                <c:pt idx="41">
                  <c:v>7.7746477000000001</c:v>
                </c:pt>
                <c:pt idx="42">
                  <c:v>7.8614657000000001</c:v>
                </c:pt>
                <c:pt idx="43">
                  <c:v>7.9086923999999996</c:v>
                </c:pt>
                <c:pt idx="44">
                  <c:v>7.9807043000000002</c:v>
                </c:pt>
                <c:pt idx="45">
                  <c:v>8.6306735000000003</c:v>
                </c:pt>
                <c:pt idx="46">
                  <c:v>8.7758146000000004</c:v>
                </c:pt>
                <c:pt idx="47">
                  <c:v>8.7965891999999997</c:v>
                </c:pt>
                <c:pt idx="48">
                  <c:v>8.9021624999999993</c:v>
                </c:pt>
                <c:pt idx="49">
                  <c:v>8.9769334999999995</c:v>
                </c:pt>
                <c:pt idx="50">
                  <c:v>9.6367113</c:v>
                </c:pt>
                <c:pt idx="51">
                  <c:v>9.7825454000000001</c:v>
                </c:pt>
                <c:pt idx="52">
                  <c:v>9.7847709999999992</c:v>
                </c:pt>
                <c:pt idx="53">
                  <c:v>9.9077547999999993</c:v>
                </c:pt>
                <c:pt idx="54">
                  <c:v>9.9787578999999997</c:v>
                </c:pt>
                <c:pt idx="55">
                  <c:v>10.6329014</c:v>
                </c:pt>
                <c:pt idx="56">
                  <c:v>10.7821716</c:v>
                </c:pt>
                <c:pt idx="57">
                  <c:v>10.7886352</c:v>
                </c:pt>
                <c:pt idx="58">
                  <c:v>10.9077362</c:v>
                </c:pt>
                <c:pt idx="59">
                  <c:v>10.97419</c:v>
                </c:pt>
                <c:pt idx="60">
                  <c:v>11.712342</c:v>
                </c:pt>
                <c:pt idx="61">
                  <c:v>11.7876633</c:v>
                </c:pt>
                <c:pt idx="62">
                  <c:v>11.7880944</c:v>
                </c:pt>
                <c:pt idx="63">
                  <c:v>11.958770100000001</c:v>
                </c:pt>
                <c:pt idx="64">
                  <c:v>11.9749959</c:v>
                </c:pt>
                <c:pt idx="65">
                  <c:v>12.63904</c:v>
                </c:pt>
                <c:pt idx="66">
                  <c:v>12.784992900000001</c:v>
                </c:pt>
                <c:pt idx="67">
                  <c:v>12.7880845</c:v>
                </c:pt>
                <c:pt idx="68">
                  <c:v>12.904777299999999</c:v>
                </c:pt>
                <c:pt idx="69">
                  <c:v>12.9720873</c:v>
                </c:pt>
                <c:pt idx="70">
                  <c:v>13.633203</c:v>
                </c:pt>
                <c:pt idx="71">
                  <c:v>13.782462199999999</c:v>
                </c:pt>
                <c:pt idx="72">
                  <c:v>13.7838476</c:v>
                </c:pt>
                <c:pt idx="73">
                  <c:v>13.9078368</c:v>
                </c:pt>
                <c:pt idx="74">
                  <c:v>13.9710085</c:v>
                </c:pt>
                <c:pt idx="75">
                  <c:v>14.633148500000001</c:v>
                </c:pt>
                <c:pt idx="76">
                  <c:v>14.781979400000001</c:v>
                </c:pt>
                <c:pt idx="77">
                  <c:v>14.784251899999999</c:v>
                </c:pt>
                <c:pt idx="78">
                  <c:v>14.9066242</c:v>
                </c:pt>
                <c:pt idx="79">
                  <c:v>14.9766113</c:v>
                </c:pt>
                <c:pt idx="80">
                  <c:v>15.632595200000001</c:v>
                </c:pt>
                <c:pt idx="81">
                  <c:v>15.776293799999999</c:v>
                </c:pt>
                <c:pt idx="82">
                  <c:v>15.784526700000001</c:v>
                </c:pt>
                <c:pt idx="83">
                  <c:v>15.902340499999999</c:v>
                </c:pt>
                <c:pt idx="84">
                  <c:v>15.977296600000001</c:v>
                </c:pt>
                <c:pt idx="85">
                  <c:v>16.632365700000001</c:v>
                </c:pt>
                <c:pt idx="86">
                  <c:v>16.773171999999999</c:v>
                </c:pt>
                <c:pt idx="87">
                  <c:v>16.781811900000001</c:v>
                </c:pt>
                <c:pt idx="88">
                  <c:v>16.903195400000001</c:v>
                </c:pt>
                <c:pt idx="89">
                  <c:v>16.979424699999999</c:v>
                </c:pt>
                <c:pt idx="90">
                  <c:v>17.6354802</c:v>
                </c:pt>
                <c:pt idx="91">
                  <c:v>17.772196300000001</c:v>
                </c:pt>
                <c:pt idx="92">
                  <c:v>17.782537699999999</c:v>
                </c:pt>
                <c:pt idx="93">
                  <c:v>17.902290099999998</c:v>
                </c:pt>
                <c:pt idx="94">
                  <c:v>17.9793214</c:v>
                </c:pt>
                <c:pt idx="95">
                  <c:v>18.630382999999998</c:v>
                </c:pt>
                <c:pt idx="96">
                  <c:v>18.772501099999999</c:v>
                </c:pt>
                <c:pt idx="97">
                  <c:v>18.7829616</c:v>
                </c:pt>
                <c:pt idx="98">
                  <c:v>18.904988100000001</c:v>
                </c:pt>
                <c:pt idx="99">
                  <c:v>18.9754896</c:v>
                </c:pt>
                <c:pt idx="100">
                  <c:v>19.630838700000002</c:v>
                </c:pt>
                <c:pt idx="101">
                  <c:v>19.782087400000002</c:v>
                </c:pt>
                <c:pt idx="102">
                  <c:v>19.832144799999998</c:v>
                </c:pt>
                <c:pt idx="103">
                  <c:v>19.910388300000001</c:v>
                </c:pt>
                <c:pt idx="104">
                  <c:v>19.977401400000002</c:v>
                </c:pt>
                <c:pt idx="105">
                  <c:v>20.635198599999999</c:v>
                </c:pt>
                <c:pt idx="106">
                  <c:v>20.7849447</c:v>
                </c:pt>
                <c:pt idx="107">
                  <c:v>20.7938461</c:v>
                </c:pt>
                <c:pt idx="108">
                  <c:v>20.904992100000001</c:v>
                </c:pt>
                <c:pt idx="109">
                  <c:v>20.975293600000001</c:v>
                </c:pt>
                <c:pt idx="110">
                  <c:v>21.633094499999999</c:v>
                </c:pt>
                <c:pt idx="111">
                  <c:v>21.7823505</c:v>
                </c:pt>
                <c:pt idx="112">
                  <c:v>21.785269100000001</c:v>
                </c:pt>
                <c:pt idx="113">
                  <c:v>21.907084300000001</c:v>
                </c:pt>
                <c:pt idx="114">
                  <c:v>21.9770875</c:v>
                </c:pt>
                <c:pt idx="115">
                  <c:v>22.634347300000002</c:v>
                </c:pt>
                <c:pt idx="116">
                  <c:v>22.782317800000001</c:v>
                </c:pt>
                <c:pt idx="117">
                  <c:v>22.789704199999999</c:v>
                </c:pt>
                <c:pt idx="118">
                  <c:v>22.907928200000001</c:v>
                </c:pt>
                <c:pt idx="119">
                  <c:v>22.970094899999999</c:v>
                </c:pt>
                <c:pt idx="120">
                  <c:v>23.6359545</c:v>
                </c:pt>
                <c:pt idx="121">
                  <c:v>23.784947899999999</c:v>
                </c:pt>
                <c:pt idx="122">
                  <c:v>23.787303000000001</c:v>
                </c:pt>
                <c:pt idx="123">
                  <c:v>23.907736</c:v>
                </c:pt>
                <c:pt idx="124">
                  <c:v>23.972574600000002</c:v>
                </c:pt>
                <c:pt idx="125">
                  <c:v>24.645935699999999</c:v>
                </c:pt>
                <c:pt idx="126">
                  <c:v>24.7804152</c:v>
                </c:pt>
                <c:pt idx="127">
                  <c:v>24.785666200000001</c:v>
                </c:pt>
                <c:pt idx="128">
                  <c:v>24.904377400000001</c:v>
                </c:pt>
                <c:pt idx="129">
                  <c:v>24.9704418</c:v>
                </c:pt>
                <c:pt idx="130">
                  <c:v>25.6417058</c:v>
                </c:pt>
                <c:pt idx="131">
                  <c:v>25.782343900000001</c:v>
                </c:pt>
                <c:pt idx="132">
                  <c:v>25.783840900000001</c:v>
                </c:pt>
                <c:pt idx="133">
                  <c:v>25.907823199999999</c:v>
                </c:pt>
                <c:pt idx="134">
                  <c:v>25.9657248</c:v>
                </c:pt>
                <c:pt idx="135">
                  <c:v>26.632118500000001</c:v>
                </c:pt>
                <c:pt idx="136">
                  <c:v>26.783618000000001</c:v>
                </c:pt>
                <c:pt idx="137">
                  <c:v>26.786082700000001</c:v>
                </c:pt>
                <c:pt idx="138">
                  <c:v>26.904754700000002</c:v>
                </c:pt>
                <c:pt idx="139">
                  <c:v>26.975430100000001</c:v>
                </c:pt>
                <c:pt idx="140">
                  <c:v>27.637987200000001</c:v>
                </c:pt>
                <c:pt idx="141">
                  <c:v>27.776699499999999</c:v>
                </c:pt>
                <c:pt idx="142">
                  <c:v>27.784087299999999</c:v>
                </c:pt>
                <c:pt idx="143">
                  <c:v>27.9109415</c:v>
                </c:pt>
                <c:pt idx="144">
                  <c:v>27.975230400000001</c:v>
                </c:pt>
                <c:pt idx="145">
                  <c:v>28.633239199999998</c:v>
                </c:pt>
                <c:pt idx="146">
                  <c:v>28.778328999999999</c:v>
                </c:pt>
                <c:pt idx="147">
                  <c:v>28.781628600000001</c:v>
                </c:pt>
                <c:pt idx="148">
                  <c:v>28.902671399999999</c:v>
                </c:pt>
                <c:pt idx="149">
                  <c:v>28.979853500000001</c:v>
                </c:pt>
                <c:pt idx="150">
                  <c:v>29.631422000000001</c:v>
                </c:pt>
                <c:pt idx="151">
                  <c:v>29.771742799999998</c:v>
                </c:pt>
                <c:pt idx="152">
                  <c:v>29.7844497</c:v>
                </c:pt>
                <c:pt idx="153">
                  <c:v>29.903470899999999</c:v>
                </c:pt>
                <c:pt idx="154">
                  <c:v>29.9687786</c:v>
                </c:pt>
                <c:pt idx="155">
                  <c:v>30.630544</c:v>
                </c:pt>
                <c:pt idx="156">
                  <c:v>30.772815600000001</c:v>
                </c:pt>
                <c:pt idx="157">
                  <c:v>30.781728699999999</c:v>
                </c:pt>
                <c:pt idx="158">
                  <c:v>30.9075104</c:v>
                </c:pt>
                <c:pt idx="159">
                  <c:v>30.976284</c:v>
                </c:pt>
                <c:pt idx="160">
                  <c:v>31.6305178</c:v>
                </c:pt>
                <c:pt idx="161">
                  <c:v>31.774503899999999</c:v>
                </c:pt>
                <c:pt idx="162">
                  <c:v>31.781466900000002</c:v>
                </c:pt>
                <c:pt idx="163">
                  <c:v>31.9127346</c:v>
                </c:pt>
                <c:pt idx="164">
                  <c:v>31.971685999999998</c:v>
                </c:pt>
                <c:pt idx="165">
                  <c:v>32.630714099999999</c:v>
                </c:pt>
                <c:pt idx="166">
                  <c:v>32.779694499999998</c:v>
                </c:pt>
                <c:pt idx="167">
                  <c:v>32.7861774</c:v>
                </c:pt>
                <c:pt idx="168">
                  <c:v>32.909302599999997</c:v>
                </c:pt>
                <c:pt idx="169">
                  <c:v>32.9710933</c:v>
                </c:pt>
                <c:pt idx="170">
                  <c:v>33.633202099999998</c:v>
                </c:pt>
                <c:pt idx="171">
                  <c:v>33.783495899999998</c:v>
                </c:pt>
                <c:pt idx="172">
                  <c:v>33.784158699999999</c:v>
                </c:pt>
                <c:pt idx="173">
                  <c:v>33.914555399999998</c:v>
                </c:pt>
                <c:pt idx="174">
                  <c:v>33.974394799999999</c:v>
                </c:pt>
                <c:pt idx="175">
                  <c:v>34.631954100000002</c:v>
                </c:pt>
                <c:pt idx="176">
                  <c:v>34.781838100000002</c:v>
                </c:pt>
                <c:pt idx="177">
                  <c:v>34.784712200000001</c:v>
                </c:pt>
                <c:pt idx="178">
                  <c:v>34.909807299999997</c:v>
                </c:pt>
                <c:pt idx="179">
                  <c:v>34.970405399999997</c:v>
                </c:pt>
                <c:pt idx="180">
                  <c:v>35.6384063</c:v>
                </c:pt>
                <c:pt idx="181">
                  <c:v>35.7833708</c:v>
                </c:pt>
                <c:pt idx="182">
                  <c:v>35.787649199999997</c:v>
                </c:pt>
                <c:pt idx="183">
                  <c:v>35.906088699999998</c:v>
                </c:pt>
                <c:pt idx="184">
                  <c:v>35.968492699999999</c:v>
                </c:pt>
                <c:pt idx="185">
                  <c:v>36.630593599999997</c:v>
                </c:pt>
                <c:pt idx="186">
                  <c:v>36.781725999999999</c:v>
                </c:pt>
                <c:pt idx="187">
                  <c:v>36.786749499999999</c:v>
                </c:pt>
                <c:pt idx="188">
                  <c:v>36.906017800000001</c:v>
                </c:pt>
                <c:pt idx="189">
                  <c:v>36.968652800000001</c:v>
                </c:pt>
                <c:pt idx="190">
                  <c:v>37.633699100000001</c:v>
                </c:pt>
                <c:pt idx="191">
                  <c:v>37.777798400000002</c:v>
                </c:pt>
                <c:pt idx="192">
                  <c:v>37.784642699999999</c:v>
                </c:pt>
                <c:pt idx="193">
                  <c:v>37.904587200000002</c:v>
                </c:pt>
                <c:pt idx="194">
                  <c:v>37.971705200000002</c:v>
                </c:pt>
                <c:pt idx="195">
                  <c:v>38.632902899999998</c:v>
                </c:pt>
                <c:pt idx="196">
                  <c:v>38.775412500000002</c:v>
                </c:pt>
                <c:pt idx="197">
                  <c:v>38.784445099999999</c:v>
                </c:pt>
                <c:pt idx="198">
                  <c:v>38.903568100000001</c:v>
                </c:pt>
                <c:pt idx="199">
                  <c:v>38.966530599999999</c:v>
                </c:pt>
                <c:pt idx="200">
                  <c:v>39.629933000000001</c:v>
                </c:pt>
                <c:pt idx="201">
                  <c:v>39.775364699999997</c:v>
                </c:pt>
                <c:pt idx="202">
                  <c:v>39.782423600000001</c:v>
                </c:pt>
                <c:pt idx="203">
                  <c:v>39.902110999999998</c:v>
                </c:pt>
                <c:pt idx="204">
                  <c:v>39.966433000000002</c:v>
                </c:pt>
                <c:pt idx="205">
                  <c:v>40.631801699999997</c:v>
                </c:pt>
                <c:pt idx="206">
                  <c:v>40.775817400000001</c:v>
                </c:pt>
                <c:pt idx="207">
                  <c:v>40.782314399999997</c:v>
                </c:pt>
                <c:pt idx="208">
                  <c:v>40.901949199999997</c:v>
                </c:pt>
                <c:pt idx="209">
                  <c:v>40.969887300000003</c:v>
                </c:pt>
                <c:pt idx="210">
                  <c:v>41.6309586</c:v>
                </c:pt>
                <c:pt idx="211">
                  <c:v>41.781306600000001</c:v>
                </c:pt>
                <c:pt idx="212">
                  <c:v>41.782452599999999</c:v>
                </c:pt>
                <c:pt idx="213">
                  <c:v>41.9023155</c:v>
                </c:pt>
                <c:pt idx="214">
                  <c:v>41.986767100000002</c:v>
                </c:pt>
                <c:pt idx="215">
                  <c:v>42.630603200000003</c:v>
                </c:pt>
                <c:pt idx="216">
                  <c:v>42.7807703</c:v>
                </c:pt>
                <c:pt idx="217">
                  <c:v>42.784042399999997</c:v>
                </c:pt>
                <c:pt idx="218">
                  <c:v>42.908798300000001</c:v>
                </c:pt>
                <c:pt idx="219">
                  <c:v>42.973052099999997</c:v>
                </c:pt>
                <c:pt idx="220">
                  <c:v>43.630193599999998</c:v>
                </c:pt>
                <c:pt idx="221">
                  <c:v>43.782798300000003</c:v>
                </c:pt>
                <c:pt idx="222">
                  <c:v>43.787401600000003</c:v>
                </c:pt>
                <c:pt idx="223">
                  <c:v>43.905057200000002</c:v>
                </c:pt>
                <c:pt idx="224">
                  <c:v>43.9766178</c:v>
                </c:pt>
                <c:pt idx="225">
                  <c:v>44.635324500000003</c:v>
                </c:pt>
                <c:pt idx="226">
                  <c:v>44.781982599999999</c:v>
                </c:pt>
                <c:pt idx="227">
                  <c:v>44.784849100000002</c:v>
                </c:pt>
                <c:pt idx="228">
                  <c:v>44.909776899999997</c:v>
                </c:pt>
                <c:pt idx="229">
                  <c:v>44.975935300000003</c:v>
                </c:pt>
                <c:pt idx="230">
                  <c:v>45.633886699999998</c:v>
                </c:pt>
                <c:pt idx="231">
                  <c:v>45.778197599999999</c:v>
                </c:pt>
                <c:pt idx="232">
                  <c:v>45.787320299999998</c:v>
                </c:pt>
                <c:pt idx="233">
                  <c:v>45.907852800000001</c:v>
                </c:pt>
                <c:pt idx="234">
                  <c:v>45.979111199999998</c:v>
                </c:pt>
                <c:pt idx="235">
                  <c:v>46.633334599999998</c:v>
                </c:pt>
                <c:pt idx="236">
                  <c:v>46.779784100000001</c:v>
                </c:pt>
                <c:pt idx="237">
                  <c:v>46.785346400000002</c:v>
                </c:pt>
                <c:pt idx="238">
                  <c:v>46.908276200000003</c:v>
                </c:pt>
                <c:pt idx="239">
                  <c:v>46.978825200000003</c:v>
                </c:pt>
                <c:pt idx="240">
                  <c:v>47.6330685</c:v>
                </c:pt>
                <c:pt idx="241">
                  <c:v>47.7780895</c:v>
                </c:pt>
                <c:pt idx="242">
                  <c:v>47.7818179</c:v>
                </c:pt>
                <c:pt idx="243">
                  <c:v>47.909584099999996</c:v>
                </c:pt>
                <c:pt idx="244">
                  <c:v>47.975193599999997</c:v>
                </c:pt>
                <c:pt idx="245">
                  <c:v>48.635821499999999</c:v>
                </c:pt>
                <c:pt idx="246">
                  <c:v>48.779593400000003</c:v>
                </c:pt>
                <c:pt idx="247">
                  <c:v>48.784483199999997</c:v>
                </c:pt>
                <c:pt idx="248">
                  <c:v>48.903511000000002</c:v>
                </c:pt>
                <c:pt idx="249">
                  <c:v>48.976900200000003</c:v>
                </c:pt>
                <c:pt idx="250">
                  <c:v>49.631557899999997</c:v>
                </c:pt>
                <c:pt idx="251">
                  <c:v>49.775899099999997</c:v>
                </c:pt>
                <c:pt idx="252">
                  <c:v>49.784526399999997</c:v>
                </c:pt>
                <c:pt idx="253">
                  <c:v>49.905927800000001</c:v>
                </c:pt>
                <c:pt idx="254">
                  <c:v>49.9716424</c:v>
                </c:pt>
                <c:pt idx="255">
                  <c:v>50.632466000000001</c:v>
                </c:pt>
                <c:pt idx="256">
                  <c:v>50.776507199999998</c:v>
                </c:pt>
                <c:pt idx="257">
                  <c:v>50.783323699999997</c:v>
                </c:pt>
                <c:pt idx="258">
                  <c:v>50.9047208</c:v>
                </c:pt>
                <c:pt idx="259">
                  <c:v>50.967140800000003</c:v>
                </c:pt>
                <c:pt idx="260">
                  <c:v>51.633226399999998</c:v>
                </c:pt>
                <c:pt idx="261">
                  <c:v>51.775290900000002</c:v>
                </c:pt>
                <c:pt idx="262">
                  <c:v>51.782232999999998</c:v>
                </c:pt>
                <c:pt idx="263">
                  <c:v>51.901909500000002</c:v>
                </c:pt>
                <c:pt idx="264">
                  <c:v>51.965913399999998</c:v>
                </c:pt>
                <c:pt idx="265">
                  <c:v>52.633743099999997</c:v>
                </c:pt>
                <c:pt idx="266">
                  <c:v>52.775223699999998</c:v>
                </c:pt>
                <c:pt idx="267">
                  <c:v>52.782592000000001</c:v>
                </c:pt>
                <c:pt idx="268">
                  <c:v>52.907403700000003</c:v>
                </c:pt>
                <c:pt idx="269">
                  <c:v>52.970346300000003</c:v>
                </c:pt>
                <c:pt idx="270">
                  <c:v>53.630195399999998</c:v>
                </c:pt>
                <c:pt idx="271">
                  <c:v>53.773238999999997</c:v>
                </c:pt>
                <c:pt idx="272">
                  <c:v>53.782686300000002</c:v>
                </c:pt>
                <c:pt idx="273">
                  <c:v>53.902501000000001</c:v>
                </c:pt>
                <c:pt idx="274">
                  <c:v>53.967168600000001</c:v>
                </c:pt>
                <c:pt idx="275">
                  <c:v>54.6308419</c:v>
                </c:pt>
                <c:pt idx="276">
                  <c:v>54.774864200000003</c:v>
                </c:pt>
                <c:pt idx="277">
                  <c:v>54.792518299999998</c:v>
                </c:pt>
                <c:pt idx="278">
                  <c:v>54.903579700000002</c:v>
                </c:pt>
                <c:pt idx="279">
                  <c:v>54.971449</c:v>
                </c:pt>
                <c:pt idx="280">
                  <c:v>55.629768800000001</c:v>
                </c:pt>
                <c:pt idx="281">
                  <c:v>55.778730199999998</c:v>
                </c:pt>
                <c:pt idx="282">
                  <c:v>55.784888799999997</c:v>
                </c:pt>
                <c:pt idx="283">
                  <c:v>55.904947999999997</c:v>
                </c:pt>
                <c:pt idx="284">
                  <c:v>55.973500100000003</c:v>
                </c:pt>
                <c:pt idx="285">
                  <c:v>56.630720099999998</c:v>
                </c:pt>
                <c:pt idx="286">
                  <c:v>56.774521</c:v>
                </c:pt>
                <c:pt idx="287">
                  <c:v>56.796593199999997</c:v>
                </c:pt>
                <c:pt idx="288">
                  <c:v>56.902945699999997</c:v>
                </c:pt>
                <c:pt idx="289">
                  <c:v>56.971214199999999</c:v>
                </c:pt>
                <c:pt idx="290">
                  <c:v>57.633248000000002</c:v>
                </c:pt>
                <c:pt idx="291">
                  <c:v>57.777365799999998</c:v>
                </c:pt>
                <c:pt idx="292">
                  <c:v>57.792043399999997</c:v>
                </c:pt>
                <c:pt idx="293">
                  <c:v>57.907932899999999</c:v>
                </c:pt>
                <c:pt idx="294">
                  <c:v>57.969507800000002</c:v>
                </c:pt>
                <c:pt idx="295">
                  <c:v>58.631162400000001</c:v>
                </c:pt>
                <c:pt idx="296">
                  <c:v>58.777438400000001</c:v>
                </c:pt>
                <c:pt idx="297">
                  <c:v>58.795558</c:v>
                </c:pt>
                <c:pt idx="298">
                  <c:v>58.907954500000002</c:v>
                </c:pt>
                <c:pt idx="299">
                  <c:v>58.972270399999999</c:v>
                </c:pt>
                <c:pt idx="300">
                  <c:v>59.635877700000002</c:v>
                </c:pt>
                <c:pt idx="301">
                  <c:v>59.780066900000001</c:v>
                </c:pt>
                <c:pt idx="302">
                  <c:v>59.7924194</c:v>
                </c:pt>
                <c:pt idx="303">
                  <c:v>59.904757500000002</c:v>
                </c:pt>
                <c:pt idx="304">
                  <c:v>59.9685068</c:v>
                </c:pt>
                <c:pt idx="305">
                  <c:v>60.633463499999998</c:v>
                </c:pt>
                <c:pt idx="306">
                  <c:v>60.778317199999996</c:v>
                </c:pt>
                <c:pt idx="307">
                  <c:v>60.789687399999998</c:v>
                </c:pt>
                <c:pt idx="308">
                  <c:v>60.907803399999999</c:v>
                </c:pt>
                <c:pt idx="309">
                  <c:v>60.968408699999998</c:v>
                </c:pt>
                <c:pt idx="310">
                  <c:v>61.633717599999997</c:v>
                </c:pt>
                <c:pt idx="311">
                  <c:v>61.779224499999998</c:v>
                </c:pt>
                <c:pt idx="312">
                  <c:v>61.7876908</c:v>
                </c:pt>
                <c:pt idx="313">
                  <c:v>61.906812700000003</c:v>
                </c:pt>
                <c:pt idx="314">
                  <c:v>61.967438700000002</c:v>
                </c:pt>
                <c:pt idx="315">
                  <c:v>62.633308999999997</c:v>
                </c:pt>
                <c:pt idx="316">
                  <c:v>62.777666400000001</c:v>
                </c:pt>
                <c:pt idx="317">
                  <c:v>62.783418500000003</c:v>
                </c:pt>
                <c:pt idx="318">
                  <c:v>62.901647400000002</c:v>
                </c:pt>
                <c:pt idx="319">
                  <c:v>62.965514400000004</c:v>
                </c:pt>
                <c:pt idx="320">
                  <c:v>63.632995899999997</c:v>
                </c:pt>
                <c:pt idx="321">
                  <c:v>63.774841100000003</c:v>
                </c:pt>
                <c:pt idx="322">
                  <c:v>63.784497100000003</c:v>
                </c:pt>
                <c:pt idx="323">
                  <c:v>63.902695700000002</c:v>
                </c:pt>
                <c:pt idx="324">
                  <c:v>63.965938100000002</c:v>
                </c:pt>
                <c:pt idx="325">
                  <c:v>64.630201600000007</c:v>
                </c:pt>
                <c:pt idx="326">
                  <c:v>64.778536599999995</c:v>
                </c:pt>
                <c:pt idx="327">
                  <c:v>64.785559899999996</c:v>
                </c:pt>
                <c:pt idx="328">
                  <c:v>64.902271200000001</c:v>
                </c:pt>
                <c:pt idx="329">
                  <c:v>64.966308299999994</c:v>
                </c:pt>
                <c:pt idx="330">
                  <c:v>65.630359100000007</c:v>
                </c:pt>
                <c:pt idx="331">
                  <c:v>65.774413100000004</c:v>
                </c:pt>
                <c:pt idx="332">
                  <c:v>65.782587500000005</c:v>
                </c:pt>
                <c:pt idx="333">
                  <c:v>65.9048023</c:v>
                </c:pt>
                <c:pt idx="334">
                  <c:v>65.9659324</c:v>
                </c:pt>
                <c:pt idx="335">
                  <c:v>66.635109</c:v>
                </c:pt>
                <c:pt idx="336">
                  <c:v>66.774360000000001</c:v>
                </c:pt>
                <c:pt idx="337">
                  <c:v>66.784573100000003</c:v>
                </c:pt>
                <c:pt idx="338">
                  <c:v>66.903891200000004</c:v>
                </c:pt>
                <c:pt idx="339">
                  <c:v>66.970676499999996</c:v>
                </c:pt>
                <c:pt idx="340">
                  <c:v>67.634035699999998</c:v>
                </c:pt>
                <c:pt idx="341">
                  <c:v>67.776686999999995</c:v>
                </c:pt>
                <c:pt idx="342">
                  <c:v>67.782495999999995</c:v>
                </c:pt>
                <c:pt idx="343">
                  <c:v>67.907783300000006</c:v>
                </c:pt>
                <c:pt idx="344">
                  <c:v>67.966543200000004</c:v>
                </c:pt>
                <c:pt idx="345">
                  <c:v>68.633231600000002</c:v>
                </c:pt>
                <c:pt idx="346">
                  <c:v>68.7724671</c:v>
                </c:pt>
                <c:pt idx="347">
                  <c:v>68.787750000000003</c:v>
                </c:pt>
                <c:pt idx="348">
                  <c:v>68.910207999999997</c:v>
                </c:pt>
                <c:pt idx="349">
                  <c:v>68.972312200000005</c:v>
                </c:pt>
                <c:pt idx="350">
                  <c:v>69.631635099999997</c:v>
                </c:pt>
                <c:pt idx="351">
                  <c:v>69.771873200000002</c:v>
                </c:pt>
                <c:pt idx="352">
                  <c:v>69.788992500000006</c:v>
                </c:pt>
                <c:pt idx="353">
                  <c:v>69.9081884</c:v>
                </c:pt>
                <c:pt idx="354">
                  <c:v>69.971446099999994</c:v>
                </c:pt>
                <c:pt idx="355">
                  <c:v>70.6396187</c:v>
                </c:pt>
                <c:pt idx="356">
                  <c:v>70.771865099999999</c:v>
                </c:pt>
                <c:pt idx="357">
                  <c:v>70.788502600000001</c:v>
                </c:pt>
                <c:pt idx="358">
                  <c:v>70.906557699999993</c:v>
                </c:pt>
                <c:pt idx="359">
                  <c:v>70.970271199999999</c:v>
                </c:pt>
                <c:pt idx="360">
                  <c:v>71.633055100000007</c:v>
                </c:pt>
                <c:pt idx="361">
                  <c:v>71.774419399999999</c:v>
                </c:pt>
                <c:pt idx="362">
                  <c:v>71.781762200000003</c:v>
                </c:pt>
                <c:pt idx="363">
                  <c:v>71.905010099999998</c:v>
                </c:pt>
                <c:pt idx="364">
                  <c:v>71.965601500000005</c:v>
                </c:pt>
                <c:pt idx="365">
                  <c:v>72.6367391</c:v>
                </c:pt>
                <c:pt idx="366">
                  <c:v>72.773577599999996</c:v>
                </c:pt>
                <c:pt idx="367">
                  <c:v>72.784797400000002</c:v>
                </c:pt>
                <c:pt idx="368">
                  <c:v>72.904796300000001</c:v>
                </c:pt>
                <c:pt idx="369">
                  <c:v>72.981602300000006</c:v>
                </c:pt>
                <c:pt idx="370">
                  <c:v>73.635790900000003</c:v>
                </c:pt>
                <c:pt idx="371">
                  <c:v>73.780724899999996</c:v>
                </c:pt>
                <c:pt idx="372">
                  <c:v>73.784327599999997</c:v>
                </c:pt>
                <c:pt idx="373">
                  <c:v>73.902667699999995</c:v>
                </c:pt>
                <c:pt idx="374">
                  <c:v>73.968267800000007</c:v>
                </c:pt>
                <c:pt idx="375">
                  <c:v>74.636164500000007</c:v>
                </c:pt>
                <c:pt idx="376">
                  <c:v>74.777428999999998</c:v>
                </c:pt>
                <c:pt idx="377">
                  <c:v>74.782132300000001</c:v>
                </c:pt>
                <c:pt idx="378">
                  <c:v>74.902483200000006</c:v>
                </c:pt>
                <c:pt idx="379">
                  <c:v>74.966091800000001</c:v>
                </c:pt>
                <c:pt idx="380">
                  <c:v>75.6384221</c:v>
                </c:pt>
                <c:pt idx="381">
                  <c:v>75.776711199999994</c:v>
                </c:pt>
                <c:pt idx="382">
                  <c:v>75.7819954</c:v>
                </c:pt>
                <c:pt idx="383">
                  <c:v>75.906512399999997</c:v>
                </c:pt>
                <c:pt idx="384">
                  <c:v>75.9685159</c:v>
                </c:pt>
                <c:pt idx="385">
                  <c:v>76.634130200000001</c:v>
                </c:pt>
                <c:pt idx="386">
                  <c:v>76.772637200000005</c:v>
                </c:pt>
                <c:pt idx="387">
                  <c:v>76.7820021</c:v>
                </c:pt>
                <c:pt idx="388">
                  <c:v>76.9128343</c:v>
                </c:pt>
                <c:pt idx="389">
                  <c:v>76.966000100000002</c:v>
                </c:pt>
                <c:pt idx="390">
                  <c:v>77.6341872</c:v>
                </c:pt>
                <c:pt idx="391">
                  <c:v>77.774944399999995</c:v>
                </c:pt>
                <c:pt idx="392">
                  <c:v>77.784301900000003</c:v>
                </c:pt>
                <c:pt idx="393">
                  <c:v>77.910587899999996</c:v>
                </c:pt>
                <c:pt idx="394">
                  <c:v>77.971211299999993</c:v>
                </c:pt>
                <c:pt idx="395">
                  <c:v>78.632441499999999</c:v>
                </c:pt>
                <c:pt idx="396">
                  <c:v>78.773026299999998</c:v>
                </c:pt>
                <c:pt idx="397">
                  <c:v>78.788302599999994</c:v>
                </c:pt>
                <c:pt idx="398">
                  <c:v>78.915393499999993</c:v>
                </c:pt>
                <c:pt idx="399">
                  <c:v>78.968460300000004</c:v>
                </c:pt>
                <c:pt idx="400">
                  <c:v>79.633334700000006</c:v>
                </c:pt>
                <c:pt idx="401">
                  <c:v>79.7724896</c:v>
                </c:pt>
                <c:pt idx="402">
                  <c:v>79.783108499999997</c:v>
                </c:pt>
                <c:pt idx="403">
                  <c:v>79.919190599999993</c:v>
                </c:pt>
                <c:pt idx="404">
                  <c:v>79.971323100000006</c:v>
                </c:pt>
                <c:pt idx="405">
                  <c:v>80.632142999999999</c:v>
                </c:pt>
                <c:pt idx="406">
                  <c:v>80.772428300000001</c:v>
                </c:pt>
                <c:pt idx="407">
                  <c:v>80.790206800000007</c:v>
                </c:pt>
                <c:pt idx="408">
                  <c:v>80.913590200000002</c:v>
                </c:pt>
                <c:pt idx="409">
                  <c:v>80.9726347</c:v>
                </c:pt>
                <c:pt idx="410">
                  <c:v>81.630685</c:v>
                </c:pt>
                <c:pt idx="411">
                  <c:v>81.779291999999998</c:v>
                </c:pt>
                <c:pt idx="412">
                  <c:v>81.7876069</c:v>
                </c:pt>
                <c:pt idx="413">
                  <c:v>81.915135000000006</c:v>
                </c:pt>
                <c:pt idx="414">
                  <c:v>81.968746199999998</c:v>
                </c:pt>
                <c:pt idx="415">
                  <c:v>82.631948800000004</c:v>
                </c:pt>
                <c:pt idx="416">
                  <c:v>82.772375699999998</c:v>
                </c:pt>
                <c:pt idx="417">
                  <c:v>82.787216000000001</c:v>
                </c:pt>
                <c:pt idx="418">
                  <c:v>82.912691899999999</c:v>
                </c:pt>
                <c:pt idx="419">
                  <c:v>82.972933999999995</c:v>
                </c:pt>
                <c:pt idx="420">
                  <c:v>83.630333100000001</c:v>
                </c:pt>
                <c:pt idx="421">
                  <c:v>83.776348200000001</c:v>
                </c:pt>
                <c:pt idx="422">
                  <c:v>83.784717400000005</c:v>
                </c:pt>
                <c:pt idx="423">
                  <c:v>83.911067599999996</c:v>
                </c:pt>
                <c:pt idx="424">
                  <c:v>83.968856200000005</c:v>
                </c:pt>
                <c:pt idx="425">
                  <c:v>84.633028300000007</c:v>
                </c:pt>
                <c:pt idx="426">
                  <c:v>84.777772999999996</c:v>
                </c:pt>
                <c:pt idx="427">
                  <c:v>84.784427100000002</c:v>
                </c:pt>
                <c:pt idx="428">
                  <c:v>84.911942100000005</c:v>
                </c:pt>
                <c:pt idx="429">
                  <c:v>84.9705704</c:v>
                </c:pt>
                <c:pt idx="430">
                  <c:v>85.633136199999996</c:v>
                </c:pt>
                <c:pt idx="431">
                  <c:v>85.775558399999994</c:v>
                </c:pt>
                <c:pt idx="432">
                  <c:v>85.784213100000002</c:v>
                </c:pt>
                <c:pt idx="433">
                  <c:v>85.909004999999993</c:v>
                </c:pt>
                <c:pt idx="434">
                  <c:v>85.969905499999996</c:v>
                </c:pt>
                <c:pt idx="435">
                  <c:v>86.635106300000004</c:v>
                </c:pt>
                <c:pt idx="436">
                  <c:v>86.774493399999997</c:v>
                </c:pt>
                <c:pt idx="437">
                  <c:v>86.7820459</c:v>
                </c:pt>
                <c:pt idx="438">
                  <c:v>86.905764500000004</c:v>
                </c:pt>
                <c:pt idx="439">
                  <c:v>86.965981400000004</c:v>
                </c:pt>
                <c:pt idx="440">
                  <c:v>87.637112099999996</c:v>
                </c:pt>
                <c:pt idx="441">
                  <c:v>87.774621400000001</c:v>
                </c:pt>
                <c:pt idx="442">
                  <c:v>87.782630499999996</c:v>
                </c:pt>
                <c:pt idx="443">
                  <c:v>87.902603799999994</c:v>
                </c:pt>
                <c:pt idx="444">
                  <c:v>87.966612600000005</c:v>
                </c:pt>
                <c:pt idx="445">
                  <c:v>88.633121200000005</c:v>
                </c:pt>
                <c:pt idx="446">
                  <c:v>88.775217299999994</c:v>
                </c:pt>
                <c:pt idx="447">
                  <c:v>88.783575999999996</c:v>
                </c:pt>
                <c:pt idx="448">
                  <c:v>88.909419799999995</c:v>
                </c:pt>
                <c:pt idx="449">
                  <c:v>88.966095100000004</c:v>
                </c:pt>
                <c:pt idx="450">
                  <c:v>89.633126599999997</c:v>
                </c:pt>
                <c:pt idx="451">
                  <c:v>89.772330400000001</c:v>
                </c:pt>
                <c:pt idx="452">
                  <c:v>89.785022699999999</c:v>
                </c:pt>
                <c:pt idx="453">
                  <c:v>89.905221299999994</c:v>
                </c:pt>
                <c:pt idx="454">
                  <c:v>89.972051300000004</c:v>
                </c:pt>
                <c:pt idx="455">
                  <c:v>90.633120599999998</c:v>
                </c:pt>
                <c:pt idx="456">
                  <c:v>90.772297300000005</c:v>
                </c:pt>
                <c:pt idx="457">
                  <c:v>90.782399900000001</c:v>
                </c:pt>
                <c:pt idx="458">
                  <c:v>90.911636299999998</c:v>
                </c:pt>
                <c:pt idx="459">
                  <c:v>90.966892700000002</c:v>
                </c:pt>
                <c:pt idx="460">
                  <c:v>91.630478800000006</c:v>
                </c:pt>
                <c:pt idx="461">
                  <c:v>91.771982399999999</c:v>
                </c:pt>
                <c:pt idx="462">
                  <c:v>91.787334700000002</c:v>
                </c:pt>
                <c:pt idx="463">
                  <c:v>91.915139600000003</c:v>
                </c:pt>
                <c:pt idx="464">
                  <c:v>91.971412900000004</c:v>
                </c:pt>
                <c:pt idx="465">
                  <c:v>92.629867399999995</c:v>
                </c:pt>
                <c:pt idx="466">
                  <c:v>92.775775699999997</c:v>
                </c:pt>
                <c:pt idx="467">
                  <c:v>92.787415100000004</c:v>
                </c:pt>
                <c:pt idx="468">
                  <c:v>92.915419099999994</c:v>
                </c:pt>
                <c:pt idx="469">
                  <c:v>92.971317999999997</c:v>
                </c:pt>
                <c:pt idx="470">
                  <c:v>93.630632599999998</c:v>
                </c:pt>
                <c:pt idx="471">
                  <c:v>93.773743400000001</c:v>
                </c:pt>
                <c:pt idx="472">
                  <c:v>93.785516000000001</c:v>
                </c:pt>
                <c:pt idx="473">
                  <c:v>93.913494299999996</c:v>
                </c:pt>
                <c:pt idx="474">
                  <c:v>93.969465999999997</c:v>
                </c:pt>
                <c:pt idx="475">
                  <c:v>94.631043599999998</c:v>
                </c:pt>
                <c:pt idx="476">
                  <c:v>94.783576299999993</c:v>
                </c:pt>
                <c:pt idx="477">
                  <c:v>94.784369400000003</c:v>
                </c:pt>
                <c:pt idx="478">
                  <c:v>94.912416699999994</c:v>
                </c:pt>
                <c:pt idx="479">
                  <c:v>94.968430400000003</c:v>
                </c:pt>
                <c:pt idx="480">
                  <c:v>95.630771199999998</c:v>
                </c:pt>
                <c:pt idx="481">
                  <c:v>95.777454000000006</c:v>
                </c:pt>
                <c:pt idx="482">
                  <c:v>95.784133299999993</c:v>
                </c:pt>
                <c:pt idx="483">
                  <c:v>95.915024700000004</c:v>
                </c:pt>
                <c:pt idx="484">
                  <c:v>95.970126500000006</c:v>
                </c:pt>
                <c:pt idx="485">
                  <c:v>96.635269899999997</c:v>
                </c:pt>
                <c:pt idx="486">
                  <c:v>96.777647000000002</c:v>
                </c:pt>
                <c:pt idx="487">
                  <c:v>96.7871959</c:v>
                </c:pt>
                <c:pt idx="488">
                  <c:v>96.908765200000005</c:v>
                </c:pt>
                <c:pt idx="489">
                  <c:v>96.965837300000004</c:v>
                </c:pt>
                <c:pt idx="490">
                  <c:v>97.633174400000001</c:v>
                </c:pt>
                <c:pt idx="491">
                  <c:v>97.777891699999998</c:v>
                </c:pt>
                <c:pt idx="492">
                  <c:v>97.782562200000001</c:v>
                </c:pt>
                <c:pt idx="493">
                  <c:v>97.908719300000001</c:v>
                </c:pt>
                <c:pt idx="494">
                  <c:v>97.966147500000005</c:v>
                </c:pt>
                <c:pt idx="495">
                  <c:v>98.633367500000006</c:v>
                </c:pt>
                <c:pt idx="496">
                  <c:v>98.776343999999995</c:v>
                </c:pt>
                <c:pt idx="497">
                  <c:v>98.782243600000001</c:v>
                </c:pt>
                <c:pt idx="498">
                  <c:v>98.908487899999997</c:v>
                </c:pt>
                <c:pt idx="499">
                  <c:v>98.965877000000006</c:v>
                </c:pt>
                <c:pt idx="500">
                  <c:v>99.630781999999996</c:v>
                </c:pt>
                <c:pt idx="501">
                  <c:v>99.779916700000001</c:v>
                </c:pt>
                <c:pt idx="502">
                  <c:v>99.784455300000005</c:v>
                </c:pt>
                <c:pt idx="503">
                  <c:v>99.902458100000004</c:v>
                </c:pt>
                <c:pt idx="504">
                  <c:v>99.965591399999994</c:v>
                </c:pt>
                <c:pt idx="505">
                  <c:v>100.63719140000001</c:v>
                </c:pt>
                <c:pt idx="506">
                  <c:v>100.7810453</c:v>
                </c:pt>
                <c:pt idx="507">
                  <c:v>100.7818932</c:v>
                </c:pt>
                <c:pt idx="508">
                  <c:v>100.9045352</c:v>
                </c:pt>
                <c:pt idx="509">
                  <c:v>100.9698866</c:v>
                </c:pt>
                <c:pt idx="510">
                  <c:v>101.6353517</c:v>
                </c:pt>
                <c:pt idx="511">
                  <c:v>101.7822881</c:v>
                </c:pt>
                <c:pt idx="512">
                  <c:v>101.7847165</c:v>
                </c:pt>
                <c:pt idx="513">
                  <c:v>101.9058972</c:v>
                </c:pt>
                <c:pt idx="514">
                  <c:v>101.9661365</c:v>
                </c:pt>
                <c:pt idx="515">
                  <c:v>102.63010389999999</c:v>
                </c:pt>
                <c:pt idx="516">
                  <c:v>102.7784018</c:v>
                </c:pt>
                <c:pt idx="517">
                  <c:v>102.78372419999999</c:v>
                </c:pt>
                <c:pt idx="518">
                  <c:v>102.90467150000001</c:v>
                </c:pt>
                <c:pt idx="519">
                  <c:v>102.9723276</c:v>
                </c:pt>
                <c:pt idx="520">
                  <c:v>103.6383984</c:v>
                </c:pt>
                <c:pt idx="521">
                  <c:v>103.7791921</c:v>
                </c:pt>
                <c:pt idx="522">
                  <c:v>103.7882651</c:v>
                </c:pt>
                <c:pt idx="523">
                  <c:v>103.9152016</c:v>
                </c:pt>
                <c:pt idx="524">
                  <c:v>103.9688654</c:v>
                </c:pt>
                <c:pt idx="525">
                  <c:v>104.63326600000001</c:v>
                </c:pt>
                <c:pt idx="526">
                  <c:v>104.78577679999999</c:v>
                </c:pt>
                <c:pt idx="527">
                  <c:v>104.7867979</c:v>
                </c:pt>
                <c:pt idx="528">
                  <c:v>104.9116463</c:v>
                </c:pt>
                <c:pt idx="529">
                  <c:v>104.96863089999999</c:v>
                </c:pt>
                <c:pt idx="530">
                  <c:v>105.63335619999999</c:v>
                </c:pt>
                <c:pt idx="531">
                  <c:v>105.7830273</c:v>
                </c:pt>
                <c:pt idx="532">
                  <c:v>105.78779609999999</c:v>
                </c:pt>
                <c:pt idx="533">
                  <c:v>105.9108823</c:v>
                </c:pt>
                <c:pt idx="534">
                  <c:v>105.9656818</c:v>
                </c:pt>
                <c:pt idx="535">
                  <c:v>106.6306141</c:v>
                </c:pt>
                <c:pt idx="536">
                  <c:v>106.77893450000001</c:v>
                </c:pt>
                <c:pt idx="537">
                  <c:v>106.781386</c:v>
                </c:pt>
                <c:pt idx="538">
                  <c:v>106.9140127</c:v>
                </c:pt>
                <c:pt idx="539">
                  <c:v>106.96589760000001</c:v>
                </c:pt>
                <c:pt idx="540">
                  <c:v>107.63050079999999</c:v>
                </c:pt>
                <c:pt idx="541">
                  <c:v>107.7838947</c:v>
                </c:pt>
                <c:pt idx="542">
                  <c:v>107.7872979</c:v>
                </c:pt>
                <c:pt idx="543">
                  <c:v>107.9081213</c:v>
                </c:pt>
                <c:pt idx="544">
                  <c:v>107.96615319999999</c:v>
                </c:pt>
                <c:pt idx="545">
                  <c:v>108.6307432</c:v>
                </c:pt>
                <c:pt idx="546">
                  <c:v>108.78393459999999</c:v>
                </c:pt>
                <c:pt idx="547">
                  <c:v>108.7885781</c:v>
                </c:pt>
                <c:pt idx="548">
                  <c:v>108.9033022</c:v>
                </c:pt>
                <c:pt idx="549">
                  <c:v>108.9660628</c:v>
                </c:pt>
                <c:pt idx="550">
                  <c:v>109.63360299999999</c:v>
                </c:pt>
                <c:pt idx="551">
                  <c:v>109.7824854</c:v>
                </c:pt>
                <c:pt idx="552">
                  <c:v>109.7833725</c:v>
                </c:pt>
                <c:pt idx="553">
                  <c:v>109.9050392</c:v>
                </c:pt>
                <c:pt idx="554">
                  <c:v>109.966097</c:v>
                </c:pt>
                <c:pt idx="555">
                  <c:v>110.6362864</c:v>
                </c:pt>
                <c:pt idx="556">
                  <c:v>110.7822582</c:v>
                </c:pt>
                <c:pt idx="557">
                  <c:v>110.7863199</c:v>
                </c:pt>
                <c:pt idx="558">
                  <c:v>110.904794</c:v>
                </c:pt>
                <c:pt idx="559">
                  <c:v>110.96894210000001</c:v>
                </c:pt>
                <c:pt idx="560">
                  <c:v>111.63218120000001</c:v>
                </c:pt>
                <c:pt idx="561">
                  <c:v>111.7818091</c:v>
                </c:pt>
                <c:pt idx="562">
                  <c:v>111.78205149999999</c:v>
                </c:pt>
                <c:pt idx="563">
                  <c:v>111.90412999999999</c:v>
                </c:pt>
                <c:pt idx="564">
                  <c:v>111.9715195</c:v>
                </c:pt>
                <c:pt idx="565">
                  <c:v>112.63304460000001</c:v>
                </c:pt>
                <c:pt idx="566">
                  <c:v>112.77920020000001</c:v>
                </c:pt>
                <c:pt idx="567">
                  <c:v>112.7818377</c:v>
                </c:pt>
                <c:pt idx="568">
                  <c:v>112.9038686</c:v>
                </c:pt>
                <c:pt idx="569">
                  <c:v>112.9704917</c:v>
                </c:pt>
                <c:pt idx="570">
                  <c:v>113.63298330000001</c:v>
                </c:pt>
                <c:pt idx="571">
                  <c:v>113.7800665</c:v>
                </c:pt>
                <c:pt idx="572">
                  <c:v>113.7848425</c:v>
                </c:pt>
                <c:pt idx="573">
                  <c:v>113.9054687</c:v>
                </c:pt>
                <c:pt idx="574">
                  <c:v>113.969025</c:v>
                </c:pt>
                <c:pt idx="575">
                  <c:v>114.6316193</c:v>
                </c:pt>
                <c:pt idx="576">
                  <c:v>114.77915059999999</c:v>
                </c:pt>
                <c:pt idx="577">
                  <c:v>114.78731329999999</c:v>
                </c:pt>
                <c:pt idx="578">
                  <c:v>114.9084572</c:v>
                </c:pt>
                <c:pt idx="579">
                  <c:v>114.96854810000001</c:v>
                </c:pt>
                <c:pt idx="580">
                  <c:v>115.63017550000001</c:v>
                </c:pt>
                <c:pt idx="581">
                  <c:v>115.7817525</c:v>
                </c:pt>
                <c:pt idx="582">
                  <c:v>115.78864950000001</c:v>
                </c:pt>
                <c:pt idx="583">
                  <c:v>115.9067027</c:v>
                </c:pt>
                <c:pt idx="584">
                  <c:v>115.9666773</c:v>
                </c:pt>
                <c:pt idx="585">
                  <c:v>116.63800639999999</c:v>
                </c:pt>
                <c:pt idx="586">
                  <c:v>116.7840815</c:v>
                </c:pt>
                <c:pt idx="587">
                  <c:v>116.7866404</c:v>
                </c:pt>
                <c:pt idx="588">
                  <c:v>116.9066995</c:v>
                </c:pt>
                <c:pt idx="589">
                  <c:v>116.9670883</c:v>
                </c:pt>
                <c:pt idx="590">
                  <c:v>117.63243610000001</c:v>
                </c:pt>
                <c:pt idx="591">
                  <c:v>117.7804129</c:v>
                </c:pt>
                <c:pt idx="592">
                  <c:v>117.78474439999999</c:v>
                </c:pt>
                <c:pt idx="593">
                  <c:v>117.9066255</c:v>
                </c:pt>
                <c:pt idx="594">
                  <c:v>117.9657667</c:v>
                </c:pt>
                <c:pt idx="595">
                  <c:v>118.6308191</c:v>
                </c:pt>
                <c:pt idx="596">
                  <c:v>118.7845614</c:v>
                </c:pt>
                <c:pt idx="597">
                  <c:v>118.7875169</c:v>
                </c:pt>
                <c:pt idx="598">
                  <c:v>118.9048081</c:v>
                </c:pt>
                <c:pt idx="599">
                  <c:v>118.96597079999999</c:v>
                </c:pt>
                <c:pt idx="600">
                  <c:v>119.63379999999999</c:v>
                </c:pt>
                <c:pt idx="601">
                  <c:v>119.7818347</c:v>
                </c:pt>
                <c:pt idx="602">
                  <c:v>119.78435380000001</c:v>
                </c:pt>
                <c:pt idx="603">
                  <c:v>119.9047849</c:v>
                </c:pt>
                <c:pt idx="604">
                  <c:v>119.97224300000001</c:v>
                </c:pt>
                <c:pt idx="605">
                  <c:v>120.6308549</c:v>
                </c:pt>
                <c:pt idx="606">
                  <c:v>120.7826281</c:v>
                </c:pt>
                <c:pt idx="607">
                  <c:v>120.7863004</c:v>
                </c:pt>
                <c:pt idx="608">
                  <c:v>120.9050392</c:v>
                </c:pt>
                <c:pt idx="609">
                  <c:v>120.9712864</c:v>
                </c:pt>
                <c:pt idx="610">
                  <c:v>121.63512609999999</c:v>
                </c:pt>
                <c:pt idx="611">
                  <c:v>121.78178440000001</c:v>
                </c:pt>
                <c:pt idx="612">
                  <c:v>121.784318</c:v>
                </c:pt>
                <c:pt idx="613">
                  <c:v>121.90750319999999</c:v>
                </c:pt>
                <c:pt idx="614">
                  <c:v>121.96635689999999</c:v>
                </c:pt>
                <c:pt idx="615">
                  <c:v>122.63633470000001</c:v>
                </c:pt>
                <c:pt idx="616">
                  <c:v>122.7781004</c:v>
                </c:pt>
                <c:pt idx="617">
                  <c:v>122.7825014</c:v>
                </c:pt>
                <c:pt idx="618">
                  <c:v>122.94462729999999</c:v>
                </c:pt>
                <c:pt idx="619">
                  <c:v>122.9784623</c:v>
                </c:pt>
                <c:pt idx="620">
                  <c:v>123.6362541</c:v>
                </c:pt>
                <c:pt idx="621">
                  <c:v>123.77701740000001</c:v>
                </c:pt>
                <c:pt idx="622">
                  <c:v>123.78212910000001</c:v>
                </c:pt>
                <c:pt idx="623">
                  <c:v>123.9063001</c:v>
                </c:pt>
                <c:pt idx="624">
                  <c:v>123.97903820000001</c:v>
                </c:pt>
                <c:pt idx="625">
                  <c:v>124.6343799</c:v>
                </c:pt>
                <c:pt idx="626">
                  <c:v>124.7722794</c:v>
                </c:pt>
                <c:pt idx="627">
                  <c:v>124.78914880000001</c:v>
                </c:pt>
                <c:pt idx="628">
                  <c:v>124.90271920000001</c:v>
                </c:pt>
                <c:pt idx="629">
                  <c:v>124.97482770000001</c:v>
                </c:pt>
                <c:pt idx="630">
                  <c:v>125.6612744</c:v>
                </c:pt>
                <c:pt idx="631">
                  <c:v>125.7729241</c:v>
                </c:pt>
                <c:pt idx="632">
                  <c:v>125.7847026</c:v>
                </c:pt>
                <c:pt idx="633">
                  <c:v>125.9020044</c:v>
                </c:pt>
                <c:pt idx="634">
                  <c:v>125.9764302</c:v>
                </c:pt>
                <c:pt idx="635">
                  <c:v>126.6406357</c:v>
                </c:pt>
                <c:pt idx="636">
                  <c:v>126.7738032</c:v>
                </c:pt>
                <c:pt idx="637">
                  <c:v>126.7830405</c:v>
                </c:pt>
                <c:pt idx="638">
                  <c:v>126.9055682</c:v>
                </c:pt>
                <c:pt idx="639">
                  <c:v>126.9827149</c:v>
                </c:pt>
                <c:pt idx="640">
                  <c:v>127.6361028</c:v>
                </c:pt>
                <c:pt idx="641">
                  <c:v>127.77240310000001</c:v>
                </c:pt>
                <c:pt idx="642">
                  <c:v>127.7909908</c:v>
                </c:pt>
                <c:pt idx="643">
                  <c:v>127.9048212</c:v>
                </c:pt>
                <c:pt idx="644">
                  <c:v>127.9733335</c:v>
                </c:pt>
                <c:pt idx="645">
                  <c:v>128.63488989999999</c:v>
                </c:pt>
                <c:pt idx="646">
                  <c:v>128.77511860000001</c:v>
                </c:pt>
                <c:pt idx="647">
                  <c:v>128.78740329999999</c:v>
                </c:pt>
                <c:pt idx="648">
                  <c:v>128.90274299999999</c:v>
                </c:pt>
                <c:pt idx="649">
                  <c:v>128.9752786</c:v>
                </c:pt>
                <c:pt idx="650">
                  <c:v>129.63754410000001</c:v>
                </c:pt>
                <c:pt idx="651">
                  <c:v>129.77736479999999</c:v>
                </c:pt>
                <c:pt idx="652">
                  <c:v>129.78729440000001</c:v>
                </c:pt>
                <c:pt idx="653">
                  <c:v>129.90783830000001</c:v>
                </c:pt>
                <c:pt idx="654">
                  <c:v>129.96603669999999</c:v>
                </c:pt>
                <c:pt idx="655">
                  <c:v>130.6407724</c:v>
                </c:pt>
                <c:pt idx="656">
                  <c:v>130.77753809999999</c:v>
                </c:pt>
                <c:pt idx="657">
                  <c:v>130.7882372</c:v>
                </c:pt>
                <c:pt idx="658">
                  <c:v>130.907107</c:v>
                </c:pt>
                <c:pt idx="659">
                  <c:v>130.97562070000001</c:v>
                </c:pt>
                <c:pt idx="660">
                  <c:v>131.64084769999999</c:v>
                </c:pt>
                <c:pt idx="661">
                  <c:v>131.77804330000001</c:v>
                </c:pt>
                <c:pt idx="662">
                  <c:v>131.7855754</c:v>
                </c:pt>
                <c:pt idx="663">
                  <c:v>131.90690330000001</c:v>
                </c:pt>
                <c:pt idx="664">
                  <c:v>131.97345390000001</c:v>
                </c:pt>
                <c:pt idx="665">
                  <c:v>132.643416</c:v>
                </c:pt>
                <c:pt idx="666">
                  <c:v>132.77788580000001</c:v>
                </c:pt>
                <c:pt idx="667">
                  <c:v>132.78469369999999</c:v>
                </c:pt>
                <c:pt idx="668">
                  <c:v>132.9035307</c:v>
                </c:pt>
                <c:pt idx="669">
                  <c:v>132.9740869</c:v>
                </c:pt>
                <c:pt idx="670">
                  <c:v>133.6407485</c:v>
                </c:pt>
                <c:pt idx="671">
                  <c:v>133.77775320000001</c:v>
                </c:pt>
                <c:pt idx="672">
                  <c:v>133.78649229999999</c:v>
                </c:pt>
                <c:pt idx="673">
                  <c:v>133.905272</c:v>
                </c:pt>
                <c:pt idx="674">
                  <c:v>133.97928350000001</c:v>
                </c:pt>
                <c:pt idx="675">
                  <c:v>134.63811630000001</c:v>
                </c:pt>
                <c:pt idx="676">
                  <c:v>134.77577439999999</c:v>
                </c:pt>
                <c:pt idx="677">
                  <c:v>134.78205740000001</c:v>
                </c:pt>
                <c:pt idx="678">
                  <c:v>134.90784160000001</c:v>
                </c:pt>
                <c:pt idx="679">
                  <c:v>134.97609109999999</c:v>
                </c:pt>
                <c:pt idx="680">
                  <c:v>135.63584940000001</c:v>
                </c:pt>
                <c:pt idx="681">
                  <c:v>135.77739529999999</c:v>
                </c:pt>
                <c:pt idx="682">
                  <c:v>135.7822252</c:v>
                </c:pt>
                <c:pt idx="683">
                  <c:v>135.9034375</c:v>
                </c:pt>
                <c:pt idx="684">
                  <c:v>135.97911529999999</c:v>
                </c:pt>
                <c:pt idx="685">
                  <c:v>136.6339088</c:v>
                </c:pt>
                <c:pt idx="686">
                  <c:v>136.77471249999999</c:v>
                </c:pt>
                <c:pt idx="687">
                  <c:v>136.7846686</c:v>
                </c:pt>
                <c:pt idx="688">
                  <c:v>136.90488199999999</c:v>
                </c:pt>
                <c:pt idx="689">
                  <c:v>136.97622419999999</c:v>
                </c:pt>
                <c:pt idx="690">
                  <c:v>137.6402458</c:v>
                </c:pt>
                <c:pt idx="691">
                  <c:v>137.77463599999999</c:v>
                </c:pt>
                <c:pt idx="692">
                  <c:v>137.7845121</c:v>
                </c:pt>
                <c:pt idx="693">
                  <c:v>137.9017217</c:v>
                </c:pt>
                <c:pt idx="694">
                  <c:v>137.97358460000001</c:v>
                </c:pt>
                <c:pt idx="695">
                  <c:v>138.6368908</c:v>
                </c:pt>
                <c:pt idx="696">
                  <c:v>138.77241380000001</c:v>
                </c:pt>
                <c:pt idx="697">
                  <c:v>138.78491969999999</c:v>
                </c:pt>
                <c:pt idx="698">
                  <c:v>138.90312420000001</c:v>
                </c:pt>
                <c:pt idx="699">
                  <c:v>138.97666799999999</c:v>
                </c:pt>
                <c:pt idx="700">
                  <c:v>139.63695200000001</c:v>
                </c:pt>
                <c:pt idx="701">
                  <c:v>139.77237629999999</c:v>
                </c:pt>
                <c:pt idx="702">
                  <c:v>139.78778589999999</c:v>
                </c:pt>
                <c:pt idx="703">
                  <c:v>139.90952519999999</c:v>
                </c:pt>
                <c:pt idx="704">
                  <c:v>139.97348049999999</c:v>
                </c:pt>
                <c:pt idx="705">
                  <c:v>140.64003210000001</c:v>
                </c:pt>
                <c:pt idx="706">
                  <c:v>140.7721536</c:v>
                </c:pt>
                <c:pt idx="707">
                  <c:v>140.7886068</c:v>
                </c:pt>
                <c:pt idx="708">
                  <c:v>140.90267259999999</c:v>
                </c:pt>
                <c:pt idx="709">
                  <c:v>140.96674609999999</c:v>
                </c:pt>
                <c:pt idx="710">
                  <c:v>141.63837849999999</c:v>
                </c:pt>
                <c:pt idx="711">
                  <c:v>141.77285209999999</c:v>
                </c:pt>
                <c:pt idx="712">
                  <c:v>141.785574</c:v>
                </c:pt>
                <c:pt idx="713">
                  <c:v>141.90548620000001</c:v>
                </c:pt>
                <c:pt idx="714">
                  <c:v>141.9664764</c:v>
                </c:pt>
                <c:pt idx="715">
                  <c:v>142.66239279999999</c:v>
                </c:pt>
                <c:pt idx="716">
                  <c:v>142.77225100000001</c:v>
                </c:pt>
                <c:pt idx="717">
                  <c:v>142.78818659999999</c:v>
                </c:pt>
                <c:pt idx="718">
                  <c:v>142.90485559999999</c:v>
                </c:pt>
                <c:pt idx="719">
                  <c:v>142.966679</c:v>
                </c:pt>
                <c:pt idx="720">
                  <c:v>143.65342440000001</c:v>
                </c:pt>
                <c:pt idx="721">
                  <c:v>143.7746539</c:v>
                </c:pt>
                <c:pt idx="722">
                  <c:v>143.78497390000001</c:v>
                </c:pt>
                <c:pt idx="723">
                  <c:v>143.9112275</c:v>
                </c:pt>
                <c:pt idx="724">
                  <c:v>143.9661146</c:v>
                </c:pt>
                <c:pt idx="725">
                  <c:v>144.64047239999999</c:v>
                </c:pt>
                <c:pt idx="726">
                  <c:v>144.7752308</c:v>
                </c:pt>
                <c:pt idx="727">
                  <c:v>144.78453529999999</c:v>
                </c:pt>
                <c:pt idx="728">
                  <c:v>144.9077245</c:v>
                </c:pt>
                <c:pt idx="729">
                  <c:v>144.9688677</c:v>
                </c:pt>
                <c:pt idx="730">
                  <c:v>145.6377248</c:v>
                </c:pt>
                <c:pt idx="731">
                  <c:v>145.77267219999999</c:v>
                </c:pt>
                <c:pt idx="732">
                  <c:v>145.78547800000001</c:v>
                </c:pt>
                <c:pt idx="733">
                  <c:v>145.90616940000001</c:v>
                </c:pt>
                <c:pt idx="734">
                  <c:v>145.97688880000001</c:v>
                </c:pt>
                <c:pt idx="735">
                  <c:v>146.6470065</c:v>
                </c:pt>
                <c:pt idx="736">
                  <c:v>146.77814620000001</c:v>
                </c:pt>
                <c:pt idx="737">
                  <c:v>146.78152729999999</c:v>
                </c:pt>
                <c:pt idx="738">
                  <c:v>146.905046</c:v>
                </c:pt>
                <c:pt idx="739">
                  <c:v>146.97540319999999</c:v>
                </c:pt>
                <c:pt idx="740">
                  <c:v>147.6416893</c:v>
                </c:pt>
                <c:pt idx="741">
                  <c:v>147.7764693</c:v>
                </c:pt>
                <c:pt idx="742">
                  <c:v>147.78187489999999</c:v>
                </c:pt>
                <c:pt idx="743">
                  <c:v>147.90335260000001</c:v>
                </c:pt>
                <c:pt idx="744">
                  <c:v>147.97994220000001</c:v>
                </c:pt>
                <c:pt idx="745">
                  <c:v>148.64391860000001</c:v>
                </c:pt>
                <c:pt idx="746">
                  <c:v>148.7729587</c:v>
                </c:pt>
                <c:pt idx="747">
                  <c:v>148.7846672</c:v>
                </c:pt>
                <c:pt idx="748">
                  <c:v>148.90254010000001</c:v>
                </c:pt>
                <c:pt idx="749">
                  <c:v>148.9753633</c:v>
                </c:pt>
                <c:pt idx="750">
                  <c:v>149.6405063</c:v>
                </c:pt>
                <c:pt idx="751">
                  <c:v>149.77495500000001</c:v>
                </c:pt>
                <c:pt idx="752">
                  <c:v>149.78426870000001</c:v>
                </c:pt>
                <c:pt idx="753">
                  <c:v>149.90291769999999</c:v>
                </c:pt>
                <c:pt idx="754">
                  <c:v>149.9777938</c:v>
                </c:pt>
                <c:pt idx="755">
                  <c:v>150.63976199999999</c:v>
                </c:pt>
                <c:pt idx="756">
                  <c:v>150.77451360000001</c:v>
                </c:pt>
                <c:pt idx="757">
                  <c:v>150.7818384</c:v>
                </c:pt>
                <c:pt idx="758">
                  <c:v>150.902241</c:v>
                </c:pt>
                <c:pt idx="759">
                  <c:v>150.97159490000001</c:v>
                </c:pt>
                <c:pt idx="760">
                  <c:v>151.64237840000001</c:v>
                </c:pt>
                <c:pt idx="761">
                  <c:v>151.77222829999999</c:v>
                </c:pt>
                <c:pt idx="762">
                  <c:v>151.78218810000001</c:v>
                </c:pt>
                <c:pt idx="763">
                  <c:v>151.902457</c:v>
                </c:pt>
                <c:pt idx="764">
                  <c:v>151.97008199999999</c:v>
                </c:pt>
                <c:pt idx="765">
                  <c:v>152.6369675</c:v>
                </c:pt>
                <c:pt idx="766">
                  <c:v>152.7725179</c:v>
                </c:pt>
                <c:pt idx="767">
                  <c:v>152.7845374</c:v>
                </c:pt>
                <c:pt idx="768">
                  <c:v>152.90796119999999</c:v>
                </c:pt>
                <c:pt idx="769">
                  <c:v>152.97315259999999</c:v>
                </c:pt>
                <c:pt idx="770">
                  <c:v>153.63872359999999</c:v>
                </c:pt>
                <c:pt idx="771">
                  <c:v>153.77602780000001</c:v>
                </c:pt>
                <c:pt idx="772">
                  <c:v>153.78410700000001</c:v>
                </c:pt>
                <c:pt idx="773">
                  <c:v>153.90210859999999</c:v>
                </c:pt>
                <c:pt idx="774">
                  <c:v>153.97615189999999</c:v>
                </c:pt>
                <c:pt idx="775">
                  <c:v>154.64118070000001</c:v>
                </c:pt>
                <c:pt idx="776">
                  <c:v>154.77222839999999</c:v>
                </c:pt>
                <c:pt idx="777">
                  <c:v>154.7871907</c:v>
                </c:pt>
                <c:pt idx="778">
                  <c:v>154.90743380000001</c:v>
                </c:pt>
                <c:pt idx="779">
                  <c:v>154.97663180000001</c:v>
                </c:pt>
                <c:pt idx="780">
                  <c:v>155.6395875</c:v>
                </c:pt>
                <c:pt idx="781">
                  <c:v>155.77515030000001</c:v>
                </c:pt>
                <c:pt idx="782">
                  <c:v>155.78631100000001</c:v>
                </c:pt>
                <c:pt idx="783">
                  <c:v>155.90800770000001</c:v>
                </c:pt>
                <c:pt idx="784">
                  <c:v>155.97938619999999</c:v>
                </c:pt>
                <c:pt idx="785">
                  <c:v>156.63984060000001</c:v>
                </c:pt>
                <c:pt idx="786">
                  <c:v>156.77362009999999</c:v>
                </c:pt>
                <c:pt idx="787">
                  <c:v>156.78757959999999</c:v>
                </c:pt>
                <c:pt idx="788">
                  <c:v>156.90734320000001</c:v>
                </c:pt>
                <c:pt idx="789">
                  <c:v>156.97623010000001</c:v>
                </c:pt>
                <c:pt idx="790">
                  <c:v>157.64103069999999</c:v>
                </c:pt>
                <c:pt idx="791">
                  <c:v>157.78072220000001</c:v>
                </c:pt>
                <c:pt idx="792">
                  <c:v>157.78475879999999</c:v>
                </c:pt>
                <c:pt idx="793">
                  <c:v>157.90666659999999</c:v>
                </c:pt>
                <c:pt idx="794">
                  <c:v>157.9768019</c:v>
                </c:pt>
                <c:pt idx="795">
                  <c:v>158.6434769</c:v>
                </c:pt>
                <c:pt idx="796">
                  <c:v>158.77681670000001</c:v>
                </c:pt>
                <c:pt idx="797">
                  <c:v>158.78612050000001</c:v>
                </c:pt>
                <c:pt idx="798">
                  <c:v>158.90491309999999</c:v>
                </c:pt>
                <c:pt idx="799">
                  <c:v>158.96938560000001</c:v>
                </c:pt>
                <c:pt idx="800">
                  <c:v>159.64030790000001</c:v>
                </c:pt>
                <c:pt idx="801">
                  <c:v>159.77483799999999</c:v>
                </c:pt>
                <c:pt idx="802">
                  <c:v>159.7823234</c:v>
                </c:pt>
                <c:pt idx="803">
                  <c:v>159.90468580000001</c:v>
                </c:pt>
                <c:pt idx="804">
                  <c:v>159.97148989999999</c:v>
                </c:pt>
                <c:pt idx="805">
                  <c:v>160.64326929999999</c:v>
                </c:pt>
                <c:pt idx="806">
                  <c:v>160.7780382</c:v>
                </c:pt>
                <c:pt idx="807">
                  <c:v>160.78445529999999</c:v>
                </c:pt>
                <c:pt idx="808">
                  <c:v>160.9022262</c:v>
                </c:pt>
                <c:pt idx="809">
                  <c:v>160.968942</c:v>
                </c:pt>
                <c:pt idx="810">
                  <c:v>161.6422718</c:v>
                </c:pt>
                <c:pt idx="811">
                  <c:v>161.7748388</c:v>
                </c:pt>
                <c:pt idx="812">
                  <c:v>161.78188019999999</c:v>
                </c:pt>
                <c:pt idx="813">
                  <c:v>161.90261169999999</c:v>
                </c:pt>
                <c:pt idx="814">
                  <c:v>161.96899830000001</c:v>
                </c:pt>
                <c:pt idx="815">
                  <c:v>162.64023710000001</c:v>
                </c:pt>
                <c:pt idx="816">
                  <c:v>162.77496819999999</c:v>
                </c:pt>
                <c:pt idx="817">
                  <c:v>162.78192960000001</c:v>
                </c:pt>
                <c:pt idx="818">
                  <c:v>162.9023794</c:v>
                </c:pt>
                <c:pt idx="819">
                  <c:v>162.9660907</c:v>
                </c:pt>
                <c:pt idx="820">
                  <c:v>163.6359247</c:v>
                </c:pt>
                <c:pt idx="821">
                  <c:v>163.77698179999999</c:v>
                </c:pt>
                <c:pt idx="822">
                  <c:v>163.78519990000001</c:v>
                </c:pt>
                <c:pt idx="823">
                  <c:v>163.9059872</c:v>
                </c:pt>
                <c:pt idx="824">
                  <c:v>163.96875660000001</c:v>
                </c:pt>
                <c:pt idx="825">
                  <c:v>164.6381939</c:v>
                </c:pt>
                <c:pt idx="826">
                  <c:v>164.77290410000001</c:v>
                </c:pt>
                <c:pt idx="827">
                  <c:v>164.78749239999999</c:v>
                </c:pt>
                <c:pt idx="828">
                  <c:v>164.9155256</c:v>
                </c:pt>
                <c:pt idx="829">
                  <c:v>164.97163029999999</c:v>
                </c:pt>
                <c:pt idx="830">
                  <c:v>165.6357634</c:v>
                </c:pt>
                <c:pt idx="831">
                  <c:v>165.77381500000001</c:v>
                </c:pt>
                <c:pt idx="832">
                  <c:v>165.7901531</c:v>
                </c:pt>
                <c:pt idx="833">
                  <c:v>165.9111638</c:v>
                </c:pt>
                <c:pt idx="834">
                  <c:v>165.97608349999999</c:v>
                </c:pt>
                <c:pt idx="835">
                  <c:v>166.64132119999999</c:v>
                </c:pt>
                <c:pt idx="836">
                  <c:v>166.7721995</c:v>
                </c:pt>
                <c:pt idx="837">
                  <c:v>166.7878293</c:v>
                </c:pt>
                <c:pt idx="838">
                  <c:v>166.913051</c:v>
                </c:pt>
                <c:pt idx="839">
                  <c:v>166.98555780000001</c:v>
                </c:pt>
                <c:pt idx="840">
                  <c:v>167.63364319999999</c:v>
                </c:pt>
                <c:pt idx="841">
                  <c:v>167.77546050000001</c:v>
                </c:pt>
                <c:pt idx="842">
                  <c:v>167.78498329999999</c:v>
                </c:pt>
                <c:pt idx="843">
                  <c:v>167.9143158</c:v>
                </c:pt>
                <c:pt idx="844">
                  <c:v>167.977236</c:v>
                </c:pt>
                <c:pt idx="845">
                  <c:v>168.6380992</c:v>
                </c:pt>
                <c:pt idx="846">
                  <c:v>168.77844820000001</c:v>
                </c:pt>
                <c:pt idx="847">
                  <c:v>168.7844686</c:v>
                </c:pt>
                <c:pt idx="848">
                  <c:v>168.90993330000001</c:v>
                </c:pt>
                <c:pt idx="849">
                  <c:v>168.976686</c:v>
                </c:pt>
                <c:pt idx="850">
                  <c:v>169.64240369999999</c:v>
                </c:pt>
                <c:pt idx="851">
                  <c:v>169.7781598</c:v>
                </c:pt>
                <c:pt idx="852">
                  <c:v>169.78465499999999</c:v>
                </c:pt>
                <c:pt idx="853">
                  <c:v>169.91266229999999</c:v>
                </c:pt>
                <c:pt idx="854">
                  <c:v>169.97265899999999</c:v>
                </c:pt>
                <c:pt idx="855">
                  <c:v>170.6340299</c:v>
                </c:pt>
                <c:pt idx="856">
                  <c:v>170.77823670000001</c:v>
                </c:pt>
                <c:pt idx="857">
                  <c:v>170.7850995</c:v>
                </c:pt>
                <c:pt idx="858">
                  <c:v>170.9122606</c:v>
                </c:pt>
                <c:pt idx="859">
                  <c:v>170.97540720000001</c:v>
                </c:pt>
                <c:pt idx="860">
                  <c:v>171.6328594</c:v>
                </c:pt>
                <c:pt idx="861">
                  <c:v>171.7794452</c:v>
                </c:pt>
                <c:pt idx="862">
                  <c:v>171.78182100000001</c:v>
                </c:pt>
                <c:pt idx="863">
                  <c:v>171.9070992</c:v>
                </c:pt>
                <c:pt idx="864">
                  <c:v>171.97582159999999</c:v>
                </c:pt>
                <c:pt idx="865">
                  <c:v>172.63576280000001</c:v>
                </c:pt>
                <c:pt idx="866">
                  <c:v>172.77560690000001</c:v>
                </c:pt>
                <c:pt idx="867">
                  <c:v>172.78246429999999</c:v>
                </c:pt>
                <c:pt idx="868">
                  <c:v>172.91417970000001</c:v>
                </c:pt>
                <c:pt idx="869">
                  <c:v>172.9770355</c:v>
                </c:pt>
                <c:pt idx="870">
                  <c:v>173.63712520000001</c:v>
                </c:pt>
                <c:pt idx="871">
                  <c:v>173.77488199999999</c:v>
                </c:pt>
                <c:pt idx="872">
                  <c:v>173.78206610000001</c:v>
                </c:pt>
                <c:pt idx="873">
                  <c:v>173.9019749</c:v>
                </c:pt>
                <c:pt idx="874">
                  <c:v>173.97320930000001</c:v>
                </c:pt>
                <c:pt idx="875">
                  <c:v>174.63493260000001</c:v>
                </c:pt>
                <c:pt idx="876">
                  <c:v>174.77401929999999</c:v>
                </c:pt>
                <c:pt idx="877">
                  <c:v>174.7851766</c:v>
                </c:pt>
                <c:pt idx="878">
                  <c:v>174.913534</c:v>
                </c:pt>
                <c:pt idx="879">
                  <c:v>174.97159210000001</c:v>
                </c:pt>
                <c:pt idx="880">
                  <c:v>175.6329504</c:v>
                </c:pt>
                <c:pt idx="881">
                  <c:v>175.7719098</c:v>
                </c:pt>
                <c:pt idx="882">
                  <c:v>175.78479179999999</c:v>
                </c:pt>
                <c:pt idx="883">
                  <c:v>175.91348289999999</c:v>
                </c:pt>
                <c:pt idx="884">
                  <c:v>175.9733713</c:v>
                </c:pt>
                <c:pt idx="885">
                  <c:v>176.63472379999999</c:v>
                </c:pt>
                <c:pt idx="886">
                  <c:v>176.772255</c:v>
                </c:pt>
                <c:pt idx="887">
                  <c:v>176.78249400000001</c:v>
                </c:pt>
                <c:pt idx="888">
                  <c:v>176.91445820000001</c:v>
                </c:pt>
                <c:pt idx="889">
                  <c:v>176.97619330000001</c:v>
                </c:pt>
                <c:pt idx="890">
                  <c:v>177.63292319999999</c:v>
                </c:pt>
                <c:pt idx="891">
                  <c:v>177.77462800000001</c:v>
                </c:pt>
                <c:pt idx="892">
                  <c:v>177.7875976</c:v>
                </c:pt>
                <c:pt idx="893">
                  <c:v>177.91365579999999</c:v>
                </c:pt>
                <c:pt idx="894">
                  <c:v>177.97367170000001</c:v>
                </c:pt>
                <c:pt idx="895">
                  <c:v>178.63272029999999</c:v>
                </c:pt>
                <c:pt idx="896">
                  <c:v>178.772391</c:v>
                </c:pt>
                <c:pt idx="897">
                  <c:v>178.78750170000001</c:v>
                </c:pt>
                <c:pt idx="898">
                  <c:v>178.91746000000001</c:v>
                </c:pt>
                <c:pt idx="899">
                  <c:v>178.97347339999999</c:v>
                </c:pt>
                <c:pt idx="900">
                  <c:v>179.6308899</c:v>
                </c:pt>
                <c:pt idx="901">
                  <c:v>179.7775571</c:v>
                </c:pt>
                <c:pt idx="902">
                  <c:v>179.78762660000001</c:v>
                </c:pt>
                <c:pt idx="903">
                  <c:v>179.9125258</c:v>
                </c:pt>
                <c:pt idx="904">
                  <c:v>179.97924739999999</c:v>
                </c:pt>
                <c:pt idx="905">
                  <c:v>180.63128900000001</c:v>
                </c:pt>
                <c:pt idx="906">
                  <c:v>180.77495819999999</c:v>
                </c:pt>
                <c:pt idx="907">
                  <c:v>180.78556570000001</c:v>
                </c:pt>
                <c:pt idx="908">
                  <c:v>180.9131616</c:v>
                </c:pt>
                <c:pt idx="909">
                  <c:v>180.9781242</c:v>
                </c:pt>
                <c:pt idx="910">
                  <c:v>181.62963730000001</c:v>
                </c:pt>
                <c:pt idx="911">
                  <c:v>181.7747368</c:v>
                </c:pt>
                <c:pt idx="912">
                  <c:v>181.78443519999999</c:v>
                </c:pt>
                <c:pt idx="913">
                  <c:v>181.91320469999999</c:v>
                </c:pt>
                <c:pt idx="914">
                  <c:v>181.97091309999999</c:v>
                </c:pt>
                <c:pt idx="915">
                  <c:v>182.6379652</c:v>
                </c:pt>
                <c:pt idx="916">
                  <c:v>182.77994570000001</c:v>
                </c:pt>
                <c:pt idx="917">
                  <c:v>182.78460179999999</c:v>
                </c:pt>
                <c:pt idx="918">
                  <c:v>182.9090009</c:v>
                </c:pt>
                <c:pt idx="919">
                  <c:v>182.9703543</c:v>
                </c:pt>
                <c:pt idx="920">
                  <c:v>183.6329188</c:v>
                </c:pt>
                <c:pt idx="921">
                  <c:v>183.77774339999999</c:v>
                </c:pt>
                <c:pt idx="922">
                  <c:v>183.78162320000001</c:v>
                </c:pt>
                <c:pt idx="923">
                  <c:v>183.90621250000001</c:v>
                </c:pt>
                <c:pt idx="924">
                  <c:v>183.96798570000001</c:v>
                </c:pt>
                <c:pt idx="925">
                  <c:v>184.6308099</c:v>
                </c:pt>
                <c:pt idx="926">
                  <c:v>184.77426439999999</c:v>
                </c:pt>
                <c:pt idx="927">
                  <c:v>184.78226889999999</c:v>
                </c:pt>
                <c:pt idx="928">
                  <c:v>184.9089281</c:v>
                </c:pt>
                <c:pt idx="929">
                  <c:v>184.97018059999999</c:v>
                </c:pt>
                <c:pt idx="930">
                  <c:v>185.6354632</c:v>
                </c:pt>
                <c:pt idx="931">
                  <c:v>185.7746582</c:v>
                </c:pt>
                <c:pt idx="932">
                  <c:v>185.79754199999999</c:v>
                </c:pt>
                <c:pt idx="933">
                  <c:v>185.90953020000001</c:v>
                </c:pt>
                <c:pt idx="934">
                  <c:v>185.96614389999999</c:v>
                </c:pt>
                <c:pt idx="935">
                  <c:v>186.6341123</c:v>
                </c:pt>
                <c:pt idx="936">
                  <c:v>186.77385140000001</c:v>
                </c:pt>
                <c:pt idx="937">
                  <c:v>186.79294730000001</c:v>
                </c:pt>
                <c:pt idx="938">
                  <c:v>186.913984</c:v>
                </c:pt>
                <c:pt idx="939">
                  <c:v>186.96869599999999</c:v>
                </c:pt>
                <c:pt idx="940">
                  <c:v>187.63310749999999</c:v>
                </c:pt>
                <c:pt idx="941">
                  <c:v>187.77195029999999</c:v>
                </c:pt>
                <c:pt idx="942">
                  <c:v>187.79509569999999</c:v>
                </c:pt>
                <c:pt idx="943">
                  <c:v>187.91078210000001</c:v>
                </c:pt>
                <c:pt idx="944">
                  <c:v>187.96623869999999</c:v>
                </c:pt>
                <c:pt idx="945">
                  <c:v>188.63163280000001</c:v>
                </c:pt>
                <c:pt idx="946">
                  <c:v>188.77329109999999</c:v>
                </c:pt>
                <c:pt idx="947">
                  <c:v>188.799035</c:v>
                </c:pt>
                <c:pt idx="948">
                  <c:v>188.9134608</c:v>
                </c:pt>
                <c:pt idx="949">
                  <c:v>188.9688927</c:v>
                </c:pt>
                <c:pt idx="950">
                  <c:v>189.63043070000001</c:v>
                </c:pt>
                <c:pt idx="951">
                  <c:v>189.7726921</c:v>
                </c:pt>
                <c:pt idx="952">
                  <c:v>189.7951248</c:v>
                </c:pt>
                <c:pt idx="953">
                  <c:v>189.91390089999999</c:v>
                </c:pt>
                <c:pt idx="954">
                  <c:v>189.97012129999999</c:v>
                </c:pt>
                <c:pt idx="955">
                  <c:v>190.63111140000001</c:v>
                </c:pt>
                <c:pt idx="956">
                  <c:v>190.77222900000001</c:v>
                </c:pt>
                <c:pt idx="957">
                  <c:v>190.79390649999999</c:v>
                </c:pt>
                <c:pt idx="958">
                  <c:v>190.91358959999999</c:v>
                </c:pt>
                <c:pt idx="959">
                  <c:v>190.9765146</c:v>
                </c:pt>
                <c:pt idx="960">
                  <c:v>191.63280589999999</c:v>
                </c:pt>
                <c:pt idx="961">
                  <c:v>191.77434629999999</c:v>
                </c:pt>
                <c:pt idx="962">
                  <c:v>191.79191449999999</c:v>
                </c:pt>
                <c:pt idx="963">
                  <c:v>191.90924430000001</c:v>
                </c:pt>
                <c:pt idx="964">
                  <c:v>191.97828730000001</c:v>
                </c:pt>
                <c:pt idx="965">
                  <c:v>192.63056839999999</c:v>
                </c:pt>
                <c:pt idx="966">
                  <c:v>192.7802489</c:v>
                </c:pt>
                <c:pt idx="967">
                  <c:v>192.7926497</c:v>
                </c:pt>
                <c:pt idx="968">
                  <c:v>192.91255469999999</c:v>
                </c:pt>
                <c:pt idx="969">
                  <c:v>192.97794690000001</c:v>
                </c:pt>
                <c:pt idx="970">
                  <c:v>193.6330466</c:v>
                </c:pt>
                <c:pt idx="971">
                  <c:v>193.77740299999999</c:v>
                </c:pt>
                <c:pt idx="972">
                  <c:v>193.79270310000001</c:v>
                </c:pt>
                <c:pt idx="973">
                  <c:v>193.9101824</c:v>
                </c:pt>
                <c:pt idx="974">
                  <c:v>193.9761977</c:v>
                </c:pt>
                <c:pt idx="975">
                  <c:v>194.63151439999999</c:v>
                </c:pt>
                <c:pt idx="976">
                  <c:v>194.77210260000001</c:v>
                </c:pt>
                <c:pt idx="977">
                  <c:v>194.7898126</c:v>
                </c:pt>
                <c:pt idx="978">
                  <c:v>194.90658909999999</c:v>
                </c:pt>
                <c:pt idx="979">
                  <c:v>194.97582689999999</c:v>
                </c:pt>
                <c:pt idx="980">
                  <c:v>195.63579279999999</c:v>
                </c:pt>
                <c:pt idx="981">
                  <c:v>195.7776945</c:v>
                </c:pt>
                <c:pt idx="982">
                  <c:v>195.7874386</c:v>
                </c:pt>
                <c:pt idx="983">
                  <c:v>195.90681319999999</c:v>
                </c:pt>
                <c:pt idx="984">
                  <c:v>195.97595269999999</c:v>
                </c:pt>
                <c:pt idx="985">
                  <c:v>196.6358946</c:v>
                </c:pt>
                <c:pt idx="986">
                  <c:v>196.77492179999999</c:v>
                </c:pt>
                <c:pt idx="987">
                  <c:v>196.7923619</c:v>
                </c:pt>
                <c:pt idx="988">
                  <c:v>196.90208999999999</c:v>
                </c:pt>
                <c:pt idx="989">
                  <c:v>196.97233439999999</c:v>
                </c:pt>
                <c:pt idx="990">
                  <c:v>197.63612839999999</c:v>
                </c:pt>
                <c:pt idx="991">
                  <c:v>197.77439200000001</c:v>
                </c:pt>
                <c:pt idx="992">
                  <c:v>197.78993249999999</c:v>
                </c:pt>
                <c:pt idx="993">
                  <c:v>197.90195510000001</c:v>
                </c:pt>
                <c:pt idx="994">
                  <c:v>197.97322819999999</c:v>
                </c:pt>
                <c:pt idx="995">
                  <c:v>198.6320776</c:v>
                </c:pt>
                <c:pt idx="996">
                  <c:v>198.7727888</c:v>
                </c:pt>
                <c:pt idx="997">
                  <c:v>198.79181790000001</c:v>
                </c:pt>
                <c:pt idx="998">
                  <c:v>198.90478949999999</c:v>
                </c:pt>
                <c:pt idx="999">
                  <c:v>198.97056910000001</c:v>
                </c:pt>
                <c:pt idx="1000">
                  <c:v>199.63456819999999</c:v>
                </c:pt>
                <c:pt idx="1001">
                  <c:v>199.7729276</c:v>
                </c:pt>
                <c:pt idx="1002">
                  <c:v>199.78349320000001</c:v>
                </c:pt>
                <c:pt idx="1003">
                  <c:v>199.91522399999999</c:v>
                </c:pt>
                <c:pt idx="1004">
                  <c:v>199.9778566</c:v>
                </c:pt>
                <c:pt idx="1005">
                  <c:v>200.63430539999999</c:v>
                </c:pt>
                <c:pt idx="1006">
                  <c:v>200.77216039999999</c:v>
                </c:pt>
                <c:pt idx="1007">
                  <c:v>200.79053089999999</c:v>
                </c:pt>
                <c:pt idx="1008">
                  <c:v>200.90446410000001</c:v>
                </c:pt>
                <c:pt idx="1009">
                  <c:v>200.97895370000001</c:v>
                </c:pt>
                <c:pt idx="1010">
                  <c:v>201.6305543</c:v>
                </c:pt>
                <c:pt idx="1011">
                  <c:v>201.7750145</c:v>
                </c:pt>
                <c:pt idx="1012">
                  <c:v>201.7900425</c:v>
                </c:pt>
                <c:pt idx="1013">
                  <c:v>201.91418239999999</c:v>
                </c:pt>
                <c:pt idx="1014">
                  <c:v>201.9771806</c:v>
                </c:pt>
                <c:pt idx="1015">
                  <c:v>202.6335047</c:v>
                </c:pt>
                <c:pt idx="1016">
                  <c:v>202.7748565</c:v>
                </c:pt>
                <c:pt idx="1017">
                  <c:v>202.7947546</c:v>
                </c:pt>
                <c:pt idx="1018">
                  <c:v>202.9144388</c:v>
                </c:pt>
                <c:pt idx="1019">
                  <c:v>202.9787699</c:v>
                </c:pt>
                <c:pt idx="1020">
                  <c:v>203.63056080000001</c:v>
                </c:pt>
                <c:pt idx="1021">
                  <c:v>203.77531930000001</c:v>
                </c:pt>
                <c:pt idx="1022">
                  <c:v>203.7927579</c:v>
                </c:pt>
                <c:pt idx="1023">
                  <c:v>203.91591769999999</c:v>
                </c:pt>
                <c:pt idx="1024">
                  <c:v>203.97751539999999</c:v>
                </c:pt>
                <c:pt idx="1025">
                  <c:v>204.62956149999999</c:v>
                </c:pt>
                <c:pt idx="1026">
                  <c:v>204.77265779999999</c:v>
                </c:pt>
                <c:pt idx="1027">
                  <c:v>204.79095150000001</c:v>
                </c:pt>
                <c:pt idx="1028">
                  <c:v>204.91257289999999</c:v>
                </c:pt>
                <c:pt idx="1029">
                  <c:v>204.9727944</c:v>
                </c:pt>
                <c:pt idx="1030">
                  <c:v>205.6326832</c:v>
                </c:pt>
                <c:pt idx="1031">
                  <c:v>205.7770549</c:v>
                </c:pt>
                <c:pt idx="1032">
                  <c:v>205.79279869999999</c:v>
                </c:pt>
                <c:pt idx="1033">
                  <c:v>205.91297739999999</c:v>
                </c:pt>
                <c:pt idx="1034">
                  <c:v>205.976372</c:v>
                </c:pt>
                <c:pt idx="1035">
                  <c:v>206.6311312</c:v>
                </c:pt>
                <c:pt idx="1036">
                  <c:v>206.77228880000001</c:v>
                </c:pt>
                <c:pt idx="1037">
                  <c:v>206.7886743</c:v>
                </c:pt>
                <c:pt idx="1038">
                  <c:v>206.91324940000001</c:v>
                </c:pt>
                <c:pt idx="1039">
                  <c:v>206.97648530000001</c:v>
                </c:pt>
                <c:pt idx="1040">
                  <c:v>207.63597540000001</c:v>
                </c:pt>
                <c:pt idx="1041">
                  <c:v>207.7783446</c:v>
                </c:pt>
                <c:pt idx="1042">
                  <c:v>207.79025859999999</c:v>
                </c:pt>
                <c:pt idx="1043">
                  <c:v>207.90761989999999</c:v>
                </c:pt>
                <c:pt idx="1044">
                  <c:v>207.97288119999999</c:v>
                </c:pt>
                <c:pt idx="1045">
                  <c:v>208.6358405</c:v>
                </c:pt>
                <c:pt idx="1046">
                  <c:v>208.77331290000001</c:v>
                </c:pt>
                <c:pt idx="1047">
                  <c:v>208.7873697</c:v>
                </c:pt>
                <c:pt idx="1048">
                  <c:v>208.90741109999999</c:v>
                </c:pt>
                <c:pt idx="1049">
                  <c:v>208.96956489999999</c:v>
                </c:pt>
                <c:pt idx="1050">
                  <c:v>209.6345762</c:v>
                </c:pt>
                <c:pt idx="1051">
                  <c:v>209.7723465</c:v>
                </c:pt>
                <c:pt idx="1052">
                  <c:v>209.78604369999999</c:v>
                </c:pt>
                <c:pt idx="1053">
                  <c:v>209.90750320000001</c:v>
                </c:pt>
                <c:pt idx="1054">
                  <c:v>209.97391529999999</c:v>
                </c:pt>
                <c:pt idx="1055">
                  <c:v>210.6329896</c:v>
                </c:pt>
                <c:pt idx="1056">
                  <c:v>210.7754702</c:v>
                </c:pt>
                <c:pt idx="1057">
                  <c:v>210.7847797</c:v>
                </c:pt>
                <c:pt idx="1058">
                  <c:v>210.9105678</c:v>
                </c:pt>
                <c:pt idx="1059">
                  <c:v>210.97588010000001</c:v>
                </c:pt>
                <c:pt idx="1060">
                  <c:v>211.63524620000001</c:v>
                </c:pt>
                <c:pt idx="1061">
                  <c:v>211.77194069999999</c:v>
                </c:pt>
                <c:pt idx="1062">
                  <c:v>211.78543730000001</c:v>
                </c:pt>
                <c:pt idx="1063">
                  <c:v>211.9151268</c:v>
                </c:pt>
                <c:pt idx="1064">
                  <c:v>211.9762345</c:v>
                </c:pt>
                <c:pt idx="1065">
                  <c:v>212.6329523</c:v>
                </c:pt>
                <c:pt idx="1066">
                  <c:v>212.77904950000001</c:v>
                </c:pt>
                <c:pt idx="1067">
                  <c:v>212.78239060000001</c:v>
                </c:pt>
                <c:pt idx="1068">
                  <c:v>212.91404120000001</c:v>
                </c:pt>
                <c:pt idx="1069">
                  <c:v>212.9736757</c:v>
                </c:pt>
                <c:pt idx="1070">
                  <c:v>213.63277690000001</c:v>
                </c:pt>
                <c:pt idx="1071">
                  <c:v>213.77510509999999</c:v>
                </c:pt>
                <c:pt idx="1072">
                  <c:v>213.78754050000001</c:v>
                </c:pt>
                <c:pt idx="1073">
                  <c:v>213.9154035</c:v>
                </c:pt>
                <c:pt idx="1074">
                  <c:v>213.97918569999999</c:v>
                </c:pt>
                <c:pt idx="1075">
                  <c:v>214.63024100000001</c:v>
                </c:pt>
                <c:pt idx="1076">
                  <c:v>214.77485870000001</c:v>
                </c:pt>
                <c:pt idx="1077">
                  <c:v>214.788049</c:v>
                </c:pt>
                <c:pt idx="1078">
                  <c:v>214.91513269999999</c:v>
                </c:pt>
                <c:pt idx="1079">
                  <c:v>214.97629230000001</c:v>
                </c:pt>
                <c:pt idx="1080">
                  <c:v>215.6302891</c:v>
                </c:pt>
                <c:pt idx="1081">
                  <c:v>215.77765170000001</c:v>
                </c:pt>
                <c:pt idx="1082">
                  <c:v>215.78957750000001</c:v>
                </c:pt>
                <c:pt idx="1083">
                  <c:v>215.91168949999999</c:v>
                </c:pt>
                <c:pt idx="1084">
                  <c:v>215.97173090000001</c:v>
                </c:pt>
                <c:pt idx="1085">
                  <c:v>216.63075520000001</c:v>
                </c:pt>
                <c:pt idx="1086">
                  <c:v>216.7779103</c:v>
                </c:pt>
                <c:pt idx="1087">
                  <c:v>216.7874195</c:v>
                </c:pt>
                <c:pt idx="1088">
                  <c:v>216.91234209999999</c:v>
                </c:pt>
                <c:pt idx="1089">
                  <c:v>216.97052919999999</c:v>
                </c:pt>
                <c:pt idx="1090">
                  <c:v>217.6303174</c:v>
                </c:pt>
                <c:pt idx="1091">
                  <c:v>217.77715699999999</c:v>
                </c:pt>
                <c:pt idx="1092">
                  <c:v>217.78527940000001</c:v>
                </c:pt>
                <c:pt idx="1093">
                  <c:v>217.9694734</c:v>
                </c:pt>
                <c:pt idx="1094">
                  <c:v>218.2091824</c:v>
                </c:pt>
                <c:pt idx="1095">
                  <c:v>218.64479499999999</c:v>
                </c:pt>
                <c:pt idx="1096">
                  <c:v>218.7747693</c:v>
                </c:pt>
                <c:pt idx="1097">
                  <c:v>218.78634489999999</c:v>
                </c:pt>
                <c:pt idx="1098">
                  <c:v>218.91400770000001</c:v>
                </c:pt>
                <c:pt idx="1099">
                  <c:v>218.97094290000001</c:v>
                </c:pt>
                <c:pt idx="1100">
                  <c:v>219.63925510000001</c:v>
                </c:pt>
                <c:pt idx="1101">
                  <c:v>219.77556580000001</c:v>
                </c:pt>
                <c:pt idx="1102">
                  <c:v>219.7878594</c:v>
                </c:pt>
                <c:pt idx="1103">
                  <c:v>219.91221830000001</c:v>
                </c:pt>
                <c:pt idx="1104">
                  <c:v>219.9678486</c:v>
                </c:pt>
                <c:pt idx="1105">
                  <c:v>220.64315339999999</c:v>
                </c:pt>
                <c:pt idx="1106">
                  <c:v>220.7721454</c:v>
                </c:pt>
                <c:pt idx="1107">
                  <c:v>220.78928759999999</c:v>
                </c:pt>
                <c:pt idx="1108">
                  <c:v>220.9102346</c:v>
                </c:pt>
                <c:pt idx="1109">
                  <c:v>220.96899999999999</c:v>
                </c:pt>
                <c:pt idx="1110">
                  <c:v>221.64336159999999</c:v>
                </c:pt>
                <c:pt idx="1111">
                  <c:v>221.7721501</c:v>
                </c:pt>
                <c:pt idx="1112">
                  <c:v>221.78426089999999</c:v>
                </c:pt>
                <c:pt idx="1113">
                  <c:v>221.90469490000001</c:v>
                </c:pt>
                <c:pt idx="1114">
                  <c:v>221.96851430000001</c:v>
                </c:pt>
                <c:pt idx="1115">
                  <c:v>222.64323870000001</c:v>
                </c:pt>
                <c:pt idx="1116">
                  <c:v>222.77244150000001</c:v>
                </c:pt>
                <c:pt idx="1117">
                  <c:v>222.78446980000001</c:v>
                </c:pt>
                <c:pt idx="1118">
                  <c:v>222.91267869999999</c:v>
                </c:pt>
                <c:pt idx="1119">
                  <c:v>222.966128</c:v>
                </c:pt>
                <c:pt idx="1120">
                  <c:v>223.64075410000001</c:v>
                </c:pt>
                <c:pt idx="1121">
                  <c:v>223.77246880000001</c:v>
                </c:pt>
                <c:pt idx="1122">
                  <c:v>223.78638900000001</c:v>
                </c:pt>
                <c:pt idx="1123">
                  <c:v>223.9141539</c:v>
                </c:pt>
                <c:pt idx="1124">
                  <c:v>223.968459</c:v>
                </c:pt>
                <c:pt idx="1125">
                  <c:v>224.63658330000001</c:v>
                </c:pt>
                <c:pt idx="1126">
                  <c:v>224.77692640000001</c:v>
                </c:pt>
                <c:pt idx="1127">
                  <c:v>224.7848204</c:v>
                </c:pt>
                <c:pt idx="1128">
                  <c:v>224.91443630000001</c:v>
                </c:pt>
                <c:pt idx="1129">
                  <c:v>224.9692407</c:v>
                </c:pt>
                <c:pt idx="1130">
                  <c:v>225.63035070000001</c:v>
                </c:pt>
                <c:pt idx="1131">
                  <c:v>225.7758202</c:v>
                </c:pt>
                <c:pt idx="1132">
                  <c:v>225.78257249999999</c:v>
                </c:pt>
                <c:pt idx="1133">
                  <c:v>225.9134286</c:v>
                </c:pt>
                <c:pt idx="1134">
                  <c:v>225.97586269999999</c:v>
                </c:pt>
                <c:pt idx="1135">
                  <c:v>226.63484410000001</c:v>
                </c:pt>
                <c:pt idx="1136">
                  <c:v>226.77370060000001</c:v>
                </c:pt>
                <c:pt idx="1137">
                  <c:v>226.78751800000001</c:v>
                </c:pt>
                <c:pt idx="1138">
                  <c:v>226.91166050000001</c:v>
                </c:pt>
                <c:pt idx="1139">
                  <c:v>226.9762188</c:v>
                </c:pt>
                <c:pt idx="1140">
                  <c:v>227.63090790000001</c:v>
                </c:pt>
                <c:pt idx="1141">
                  <c:v>227.77266879999999</c:v>
                </c:pt>
                <c:pt idx="1142">
                  <c:v>227.78736480000001</c:v>
                </c:pt>
                <c:pt idx="1143">
                  <c:v>227.91514839999999</c:v>
                </c:pt>
                <c:pt idx="1144">
                  <c:v>227.97584219999999</c:v>
                </c:pt>
                <c:pt idx="1145">
                  <c:v>228.6317971</c:v>
                </c:pt>
                <c:pt idx="1146">
                  <c:v>228.77772680000001</c:v>
                </c:pt>
                <c:pt idx="1147">
                  <c:v>228.78589049999999</c:v>
                </c:pt>
                <c:pt idx="1148">
                  <c:v>228.91336079999999</c:v>
                </c:pt>
                <c:pt idx="1149">
                  <c:v>228.97640369999999</c:v>
                </c:pt>
                <c:pt idx="1150">
                  <c:v>229.6354303</c:v>
                </c:pt>
                <c:pt idx="1151">
                  <c:v>229.77629519999999</c:v>
                </c:pt>
                <c:pt idx="1152">
                  <c:v>229.7817403</c:v>
                </c:pt>
                <c:pt idx="1153">
                  <c:v>229.9100814</c:v>
                </c:pt>
                <c:pt idx="1154">
                  <c:v>229.9719715</c:v>
                </c:pt>
                <c:pt idx="1155">
                  <c:v>230.63119140000001</c:v>
                </c:pt>
                <c:pt idx="1156">
                  <c:v>230.77498069999999</c:v>
                </c:pt>
                <c:pt idx="1157">
                  <c:v>230.78784880000001</c:v>
                </c:pt>
                <c:pt idx="1158">
                  <c:v>230.9042522</c:v>
                </c:pt>
                <c:pt idx="1159">
                  <c:v>230.97168669999999</c:v>
                </c:pt>
                <c:pt idx="1160">
                  <c:v>231.6361321</c:v>
                </c:pt>
                <c:pt idx="1161">
                  <c:v>231.7745429</c:v>
                </c:pt>
                <c:pt idx="1162">
                  <c:v>231.7837705</c:v>
                </c:pt>
                <c:pt idx="1163">
                  <c:v>231.90245809999999</c:v>
                </c:pt>
                <c:pt idx="1164">
                  <c:v>231.97965479999999</c:v>
                </c:pt>
                <c:pt idx="1165">
                  <c:v>232.6356437</c:v>
                </c:pt>
                <c:pt idx="1166">
                  <c:v>232.77408990000001</c:v>
                </c:pt>
                <c:pt idx="1167">
                  <c:v>232.78265500000001</c:v>
                </c:pt>
                <c:pt idx="1168">
                  <c:v>232.90681789999999</c:v>
                </c:pt>
                <c:pt idx="1169">
                  <c:v>232.97308960000001</c:v>
                </c:pt>
                <c:pt idx="1170">
                  <c:v>233.6355575</c:v>
                </c:pt>
                <c:pt idx="1171">
                  <c:v>233.7723866</c:v>
                </c:pt>
                <c:pt idx="1172">
                  <c:v>233.7820509</c:v>
                </c:pt>
                <c:pt idx="1173">
                  <c:v>233.9065664</c:v>
                </c:pt>
                <c:pt idx="1174">
                  <c:v>233.97688600000001</c:v>
                </c:pt>
                <c:pt idx="1175">
                  <c:v>234.6355652</c:v>
                </c:pt>
                <c:pt idx="1176">
                  <c:v>234.7722861</c:v>
                </c:pt>
                <c:pt idx="1177">
                  <c:v>234.78170539999999</c:v>
                </c:pt>
                <c:pt idx="1178">
                  <c:v>234.90614439999999</c:v>
                </c:pt>
                <c:pt idx="1179">
                  <c:v>234.97406849999999</c:v>
                </c:pt>
                <c:pt idx="1180">
                  <c:v>235.63556399999999</c:v>
                </c:pt>
                <c:pt idx="1181">
                  <c:v>235.77228880000001</c:v>
                </c:pt>
                <c:pt idx="1182">
                  <c:v>235.78917079999999</c:v>
                </c:pt>
                <c:pt idx="1183">
                  <c:v>235.90439689999999</c:v>
                </c:pt>
                <c:pt idx="1184">
                  <c:v>235.9794732</c:v>
                </c:pt>
                <c:pt idx="1185">
                  <c:v>236.63408229999999</c:v>
                </c:pt>
                <c:pt idx="1186">
                  <c:v>236.78062420000001</c:v>
                </c:pt>
                <c:pt idx="1187">
                  <c:v>236.78394850000001</c:v>
                </c:pt>
                <c:pt idx="1188">
                  <c:v>236.91247920000001</c:v>
                </c:pt>
                <c:pt idx="1189">
                  <c:v>236.9772299</c:v>
                </c:pt>
                <c:pt idx="1190">
                  <c:v>237.63363699999999</c:v>
                </c:pt>
                <c:pt idx="1191">
                  <c:v>237.7829782</c:v>
                </c:pt>
                <c:pt idx="1192">
                  <c:v>237.78484040000001</c:v>
                </c:pt>
                <c:pt idx="1193">
                  <c:v>237.9081075</c:v>
                </c:pt>
                <c:pt idx="1194">
                  <c:v>237.97537679999999</c:v>
                </c:pt>
                <c:pt idx="1195">
                  <c:v>238.63520930000001</c:v>
                </c:pt>
                <c:pt idx="1196">
                  <c:v>238.77457229999999</c:v>
                </c:pt>
                <c:pt idx="1197">
                  <c:v>238.7881428</c:v>
                </c:pt>
                <c:pt idx="1198">
                  <c:v>238.90645749999999</c:v>
                </c:pt>
                <c:pt idx="1199">
                  <c:v>238.97835259999999</c:v>
                </c:pt>
                <c:pt idx="1200">
                  <c:v>239.6301234</c:v>
                </c:pt>
                <c:pt idx="1201">
                  <c:v>239.78453949999999</c:v>
                </c:pt>
                <c:pt idx="1202">
                  <c:v>239.84113189999999</c:v>
                </c:pt>
                <c:pt idx="1203">
                  <c:v>239.9084618</c:v>
                </c:pt>
                <c:pt idx="1204">
                  <c:v>239.97637280000001</c:v>
                </c:pt>
                <c:pt idx="1205">
                  <c:v>240.63099059999999</c:v>
                </c:pt>
                <c:pt idx="1206">
                  <c:v>240.78420059999999</c:v>
                </c:pt>
                <c:pt idx="1207">
                  <c:v>240.78443830000001</c:v>
                </c:pt>
                <c:pt idx="1208">
                  <c:v>240.90717369999999</c:v>
                </c:pt>
                <c:pt idx="1209">
                  <c:v>240.97664399999999</c:v>
                </c:pt>
                <c:pt idx="1210">
                  <c:v>241.63028929999999</c:v>
                </c:pt>
                <c:pt idx="1211">
                  <c:v>241.78178260000001</c:v>
                </c:pt>
                <c:pt idx="1212">
                  <c:v>241.79770429999999</c:v>
                </c:pt>
                <c:pt idx="1213">
                  <c:v>241.9103743</c:v>
                </c:pt>
                <c:pt idx="1214">
                  <c:v>241.97606640000001</c:v>
                </c:pt>
                <c:pt idx="1215">
                  <c:v>242.6353379</c:v>
                </c:pt>
                <c:pt idx="1216">
                  <c:v>242.78237250000001</c:v>
                </c:pt>
                <c:pt idx="1217">
                  <c:v>242.7841426</c:v>
                </c:pt>
                <c:pt idx="1218">
                  <c:v>242.9098539</c:v>
                </c:pt>
                <c:pt idx="1219">
                  <c:v>242.97216539999999</c:v>
                </c:pt>
                <c:pt idx="1220">
                  <c:v>243.6317986</c:v>
                </c:pt>
                <c:pt idx="1221">
                  <c:v>243.78091029999999</c:v>
                </c:pt>
                <c:pt idx="1222">
                  <c:v>243.78185859999999</c:v>
                </c:pt>
                <c:pt idx="1223">
                  <c:v>243.9094686</c:v>
                </c:pt>
                <c:pt idx="1224">
                  <c:v>243.97361699999999</c:v>
                </c:pt>
                <c:pt idx="1225">
                  <c:v>244.63742360000001</c:v>
                </c:pt>
                <c:pt idx="1226">
                  <c:v>244.7720846</c:v>
                </c:pt>
                <c:pt idx="1227">
                  <c:v>244.7869805</c:v>
                </c:pt>
                <c:pt idx="1228">
                  <c:v>244.90603949999999</c:v>
                </c:pt>
                <c:pt idx="1229">
                  <c:v>244.97227179999999</c:v>
                </c:pt>
                <c:pt idx="1230">
                  <c:v>245.6380715</c:v>
                </c:pt>
                <c:pt idx="1231">
                  <c:v>245.7725198</c:v>
                </c:pt>
                <c:pt idx="1232">
                  <c:v>245.78225269999999</c:v>
                </c:pt>
                <c:pt idx="1233">
                  <c:v>245.9050091</c:v>
                </c:pt>
                <c:pt idx="1234">
                  <c:v>245.9786</c:v>
                </c:pt>
                <c:pt idx="1235">
                  <c:v>246.63593729999999</c:v>
                </c:pt>
                <c:pt idx="1236">
                  <c:v>246.77395609999999</c:v>
                </c:pt>
                <c:pt idx="1237">
                  <c:v>246.78223399999999</c:v>
                </c:pt>
                <c:pt idx="1238">
                  <c:v>246.9031511</c:v>
                </c:pt>
                <c:pt idx="1239">
                  <c:v>246.97540839999999</c:v>
                </c:pt>
                <c:pt idx="1240">
                  <c:v>247.63421120000001</c:v>
                </c:pt>
                <c:pt idx="1241">
                  <c:v>247.77223520000001</c:v>
                </c:pt>
                <c:pt idx="1242">
                  <c:v>247.7847495</c:v>
                </c:pt>
                <c:pt idx="1243">
                  <c:v>247.90770280000001</c:v>
                </c:pt>
                <c:pt idx="1244">
                  <c:v>247.97619109999999</c:v>
                </c:pt>
                <c:pt idx="1245">
                  <c:v>248.6364002</c:v>
                </c:pt>
                <c:pt idx="1246">
                  <c:v>248.78245390000001</c:v>
                </c:pt>
                <c:pt idx="1247">
                  <c:v>248.78681800000001</c:v>
                </c:pt>
                <c:pt idx="1248">
                  <c:v>248.9075565</c:v>
                </c:pt>
                <c:pt idx="1249">
                  <c:v>248.9740639</c:v>
                </c:pt>
                <c:pt idx="1250">
                  <c:v>249.63263259999999</c:v>
                </c:pt>
                <c:pt idx="1251">
                  <c:v>249.7834445</c:v>
                </c:pt>
                <c:pt idx="1252">
                  <c:v>249.78699829999999</c:v>
                </c:pt>
                <c:pt idx="1253">
                  <c:v>249.90751180000001</c:v>
                </c:pt>
                <c:pt idx="1254">
                  <c:v>249.97849249999999</c:v>
                </c:pt>
                <c:pt idx="1255">
                  <c:v>250.6340227</c:v>
                </c:pt>
                <c:pt idx="1256">
                  <c:v>250.7866262</c:v>
                </c:pt>
                <c:pt idx="1257">
                  <c:v>250.78687500000001</c:v>
                </c:pt>
                <c:pt idx="1258">
                  <c:v>250.90528760000001</c:v>
                </c:pt>
                <c:pt idx="1259">
                  <c:v>250.97613430000001</c:v>
                </c:pt>
                <c:pt idx="1260">
                  <c:v>251.6304581</c:v>
                </c:pt>
                <c:pt idx="1261">
                  <c:v>251.78296850000001</c:v>
                </c:pt>
                <c:pt idx="1262">
                  <c:v>251.78639820000001</c:v>
                </c:pt>
                <c:pt idx="1263">
                  <c:v>251.90282619999999</c:v>
                </c:pt>
                <c:pt idx="1264">
                  <c:v>251.98342310000001</c:v>
                </c:pt>
                <c:pt idx="1265">
                  <c:v>252.63348310000001</c:v>
                </c:pt>
                <c:pt idx="1266">
                  <c:v>252.78474940000001</c:v>
                </c:pt>
                <c:pt idx="1267">
                  <c:v>252.80100519999999</c:v>
                </c:pt>
                <c:pt idx="1268">
                  <c:v>252.908107</c:v>
                </c:pt>
                <c:pt idx="1269">
                  <c:v>252.9788112</c:v>
                </c:pt>
                <c:pt idx="1270">
                  <c:v>253.63328060000001</c:v>
                </c:pt>
                <c:pt idx="1271">
                  <c:v>253.78306090000001</c:v>
                </c:pt>
                <c:pt idx="1272">
                  <c:v>253.7909157</c:v>
                </c:pt>
                <c:pt idx="1273">
                  <c:v>253.90475029999999</c:v>
                </c:pt>
                <c:pt idx="1274">
                  <c:v>253.9751708</c:v>
                </c:pt>
                <c:pt idx="1275">
                  <c:v>254.630628</c:v>
                </c:pt>
                <c:pt idx="1276">
                  <c:v>254.77195280000001</c:v>
                </c:pt>
                <c:pt idx="1277">
                  <c:v>254.78192179999999</c:v>
                </c:pt>
                <c:pt idx="1278">
                  <c:v>254.9043054</c:v>
                </c:pt>
                <c:pt idx="1279">
                  <c:v>254.97728960000001</c:v>
                </c:pt>
                <c:pt idx="1280">
                  <c:v>255.63327799999999</c:v>
                </c:pt>
                <c:pt idx="1281">
                  <c:v>255.7798239</c:v>
                </c:pt>
                <c:pt idx="1282">
                  <c:v>255.78299250000001</c:v>
                </c:pt>
                <c:pt idx="1283">
                  <c:v>255.90311729999999</c:v>
                </c:pt>
                <c:pt idx="1284">
                  <c:v>255.97187750000001</c:v>
                </c:pt>
                <c:pt idx="1285">
                  <c:v>256.6324687</c:v>
                </c:pt>
                <c:pt idx="1286">
                  <c:v>256.78139800000002</c:v>
                </c:pt>
                <c:pt idx="1287">
                  <c:v>256.78201009999998</c:v>
                </c:pt>
                <c:pt idx="1288">
                  <c:v>256.90248259999998</c:v>
                </c:pt>
                <c:pt idx="1289">
                  <c:v>256.96764030000003</c:v>
                </c:pt>
                <c:pt idx="1290">
                  <c:v>257.63913609999997</c:v>
                </c:pt>
                <c:pt idx="1291">
                  <c:v>257.78108759999998</c:v>
                </c:pt>
                <c:pt idx="1292">
                  <c:v>257.78226169999999</c:v>
                </c:pt>
                <c:pt idx="1293">
                  <c:v>257.90202470000003</c:v>
                </c:pt>
                <c:pt idx="1294">
                  <c:v>257.97477450000002</c:v>
                </c:pt>
                <c:pt idx="1295">
                  <c:v>258.63869140000003</c:v>
                </c:pt>
                <c:pt idx="1296">
                  <c:v>258.78062560000001</c:v>
                </c:pt>
                <c:pt idx="1297">
                  <c:v>258.78509400000002</c:v>
                </c:pt>
                <c:pt idx="1298">
                  <c:v>258.91242060000002</c:v>
                </c:pt>
                <c:pt idx="1299">
                  <c:v>258.9751746</c:v>
                </c:pt>
                <c:pt idx="1300">
                  <c:v>259.63571289999999</c:v>
                </c:pt>
                <c:pt idx="1301">
                  <c:v>259.78452199999998</c:v>
                </c:pt>
                <c:pt idx="1302">
                  <c:v>259.78512089999998</c:v>
                </c:pt>
                <c:pt idx="1303">
                  <c:v>259.9051422</c:v>
                </c:pt>
                <c:pt idx="1304">
                  <c:v>259.98097990000002</c:v>
                </c:pt>
                <c:pt idx="1305">
                  <c:v>260.63583240000003</c:v>
                </c:pt>
                <c:pt idx="1306">
                  <c:v>260.78411649999998</c:v>
                </c:pt>
                <c:pt idx="1307">
                  <c:v>260.78737769999998</c:v>
                </c:pt>
                <c:pt idx="1308">
                  <c:v>260.90350030000002</c:v>
                </c:pt>
                <c:pt idx="1309">
                  <c:v>260.97929019999998</c:v>
                </c:pt>
                <c:pt idx="1310">
                  <c:v>261.6359195</c:v>
                </c:pt>
                <c:pt idx="1311">
                  <c:v>261.78052050000002</c:v>
                </c:pt>
                <c:pt idx="1312">
                  <c:v>261.785754</c:v>
                </c:pt>
                <c:pt idx="1313">
                  <c:v>261.90948939999998</c:v>
                </c:pt>
                <c:pt idx="1314">
                  <c:v>261.97589909999999</c:v>
                </c:pt>
                <c:pt idx="1315">
                  <c:v>262.63716090000003</c:v>
                </c:pt>
                <c:pt idx="1316">
                  <c:v>262.77634849999998</c:v>
                </c:pt>
                <c:pt idx="1317">
                  <c:v>262.78636219999999</c:v>
                </c:pt>
                <c:pt idx="1318">
                  <c:v>262.9079997</c:v>
                </c:pt>
                <c:pt idx="1319">
                  <c:v>262.97689880000001</c:v>
                </c:pt>
                <c:pt idx="1320">
                  <c:v>263.63324239999997</c:v>
                </c:pt>
                <c:pt idx="1321">
                  <c:v>263.77466440000001</c:v>
                </c:pt>
                <c:pt idx="1322">
                  <c:v>263.78456249999999</c:v>
                </c:pt>
                <c:pt idx="1323">
                  <c:v>263.90937869999999</c:v>
                </c:pt>
                <c:pt idx="1324">
                  <c:v>263.97625720000002</c:v>
                </c:pt>
                <c:pt idx="1325">
                  <c:v>264.63925449999999</c:v>
                </c:pt>
                <c:pt idx="1326">
                  <c:v>264.7728601</c:v>
                </c:pt>
                <c:pt idx="1327">
                  <c:v>264.78460189999998</c:v>
                </c:pt>
                <c:pt idx="1328">
                  <c:v>264.90788859999998</c:v>
                </c:pt>
                <c:pt idx="1329">
                  <c:v>264.97365810000002</c:v>
                </c:pt>
                <c:pt idx="1330">
                  <c:v>265.63980550000002</c:v>
                </c:pt>
                <c:pt idx="1331">
                  <c:v>265.77258660000001</c:v>
                </c:pt>
                <c:pt idx="1332">
                  <c:v>265.7822529</c:v>
                </c:pt>
                <c:pt idx="1333">
                  <c:v>265.90797170000002</c:v>
                </c:pt>
                <c:pt idx="1334">
                  <c:v>265.96787920000003</c:v>
                </c:pt>
                <c:pt idx="1335">
                  <c:v>266.64011449999998</c:v>
                </c:pt>
                <c:pt idx="1336">
                  <c:v>266.78248839999998</c:v>
                </c:pt>
                <c:pt idx="1337">
                  <c:v>266.90480839999998</c:v>
                </c:pt>
                <c:pt idx="1338">
                  <c:v>266.96706</c:v>
                </c:pt>
                <c:pt idx="1339">
                  <c:v>267.00482579999999</c:v>
                </c:pt>
                <c:pt idx="1340">
                  <c:v>267.63754410000001</c:v>
                </c:pt>
                <c:pt idx="1341">
                  <c:v>267.77476280000002</c:v>
                </c:pt>
                <c:pt idx="1342">
                  <c:v>267.78196079999998</c:v>
                </c:pt>
                <c:pt idx="1343">
                  <c:v>267.9050575</c:v>
                </c:pt>
                <c:pt idx="1344">
                  <c:v>267.96648390000001</c:v>
                </c:pt>
                <c:pt idx="1345">
                  <c:v>268.63056310000002</c:v>
                </c:pt>
                <c:pt idx="1346">
                  <c:v>268.77990030000001</c:v>
                </c:pt>
                <c:pt idx="1347">
                  <c:v>268.7820418</c:v>
                </c:pt>
                <c:pt idx="1348">
                  <c:v>268.90364319999998</c:v>
                </c:pt>
                <c:pt idx="1349">
                  <c:v>268.96612679999998</c:v>
                </c:pt>
                <c:pt idx="1350">
                  <c:v>269.63197400000001</c:v>
                </c:pt>
                <c:pt idx="1351">
                  <c:v>269.77756249999999</c:v>
                </c:pt>
                <c:pt idx="1352">
                  <c:v>269.79000869999999</c:v>
                </c:pt>
                <c:pt idx="1353">
                  <c:v>269.90245490000001</c:v>
                </c:pt>
                <c:pt idx="1354">
                  <c:v>269.96805860000001</c:v>
                </c:pt>
                <c:pt idx="1355">
                  <c:v>270.63047599999999</c:v>
                </c:pt>
                <c:pt idx="1356">
                  <c:v>270.78240060000002</c:v>
                </c:pt>
                <c:pt idx="1357">
                  <c:v>270.7845102</c:v>
                </c:pt>
                <c:pt idx="1358">
                  <c:v>270.90314769999998</c:v>
                </c:pt>
                <c:pt idx="1359">
                  <c:v>270.9735814</c:v>
                </c:pt>
                <c:pt idx="1360">
                  <c:v>271.63073209999999</c:v>
                </c:pt>
                <c:pt idx="1361">
                  <c:v>271.78030439999998</c:v>
                </c:pt>
                <c:pt idx="1362">
                  <c:v>271.78994410000001</c:v>
                </c:pt>
                <c:pt idx="1363">
                  <c:v>271.90242549999999</c:v>
                </c:pt>
                <c:pt idx="1364">
                  <c:v>271.96990360000001</c:v>
                </c:pt>
                <c:pt idx="1365">
                  <c:v>272.63362649999999</c:v>
                </c:pt>
                <c:pt idx="1366">
                  <c:v>272.7754554</c:v>
                </c:pt>
                <c:pt idx="1367">
                  <c:v>272.78615189999999</c:v>
                </c:pt>
                <c:pt idx="1368">
                  <c:v>272.9025585</c:v>
                </c:pt>
                <c:pt idx="1369">
                  <c:v>272.97552230000002</c:v>
                </c:pt>
                <c:pt idx="1370">
                  <c:v>273.63110870000003</c:v>
                </c:pt>
                <c:pt idx="1371">
                  <c:v>273.78470670000002</c:v>
                </c:pt>
                <c:pt idx="1372">
                  <c:v>273.79017870000001</c:v>
                </c:pt>
                <c:pt idx="1373">
                  <c:v>273.90517449999999</c:v>
                </c:pt>
                <c:pt idx="1374">
                  <c:v>273.96869809999998</c:v>
                </c:pt>
                <c:pt idx="1375">
                  <c:v>274.64088120000002</c:v>
                </c:pt>
                <c:pt idx="1376">
                  <c:v>274.78462189999999</c:v>
                </c:pt>
                <c:pt idx="1377">
                  <c:v>274.79293310000003</c:v>
                </c:pt>
                <c:pt idx="1378">
                  <c:v>274.90391649999998</c:v>
                </c:pt>
                <c:pt idx="1379">
                  <c:v>274.97329339999999</c:v>
                </c:pt>
                <c:pt idx="1380">
                  <c:v>275.64310089999998</c:v>
                </c:pt>
                <c:pt idx="1381">
                  <c:v>275.77309869999999</c:v>
                </c:pt>
                <c:pt idx="1382">
                  <c:v>275.78535890000001</c:v>
                </c:pt>
                <c:pt idx="1383">
                  <c:v>275.9051695</c:v>
                </c:pt>
                <c:pt idx="1384">
                  <c:v>275.9714563</c:v>
                </c:pt>
                <c:pt idx="1385">
                  <c:v>276.64101260000001</c:v>
                </c:pt>
                <c:pt idx="1386">
                  <c:v>276.77621160000001</c:v>
                </c:pt>
                <c:pt idx="1387">
                  <c:v>276.7819409</c:v>
                </c:pt>
                <c:pt idx="1388">
                  <c:v>276.90797780000003</c:v>
                </c:pt>
                <c:pt idx="1389">
                  <c:v>276.97251030000001</c:v>
                </c:pt>
                <c:pt idx="1390">
                  <c:v>277.64814569999999</c:v>
                </c:pt>
                <c:pt idx="1391">
                  <c:v>277.77967100000001</c:v>
                </c:pt>
                <c:pt idx="1392">
                  <c:v>277.78218340000001</c:v>
                </c:pt>
                <c:pt idx="1393">
                  <c:v>277.908072</c:v>
                </c:pt>
                <c:pt idx="1394">
                  <c:v>277.96809719999999</c:v>
                </c:pt>
                <c:pt idx="1395">
                  <c:v>278.6383439</c:v>
                </c:pt>
                <c:pt idx="1396">
                  <c:v>278.78189470000001</c:v>
                </c:pt>
                <c:pt idx="1397">
                  <c:v>278.7820916</c:v>
                </c:pt>
                <c:pt idx="1398">
                  <c:v>278.90650479999999</c:v>
                </c:pt>
                <c:pt idx="1399">
                  <c:v>278.96959049999998</c:v>
                </c:pt>
                <c:pt idx="1400">
                  <c:v>279.6388245</c:v>
                </c:pt>
                <c:pt idx="1401">
                  <c:v>279.78159360000001</c:v>
                </c:pt>
                <c:pt idx="1402">
                  <c:v>279.78935580000001</c:v>
                </c:pt>
                <c:pt idx="1403">
                  <c:v>279.90742490000002</c:v>
                </c:pt>
                <c:pt idx="1404">
                  <c:v>279.96606750000001</c:v>
                </c:pt>
                <c:pt idx="1405">
                  <c:v>280.63636609999998</c:v>
                </c:pt>
                <c:pt idx="1406">
                  <c:v>280.78921559999998</c:v>
                </c:pt>
                <c:pt idx="1407">
                  <c:v>280.8094079</c:v>
                </c:pt>
                <c:pt idx="1408">
                  <c:v>280.90479879999998</c:v>
                </c:pt>
                <c:pt idx="1409">
                  <c:v>280.96642309999999</c:v>
                </c:pt>
                <c:pt idx="1410">
                  <c:v>281.63066370000001</c:v>
                </c:pt>
                <c:pt idx="1411">
                  <c:v>281.78416779999998</c:v>
                </c:pt>
                <c:pt idx="1412">
                  <c:v>281.78555610000001</c:v>
                </c:pt>
                <c:pt idx="1413">
                  <c:v>281.90496419999999</c:v>
                </c:pt>
                <c:pt idx="1414">
                  <c:v>281.96623549999998</c:v>
                </c:pt>
                <c:pt idx="1415">
                  <c:v>282.63075600000002</c:v>
                </c:pt>
                <c:pt idx="1416">
                  <c:v>282.78253480000001</c:v>
                </c:pt>
                <c:pt idx="1417">
                  <c:v>282.78540120000002</c:v>
                </c:pt>
                <c:pt idx="1418">
                  <c:v>282.90782919999998</c:v>
                </c:pt>
                <c:pt idx="1419">
                  <c:v>282.96891529999999</c:v>
                </c:pt>
                <c:pt idx="1420">
                  <c:v>283.63060610000002</c:v>
                </c:pt>
                <c:pt idx="1421">
                  <c:v>283.77709069999997</c:v>
                </c:pt>
                <c:pt idx="1422">
                  <c:v>283.79491250000001</c:v>
                </c:pt>
                <c:pt idx="1423">
                  <c:v>283.90232450000002</c:v>
                </c:pt>
                <c:pt idx="1424">
                  <c:v>283.9743115</c:v>
                </c:pt>
                <c:pt idx="1425">
                  <c:v>284.63284640000001</c:v>
                </c:pt>
                <c:pt idx="1426">
                  <c:v>284.77652319999999</c:v>
                </c:pt>
                <c:pt idx="1427">
                  <c:v>284.79190799999998</c:v>
                </c:pt>
                <c:pt idx="1428">
                  <c:v>284.90203009999999</c:v>
                </c:pt>
                <c:pt idx="1429">
                  <c:v>284.97183139999999</c:v>
                </c:pt>
                <c:pt idx="1430">
                  <c:v>285.64178199999998</c:v>
                </c:pt>
                <c:pt idx="1431">
                  <c:v>285.7771851</c:v>
                </c:pt>
                <c:pt idx="1432">
                  <c:v>285.79014890000002</c:v>
                </c:pt>
                <c:pt idx="1433">
                  <c:v>285.9034345</c:v>
                </c:pt>
                <c:pt idx="1434">
                  <c:v>285.97319010000001</c:v>
                </c:pt>
                <c:pt idx="1435">
                  <c:v>286.6461453</c:v>
                </c:pt>
                <c:pt idx="1436">
                  <c:v>286.77275789999999</c:v>
                </c:pt>
                <c:pt idx="1437">
                  <c:v>286.79145720000002</c:v>
                </c:pt>
                <c:pt idx="1438">
                  <c:v>286.90352189999999</c:v>
                </c:pt>
                <c:pt idx="1439">
                  <c:v>286.97430789999999</c:v>
                </c:pt>
                <c:pt idx="1440">
                  <c:v>287.63589209999998</c:v>
                </c:pt>
                <c:pt idx="1441">
                  <c:v>287.77203909999997</c:v>
                </c:pt>
                <c:pt idx="1442">
                  <c:v>287.7920388</c:v>
                </c:pt>
                <c:pt idx="1443">
                  <c:v>287.90250379999998</c:v>
                </c:pt>
                <c:pt idx="1444">
                  <c:v>287.97402770000002</c:v>
                </c:pt>
                <c:pt idx="1445">
                  <c:v>288.64033280000001</c:v>
                </c:pt>
                <c:pt idx="1446">
                  <c:v>288.7740842</c:v>
                </c:pt>
                <c:pt idx="1447">
                  <c:v>288.78877519999998</c:v>
                </c:pt>
                <c:pt idx="1448">
                  <c:v>288.90868690000002</c:v>
                </c:pt>
                <c:pt idx="1449">
                  <c:v>288.97174180000002</c:v>
                </c:pt>
                <c:pt idx="1450">
                  <c:v>289.63923640000002</c:v>
                </c:pt>
                <c:pt idx="1451">
                  <c:v>289.77204590000002</c:v>
                </c:pt>
                <c:pt idx="1452">
                  <c:v>289.78792920000001</c:v>
                </c:pt>
                <c:pt idx="1453">
                  <c:v>289.90467460000002</c:v>
                </c:pt>
                <c:pt idx="1454">
                  <c:v>289.9684949</c:v>
                </c:pt>
                <c:pt idx="1455">
                  <c:v>290.63706630000001</c:v>
                </c:pt>
                <c:pt idx="1456">
                  <c:v>290.77691440000001</c:v>
                </c:pt>
                <c:pt idx="1457">
                  <c:v>290.78947290000002</c:v>
                </c:pt>
                <c:pt idx="1458">
                  <c:v>290.9047491</c:v>
                </c:pt>
                <c:pt idx="1459">
                  <c:v>290.96859599999999</c:v>
                </c:pt>
                <c:pt idx="1460">
                  <c:v>291.63732449999998</c:v>
                </c:pt>
                <c:pt idx="1461">
                  <c:v>291.77260009999998</c:v>
                </c:pt>
                <c:pt idx="1462">
                  <c:v>291.79645249999999</c:v>
                </c:pt>
                <c:pt idx="1463">
                  <c:v>291.90439370000001</c:v>
                </c:pt>
                <c:pt idx="1464">
                  <c:v>291.96922560000002</c:v>
                </c:pt>
                <c:pt idx="1465">
                  <c:v>292.63533569999998</c:v>
                </c:pt>
                <c:pt idx="1466">
                  <c:v>292.7805942</c:v>
                </c:pt>
                <c:pt idx="1467">
                  <c:v>292.80241280000001</c:v>
                </c:pt>
                <c:pt idx="1468">
                  <c:v>292.9028596</c:v>
                </c:pt>
                <c:pt idx="1469">
                  <c:v>292.96581850000001</c:v>
                </c:pt>
                <c:pt idx="1470">
                  <c:v>293.63657019999999</c:v>
                </c:pt>
                <c:pt idx="1471">
                  <c:v>293.77787560000002</c:v>
                </c:pt>
                <c:pt idx="1472">
                  <c:v>293.7930432</c:v>
                </c:pt>
                <c:pt idx="1473">
                  <c:v>293.90520989999999</c:v>
                </c:pt>
                <c:pt idx="1474">
                  <c:v>293.96578030000001</c:v>
                </c:pt>
                <c:pt idx="1475">
                  <c:v>294.64071389999998</c:v>
                </c:pt>
                <c:pt idx="1476">
                  <c:v>294.77737020000001</c:v>
                </c:pt>
                <c:pt idx="1477">
                  <c:v>294.79388849999998</c:v>
                </c:pt>
                <c:pt idx="1478">
                  <c:v>294.90257059999999</c:v>
                </c:pt>
                <c:pt idx="1479">
                  <c:v>294.96605090000003</c:v>
                </c:pt>
                <c:pt idx="1480">
                  <c:v>295.66416930000003</c:v>
                </c:pt>
                <c:pt idx="1481">
                  <c:v>295.77254799999997</c:v>
                </c:pt>
                <c:pt idx="1482">
                  <c:v>295.7924936</c:v>
                </c:pt>
                <c:pt idx="1483">
                  <c:v>295.90224280000001</c:v>
                </c:pt>
                <c:pt idx="1484">
                  <c:v>295.96921220000002</c:v>
                </c:pt>
                <c:pt idx="1485">
                  <c:v>296.64335249999999</c:v>
                </c:pt>
                <c:pt idx="1486">
                  <c:v>296.77728289999999</c:v>
                </c:pt>
                <c:pt idx="1487">
                  <c:v>296.7917607</c:v>
                </c:pt>
                <c:pt idx="1488">
                  <c:v>296.90603429999999</c:v>
                </c:pt>
                <c:pt idx="1489">
                  <c:v>296.96997099999999</c:v>
                </c:pt>
                <c:pt idx="1490">
                  <c:v>297.64143250000001</c:v>
                </c:pt>
                <c:pt idx="1491">
                  <c:v>297.7768355</c:v>
                </c:pt>
                <c:pt idx="1492">
                  <c:v>297.7936416</c:v>
                </c:pt>
                <c:pt idx="1493">
                  <c:v>297.90478280000002</c:v>
                </c:pt>
                <c:pt idx="1494">
                  <c:v>297.9660293</c:v>
                </c:pt>
                <c:pt idx="1495">
                  <c:v>298.64475090000002</c:v>
                </c:pt>
                <c:pt idx="1496">
                  <c:v>298.77320570000001</c:v>
                </c:pt>
                <c:pt idx="1497">
                  <c:v>298.7914083</c:v>
                </c:pt>
                <c:pt idx="1498">
                  <c:v>298.9031038</c:v>
                </c:pt>
                <c:pt idx="1499">
                  <c:v>298.97138660000002</c:v>
                </c:pt>
                <c:pt idx="1500">
                  <c:v>299.64052909999998</c:v>
                </c:pt>
                <c:pt idx="1501">
                  <c:v>299.7726285</c:v>
                </c:pt>
                <c:pt idx="1502">
                  <c:v>299.79088910000002</c:v>
                </c:pt>
                <c:pt idx="1503">
                  <c:v>299.90873319999997</c:v>
                </c:pt>
                <c:pt idx="1504">
                  <c:v>299.9707295</c:v>
                </c:pt>
                <c:pt idx="1505">
                  <c:v>300.63929309999997</c:v>
                </c:pt>
                <c:pt idx="1506">
                  <c:v>300.77364010000002</c:v>
                </c:pt>
                <c:pt idx="1507">
                  <c:v>300.78637129999998</c:v>
                </c:pt>
                <c:pt idx="1508">
                  <c:v>300.91130859999998</c:v>
                </c:pt>
                <c:pt idx="1509">
                  <c:v>300.97109540000002</c:v>
                </c:pt>
                <c:pt idx="1510">
                  <c:v>301.6405843</c:v>
                </c:pt>
                <c:pt idx="1511">
                  <c:v>301.77427230000001</c:v>
                </c:pt>
                <c:pt idx="1512">
                  <c:v>301.79169039999999</c:v>
                </c:pt>
                <c:pt idx="1513">
                  <c:v>301.90758699999998</c:v>
                </c:pt>
                <c:pt idx="1514">
                  <c:v>301.96924360000003</c:v>
                </c:pt>
                <c:pt idx="1515">
                  <c:v>302.63669349999998</c:v>
                </c:pt>
                <c:pt idx="1516">
                  <c:v>302.77911060000002</c:v>
                </c:pt>
                <c:pt idx="1517">
                  <c:v>302.78760269999998</c:v>
                </c:pt>
                <c:pt idx="1518">
                  <c:v>302.90550309999998</c:v>
                </c:pt>
                <c:pt idx="1519">
                  <c:v>302.96835320000002</c:v>
                </c:pt>
                <c:pt idx="1520">
                  <c:v>303.63231530000002</c:v>
                </c:pt>
                <c:pt idx="1521">
                  <c:v>303.77989000000002</c:v>
                </c:pt>
                <c:pt idx="1522">
                  <c:v>303.7820858</c:v>
                </c:pt>
                <c:pt idx="1523">
                  <c:v>303.90535729999999</c:v>
                </c:pt>
                <c:pt idx="1524">
                  <c:v>303.96832360000002</c:v>
                </c:pt>
                <c:pt idx="1525">
                  <c:v>304.6359764</c:v>
                </c:pt>
                <c:pt idx="1526">
                  <c:v>304.77848189999997</c:v>
                </c:pt>
                <c:pt idx="1527">
                  <c:v>304.79241439999998</c:v>
                </c:pt>
                <c:pt idx="1528">
                  <c:v>304.90529190000001</c:v>
                </c:pt>
                <c:pt idx="1529">
                  <c:v>304.96725609999999</c:v>
                </c:pt>
                <c:pt idx="1530">
                  <c:v>305.6385909</c:v>
                </c:pt>
                <c:pt idx="1531">
                  <c:v>305.77925260000001</c:v>
                </c:pt>
                <c:pt idx="1532">
                  <c:v>305.7897241</c:v>
                </c:pt>
                <c:pt idx="1533">
                  <c:v>305.90363580000002</c:v>
                </c:pt>
                <c:pt idx="1534">
                  <c:v>305.97075799999999</c:v>
                </c:pt>
                <c:pt idx="1535">
                  <c:v>306.64329040000001</c:v>
                </c:pt>
                <c:pt idx="1536">
                  <c:v>306.77775209999999</c:v>
                </c:pt>
                <c:pt idx="1537">
                  <c:v>306.79319349999997</c:v>
                </c:pt>
                <c:pt idx="1538">
                  <c:v>306.90799179999999</c:v>
                </c:pt>
                <c:pt idx="1539">
                  <c:v>306.96584890000003</c:v>
                </c:pt>
                <c:pt idx="1540">
                  <c:v>307.64365629999998</c:v>
                </c:pt>
                <c:pt idx="1541">
                  <c:v>307.79147660000001</c:v>
                </c:pt>
                <c:pt idx="1542">
                  <c:v>307.81796309999999</c:v>
                </c:pt>
                <c:pt idx="1543">
                  <c:v>307.90314460000002</c:v>
                </c:pt>
                <c:pt idx="1544">
                  <c:v>307.97434650000002</c:v>
                </c:pt>
                <c:pt idx="1545">
                  <c:v>308.64013740000001</c:v>
                </c:pt>
                <c:pt idx="1546">
                  <c:v>308.78209290000001</c:v>
                </c:pt>
                <c:pt idx="1547">
                  <c:v>308.7946599</c:v>
                </c:pt>
                <c:pt idx="1548">
                  <c:v>308.91158410000003</c:v>
                </c:pt>
                <c:pt idx="1549">
                  <c:v>308.9681405</c:v>
                </c:pt>
                <c:pt idx="1550">
                  <c:v>309.6439221</c:v>
                </c:pt>
                <c:pt idx="1551">
                  <c:v>309.77907870000001</c:v>
                </c:pt>
                <c:pt idx="1552">
                  <c:v>309.79139520000001</c:v>
                </c:pt>
                <c:pt idx="1553">
                  <c:v>309.91725750000001</c:v>
                </c:pt>
                <c:pt idx="1554">
                  <c:v>309.97226549999999</c:v>
                </c:pt>
                <c:pt idx="1555">
                  <c:v>310.64317160000002</c:v>
                </c:pt>
                <c:pt idx="1556">
                  <c:v>310.78011140000001</c:v>
                </c:pt>
                <c:pt idx="1557">
                  <c:v>310.79187630000001</c:v>
                </c:pt>
                <c:pt idx="1558">
                  <c:v>310.91313889999998</c:v>
                </c:pt>
                <c:pt idx="1559">
                  <c:v>310.97144079999998</c:v>
                </c:pt>
                <c:pt idx="1560">
                  <c:v>311.63922079999998</c:v>
                </c:pt>
                <c:pt idx="1561">
                  <c:v>311.78162509999999</c:v>
                </c:pt>
                <c:pt idx="1562">
                  <c:v>311.78781650000002</c:v>
                </c:pt>
                <c:pt idx="1563">
                  <c:v>311.91526270000003</c:v>
                </c:pt>
                <c:pt idx="1564">
                  <c:v>311.96966850000001</c:v>
                </c:pt>
                <c:pt idx="1565">
                  <c:v>312.6422149</c:v>
                </c:pt>
                <c:pt idx="1566">
                  <c:v>312.77925379999999</c:v>
                </c:pt>
                <c:pt idx="1567">
                  <c:v>312.79150870000001</c:v>
                </c:pt>
                <c:pt idx="1568">
                  <c:v>312.91555959999999</c:v>
                </c:pt>
                <c:pt idx="1569">
                  <c:v>312.96632210000001</c:v>
                </c:pt>
                <c:pt idx="1570">
                  <c:v>313.63275590000001</c:v>
                </c:pt>
                <c:pt idx="1571">
                  <c:v>313.78238049999999</c:v>
                </c:pt>
                <c:pt idx="1572">
                  <c:v>313.78817290000001</c:v>
                </c:pt>
                <c:pt idx="1573">
                  <c:v>313.91182120000002</c:v>
                </c:pt>
                <c:pt idx="1574">
                  <c:v>313.96860909999998</c:v>
                </c:pt>
                <c:pt idx="1575">
                  <c:v>314.62978759999999</c:v>
                </c:pt>
                <c:pt idx="1576">
                  <c:v>314.78329400000001</c:v>
                </c:pt>
                <c:pt idx="1577">
                  <c:v>314.79966089999999</c:v>
                </c:pt>
                <c:pt idx="1578">
                  <c:v>314.90881469999999</c:v>
                </c:pt>
                <c:pt idx="1579">
                  <c:v>314.96845050000002</c:v>
                </c:pt>
                <c:pt idx="1580">
                  <c:v>315.63749619999999</c:v>
                </c:pt>
                <c:pt idx="1581">
                  <c:v>315.78399480000002</c:v>
                </c:pt>
                <c:pt idx="1582">
                  <c:v>315.79160610000002</c:v>
                </c:pt>
                <c:pt idx="1583">
                  <c:v>315.9127264</c:v>
                </c:pt>
                <c:pt idx="1584">
                  <c:v>315.96736079999999</c:v>
                </c:pt>
                <c:pt idx="1585">
                  <c:v>316.63041720000001</c:v>
                </c:pt>
                <c:pt idx="1586">
                  <c:v>316.78292299999998</c:v>
                </c:pt>
                <c:pt idx="1587">
                  <c:v>316.79362900000001</c:v>
                </c:pt>
                <c:pt idx="1588">
                  <c:v>316.91254830000003</c:v>
                </c:pt>
                <c:pt idx="1589">
                  <c:v>316.96687179999998</c:v>
                </c:pt>
                <c:pt idx="1590">
                  <c:v>317.64154980000001</c:v>
                </c:pt>
                <c:pt idx="1591">
                  <c:v>317.7861613</c:v>
                </c:pt>
                <c:pt idx="1592">
                  <c:v>317.79267149999998</c:v>
                </c:pt>
                <c:pt idx="1593">
                  <c:v>317.90248509999998</c:v>
                </c:pt>
                <c:pt idx="1594">
                  <c:v>317.96600310000002</c:v>
                </c:pt>
                <c:pt idx="1595">
                  <c:v>318.64354040000001</c:v>
                </c:pt>
                <c:pt idx="1596">
                  <c:v>318.78228530000001</c:v>
                </c:pt>
                <c:pt idx="1597">
                  <c:v>318.79537870000001</c:v>
                </c:pt>
                <c:pt idx="1598">
                  <c:v>318.90276410000001</c:v>
                </c:pt>
                <c:pt idx="1599">
                  <c:v>318.96691879999997</c:v>
                </c:pt>
                <c:pt idx="1600">
                  <c:v>319.64211490000002</c:v>
                </c:pt>
                <c:pt idx="1601">
                  <c:v>319.77977490000001</c:v>
                </c:pt>
                <c:pt idx="1602">
                  <c:v>319.79655150000002</c:v>
                </c:pt>
                <c:pt idx="1603">
                  <c:v>319.90245270000003</c:v>
                </c:pt>
                <c:pt idx="1604">
                  <c:v>319.96862399999998</c:v>
                </c:pt>
                <c:pt idx="1605">
                  <c:v>320.64207390000001</c:v>
                </c:pt>
                <c:pt idx="1606">
                  <c:v>320.7822951</c:v>
                </c:pt>
                <c:pt idx="1607">
                  <c:v>320.79177240000001</c:v>
                </c:pt>
                <c:pt idx="1608">
                  <c:v>320.90536409999999</c:v>
                </c:pt>
                <c:pt idx="1609">
                  <c:v>320.96849959999997</c:v>
                </c:pt>
                <c:pt idx="1610">
                  <c:v>321.64137979999998</c:v>
                </c:pt>
                <c:pt idx="1611">
                  <c:v>321.77875599999999</c:v>
                </c:pt>
                <c:pt idx="1612">
                  <c:v>321.78901730000001</c:v>
                </c:pt>
                <c:pt idx="1613">
                  <c:v>321.90435609999997</c:v>
                </c:pt>
                <c:pt idx="1614">
                  <c:v>321.9712073</c:v>
                </c:pt>
                <c:pt idx="1615">
                  <c:v>322.6457039</c:v>
                </c:pt>
                <c:pt idx="1616">
                  <c:v>322.7753088</c:v>
                </c:pt>
                <c:pt idx="1617">
                  <c:v>322.78311079999997</c:v>
                </c:pt>
                <c:pt idx="1618">
                  <c:v>322.91101400000002</c:v>
                </c:pt>
                <c:pt idx="1619">
                  <c:v>322.97410619999999</c:v>
                </c:pt>
                <c:pt idx="1620">
                  <c:v>323.63985830000001</c:v>
                </c:pt>
                <c:pt idx="1621">
                  <c:v>323.7730138</c:v>
                </c:pt>
                <c:pt idx="1622">
                  <c:v>323.78226749999999</c:v>
                </c:pt>
                <c:pt idx="1623">
                  <c:v>323.90788259999999</c:v>
                </c:pt>
                <c:pt idx="1624">
                  <c:v>323.9778695</c:v>
                </c:pt>
                <c:pt idx="1625">
                  <c:v>324.64095350000002</c:v>
                </c:pt>
                <c:pt idx="1626">
                  <c:v>324.7730866</c:v>
                </c:pt>
                <c:pt idx="1627">
                  <c:v>324.78157970000001</c:v>
                </c:pt>
                <c:pt idx="1628">
                  <c:v>324.90797579999997</c:v>
                </c:pt>
                <c:pt idx="1629">
                  <c:v>324.97003480000001</c:v>
                </c:pt>
                <c:pt idx="1630">
                  <c:v>325.64036329999999</c:v>
                </c:pt>
                <c:pt idx="1631">
                  <c:v>325.7787654</c:v>
                </c:pt>
                <c:pt idx="1632">
                  <c:v>325.78158459999997</c:v>
                </c:pt>
                <c:pt idx="1633">
                  <c:v>325.90914670000001</c:v>
                </c:pt>
                <c:pt idx="1634">
                  <c:v>325.96987530000001</c:v>
                </c:pt>
                <c:pt idx="1635">
                  <c:v>326.63640240000001</c:v>
                </c:pt>
                <c:pt idx="1636">
                  <c:v>326.77839849999998</c:v>
                </c:pt>
                <c:pt idx="1637">
                  <c:v>326.78489459999997</c:v>
                </c:pt>
                <c:pt idx="1638">
                  <c:v>326.90465410000002</c:v>
                </c:pt>
                <c:pt idx="1639">
                  <c:v>326.9689204</c:v>
                </c:pt>
                <c:pt idx="1640">
                  <c:v>327.63634459999997</c:v>
                </c:pt>
                <c:pt idx="1641">
                  <c:v>327.78310190000002</c:v>
                </c:pt>
                <c:pt idx="1642">
                  <c:v>327.78480080000003</c:v>
                </c:pt>
                <c:pt idx="1643">
                  <c:v>327.91540659999998</c:v>
                </c:pt>
                <c:pt idx="1644">
                  <c:v>327.9680682</c:v>
                </c:pt>
                <c:pt idx="1645">
                  <c:v>328.63843029999998</c:v>
                </c:pt>
                <c:pt idx="1646">
                  <c:v>328.78223379999997</c:v>
                </c:pt>
                <c:pt idx="1647">
                  <c:v>328.78240090000003</c:v>
                </c:pt>
                <c:pt idx="1648">
                  <c:v>328.90963620000002</c:v>
                </c:pt>
                <c:pt idx="1649">
                  <c:v>328.96604810000002</c:v>
                </c:pt>
                <c:pt idx="1650">
                  <c:v>329.64555109999998</c:v>
                </c:pt>
                <c:pt idx="1651">
                  <c:v>329.785799</c:v>
                </c:pt>
                <c:pt idx="1652">
                  <c:v>329.7886373</c:v>
                </c:pt>
                <c:pt idx="1653">
                  <c:v>329.90891219999997</c:v>
                </c:pt>
                <c:pt idx="1654">
                  <c:v>329.96884310000002</c:v>
                </c:pt>
                <c:pt idx="1655">
                  <c:v>330.64067019999999</c:v>
                </c:pt>
                <c:pt idx="1656">
                  <c:v>330.7853283</c:v>
                </c:pt>
                <c:pt idx="1657">
                  <c:v>330.7859148</c:v>
                </c:pt>
                <c:pt idx="1658">
                  <c:v>330.90828720000002</c:v>
                </c:pt>
                <c:pt idx="1659">
                  <c:v>330.9683789</c:v>
                </c:pt>
                <c:pt idx="1660">
                  <c:v>331.65770470000001</c:v>
                </c:pt>
                <c:pt idx="1661">
                  <c:v>331.78266359999998</c:v>
                </c:pt>
                <c:pt idx="1662">
                  <c:v>331.78703230000002</c:v>
                </c:pt>
                <c:pt idx="1663">
                  <c:v>331.909963</c:v>
                </c:pt>
                <c:pt idx="1664">
                  <c:v>331.96802600000001</c:v>
                </c:pt>
                <c:pt idx="1665">
                  <c:v>332.64275520000001</c:v>
                </c:pt>
                <c:pt idx="1666">
                  <c:v>332.7795132</c:v>
                </c:pt>
                <c:pt idx="1667">
                  <c:v>332.78376020000002</c:v>
                </c:pt>
                <c:pt idx="1668">
                  <c:v>332.91311489999998</c:v>
                </c:pt>
                <c:pt idx="1669">
                  <c:v>332.9659527</c:v>
                </c:pt>
                <c:pt idx="1670">
                  <c:v>333.63980930000002</c:v>
                </c:pt>
                <c:pt idx="1671">
                  <c:v>333.77393799999999</c:v>
                </c:pt>
                <c:pt idx="1672">
                  <c:v>333.7836744</c:v>
                </c:pt>
                <c:pt idx="1673">
                  <c:v>333.90984730000002</c:v>
                </c:pt>
                <c:pt idx="1674">
                  <c:v>333.97154280000001</c:v>
                </c:pt>
                <c:pt idx="1675">
                  <c:v>334.63672789999998</c:v>
                </c:pt>
                <c:pt idx="1676">
                  <c:v>334.77610559999999</c:v>
                </c:pt>
                <c:pt idx="1677">
                  <c:v>334.78186149999999</c:v>
                </c:pt>
                <c:pt idx="1678">
                  <c:v>334.91874899999999</c:v>
                </c:pt>
                <c:pt idx="1679">
                  <c:v>334.97070919999999</c:v>
                </c:pt>
                <c:pt idx="1680">
                  <c:v>335.63836370000001</c:v>
                </c:pt>
                <c:pt idx="1681">
                  <c:v>335.78037189999998</c:v>
                </c:pt>
                <c:pt idx="1682">
                  <c:v>335.78278490000002</c:v>
                </c:pt>
                <c:pt idx="1683">
                  <c:v>335.9129681</c:v>
                </c:pt>
                <c:pt idx="1684">
                  <c:v>335.97084369999999</c:v>
                </c:pt>
                <c:pt idx="1685">
                  <c:v>336.63958869999999</c:v>
                </c:pt>
                <c:pt idx="1686">
                  <c:v>336.77688080000001</c:v>
                </c:pt>
                <c:pt idx="1687">
                  <c:v>336.78211379999999</c:v>
                </c:pt>
                <c:pt idx="1688">
                  <c:v>336.91329880000001</c:v>
                </c:pt>
                <c:pt idx="1689">
                  <c:v>336.96616820000003</c:v>
                </c:pt>
                <c:pt idx="1690">
                  <c:v>337.63934990000001</c:v>
                </c:pt>
                <c:pt idx="1691">
                  <c:v>337.77957559999999</c:v>
                </c:pt>
                <c:pt idx="1692">
                  <c:v>337.78653830000002</c:v>
                </c:pt>
                <c:pt idx="1693">
                  <c:v>337.91696489999998</c:v>
                </c:pt>
                <c:pt idx="1694">
                  <c:v>337.9685025</c:v>
                </c:pt>
                <c:pt idx="1695">
                  <c:v>338.63062939999998</c:v>
                </c:pt>
                <c:pt idx="1696">
                  <c:v>338.78091260000002</c:v>
                </c:pt>
                <c:pt idx="1697">
                  <c:v>338.78462880000001</c:v>
                </c:pt>
                <c:pt idx="1698">
                  <c:v>338.9126933</c:v>
                </c:pt>
                <c:pt idx="1699">
                  <c:v>338.96841230000001</c:v>
                </c:pt>
                <c:pt idx="1700">
                  <c:v>339.63044810000002</c:v>
                </c:pt>
                <c:pt idx="1701">
                  <c:v>339.7825752</c:v>
                </c:pt>
                <c:pt idx="1702">
                  <c:v>339.78512999999998</c:v>
                </c:pt>
                <c:pt idx="1703">
                  <c:v>339.91523569999998</c:v>
                </c:pt>
                <c:pt idx="1704">
                  <c:v>339.96577559999997</c:v>
                </c:pt>
                <c:pt idx="1705">
                  <c:v>340.64281410000001</c:v>
                </c:pt>
                <c:pt idx="1706">
                  <c:v>340.78351809999998</c:v>
                </c:pt>
                <c:pt idx="1707">
                  <c:v>340.78934939999999</c:v>
                </c:pt>
                <c:pt idx="1708">
                  <c:v>340.90964209999999</c:v>
                </c:pt>
                <c:pt idx="1709">
                  <c:v>340.96642270000001</c:v>
                </c:pt>
                <c:pt idx="1710">
                  <c:v>341.64408980000002</c:v>
                </c:pt>
                <c:pt idx="1711">
                  <c:v>341.78135109999999</c:v>
                </c:pt>
                <c:pt idx="1712">
                  <c:v>341.78336839999997</c:v>
                </c:pt>
                <c:pt idx="1713">
                  <c:v>341.90966700000001</c:v>
                </c:pt>
                <c:pt idx="1714">
                  <c:v>341.96568550000001</c:v>
                </c:pt>
                <c:pt idx="1715">
                  <c:v>342.64158040000001</c:v>
                </c:pt>
                <c:pt idx="1716">
                  <c:v>342.77885429999998</c:v>
                </c:pt>
                <c:pt idx="1717">
                  <c:v>342.78777280000003</c:v>
                </c:pt>
                <c:pt idx="1718">
                  <c:v>342.90208699999999</c:v>
                </c:pt>
                <c:pt idx="1719">
                  <c:v>342.9661782</c:v>
                </c:pt>
                <c:pt idx="1720">
                  <c:v>343.64032159999999</c:v>
                </c:pt>
                <c:pt idx="1721">
                  <c:v>343.77622170000001</c:v>
                </c:pt>
                <c:pt idx="1722">
                  <c:v>343.78471839999997</c:v>
                </c:pt>
                <c:pt idx="1723">
                  <c:v>343.9027542</c:v>
                </c:pt>
                <c:pt idx="1724">
                  <c:v>343.97283240000002</c:v>
                </c:pt>
                <c:pt idx="1725">
                  <c:v>344.64292979999999</c:v>
                </c:pt>
                <c:pt idx="1726">
                  <c:v>344.77528260000003</c:v>
                </c:pt>
                <c:pt idx="1727">
                  <c:v>344.78218500000003</c:v>
                </c:pt>
                <c:pt idx="1728">
                  <c:v>344.91215390000002</c:v>
                </c:pt>
                <c:pt idx="1729">
                  <c:v>344.96701380000002</c:v>
                </c:pt>
                <c:pt idx="1730">
                  <c:v>345.64057989999998</c:v>
                </c:pt>
                <c:pt idx="1731">
                  <c:v>345.77463030000001</c:v>
                </c:pt>
                <c:pt idx="1732">
                  <c:v>345.7823515</c:v>
                </c:pt>
                <c:pt idx="1733">
                  <c:v>345.91234439999999</c:v>
                </c:pt>
                <c:pt idx="1734">
                  <c:v>345.97143310000001</c:v>
                </c:pt>
                <c:pt idx="1735">
                  <c:v>346.63942359999999</c:v>
                </c:pt>
                <c:pt idx="1736">
                  <c:v>346.77240560000001</c:v>
                </c:pt>
                <c:pt idx="1737">
                  <c:v>346.78259580000002</c:v>
                </c:pt>
                <c:pt idx="1738">
                  <c:v>346.91969769999997</c:v>
                </c:pt>
                <c:pt idx="1739">
                  <c:v>346.97370439999997</c:v>
                </c:pt>
                <c:pt idx="1740">
                  <c:v>347.63740130000002</c:v>
                </c:pt>
                <c:pt idx="1741">
                  <c:v>347.77252579999998</c:v>
                </c:pt>
                <c:pt idx="1742">
                  <c:v>347.783322</c:v>
                </c:pt>
                <c:pt idx="1743">
                  <c:v>347.91603170000002</c:v>
                </c:pt>
                <c:pt idx="1744">
                  <c:v>347.97141360000001</c:v>
                </c:pt>
                <c:pt idx="1745">
                  <c:v>348.63812259999997</c:v>
                </c:pt>
                <c:pt idx="1746">
                  <c:v>348.77207870000001</c:v>
                </c:pt>
                <c:pt idx="1747">
                  <c:v>348.78203539999998</c:v>
                </c:pt>
                <c:pt idx="1748">
                  <c:v>348.92046570000002</c:v>
                </c:pt>
                <c:pt idx="1749">
                  <c:v>348.97152010000002</c:v>
                </c:pt>
                <c:pt idx="1750">
                  <c:v>349.63895689999998</c:v>
                </c:pt>
                <c:pt idx="1751">
                  <c:v>349.77266350000002</c:v>
                </c:pt>
                <c:pt idx="1752">
                  <c:v>349.78535369999997</c:v>
                </c:pt>
                <c:pt idx="1753">
                  <c:v>349.91371550000002</c:v>
                </c:pt>
                <c:pt idx="1754">
                  <c:v>349.97134729999999</c:v>
                </c:pt>
                <c:pt idx="1755">
                  <c:v>350.63028919999999</c:v>
                </c:pt>
                <c:pt idx="1756">
                  <c:v>350.7780889</c:v>
                </c:pt>
                <c:pt idx="1757">
                  <c:v>350.78787499999999</c:v>
                </c:pt>
                <c:pt idx="1758">
                  <c:v>350.91535979999998</c:v>
                </c:pt>
                <c:pt idx="1759">
                  <c:v>350.97295129999998</c:v>
                </c:pt>
                <c:pt idx="1760">
                  <c:v>351.63086550000003</c:v>
                </c:pt>
                <c:pt idx="1761">
                  <c:v>351.7736051</c:v>
                </c:pt>
                <c:pt idx="1762">
                  <c:v>351.84032120000001</c:v>
                </c:pt>
                <c:pt idx="1763">
                  <c:v>351.91282660000002</c:v>
                </c:pt>
                <c:pt idx="1764">
                  <c:v>351.96833229999999</c:v>
                </c:pt>
                <c:pt idx="1765">
                  <c:v>352.63571810000002</c:v>
                </c:pt>
                <c:pt idx="1766">
                  <c:v>352.78076520000002</c:v>
                </c:pt>
                <c:pt idx="1767">
                  <c:v>352.78394420000001</c:v>
                </c:pt>
                <c:pt idx="1768">
                  <c:v>352.91325840000002</c:v>
                </c:pt>
                <c:pt idx="1769">
                  <c:v>352.96958000000001</c:v>
                </c:pt>
                <c:pt idx="1770">
                  <c:v>353.64102179999998</c:v>
                </c:pt>
                <c:pt idx="1771">
                  <c:v>353.77770070000003</c:v>
                </c:pt>
                <c:pt idx="1772">
                  <c:v>353.78231820000002</c:v>
                </c:pt>
                <c:pt idx="1773">
                  <c:v>353.9112063</c:v>
                </c:pt>
                <c:pt idx="1774">
                  <c:v>353.96606389999999</c:v>
                </c:pt>
                <c:pt idx="1775">
                  <c:v>354.64278180000002</c:v>
                </c:pt>
                <c:pt idx="1776">
                  <c:v>354.77756840000001</c:v>
                </c:pt>
                <c:pt idx="1777">
                  <c:v>354.78440319999999</c:v>
                </c:pt>
                <c:pt idx="1778">
                  <c:v>354.90832949999998</c:v>
                </c:pt>
                <c:pt idx="1779">
                  <c:v>354.96623</c:v>
                </c:pt>
                <c:pt idx="1780">
                  <c:v>355.6441762</c:v>
                </c:pt>
                <c:pt idx="1781">
                  <c:v>355.77766650000001</c:v>
                </c:pt>
                <c:pt idx="1782">
                  <c:v>355.78407129999999</c:v>
                </c:pt>
                <c:pt idx="1783">
                  <c:v>355.90852460000002</c:v>
                </c:pt>
                <c:pt idx="1784">
                  <c:v>355.96614460000001</c:v>
                </c:pt>
                <c:pt idx="1785">
                  <c:v>356.6412995</c:v>
                </c:pt>
                <c:pt idx="1786">
                  <c:v>356.77633470000001</c:v>
                </c:pt>
                <c:pt idx="1787">
                  <c:v>356.78313989999998</c:v>
                </c:pt>
                <c:pt idx="1788">
                  <c:v>356.91137939999999</c:v>
                </c:pt>
                <c:pt idx="1789">
                  <c:v>356.96879510000002</c:v>
                </c:pt>
                <c:pt idx="1790">
                  <c:v>357.64548719999999</c:v>
                </c:pt>
                <c:pt idx="1791">
                  <c:v>357.77440489999998</c:v>
                </c:pt>
                <c:pt idx="1792">
                  <c:v>357.78800949999999</c:v>
                </c:pt>
                <c:pt idx="1793">
                  <c:v>357.9113183</c:v>
                </c:pt>
                <c:pt idx="1794">
                  <c:v>357.96834100000001</c:v>
                </c:pt>
                <c:pt idx="1795">
                  <c:v>358.6381844</c:v>
                </c:pt>
                <c:pt idx="1796">
                  <c:v>358.77167839999998</c:v>
                </c:pt>
                <c:pt idx="1797">
                  <c:v>358.78190970000003</c:v>
                </c:pt>
                <c:pt idx="1798">
                  <c:v>358.9091176</c:v>
                </c:pt>
                <c:pt idx="1799">
                  <c:v>358.96631380000002</c:v>
                </c:pt>
                <c:pt idx="1800">
                  <c:v>359.63986199999999</c:v>
                </c:pt>
                <c:pt idx="1801">
                  <c:v>359.77439850000002</c:v>
                </c:pt>
                <c:pt idx="1802">
                  <c:v>359.78428250000002</c:v>
                </c:pt>
                <c:pt idx="1803">
                  <c:v>359.91401780000001</c:v>
                </c:pt>
                <c:pt idx="1804">
                  <c:v>359.97380550000003</c:v>
                </c:pt>
                <c:pt idx="1805">
                  <c:v>360.64134999999999</c:v>
                </c:pt>
                <c:pt idx="1806">
                  <c:v>360.7741236</c:v>
                </c:pt>
                <c:pt idx="1807">
                  <c:v>360.78788100000003</c:v>
                </c:pt>
                <c:pt idx="1808">
                  <c:v>360.91657140000001</c:v>
                </c:pt>
                <c:pt idx="1809">
                  <c:v>360.96996769999998</c:v>
                </c:pt>
                <c:pt idx="1810">
                  <c:v>361.63838579999998</c:v>
                </c:pt>
                <c:pt idx="1811">
                  <c:v>361.77204619999998</c:v>
                </c:pt>
                <c:pt idx="1812">
                  <c:v>361.78253660000001</c:v>
                </c:pt>
                <c:pt idx="1813">
                  <c:v>361.9151713</c:v>
                </c:pt>
                <c:pt idx="1814">
                  <c:v>361.96791990000003</c:v>
                </c:pt>
                <c:pt idx="1815">
                  <c:v>362.6364562</c:v>
                </c:pt>
                <c:pt idx="1816">
                  <c:v>362.77563429999998</c:v>
                </c:pt>
                <c:pt idx="1817">
                  <c:v>362.78653530000003</c:v>
                </c:pt>
                <c:pt idx="1818">
                  <c:v>362.91433869999997</c:v>
                </c:pt>
                <c:pt idx="1819">
                  <c:v>362.97781190000001</c:v>
                </c:pt>
                <c:pt idx="1820">
                  <c:v>363.63836579999997</c:v>
                </c:pt>
                <c:pt idx="1821">
                  <c:v>363.77204999999998</c:v>
                </c:pt>
                <c:pt idx="1822">
                  <c:v>363.7872911</c:v>
                </c:pt>
                <c:pt idx="1823">
                  <c:v>363.91228719999998</c:v>
                </c:pt>
                <c:pt idx="1824">
                  <c:v>363.97476870000003</c:v>
                </c:pt>
                <c:pt idx="1825">
                  <c:v>364.638845</c:v>
                </c:pt>
                <c:pt idx="1826">
                  <c:v>364.77426860000003</c:v>
                </c:pt>
                <c:pt idx="1827">
                  <c:v>364.78735640000002</c:v>
                </c:pt>
                <c:pt idx="1828">
                  <c:v>364.9152929</c:v>
                </c:pt>
                <c:pt idx="1829">
                  <c:v>364.97217289999998</c:v>
                </c:pt>
                <c:pt idx="1830">
                  <c:v>365.64188799999999</c:v>
                </c:pt>
                <c:pt idx="1831">
                  <c:v>365.77495870000001</c:v>
                </c:pt>
                <c:pt idx="1832">
                  <c:v>365.78650770000002</c:v>
                </c:pt>
                <c:pt idx="1833">
                  <c:v>365.91013880000003</c:v>
                </c:pt>
                <c:pt idx="1834">
                  <c:v>365.9723568</c:v>
                </c:pt>
                <c:pt idx="1835">
                  <c:v>366.64198649999997</c:v>
                </c:pt>
                <c:pt idx="1836">
                  <c:v>366.77749290000003</c:v>
                </c:pt>
                <c:pt idx="1837">
                  <c:v>366.78456979999999</c:v>
                </c:pt>
                <c:pt idx="1838">
                  <c:v>366.91093480000001</c:v>
                </c:pt>
                <c:pt idx="1839">
                  <c:v>366.97319659999999</c:v>
                </c:pt>
                <c:pt idx="1840">
                  <c:v>367.64359930000001</c:v>
                </c:pt>
                <c:pt idx="1841">
                  <c:v>367.7806205</c:v>
                </c:pt>
                <c:pt idx="1842">
                  <c:v>367.78643870000002</c:v>
                </c:pt>
                <c:pt idx="1843">
                  <c:v>367.91666149999998</c:v>
                </c:pt>
                <c:pt idx="1844">
                  <c:v>367.9705007</c:v>
                </c:pt>
                <c:pt idx="1845">
                  <c:v>368.64445089999998</c:v>
                </c:pt>
                <c:pt idx="1846">
                  <c:v>368.77680600000002</c:v>
                </c:pt>
                <c:pt idx="1847">
                  <c:v>368.78463879999998</c:v>
                </c:pt>
                <c:pt idx="1848">
                  <c:v>368.9142885</c:v>
                </c:pt>
                <c:pt idx="1849">
                  <c:v>368.97621880000003</c:v>
                </c:pt>
                <c:pt idx="1850">
                  <c:v>369.6378886</c:v>
                </c:pt>
                <c:pt idx="1851">
                  <c:v>369.77307510000003</c:v>
                </c:pt>
                <c:pt idx="1852">
                  <c:v>369.78475889999999</c:v>
                </c:pt>
                <c:pt idx="1853">
                  <c:v>369.91140949999999</c:v>
                </c:pt>
                <c:pt idx="1854">
                  <c:v>370.00249700000001</c:v>
                </c:pt>
                <c:pt idx="1855">
                  <c:v>370.63433730000003</c:v>
                </c:pt>
                <c:pt idx="1856">
                  <c:v>370.77431139999999</c:v>
                </c:pt>
                <c:pt idx="1857">
                  <c:v>370.78178989999998</c:v>
                </c:pt>
                <c:pt idx="1858">
                  <c:v>370.91408860000001</c:v>
                </c:pt>
                <c:pt idx="1859">
                  <c:v>370.9796407</c:v>
                </c:pt>
                <c:pt idx="1860">
                  <c:v>371.6339825</c:v>
                </c:pt>
                <c:pt idx="1861">
                  <c:v>371.77553189999998</c:v>
                </c:pt>
                <c:pt idx="1862">
                  <c:v>371.7825148</c:v>
                </c:pt>
                <c:pt idx="1863">
                  <c:v>371.91087320000003</c:v>
                </c:pt>
                <c:pt idx="1864">
                  <c:v>371.98786819999998</c:v>
                </c:pt>
                <c:pt idx="1865">
                  <c:v>372.63495210000002</c:v>
                </c:pt>
                <c:pt idx="1866">
                  <c:v>372.77232550000002</c:v>
                </c:pt>
                <c:pt idx="1867">
                  <c:v>372.78206269999998</c:v>
                </c:pt>
                <c:pt idx="1868">
                  <c:v>372.9146533</c:v>
                </c:pt>
                <c:pt idx="1869">
                  <c:v>372.9731061</c:v>
                </c:pt>
                <c:pt idx="1870">
                  <c:v>373.77229599999998</c:v>
                </c:pt>
                <c:pt idx="1871">
                  <c:v>373.78461850000002</c:v>
                </c:pt>
                <c:pt idx="1872">
                  <c:v>373.91719699999999</c:v>
                </c:pt>
                <c:pt idx="1873">
                  <c:v>373.92565949999999</c:v>
                </c:pt>
                <c:pt idx="1874">
                  <c:v>373.96968040000002</c:v>
                </c:pt>
                <c:pt idx="1875">
                  <c:v>374.64756990000001</c:v>
                </c:pt>
                <c:pt idx="1876">
                  <c:v>374.78516660000003</c:v>
                </c:pt>
                <c:pt idx="1877">
                  <c:v>374.91623970000001</c:v>
                </c:pt>
                <c:pt idx="1878">
                  <c:v>374.97132570000002</c:v>
                </c:pt>
                <c:pt idx="1879">
                  <c:v>375.07453829999997</c:v>
                </c:pt>
                <c:pt idx="1880">
                  <c:v>375.6301459</c:v>
                </c:pt>
                <c:pt idx="1881">
                  <c:v>375.77235430000002</c:v>
                </c:pt>
                <c:pt idx="1882">
                  <c:v>375.79167230000002</c:v>
                </c:pt>
                <c:pt idx="1883">
                  <c:v>375.91090059999999</c:v>
                </c:pt>
                <c:pt idx="1884">
                  <c:v>375.97066580000001</c:v>
                </c:pt>
                <c:pt idx="1885">
                  <c:v>376.63635060000001</c:v>
                </c:pt>
                <c:pt idx="1886">
                  <c:v>376.77495750000003</c:v>
                </c:pt>
                <c:pt idx="1887">
                  <c:v>376.78765659999999</c:v>
                </c:pt>
                <c:pt idx="1888">
                  <c:v>376.91789940000001</c:v>
                </c:pt>
                <c:pt idx="1889">
                  <c:v>376.96751460000002</c:v>
                </c:pt>
                <c:pt idx="1890">
                  <c:v>377.633286</c:v>
                </c:pt>
                <c:pt idx="1891">
                  <c:v>377.77276339999997</c:v>
                </c:pt>
                <c:pt idx="1892">
                  <c:v>377.78710560000002</c:v>
                </c:pt>
                <c:pt idx="1893">
                  <c:v>377.91214830000001</c:v>
                </c:pt>
                <c:pt idx="1894">
                  <c:v>377.96573280000001</c:v>
                </c:pt>
                <c:pt idx="1895">
                  <c:v>378.63304890000001</c:v>
                </c:pt>
                <c:pt idx="1896">
                  <c:v>378.7773176</c:v>
                </c:pt>
                <c:pt idx="1897">
                  <c:v>378.78695720000002</c:v>
                </c:pt>
                <c:pt idx="1898">
                  <c:v>378.90866999999997</c:v>
                </c:pt>
                <c:pt idx="1899">
                  <c:v>378.96589299999999</c:v>
                </c:pt>
                <c:pt idx="1900">
                  <c:v>379.63550670000001</c:v>
                </c:pt>
                <c:pt idx="1901">
                  <c:v>379.77793839999998</c:v>
                </c:pt>
                <c:pt idx="1902">
                  <c:v>379.78520020000002</c:v>
                </c:pt>
                <c:pt idx="1903">
                  <c:v>379.90958890000002</c:v>
                </c:pt>
                <c:pt idx="1904">
                  <c:v>379.9660164</c:v>
                </c:pt>
                <c:pt idx="1905">
                  <c:v>380.63372909999998</c:v>
                </c:pt>
                <c:pt idx="1906">
                  <c:v>380.77805560000002</c:v>
                </c:pt>
                <c:pt idx="1907">
                  <c:v>380.78455969999999</c:v>
                </c:pt>
                <c:pt idx="1908">
                  <c:v>380.9114811</c:v>
                </c:pt>
                <c:pt idx="1909">
                  <c:v>380.97098729999999</c:v>
                </c:pt>
                <c:pt idx="1910">
                  <c:v>381.63043320000003</c:v>
                </c:pt>
                <c:pt idx="1911">
                  <c:v>381.77961970000001</c:v>
                </c:pt>
                <c:pt idx="1912">
                  <c:v>381.784807</c:v>
                </c:pt>
                <c:pt idx="1913">
                  <c:v>381.90684160000001</c:v>
                </c:pt>
                <c:pt idx="1914">
                  <c:v>381.96685059999999</c:v>
                </c:pt>
                <c:pt idx="1915">
                  <c:v>382.63262470000001</c:v>
                </c:pt>
                <c:pt idx="1916">
                  <c:v>382.77566419999999</c:v>
                </c:pt>
                <c:pt idx="1917">
                  <c:v>382.78239200000002</c:v>
                </c:pt>
                <c:pt idx="1918">
                  <c:v>382.91231240000002</c:v>
                </c:pt>
                <c:pt idx="1919">
                  <c:v>382.97160539999999</c:v>
                </c:pt>
                <c:pt idx="1920">
                  <c:v>383.63251439999999</c:v>
                </c:pt>
                <c:pt idx="1921">
                  <c:v>383.7748818</c:v>
                </c:pt>
                <c:pt idx="1922">
                  <c:v>383.78210300000001</c:v>
                </c:pt>
                <c:pt idx="1923">
                  <c:v>383.91129590000003</c:v>
                </c:pt>
                <c:pt idx="1924">
                  <c:v>383.97110509999999</c:v>
                </c:pt>
                <c:pt idx="1925">
                  <c:v>384.63301410000003</c:v>
                </c:pt>
                <c:pt idx="1926">
                  <c:v>384.77534370000001</c:v>
                </c:pt>
                <c:pt idx="1927">
                  <c:v>384.78224460000001</c:v>
                </c:pt>
                <c:pt idx="1928">
                  <c:v>384.92236500000001</c:v>
                </c:pt>
                <c:pt idx="1929">
                  <c:v>384.97104300000001</c:v>
                </c:pt>
                <c:pt idx="1930">
                  <c:v>385.63058580000001</c:v>
                </c:pt>
                <c:pt idx="1931">
                  <c:v>385.77222319999998</c:v>
                </c:pt>
                <c:pt idx="1932">
                  <c:v>385.78203689999998</c:v>
                </c:pt>
                <c:pt idx="1933">
                  <c:v>385.92456140000002</c:v>
                </c:pt>
                <c:pt idx="1934">
                  <c:v>385.96886219999999</c:v>
                </c:pt>
                <c:pt idx="1935">
                  <c:v>386.63113609999999</c:v>
                </c:pt>
                <c:pt idx="1936">
                  <c:v>386.77222560000001</c:v>
                </c:pt>
                <c:pt idx="1937">
                  <c:v>386.78239070000001</c:v>
                </c:pt>
                <c:pt idx="1938">
                  <c:v>386.9132353</c:v>
                </c:pt>
                <c:pt idx="1939">
                  <c:v>386.96599579999997</c:v>
                </c:pt>
                <c:pt idx="1940">
                  <c:v>387.62999769999999</c:v>
                </c:pt>
                <c:pt idx="1941">
                  <c:v>387.77232040000001</c:v>
                </c:pt>
                <c:pt idx="1942">
                  <c:v>387.78576070000003</c:v>
                </c:pt>
                <c:pt idx="1943">
                  <c:v>387.91179940000001</c:v>
                </c:pt>
                <c:pt idx="1944">
                  <c:v>387.96819449999998</c:v>
                </c:pt>
                <c:pt idx="1945">
                  <c:v>388.63260919999999</c:v>
                </c:pt>
                <c:pt idx="1946">
                  <c:v>388.77135120000003</c:v>
                </c:pt>
                <c:pt idx="1947">
                  <c:v>388.78274379999999</c:v>
                </c:pt>
                <c:pt idx="1948">
                  <c:v>388.90939379999998</c:v>
                </c:pt>
                <c:pt idx="1949">
                  <c:v>388.96822739999999</c:v>
                </c:pt>
                <c:pt idx="1950">
                  <c:v>389.63581699999997</c:v>
                </c:pt>
                <c:pt idx="1951">
                  <c:v>389.77471659999998</c:v>
                </c:pt>
                <c:pt idx="1952">
                  <c:v>389.78755100000001</c:v>
                </c:pt>
                <c:pt idx="1953">
                  <c:v>389.90909909999999</c:v>
                </c:pt>
                <c:pt idx="1954">
                  <c:v>389.96723609999998</c:v>
                </c:pt>
                <c:pt idx="1955">
                  <c:v>390.64042660000001</c:v>
                </c:pt>
                <c:pt idx="1956">
                  <c:v>390.77809639999998</c:v>
                </c:pt>
                <c:pt idx="1957">
                  <c:v>390.78218409999999</c:v>
                </c:pt>
                <c:pt idx="1958">
                  <c:v>390.90844199999998</c:v>
                </c:pt>
                <c:pt idx="1959">
                  <c:v>390.9661299</c:v>
                </c:pt>
                <c:pt idx="1960">
                  <c:v>391.64340549999997</c:v>
                </c:pt>
                <c:pt idx="1961">
                  <c:v>391.77491229999998</c:v>
                </c:pt>
                <c:pt idx="1962">
                  <c:v>391.78542520000002</c:v>
                </c:pt>
                <c:pt idx="1963">
                  <c:v>391.90721760000002</c:v>
                </c:pt>
                <c:pt idx="1964">
                  <c:v>391.96605970000002</c:v>
                </c:pt>
                <c:pt idx="1965">
                  <c:v>392.6404867</c:v>
                </c:pt>
                <c:pt idx="1966">
                  <c:v>392.7777547</c:v>
                </c:pt>
                <c:pt idx="1967">
                  <c:v>392.78280990000002</c:v>
                </c:pt>
                <c:pt idx="1968">
                  <c:v>392.90689830000002</c:v>
                </c:pt>
                <c:pt idx="1969">
                  <c:v>392.98300710000001</c:v>
                </c:pt>
                <c:pt idx="1970">
                  <c:v>393.64246029999998</c:v>
                </c:pt>
                <c:pt idx="1971">
                  <c:v>393.77663410000002</c:v>
                </c:pt>
                <c:pt idx="1972">
                  <c:v>393.78251710000001</c:v>
                </c:pt>
                <c:pt idx="1973">
                  <c:v>393.96797170000002</c:v>
                </c:pt>
                <c:pt idx="1974">
                  <c:v>394.20543939999999</c:v>
                </c:pt>
                <c:pt idx="1975">
                  <c:v>394.63988699999999</c:v>
                </c:pt>
                <c:pt idx="1976">
                  <c:v>394.77809150000002</c:v>
                </c:pt>
                <c:pt idx="1977">
                  <c:v>394.78246760000002</c:v>
                </c:pt>
                <c:pt idx="1978">
                  <c:v>394.90364629999999</c:v>
                </c:pt>
                <c:pt idx="1979">
                  <c:v>394.97339940000001</c:v>
                </c:pt>
                <c:pt idx="1980">
                  <c:v>395.64057860000003</c:v>
                </c:pt>
                <c:pt idx="1981">
                  <c:v>395.77443040000003</c:v>
                </c:pt>
                <c:pt idx="1982">
                  <c:v>395.78263939999999</c:v>
                </c:pt>
                <c:pt idx="1983">
                  <c:v>395.90465440000003</c:v>
                </c:pt>
                <c:pt idx="1984">
                  <c:v>395.97789560000001</c:v>
                </c:pt>
                <c:pt idx="1985">
                  <c:v>396.6389959</c:v>
                </c:pt>
                <c:pt idx="1986">
                  <c:v>396.7787366</c:v>
                </c:pt>
                <c:pt idx="1987">
                  <c:v>396.788116</c:v>
                </c:pt>
                <c:pt idx="1988">
                  <c:v>396.90773189999999</c:v>
                </c:pt>
                <c:pt idx="1989">
                  <c:v>396.97165799999999</c:v>
                </c:pt>
                <c:pt idx="1990">
                  <c:v>397.63074599999999</c:v>
                </c:pt>
                <c:pt idx="1991">
                  <c:v>397.77714839999999</c:v>
                </c:pt>
                <c:pt idx="1992">
                  <c:v>397.78783559999999</c:v>
                </c:pt>
                <c:pt idx="1993">
                  <c:v>397.9079668</c:v>
                </c:pt>
                <c:pt idx="1994">
                  <c:v>397.96771819999998</c:v>
                </c:pt>
                <c:pt idx="1995">
                  <c:v>398.63938259999998</c:v>
                </c:pt>
                <c:pt idx="1996">
                  <c:v>398.77168219999999</c:v>
                </c:pt>
                <c:pt idx="1997">
                  <c:v>398.78381760000002</c:v>
                </c:pt>
                <c:pt idx="1998">
                  <c:v>398.90824309999999</c:v>
                </c:pt>
                <c:pt idx="1999">
                  <c:v>398.96887090000001</c:v>
                </c:pt>
                <c:pt idx="2000">
                  <c:v>399.63060940000003</c:v>
                </c:pt>
                <c:pt idx="2001">
                  <c:v>399.7751288</c:v>
                </c:pt>
                <c:pt idx="2002">
                  <c:v>399.7846945</c:v>
                </c:pt>
                <c:pt idx="2003">
                  <c:v>399.90773990000002</c:v>
                </c:pt>
                <c:pt idx="2004">
                  <c:v>399.97012560000002</c:v>
                </c:pt>
                <c:pt idx="2005">
                  <c:v>400.63978900000001</c:v>
                </c:pt>
                <c:pt idx="2006">
                  <c:v>400.77435630000002</c:v>
                </c:pt>
                <c:pt idx="2007">
                  <c:v>400.79004329999998</c:v>
                </c:pt>
                <c:pt idx="2008">
                  <c:v>400.90816219999999</c:v>
                </c:pt>
                <c:pt idx="2009">
                  <c:v>400.96580970000002</c:v>
                </c:pt>
                <c:pt idx="2010">
                  <c:v>401.63836500000002</c:v>
                </c:pt>
                <c:pt idx="2011">
                  <c:v>401.77403889999999</c:v>
                </c:pt>
                <c:pt idx="2012">
                  <c:v>401.78630190000001</c:v>
                </c:pt>
                <c:pt idx="2013">
                  <c:v>401.90371320000003</c:v>
                </c:pt>
                <c:pt idx="2014">
                  <c:v>401.96585140000002</c:v>
                </c:pt>
                <c:pt idx="2015">
                  <c:v>402.64584610000003</c:v>
                </c:pt>
                <c:pt idx="2016">
                  <c:v>402.7778174</c:v>
                </c:pt>
                <c:pt idx="2017">
                  <c:v>402.78815040000001</c:v>
                </c:pt>
                <c:pt idx="2018">
                  <c:v>402.90378279999999</c:v>
                </c:pt>
                <c:pt idx="2019">
                  <c:v>402.96610509999999</c:v>
                </c:pt>
                <c:pt idx="2020">
                  <c:v>403.64257850000001</c:v>
                </c:pt>
                <c:pt idx="2021">
                  <c:v>403.77332089999999</c:v>
                </c:pt>
                <c:pt idx="2022">
                  <c:v>403.78479340000001</c:v>
                </c:pt>
                <c:pt idx="2023">
                  <c:v>403.90249940000001</c:v>
                </c:pt>
                <c:pt idx="2024">
                  <c:v>403.96565629999998</c:v>
                </c:pt>
                <c:pt idx="2025">
                  <c:v>404.64507129999998</c:v>
                </c:pt>
                <c:pt idx="2026">
                  <c:v>404.77435980000001</c:v>
                </c:pt>
                <c:pt idx="2027">
                  <c:v>404.78320789999998</c:v>
                </c:pt>
                <c:pt idx="2028">
                  <c:v>404.90278840000002</c:v>
                </c:pt>
                <c:pt idx="2029">
                  <c:v>404.96826299999998</c:v>
                </c:pt>
                <c:pt idx="2030">
                  <c:v>405.64157110000002</c:v>
                </c:pt>
                <c:pt idx="2031">
                  <c:v>405.77440230000002</c:v>
                </c:pt>
                <c:pt idx="2032">
                  <c:v>405.78193959999999</c:v>
                </c:pt>
                <c:pt idx="2033">
                  <c:v>405.90539180000002</c:v>
                </c:pt>
                <c:pt idx="2034">
                  <c:v>405.9678409</c:v>
                </c:pt>
                <c:pt idx="2035">
                  <c:v>406.64167579999997</c:v>
                </c:pt>
                <c:pt idx="2036">
                  <c:v>406.77216320000002</c:v>
                </c:pt>
                <c:pt idx="2037">
                  <c:v>406.78233160000002</c:v>
                </c:pt>
                <c:pt idx="2038">
                  <c:v>406.90248270000001</c:v>
                </c:pt>
                <c:pt idx="2039">
                  <c:v>406.97165810000001</c:v>
                </c:pt>
                <c:pt idx="2040">
                  <c:v>407.64032559999998</c:v>
                </c:pt>
                <c:pt idx="2041">
                  <c:v>407.77708180000002</c:v>
                </c:pt>
                <c:pt idx="2042">
                  <c:v>407.78380709999999</c:v>
                </c:pt>
                <c:pt idx="2043">
                  <c:v>407.90415380000002</c:v>
                </c:pt>
                <c:pt idx="2044">
                  <c:v>407.97202490000001</c:v>
                </c:pt>
                <c:pt idx="2045">
                  <c:v>408.63614369999999</c:v>
                </c:pt>
                <c:pt idx="2046">
                  <c:v>408.77197380000001</c:v>
                </c:pt>
                <c:pt idx="2047">
                  <c:v>408.78256479999999</c:v>
                </c:pt>
                <c:pt idx="2048">
                  <c:v>408.9042518</c:v>
                </c:pt>
                <c:pt idx="2049">
                  <c:v>408.97179729999999</c:v>
                </c:pt>
                <c:pt idx="2050">
                  <c:v>409.63933969999999</c:v>
                </c:pt>
                <c:pt idx="2051">
                  <c:v>409.77239400000002</c:v>
                </c:pt>
                <c:pt idx="2052">
                  <c:v>409.7854203</c:v>
                </c:pt>
                <c:pt idx="2053">
                  <c:v>409.90417079999997</c:v>
                </c:pt>
                <c:pt idx="2054">
                  <c:v>409.97264530000001</c:v>
                </c:pt>
                <c:pt idx="2055">
                  <c:v>410.63694400000003</c:v>
                </c:pt>
                <c:pt idx="2056">
                  <c:v>410.77754979999997</c:v>
                </c:pt>
                <c:pt idx="2057">
                  <c:v>410.79035420000002</c:v>
                </c:pt>
                <c:pt idx="2058">
                  <c:v>410.91071520000003</c:v>
                </c:pt>
                <c:pt idx="2059">
                  <c:v>410.9656286</c:v>
                </c:pt>
                <c:pt idx="2060">
                  <c:v>411.64154029999997</c:v>
                </c:pt>
                <c:pt idx="2061">
                  <c:v>411.77349950000001</c:v>
                </c:pt>
                <c:pt idx="2062">
                  <c:v>411.78716980000002</c:v>
                </c:pt>
                <c:pt idx="2063">
                  <c:v>411.90672360000002</c:v>
                </c:pt>
                <c:pt idx="2064">
                  <c:v>411.97744089999998</c:v>
                </c:pt>
                <c:pt idx="2065">
                  <c:v>412.63919279999999</c:v>
                </c:pt>
                <c:pt idx="2066">
                  <c:v>412.77966930000002</c:v>
                </c:pt>
                <c:pt idx="2067">
                  <c:v>412.78851229999998</c:v>
                </c:pt>
                <c:pt idx="2068">
                  <c:v>412.90247310000001</c:v>
                </c:pt>
                <c:pt idx="2069">
                  <c:v>413.01833900000003</c:v>
                </c:pt>
                <c:pt idx="2070">
                  <c:v>413.63994869999999</c:v>
                </c:pt>
                <c:pt idx="2071">
                  <c:v>413.77468090000002</c:v>
                </c:pt>
                <c:pt idx="2072">
                  <c:v>413.78572709999997</c:v>
                </c:pt>
                <c:pt idx="2073">
                  <c:v>413.90565989999999</c:v>
                </c:pt>
                <c:pt idx="2074">
                  <c:v>413.96615960000003</c:v>
                </c:pt>
                <c:pt idx="2075">
                  <c:v>414.6355724</c:v>
                </c:pt>
                <c:pt idx="2076">
                  <c:v>414.77806279999999</c:v>
                </c:pt>
                <c:pt idx="2077">
                  <c:v>414.78268600000001</c:v>
                </c:pt>
                <c:pt idx="2078">
                  <c:v>414.90437279999998</c:v>
                </c:pt>
                <c:pt idx="2079">
                  <c:v>414.96561430000003</c:v>
                </c:pt>
                <c:pt idx="2080">
                  <c:v>415.64415760000003</c:v>
                </c:pt>
                <c:pt idx="2081">
                  <c:v>415.77464709999998</c:v>
                </c:pt>
                <c:pt idx="2082">
                  <c:v>415.78750300000002</c:v>
                </c:pt>
                <c:pt idx="2083">
                  <c:v>415.9048138</c:v>
                </c:pt>
                <c:pt idx="2084">
                  <c:v>415.96742890000002</c:v>
                </c:pt>
                <c:pt idx="2085">
                  <c:v>416.640647</c:v>
                </c:pt>
                <c:pt idx="2086">
                  <c:v>416.77462939999998</c:v>
                </c:pt>
                <c:pt idx="2087">
                  <c:v>416.78624430000002</c:v>
                </c:pt>
                <c:pt idx="2088">
                  <c:v>416.90253139999999</c:v>
                </c:pt>
                <c:pt idx="2089">
                  <c:v>416.9722031</c:v>
                </c:pt>
                <c:pt idx="2090">
                  <c:v>417.63811850000002</c:v>
                </c:pt>
                <c:pt idx="2091">
                  <c:v>417.77238899999998</c:v>
                </c:pt>
                <c:pt idx="2092">
                  <c:v>417.78229649999997</c:v>
                </c:pt>
                <c:pt idx="2093">
                  <c:v>417.90210930000001</c:v>
                </c:pt>
                <c:pt idx="2094">
                  <c:v>417.96956419999998</c:v>
                </c:pt>
                <c:pt idx="2095">
                  <c:v>418.64340040000002</c:v>
                </c:pt>
                <c:pt idx="2096">
                  <c:v>418.77253189999999</c:v>
                </c:pt>
                <c:pt idx="2097">
                  <c:v>418.78218709999999</c:v>
                </c:pt>
                <c:pt idx="2098">
                  <c:v>418.90217769999998</c:v>
                </c:pt>
                <c:pt idx="2099">
                  <c:v>418.97176630000001</c:v>
                </c:pt>
                <c:pt idx="2100">
                  <c:v>419.64091259999998</c:v>
                </c:pt>
                <c:pt idx="2101">
                  <c:v>419.77231599999999</c:v>
                </c:pt>
                <c:pt idx="2102">
                  <c:v>419.78753160000002</c:v>
                </c:pt>
                <c:pt idx="2103">
                  <c:v>419.90509830000002</c:v>
                </c:pt>
                <c:pt idx="2104">
                  <c:v>419.96739459999998</c:v>
                </c:pt>
                <c:pt idx="2105">
                  <c:v>420.64185409999999</c:v>
                </c:pt>
                <c:pt idx="2106">
                  <c:v>420.77238929999999</c:v>
                </c:pt>
                <c:pt idx="2107">
                  <c:v>420.78272900000002</c:v>
                </c:pt>
                <c:pt idx="2108">
                  <c:v>420.90972399999998</c:v>
                </c:pt>
                <c:pt idx="2109">
                  <c:v>420.97100449999999</c:v>
                </c:pt>
                <c:pt idx="2110">
                  <c:v>421.63863149999997</c:v>
                </c:pt>
                <c:pt idx="2111">
                  <c:v>421.77481699999998</c:v>
                </c:pt>
                <c:pt idx="2112">
                  <c:v>421.78768869999999</c:v>
                </c:pt>
                <c:pt idx="2113">
                  <c:v>421.9104772</c:v>
                </c:pt>
                <c:pt idx="2114">
                  <c:v>421.96846929999998</c:v>
                </c:pt>
                <c:pt idx="2115">
                  <c:v>422.63331799999997</c:v>
                </c:pt>
                <c:pt idx="2116">
                  <c:v>422.77518370000001</c:v>
                </c:pt>
                <c:pt idx="2117">
                  <c:v>422.78731069999998</c:v>
                </c:pt>
                <c:pt idx="2118">
                  <c:v>422.90827880000001</c:v>
                </c:pt>
                <c:pt idx="2119">
                  <c:v>422.96609979999999</c:v>
                </c:pt>
                <c:pt idx="2120">
                  <c:v>423.63551430000001</c:v>
                </c:pt>
                <c:pt idx="2121">
                  <c:v>423.77317749999997</c:v>
                </c:pt>
                <c:pt idx="2122">
                  <c:v>423.7875899</c:v>
                </c:pt>
                <c:pt idx="2123">
                  <c:v>423.90776890000001</c:v>
                </c:pt>
                <c:pt idx="2124">
                  <c:v>423.96806550000002</c:v>
                </c:pt>
                <c:pt idx="2125">
                  <c:v>424.63904480000002</c:v>
                </c:pt>
                <c:pt idx="2126">
                  <c:v>424.77781190000002</c:v>
                </c:pt>
                <c:pt idx="2127">
                  <c:v>424.78438790000001</c:v>
                </c:pt>
                <c:pt idx="2128">
                  <c:v>424.90709459999999</c:v>
                </c:pt>
                <c:pt idx="2129">
                  <c:v>424.9655611</c:v>
                </c:pt>
                <c:pt idx="2130">
                  <c:v>425.63741809999999</c:v>
                </c:pt>
                <c:pt idx="2131">
                  <c:v>425.77747929999998</c:v>
                </c:pt>
                <c:pt idx="2132">
                  <c:v>425.78451919999998</c:v>
                </c:pt>
                <c:pt idx="2133">
                  <c:v>425.9075861</c:v>
                </c:pt>
                <c:pt idx="2134">
                  <c:v>425.96606759999997</c:v>
                </c:pt>
                <c:pt idx="2135">
                  <c:v>426.6446449</c:v>
                </c:pt>
                <c:pt idx="2136">
                  <c:v>426.78071920000002</c:v>
                </c:pt>
                <c:pt idx="2137">
                  <c:v>426.78528599999999</c:v>
                </c:pt>
                <c:pt idx="2138">
                  <c:v>426.90786229999998</c:v>
                </c:pt>
                <c:pt idx="2139">
                  <c:v>426.96873429999999</c:v>
                </c:pt>
                <c:pt idx="2140">
                  <c:v>427.64097529999998</c:v>
                </c:pt>
                <c:pt idx="2141">
                  <c:v>427.77190580000001</c:v>
                </c:pt>
                <c:pt idx="2142">
                  <c:v>427.78253419999999</c:v>
                </c:pt>
                <c:pt idx="2143">
                  <c:v>427.90539860000001</c:v>
                </c:pt>
                <c:pt idx="2144">
                  <c:v>427.96613760000002</c:v>
                </c:pt>
                <c:pt idx="2145">
                  <c:v>428.64357910000001</c:v>
                </c:pt>
                <c:pt idx="2146">
                  <c:v>428.7745693</c:v>
                </c:pt>
                <c:pt idx="2147">
                  <c:v>428.78212830000001</c:v>
                </c:pt>
                <c:pt idx="2148">
                  <c:v>428.91544759999999</c:v>
                </c:pt>
                <c:pt idx="2149">
                  <c:v>428.97326850000002</c:v>
                </c:pt>
                <c:pt idx="2150">
                  <c:v>429.64028539999998</c:v>
                </c:pt>
                <c:pt idx="2151">
                  <c:v>429.77524399999999</c:v>
                </c:pt>
                <c:pt idx="2152">
                  <c:v>429.90470829999998</c:v>
                </c:pt>
                <c:pt idx="2153">
                  <c:v>429.9693456</c:v>
                </c:pt>
                <c:pt idx="2154">
                  <c:v>430.0976076</c:v>
                </c:pt>
                <c:pt idx="2155">
                  <c:v>430.63910729999998</c:v>
                </c:pt>
                <c:pt idx="2156">
                  <c:v>430.77213690000002</c:v>
                </c:pt>
                <c:pt idx="2157">
                  <c:v>430.7827691</c:v>
                </c:pt>
                <c:pt idx="2158">
                  <c:v>430.90204110000002</c:v>
                </c:pt>
                <c:pt idx="2159">
                  <c:v>430.9684555</c:v>
                </c:pt>
                <c:pt idx="2160">
                  <c:v>431.64100400000001</c:v>
                </c:pt>
                <c:pt idx="2161">
                  <c:v>431.77486340000002</c:v>
                </c:pt>
                <c:pt idx="2162">
                  <c:v>431.7872648</c:v>
                </c:pt>
                <c:pt idx="2163">
                  <c:v>431.90523910000002</c:v>
                </c:pt>
                <c:pt idx="2164">
                  <c:v>431.96821540000002</c:v>
                </c:pt>
                <c:pt idx="2165">
                  <c:v>432.63494739999999</c:v>
                </c:pt>
                <c:pt idx="2166">
                  <c:v>432.77212989999998</c:v>
                </c:pt>
                <c:pt idx="2167">
                  <c:v>432.78239380000002</c:v>
                </c:pt>
                <c:pt idx="2168">
                  <c:v>432.90262250000001</c:v>
                </c:pt>
                <c:pt idx="2169">
                  <c:v>432.96617529999997</c:v>
                </c:pt>
                <c:pt idx="2170">
                  <c:v>433.63801810000001</c:v>
                </c:pt>
                <c:pt idx="2171">
                  <c:v>433.77223279999998</c:v>
                </c:pt>
                <c:pt idx="2172">
                  <c:v>433.78752359999999</c:v>
                </c:pt>
                <c:pt idx="2173">
                  <c:v>433.9024445</c:v>
                </c:pt>
                <c:pt idx="2174">
                  <c:v>433.9866159</c:v>
                </c:pt>
                <c:pt idx="2175">
                  <c:v>434.64063390000001</c:v>
                </c:pt>
                <c:pt idx="2176">
                  <c:v>434.7792571</c:v>
                </c:pt>
                <c:pt idx="2177">
                  <c:v>434.78442969999998</c:v>
                </c:pt>
                <c:pt idx="2178">
                  <c:v>434.90463310000001</c:v>
                </c:pt>
                <c:pt idx="2179">
                  <c:v>434.97499429999999</c:v>
                </c:pt>
                <c:pt idx="2180">
                  <c:v>435.63872450000002</c:v>
                </c:pt>
                <c:pt idx="2181">
                  <c:v>435.77371909999999</c:v>
                </c:pt>
                <c:pt idx="2182">
                  <c:v>435.78488370000002</c:v>
                </c:pt>
                <c:pt idx="2183">
                  <c:v>435.90479329999999</c:v>
                </c:pt>
                <c:pt idx="2184">
                  <c:v>435.9660111</c:v>
                </c:pt>
                <c:pt idx="2185">
                  <c:v>436.64256970000002</c:v>
                </c:pt>
                <c:pt idx="2186">
                  <c:v>436.77300050000002</c:v>
                </c:pt>
                <c:pt idx="2187">
                  <c:v>436.78472799999997</c:v>
                </c:pt>
                <c:pt idx="2188">
                  <c:v>436.90653730000002</c:v>
                </c:pt>
                <c:pt idx="2189">
                  <c:v>436.96665719999999</c:v>
                </c:pt>
                <c:pt idx="2190">
                  <c:v>437.64117659999999</c:v>
                </c:pt>
                <c:pt idx="2191">
                  <c:v>437.77790210000001</c:v>
                </c:pt>
                <c:pt idx="2192">
                  <c:v>437.78608969999999</c:v>
                </c:pt>
                <c:pt idx="2193">
                  <c:v>437.91103820000001</c:v>
                </c:pt>
                <c:pt idx="2194">
                  <c:v>437.96942739999997</c:v>
                </c:pt>
                <c:pt idx="2195">
                  <c:v>438.64266689999999</c:v>
                </c:pt>
                <c:pt idx="2196">
                  <c:v>438.77609630000001</c:v>
                </c:pt>
                <c:pt idx="2197">
                  <c:v>438.7821414</c:v>
                </c:pt>
                <c:pt idx="2198">
                  <c:v>438.907938</c:v>
                </c:pt>
                <c:pt idx="2199">
                  <c:v>438.96850949999998</c:v>
                </c:pt>
                <c:pt idx="2200">
                  <c:v>439.64578369999998</c:v>
                </c:pt>
                <c:pt idx="2201">
                  <c:v>439.77255980000001</c:v>
                </c:pt>
                <c:pt idx="2202">
                  <c:v>439.78202900000002</c:v>
                </c:pt>
                <c:pt idx="2203">
                  <c:v>439.90290659999999</c:v>
                </c:pt>
                <c:pt idx="2204">
                  <c:v>439.97116729999999</c:v>
                </c:pt>
                <c:pt idx="2205">
                  <c:v>440.67569420000001</c:v>
                </c:pt>
                <c:pt idx="2206">
                  <c:v>440.78647039999998</c:v>
                </c:pt>
                <c:pt idx="2207">
                  <c:v>440.79202120000002</c:v>
                </c:pt>
                <c:pt idx="2208">
                  <c:v>440.90492030000001</c:v>
                </c:pt>
                <c:pt idx="2209">
                  <c:v>440.96984209999999</c:v>
                </c:pt>
                <c:pt idx="2210">
                  <c:v>441.63732240000002</c:v>
                </c:pt>
                <c:pt idx="2211">
                  <c:v>441.79186129999999</c:v>
                </c:pt>
                <c:pt idx="2212">
                  <c:v>441.80838720000003</c:v>
                </c:pt>
                <c:pt idx="2213">
                  <c:v>441.90481190000003</c:v>
                </c:pt>
                <c:pt idx="2214">
                  <c:v>441.96848089999997</c:v>
                </c:pt>
                <c:pt idx="2215">
                  <c:v>442.63694600000002</c:v>
                </c:pt>
                <c:pt idx="2216">
                  <c:v>442.77389040000003</c:v>
                </c:pt>
                <c:pt idx="2217">
                  <c:v>442.78929599999998</c:v>
                </c:pt>
                <c:pt idx="2218">
                  <c:v>442.9023535</c:v>
                </c:pt>
                <c:pt idx="2219">
                  <c:v>442.96878370000002</c:v>
                </c:pt>
                <c:pt idx="2220">
                  <c:v>443.63692079999998</c:v>
                </c:pt>
                <c:pt idx="2221">
                  <c:v>443.77658700000001</c:v>
                </c:pt>
                <c:pt idx="2222">
                  <c:v>443.79648470000001</c:v>
                </c:pt>
                <c:pt idx="2223">
                  <c:v>443.90235080000002</c:v>
                </c:pt>
                <c:pt idx="2224">
                  <c:v>443.96809009999998</c:v>
                </c:pt>
                <c:pt idx="2225">
                  <c:v>444.63082689999999</c:v>
                </c:pt>
                <c:pt idx="2226">
                  <c:v>444.7726098</c:v>
                </c:pt>
                <c:pt idx="2227">
                  <c:v>444.79449160000001</c:v>
                </c:pt>
                <c:pt idx="2228">
                  <c:v>444.90232159999999</c:v>
                </c:pt>
                <c:pt idx="2229">
                  <c:v>444.96600610000002</c:v>
                </c:pt>
                <c:pt idx="2230">
                  <c:v>445.63089889999998</c:v>
                </c:pt>
                <c:pt idx="2231">
                  <c:v>445.77213669999998</c:v>
                </c:pt>
                <c:pt idx="2232">
                  <c:v>445.78723919999999</c:v>
                </c:pt>
                <c:pt idx="2233">
                  <c:v>445.90259320000001</c:v>
                </c:pt>
                <c:pt idx="2234">
                  <c:v>445.96613480000002</c:v>
                </c:pt>
                <c:pt idx="2235">
                  <c:v>446.64111279999997</c:v>
                </c:pt>
                <c:pt idx="2236">
                  <c:v>446.77614979999998</c:v>
                </c:pt>
                <c:pt idx="2237">
                  <c:v>446.7921</c:v>
                </c:pt>
                <c:pt idx="2238">
                  <c:v>446.9071849</c:v>
                </c:pt>
                <c:pt idx="2239">
                  <c:v>446.96617029999999</c:v>
                </c:pt>
                <c:pt idx="2240">
                  <c:v>447.63823819999999</c:v>
                </c:pt>
                <c:pt idx="2241">
                  <c:v>447.77459670000002</c:v>
                </c:pt>
                <c:pt idx="2242">
                  <c:v>447.79230760000002</c:v>
                </c:pt>
                <c:pt idx="2243">
                  <c:v>447.90305540000003</c:v>
                </c:pt>
                <c:pt idx="2244">
                  <c:v>447.9735809</c:v>
                </c:pt>
                <c:pt idx="2245">
                  <c:v>448.64448529999999</c:v>
                </c:pt>
                <c:pt idx="2246">
                  <c:v>448.77420710000001</c:v>
                </c:pt>
                <c:pt idx="2247">
                  <c:v>448.79023719999998</c:v>
                </c:pt>
                <c:pt idx="2248">
                  <c:v>448.90768329999997</c:v>
                </c:pt>
                <c:pt idx="2249">
                  <c:v>448.96850269999999</c:v>
                </c:pt>
                <c:pt idx="2250">
                  <c:v>449.63995299999999</c:v>
                </c:pt>
                <c:pt idx="2251">
                  <c:v>449.7802102</c:v>
                </c:pt>
                <c:pt idx="2252">
                  <c:v>449.79079309999997</c:v>
                </c:pt>
                <c:pt idx="2253">
                  <c:v>449.90658289999999</c:v>
                </c:pt>
                <c:pt idx="2254">
                  <c:v>449.97291560000002</c:v>
                </c:pt>
                <c:pt idx="2255">
                  <c:v>450.64208639999998</c:v>
                </c:pt>
                <c:pt idx="2256">
                  <c:v>450.77250600000002</c:v>
                </c:pt>
                <c:pt idx="2257">
                  <c:v>450.7870451</c:v>
                </c:pt>
                <c:pt idx="2258">
                  <c:v>450.90523539999998</c:v>
                </c:pt>
                <c:pt idx="2259">
                  <c:v>450.97118110000002</c:v>
                </c:pt>
                <c:pt idx="2260">
                  <c:v>451.63944379999998</c:v>
                </c:pt>
                <c:pt idx="2261">
                  <c:v>451.77790720000002</c:v>
                </c:pt>
                <c:pt idx="2262">
                  <c:v>451.79061990000002</c:v>
                </c:pt>
                <c:pt idx="2263">
                  <c:v>451.90268659999998</c:v>
                </c:pt>
                <c:pt idx="2264">
                  <c:v>451.96840780000002</c:v>
                </c:pt>
                <c:pt idx="2265">
                  <c:v>452.64102880000002</c:v>
                </c:pt>
                <c:pt idx="2266">
                  <c:v>452.77980780000001</c:v>
                </c:pt>
                <c:pt idx="2267">
                  <c:v>452.79069659999999</c:v>
                </c:pt>
                <c:pt idx="2268">
                  <c:v>452.90493079999999</c:v>
                </c:pt>
                <c:pt idx="2269">
                  <c:v>452.96878809999998</c:v>
                </c:pt>
                <c:pt idx="2270">
                  <c:v>453.63886450000001</c:v>
                </c:pt>
                <c:pt idx="2271">
                  <c:v>453.78087249999999</c:v>
                </c:pt>
                <c:pt idx="2272">
                  <c:v>453.79629790000001</c:v>
                </c:pt>
                <c:pt idx="2273">
                  <c:v>453.90536400000002</c:v>
                </c:pt>
                <c:pt idx="2274">
                  <c:v>453.96820530000002</c:v>
                </c:pt>
                <c:pt idx="2275">
                  <c:v>454.63945180000002</c:v>
                </c:pt>
                <c:pt idx="2276">
                  <c:v>454.77483239999998</c:v>
                </c:pt>
                <c:pt idx="2277">
                  <c:v>454.79237219999999</c:v>
                </c:pt>
                <c:pt idx="2278">
                  <c:v>454.90227110000001</c:v>
                </c:pt>
                <c:pt idx="2279">
                  <c:v>454.96606459999998</c:v>
                </c:pt>
                <c:pt idx="2280">
                  <c:v>455.6415313</c:v>
                </c:pt>
                <c:pt idx="2281">
                  <c:v>455.77528910000001</c:v>
                </c:pt>
                <c:pt idx="2282">
                  <c:v>455.79666429999997</c:v>
                </c:pt>
                <c:pt idx="2283">
                  <c:v>455.90265649999998</c:v>
                </c:pt>
                <c:pt idx="2284">
                  <c:v>455.96560310000001</c:v>
                </c:pt>
                <c:pt idx="2285">
                  <c:v>456.64073830000001</c:v>
                </c:pt>
                <c:pt idx="2286">
                  <c:v>456.77466900000002</c:v>
                </c:pt>
                <c:pt idx="2287">
                  <c:v>456.79243200000002</c:v>
                </c:pt>
                <c:pt idx="2288">
                  <c:v>456.90614140000002</c:v>
                </c:pt>
                <c:pt idx="2289">
                  <c:v>456.96620660000002</c:v>
                </c:pt>
                <c:pt idx="2290">
                  <c:v>457.63523249999997</c:v>
                </c:pt>
                <c:pt idx="2291">
                  <c:v>457.77328519999998</c:v>
                </c:pt>
                <c:pt idx="2292">
                  <c:v>457.79119550000001</c:v>
                </c:pt>
                <c:pt idx="2293">
                  <c:v>457.90195770000003</c:v>
                </c:pt>
                <c:pt idx="2294">
                  <c:v>457.96559889999997</c:v>
                </c:pt>
                <c:pt idx="2295">
                  <c:v>458.630697</c:v>
                </c:pt>
                <c:pt idx="2296">
                  <c:v>458.77218699999997</c:v>
                </c:pt>
                <c:pt idx="2297">
                  <c:v>458.78927190000002</c:v>
                </c:pt>
                <c:pt idx="2298">
                  <c:v>458.90658339999999</c:v>
                </c:pt>
                <c:pt idx="2299">
                  <c:v>458.96904799999999</c:v>
                </c:pt>
                <c:pt idx="2300">
                  <c:v>459.63126629999999</c:v>
                </c:pt>
                <c:pt idx="2301">
                  <c:v>459.772246</c:v>
                </c:pt>
                <c:pt idx="2302">
                  <c:v>459.79036209999998</c:v>
                </c:pt>
                <c:pt idx="2303">
                  <c:v>459.91173730000003</c:v>
                </c:pt>
                <c:pt idx="2304">
                  <c:v>459.96733999999998</c:v>
                </c:pt>
                <c:pt idx="2305">
                  <c:v>460.64428980000002</c:v>
                </c:pt>
                <c:pt idx="2306">
                  <c:v>460.78480350000001</c:v>
                </c:pt>
                <c:pt idx="2307">
                  <c:v>460.7896131</c:v>
                </c:pt>
                <c:pt idx="2308">
                  <c:v>460.9077633</c:v>
                </c:pt>
                <c:pt idx="2309">
                  <c:v>460.9735809</c:v>
                </c:pt>
                <c:pt idx="2310">
                  <c:v>461.6334564</c:v>
                </c:pt>
                <c:pt idx="2311">
                  <c:v>461.77933089999999</c:v>
                </c:pt>
                <c:pt idx="2312">
                  <c:v>461.7895292</c:v>
                </c:pt>
                <c:pt idx="2313">
                  <c:v>461.90772199999998</c:v>
                </c:pt>
                <c:pt idx="2314">
                  <c:v>461.97159629999999</c:v>
                </c:pt>
                <c:pt idx="2315">
                  <c:v>462.64415500000001</c:v>
                </c:pt>
                <c:pt idx="2316">
                  <c:v>462.7830012</c:v>
                </c:pt>
                <c:pt idx="2317">
                  <c:v>462.79274989999999</c:v>
                </c:pt>
                <c:pt idx="2318">
                  <c:v>462.90728799999999</c:v>
                </c:pt>
                <c:pt idx="2319">
                  <c:v>462.97109</c:v>
                </c:pt>
                <c:pt idx="2320">
                  <c:v>463.68562300000002</c:v>
                </c:pt>
                <c:pt idx="2321">
                  <c:v>463.78868820000002</c:v>
                </c:pt>
                <c:pt idx="2322">
                  <c:v>463.79048069999999</c:v>
                </c:pt>
                <c:pt idx="2323">
                  <c:v>463.90391160000001</c:v>
                </c:pt>
                <c:pt idx="2324">
                  <c:v>463.96703960000002</c:v>
                </c:pt>
                <c:pt idx="2325">
                  <c:v>464.63313119999998</c:v>
                </c:pt>
                <c:pt idx="2326">
                  <c:v>464.78289539999997</c:v>
                </c:pt>
                <c:pt idx="2327">
                  <c:v>464.79001290000002</c:v>
                </c:pt>
                <c:pt idx="2328">
                  <c:v>464.90419209999999</c:v>
                </c:pt>
                <c:pt idx="2329">
                  <c:v>464.96861489999998</c:v>
                </c:pt>
                <c:pt idx="2330">
                  <c:v>465.63467170000001</c:v>
                </c:pt>
                <c:pt idx="2331">
                  <c:v>465.7835288</c:v>
                </c:pt>
                <c:pt idx="2332">
                  <c:v>465.79499929999997</c:v>
                </c:pt>
                <c:pt idx="2333">
                  <c:v>465.90315579999998</c:v>
                </c:pt>
                <c:pt idx="2334">
                  <c:v>465.9678902</c:v>
                </c:pt>
                <c:pt idx="2335">
                  <c:v>466.6325066</c:v>
                </c:pt>
                <c:pt idx="2336">
                  <c:v>466.7793337</c:v>
                </c:pt>
                <c:pt idx="2337">
                  <c:v>466.7927962</c:v>
                </c:pt>
                <c:pt idx="2338">
                  <c:v>466.90192330000002</c:v>
                </c:pt>
                <c:pt idx="2339">
                  <c:v>466.96769260000002</c:v>
                </c:pt>
                <c:pt idx="2340">
                  <c:v>467.63089930000001</c:v>
                </c:pt>
                <c:pt idx="2341">
                  <c:v>467.78102469999999</c:v>
                </c:pt>
                <c:pt idx="2342">
                  <c:v>467.79206240000002</c:v>
                </c:pt>
                <c:pt idx="2343">
                  <c:v>467.9065392</c:v>
                </c:pt>
                <c:pt idx="2344">
                  <c:v>467.96621349999998</c:v>
                </c:pt>
                <c:pt idx="2345">
                  <c:v>468.6302713</c:v>
                </c:pt>
                <c:pt idx="2346">
                  <c:v>468.78290920000001</c:v>
                </c:pt>
                <c:pt idx="2347">
                  <c:v>468.79149310000003</c:v>
                </c:pt>
                <c:pt idx="2348">
                  <c:v>468.90149070000001</c:v>
                </c:pt>
                <c:pt idx="2349">
                  <c:v>468.96714639999999</c:v>
                </c:pt>
                <c:pt idx="2350">
                  <c:v>469.63593320000001</c:v>
                </c:pt>
                <c:pt idx="2351">
                  <c:v>469.77852109999998</c:v>
                </c:pt>
                <c:pt idx="2352">
                  <c:v>469.78791059999998</c:v>
                </c:pt>
                <c:pt idx="2353">
                  <c:v>469.9061729</c:v>
                </c:pt>
                <c:pt idx="2354">
                  <c:v>469.96601440000001</c:v>
                </c:pt>
                <c:pt idx="2355">
                  <c:v>470.63256699999999</c:v>
                </c:pt>
                <c:pt idx="2356">
                  <c:v>470.78235439999997</c:v>
                </c:pt>
                <c:pt idx="2357">
                  <c:v>470.79149100000001</c:v>
                </c:pt>
                <c:pt idx="2358">
                  <c:v>470.91117600000001</c:v>
                </c:pt>
                <c:pt idx="2359">
                  <c:v>470.97004249999998</c:v>
                </c:pt>
                <c:pt idx="2360">
                  <c:v>471.6304116</c:v>
                </c:pt>
                <c:pt idx="2361">
                  <c:v>471.77888919999998</c:v>
                </c:pt>
                <c:pt idx="2362">
                  <c:v>471.78750630000002</c:v>
                </c:pt>
                <c:pt idx="2363">
                  <c:v>471.90749740000001</c:v>
                </c:pt>
                <c:pt idx="2364">
                  <c:v>471.96636769999998</c:v>
                </c:pt>
                <c:pt idx="2365">
                  <c:v>472.63870850000001</c:v>
                </c:pt>
                <c:pt idx="2366">
                  <c:v>472.78138100000001</c:v>
                </c:pt>
                <c:pt idx="2367">
                  <c:v>472.78382470000003</c:v>
                </c:pt>
                <c:pt idx="2368">
                  <c:v>472.90761659999998</c:v>
                </c:pt>
                <c:pt idx="2369">
                  <c:v>472.97285060000002</c:v>
                </c:pt>
                <c:pt idx="2370">
                  <c:v>473.6365131</c:v>
                </c:pt>
                <c:pt idx="2371">
                  <c:v>473.78177110000001</c:v>
                </c:pt>
                <c:pt idx="2372">
                  <c:v>473.90566960000001</c:v>
                </c:pt>
                <c:pt idx="2373">
                  <c:v>473.96998550000001</c:v>
                </c:pt>
                <c:pt idx="2374">
                  <c:v>474.0180479</c:v>
                </c:pt>
                <c:pt idx="2375">
                  <c:v>474.63566359999999</c:v>
                </c:pt>
                <c:pt idx="2376">
                  <c:v>474.7781445</c:v>
                </c:pt>
                <c:pt idx="2377">
                  <c:v>474.78676789999997</c:v>
                </c:pt>
                <c:pt idx="2378">
                  <c:v>474.90975550000002</c:v>
                </c:pt>
                <c:pt idx="2379">
                  <c:v>474.97143690000001</c:v>
                </c:pt>
                <c:pt idx="2380">
                  <c:v>475.63516429999999</c:v>
                </c:pt>
                <c:pt idx="2381">
                  <c:v>475.78469899999999</c:v>
                </c:pt>
                <c:pt idx="2382">
                  <c:v>475.78569220000003</c:v>
                </c:pt>
                <c:pt idx="2383">
                  <c:v>475.90541639999998</c:v>
                </c:pt>
                <c:pt idx="2384">
                  <c:v>475.96958260000002</c:v>
                </c:pt>
                <c:pt idx="2385">
                  <c:v>476.6334966</c:v>
                </c:pt>
                <c:pt idx="2386">
                  <c:v>476.78239860000002</c:v>
                </c:pt>
                <c:pt idx="2387">
                  <c:v>476.7837126</c:v>
                </c:pt>
                <c:pt idx="2388">
                  <c:v>476.90482170000001</c:v>
                </c:pt>
                <c:pt idx="2389">
                  <c:v>476.97122009999998</c:v>
                </c:pt>
                <c:pt idx="2390">
                  <c:v>477.63868919999999</c:v>
                </c:pt>
                <c:pt idx="2391">
                  <c:v>477.78337629999999</c:v>
                </c:pt>
                <c:pt idx="2392">
                  <c:v>477.7879284</c:v>
                </c:pt>
                <c:pt idx="2393">
                  <c:v>477.90337399999999</c:v>
                </c:pt>
                <c:pt idx="2394">
                  <c:v>477.96856680000002</c:v>
                </c:pt>
                <c:pt idx="2395">
                  <c:v>478.64216110000001</c:v>
                </c:pt>
                <c:pt idx="2396">
                  <c:v>478.78357160000002</c:v>
                </c:pt>
                <c:pt idx="2397">
                  <c:v>478.78764460000002</c:v>
                </c:pt>
                <c:pt idx="2398">
                  <c:v>478.90229549999998</c:v>
                </c:pt>
                <c:pt idx="2399">
                  <c:v>478.9685073</c:v>
                </c:pt>
                <c:pt idx="2400">
                  <c:v>479.63974630000001</c:v>
                </c:pt>
                <c:pt idx="2401">
                  <c:v>479.78453789999998</c:v>
                </c:pt>
                <c:pt idx="2402">
                  <c:v>479.78772950000001</c:v>
                </c:pt>
                <c:pt idx="2403">
                  <c:v>479.90595439999998</c:v>
                </c:pt>
                <c:pt idx="2404">
                  <c:v>479.9656827</c:v>
                </c:pt>
                <c:pt idx="2405">
                  <c:v>480.63813190000002</c:v>
                </c:pt>
                <c:pt idx="2406">
                  <c:v>480.78223009999999</c:v>
                </c:pt>
                <c:pt idx="2407">
                  <c:v>480.7881314</c:v>
                </c:pt>
                <c:pt idx="2408">
                  <c:v>480.90253339999998</c:v>
                </c:pt>
                <c:pt idx="2409">
                  <c:v>480.9662553</c:v>
                </c:pt>
                <c:pt idx="2410">
                  <c:v>481.63938510000003</c:v>
                </c:pt>
                <c:pt idx="2411">
                  <c:v>481.78026620000003</c:v>
                </c:pt>
                <c:pt idx="2412">
                  <c:v>481.78748610000002</c:v>
                </c:pt>
                <c:pt idx="2413">
                  <c:v>481.90297040000002</c:v>
                </c:pt>
                <c:pt idx="2414">
                  <c:v>481.96584580000001</c:v>
                </c:pt>
                <c:pt idx="2415">
                  <c:v>482.63542200000001</c:v>
                </c:pt>
                <c:pt idx="2416">
                  <c:v>482.7824311</c:v>
                </c:pt>
                <c:pt idx="2417">
                  <c:v>482.78750059999999</c:v>
                </c:pt>
                <c:pt idx="2418">
                  <c:v>482.90563630000003</c:v>
                </c:pt>
                <c:pt idx="2419">
                  <c:v>482.97018589999999</c:v>
                </c:pt>
                <c:pt idx="2420">
                  <c:v>483.64038829999998</c:v>
                </c:pt>
                <c:pt idx="2421">
                  <c:v>483.78011500000002</c:v>
                </c:pt>
                <c:pt idx="2422">
                  <c:v>483.78643520000003</c:v>
                </c:pt>
                <c:pt idx="2423">
                  <c:v>483.9027471</c:v>
                </c:pt>
                <c:pt idx="2424">
                  <c:v>483.96848030000001</c:v>
                </c:pt>
                <c:pt idx="2425">
                  <c:v>484.63707449999998</c:v>
                </c:pt>
                <c:pt idx="2426">
                  <c:v>484.77433980000001</c:v>
                </c:pt>
                <c:pt idx="2427">
                  <c:v>484.7846715</c:v>
                </c:pt>
                <c:pt idx="2428">
                  <c:v>484.9049498</c:v>
                </c:pt>
                <c:pt idx="2429">
                  <c:v>484.96866560000001</c:v>
                </c:pt>
                <c:pt idx="2430">
                  <c:v>485.64368000000002</c:v>
                </c:pt>
                <c:pt idx="2431">
                  <c:v>485.77832219999999</c:v>
                </c:pt>
                <c:pt idx="2432">
                  <c:v>485.78444810000002</c:v>
                </c:pt>
                <c:pt idx="2433">
                  <c:v>485.90787019999999</c:v>
                </c:pt>
                <c:pt idx="2434">
                  <c:v>485.97843699999999</c:v>
                </c:pt>
                <c:pt idx="2435">
                  <c:v>486.64344130000001</c:v>
                </c:pt>
                <c:pt idx="2436">
                  <c:v>486.78446100000002</c:v>
                </c:pt>
                <c:pt idx="2437">
                  <c:v>486.7855601</c:v>
                </c:pt>
                <c:pt idx="2438">
                  <c:v>486.90830879999999</c:v>
                </c:pt>
                <c:pt idx="2439">
                  <c:v>486.97016589999998</c:v>
                </c:pt>
                <c:pt idx="2440">
                  <c:v>487.64155419999997</c:v>
                </c:pt>
                <c:pt idx="2441">
                  <c:v>487.7821156</c:v>
                </c:pt>
                <c:pt idx="2442">
                  <c:v>487.78360420000001</c:v>
                </c:pt>
                <c:pt idx="2443">
                  <c:v>487.90634260000002</c:v>
                </c:pt>
                <c:pt idx="2444">
                  <c:v>487.96589360000002</c:v>
                </c:pt>
                <c:pt idx="2445">
                  <c:v>488.64130340000003</c:v>
                </c:pt>
                <c:pt idx="2446">
                  <c:v>488.78310190000002</c:v>
                </c:pt>
                <c:pt idx="2447">
                  <c:v>488.78597869999999</c:v>
                </c:pt>
                <c:pt idx="2448">
                  <c:v>488.90502049999998</c:v>
                </c:pt>
                <c:pt idx="2449">
                  <c:v>488.96824420000002</c:v>
                </c:pt>
                <c:pt idx="2450">
                  <c:v>489.64168009999997</c:v>
                </c:pt>
                <c:pt idx="2451">
                  <c:v>489.78083989999999</c:v>
                </c:pt>
                <c:pt idx="2452">
                  <c:v>489.7823234</c:v>
                </c:pt>
                <c:pt idx="2453">
                  <c:v>489.90492410000002</c:v>
                </c:pt>
                <c:pt idx="2454">
                  <c:v>489.9655846</c:v>
                </c:pt>
                <c:pt idx="2455">
                  <c:v>490.63786800000003</c:v>
                </c:pt>
                <c:pt idx="2456">
                  <c:v>490.78395319999998</c:v>
                </c:pt>
                <c:pt idx="2457">
                  <c:v>490.78701819999998</c:v>
                </c:pt>
                <c:pt idx="2458">
                  <c:v>490.90743020000002</c:v>
                </c:pt>
                <c:pt idx="2459">
                  <c:v>490.96628779999998</c:v>
                </c:pt>
                <c:pt idx="2460">
                  <c:v>491.63787789999998</c:v>
                </c:pt>
                <c:pt idx="2461">
                  <c:v>491.78276440000002</c:v>
                </c:pt>
                <c:pt idx="2462">
                  <c:v>491.78410129999997</c:v>
                </c:pt>
                <c:pt idx="2463">
                  <c:v>491.90255459999997</c:v>
                </c:pt>
                <c:pt idx="2464">
                  <c:v>491.96603950000002</c:v>
                </c:pt>
                <c:pt idx="2465">
                  <c:v>492.63765760000001</c:v>
                </c:pt>
                <c:pt idx="2466">
                  <c:v>492.7786524</c:v>
                </c:pt>
                <c:pt idx="2467">
                  <c:v>492.78740169999998</c:v>
                </c:pt>
                <c:pt idx="2468">
                  <c:v>492.90255660000003</c:v>
                </c:pt>
                <c:pt idx="2469">
                  <c:v>492.96617600000002</c:v>
                </c:pt>
                <c:pt idx="2470">
                  <c:v>493.6347955</c:v>
                </c:pt>
                <c:pt idx="2471">
                  <c:v>493.7778027</c:v>
                </c:pt>
                <c:pt idx="2472">
                  <c:v>493.79048180000001</c:v>
                </c:pt>
                <c:pt idx="2473">
                  <c:v>493.90191850000002</c:v>
                </c:pt>
                <c:pt idx="2474">
                  <c:v>493.96842670000001</c:v>
                </c:pt>
                <c:pt idx="2475">
                  <c:v>494.64230559999999</c:v>
                </c:pt>
                <c:pt idx="2476">
                  <c:v>494.77781700000003</c:v>
                </c:pt>
                <c:pt idx="2477">
                  <c:v>494.78655400000002</c:v>
                </c:pt>
                <c:pt idx="2478">
                  <c:v>494.90511720000001</c:v>
                </c:pt>
                <c:pt idx="2479">
                  <c:v>494.97614909999999</c:v>
                </c:pt>
                <c:pt idx="2480">
                  <c:v>495.64012830000001</c:v>
                </c:pt>
                <c:pt idx="2481">
                  <c:v>495.78152060000002</c:v>
                </c:pt>
                <c:pt idx="2482">
                  <c:v>495.78263820000001</c:v>
                </c:pt>
                <c:pt idx="2483">
                  <c:v>495.9029635</c:v>
                </c:pt>
                <c:pt idx="2484">
                  <c:v>495.98224060000001</c:v>
                </c:pt>
                <c:pt idx="2485">
                  <c:v>496.64388630000002</c:v>
                </c:pt>
                <c:pt idx="2486">
                  <c:v>496.7811304</c:v>
                </c:pt>
                <c:pt idx="2487">
                  <c:v>496.78612559999999</c:v>
                </c:pt>
                <c:pt idx="2488">
                  <c:v>496.90674949999999</c:v>
                </c:pt>
                <c:pt idx="2489">
                  <c:v>496.97773410000002</c:v>
                </c:pt>
                <c:pt idx="2490">
                  <c:v>497.6400347</c:v>
                </c:pt>
                <c:pt idx="2491">
                  <c:v>497.78438160000002</c:v>
                </c:pt>
                <c:pt idx="2492">
                  <c:v>497.78516150000002</c:v>
                </c:pt>
                <c:pt idx="2493">
                  <c:v>497.90758240000002</c:v>
                </c:pt>
                <c:pt idx="2494">
                  <c:v>497.97805219999998</c:v>
                </c:pt>
                <c:pt idx="2495">
                  <c:v>498.64218240000002</c:v>
                </c:pt>
                <c:pt idx="2496">
                  <c:v>498.78233449999999</c:v>
                </c:pt>
                <c:pt idx="2497">
                  <c:v>498.7826895</c:v>
                </c:pt>
                <c:pt idx="2498">
                  <c:v>498.90795129999998</c:v>
                </c:pt>
                <c:pt idx="2499">
                  <c:v>498.97051970000001</c:v>
                </c:pt>
                <c:pt idx="2500">
                  <c:v>499.64229169999999</c:v>
                </c:pt>
                <c:pt idx="2501">
                  <c:v>499.78262080000002</c:v>
                </c:pt>
                <c:pt idx="2502">
                  <c:v>499.78459370000002</c:v>
                </c:pt>
                <c:pt idx="2503">
                  <c:v>499.90673579999998</c:v>
                </c:pt>
                <c:pt idx="2504">
                  <c:v>499.97663460000001</c:v>
                </c:pt>
                <c:pt idx="2505">
                  <c:v>500.64024910000001</c:v>
                </c:pt>
                <c:pt idx="2506">
                  <c:v>500.78594420000002</c:v>
                </c:pt>
                <c:pt idx="2507">
                  <c:v>500.78635659999998</c:v>
                </c:pt>
                <c:pt idx="2508">
                  <c:v>500.90492010000003</c:v>
                </c:pt>
                <c:pt idx="2509">
                  <c:v>500.9747911</c:v>
                </c:pt>
                <c:pt idx="2510">
                  <c:v>501.63596589999997</c:v>
                </c:pt>
                <c:pt idx="2511">
                  <c:v>501.78127940000002</c:v>
                </c:pt>
                <c:pt idx="2512">
                  <c:v>501.78203180000003</c:v>
                </c:pt>
                <c:pt idx="2513">
                  <c:v>501.90616660000001</c:v>
                </c:pt>
                <c:pt idx="2514">
                  <c:v>501.96616349999999</c:v>
                </c:pt>
                <c:pt idx="2515">
                  <c:v>502.6378163</c:v>
                </c:pt>
                <c:pt idx="2516">
                  <c:v>502.781339</c:v>
                </c:pt>
                <c:pt idx="2517">
                  <c:v>502.78232430000003</c:v>
                </c:pt>
                <c:pt idx="2518">
                  <c:v>502.90463089999997</c:v>
                </c:pt>
                <c:pt idx="2519">
                  <c:v>502.97120960000001</c:v>
                </c:pt>
                <c:pt idx="2520">
                  <c:v>503.63935129999999</c:v>
                </c:pt>
                <c:pt idx="2521">
                  <c:v>503.77605999999997</c:v>
                </c:pt>
                <c:pt idx="2522">
                  <c:v>503.786046</c:v>
                </c:pt>
                <c:pt idx="2523">
                  <c:v>503.90213240000003</c:v>
                </c:pt>
                <c:pt idx="2524">
                  <c:v>503.96594870000001</c:v>
                </c:pt>
                <c:pt idx="2525">
                  <c:v>504.6347232</c:v>
                </c:pt>
                <c:pt idx="2526">
                  <c:v>504.78236609999999</c:v>
                </c:pt>
                <c:pt idx="2527">
                  <c:v>504.78560720000002</c:v>
                </c:pt>
                <c:pt idx="2528">
                  <c:v>504.90386389999998</c:v>
                </c:pt>
                <c:pt idx="2529">
                  <c:v>504.96838120000001</c:v>
                </c:pt>
                <c:pt idx="2530">
                  <c:v>505.64200579999999</c:v>
                </c:pt>
                <c:pt idx="2531">
                  <c:v>505.78194250000001</c:v>
                </c:pt>
                <c:pt idx="2532">
                  <c:v>505.78758540000001</c:v>
                </c:pt>
                <c:pt idx="2533">
                  <c:v>505.90241420000001</c:v>
                </c:pt>
                <c:pt idx="2534">
                  <c:v>505.98324480000002</c:v>
                </c:pt>
                <c:pt idx="2535">
                  <c:v>506.63834830000002</c:v>
                </c:pt>
                <c:pt idx="2536">
                  <c:v>506.78773369999999</c:v>
                </c:pt>
                <c:pt idx="2537">
                  <c:v>506.79313839999998</c:v>
                </c:pt>
                <c:pt idx="2538">
                  <c:v>506.90224519999998</c:v>
                </c:pt>
                <c:pt idx="2539">
                  <c:v>506.96667930000001</c:v>
                </c:pt>
                <c:pt idx="2540">
                  <c:v>507.64600719999999</c:v>
                </c:pt>
                <c:pt idx="2541">
                  <c:v>507.77881969999999</c:v>
                </c:pt>
                <c:pt idx="2542">
                  <c:v>507.78330360000001</c:v>
                </c:pt>
                <c:pt idx="2543">
                  <c:v>507.90795580000002</c:v>
                </c:pt>
                <c:pt idx="2544">
                  <c:v>507.9791199</c:v>
                </c:pt>
                <c:pt idx="2545">
                  <c:v>508.64067899999998</c:v>
                </c:pt>
                <c:pt idx="2546">
                  <c:v>508.77657240000002</c:v>
                </c:pt>
                <c:pt idx="2547">
                  <c:v>508.78545550000001</c:v>
                </c:pt>
                <c:pt idx="2548">
                  <c:v>508.90502450000002</c:v>
                </c:pt>
                <c:pt idx="2549">
                  <c:v>508.97126759999998</c:v>
                </c:pt>
                <c:pt idx="2550">
                  <c:v>509.64369269999997</c:v>
                </c:pt>
                <c:pt idx="2551">
                  <c:v>509.78213340000002</c:v>
                </c:pt>
                <c:pt idx="2552">
                  <c:v>509.78437070000001</c:v>
                </c:pt>
                <c:pt idx="2553">
                  <c:v>509.91193729999998</c:v>
                </c:pt>
                <c:pt idx="2554">
                  <c:v>509.97312890000001</c:v>
                </c:pt>
                <c:pt idx="2555">
                  <c:v>510.65225989999999</c:v>
                </c:pt>
                <c:pt idx="2556">
                  <c:v>510.78194259999998</c:v>
                </c:pt>
                <c:pt idx="2557">
                  <c:v>510.78223919999999</c:v>
                </c:pt>
                <c:pt idx="2558">
                  <c:v>510.90756909999999</c:v>
                </c:pt>
                <c:pt idx="2559">
                  <c:v>510.97126429999997</c:v>
                </c:pt>
                <c:pt idx="2560">
                  <c:v>511.64028250000001</c:v>
                </c:pt>
                <c:pt idx="2561">
                  <c:v>511.78238470000002</c:v>
                </c:pt>
                <c:pt idx="2562">
                  <c:v>511.78356400000001</c:v>
                </c:pt>
                <c:pt idx="2563">
                  <c:v>511.90789050000001</c:v>
                </c:pt>
                <c:pt idx="2564">
                  <c:v>511.9692824</c:v>
                </c:pt>
                <c:pt idx="2565">
                  <c:v>512.63700500000004</c:v>
                </c:pt>
                <c:pt idx="2566">
                  <c:v>512.78124170000001</c:v>
                </c:pt>
                <c:pt idx="2567">
                  <c:v>512.78230350000001</c:v>
                </c:pt>
                <c:pt idx="2568">
                  <c:v>512.9040847</c:v>
                </c:pt>
                <c:pt idx="2569">
                  <c:v>512.9723103</c:v>
                </c:pt>
                <c:pt idx="2570">
                  <c:v>513.63457630000005</c:v>
                </c:pt>
                <c:pt idx="2571">
                  <c:v>513.77779169999997</c:v>
                </c:pt>
                <c:pt idx="2572">
                  <c:v>513.78203910000002</c:v>
                </c:pt>
                <c:pt idx="2573">
                  <c:v>513.90504959999998</c:v>
                </c:pt>
                <c:pt idx="2574">
                  <c:v>513.96755399999995</c:v>
                </c:pt>
                <c:pt idx="2575">
                  <c:v>514.63966230000005</c:v>
                </c:pt>
                <c:pt idx="2576">
                  <c:v>514.77576590000001</c:v>
                </c:pt>
                <c:pt idx="2577">
                  <c:v>514.78249340000002</c:v>
                </c:pt>
                <c:pt idx="2578">
                  <c:v>514.9050929</c:v>
                </c:pt>
                <c:pt idx="2579">
                  <c:v>514.96765089999997</c:v>
                </c:pt>
                <c:pt idx="2580">
                  <c:v>515.63314030000004</c:v>
                </c:pt>
                <c:pt idx="2581">
                  <c:v>515.77560700000004</c:v>
                </c:pt>
                <c:pt idx="2582">
                  <c:v>515.78468220000002</c:v>
                </c:pt>
                <c:pt idx="2583">
                  <c:v>515.90271740000003</c:v>
                </c:pt>
                <c:pt idx="2584">
                  <c:v>515.96629859999996</c:v>
                </c:pt>
                <c:pt idx="2585">
                  <c:v>516.63851239999997</c:v>
                </c:pt>
                <c:pt idx="2586">
                  <c:v>516.77851729999998</c:v>
                </c:pt>
                <c:pt idx="2587">
                  <c:v>516.78867479999997</c:v>
                </c:pt>
                <c:pt idx="2588">
                  <c:v>516.90669960000002</c:v>
                </c:pt>
                <c:pt idx="2589">
                  <c:v>516.96578720000002</c:v>
                </c:pt>
                <c:pt idx="2590">
                  <c:v>517.64311520000001</c:v>
                </c:pt>
                <c:pt idx="2591">
                  <c:v>517.78028370000004</c:v>
                </c:pt>
                <c:pt idx="2592">
                  <c:v>517.78575790000002</c:v>
                </c:pt>
                <c:pt idx="2593">
                  <c:v>517.90276679999999</c:v>
                </c:pt>
                <c:pt idx="2594">
                  <c:v>517.96625779999999</c:v>
                </c:pt>
                <c:pt idx="2595">
                  <c:v>518.64394270000003</c:v>
                </c:pt>
                <c:pt idx="2596">
                  <c:v>518.78168559999995</c:v>
                </c:pt>
                <c:pt idx="2597">
                  <c:v>518.78271089999998</c:v>
                </c:pt>
                <c:pt idx="2598">
                  <c:v>518.9074415</c:v>
                </c:pt>
                <c:pt idx="2599">
                  <c:v>518.96889669999996</c:v>
                </c:pt>
                <c:pt idx="2600">
                  <c:v>519.63593719999994</c:v>
                </c:pt>
                <c:pt idx="2601">
                  <c:v>519.77743399999997</c:v>
                </c:pt>
                <c:pt idx="2602">
                  <c:v>519.78473140000006</c:v>
                </c:pt>
                <c:pt idx="2603">
                  <c:v>519.9052054</c:v>
                </c:pt>
                <c:pt idx="2604">
                  <c:v>519.96730600000001</c:v>
                </c:pt>
                <c:pt idx="2605">
                  <c:v>520.63592359999996</c:v>
                </c:pt>
                <c:pt idx="2606">
                  <c:v>520.78389019999997</c:v>
                </c:pt>
                <c:pt idx="2607">
                  <c:v>520.79310050000004</c:v>
                </c:pt>
                <c:pt idx="2608">
                  <c:v>520.90477910000004</c:v>
                </c:pt>
                <c:pt idx="2609">
                  <c:v>520.97159780000004</c:v>
                </c:pt>
                <c:pt idx="2610">
                  <c:v>521.69691920000002</c:v>
                </c:pt>
                <c:pt idx="2611">
                  <c:v>521.7799536</c:v>
                </c:pt>
                <c:pt idx="2612">
                  <c:v>521.78476439999997</c:v>
                </c:pt>
                <c:pt idx="2613">
                  <c:v>521.91470760000004</c:v>
                </c:pt>
                <c:pt idx="2614">
                  <c:v>521.97178829999996</c:v>
                </c:pt>
                <c:pt idx="2615">
                  <c:v>522.63360690000002</c:v>
                </c:pt>
                <c:pt idx="2616">
                  <c:v>522.78192660000002</c:v>
                </c:pt>
                <c:pt idx="2617">
                  <c:v>522.79281760000003</c:v>
                </c:pt>
                <c:pt idx="2618">
                  <c:v>522.91356580000001</c:v>
                </c:pt>
                <c:pt idx="2619">
                  <c:v>522.97113220000006</c:v>
                </c:pt>
                <c:pt idx="2620">
                  <c:v>523.63034619999996</c:v>
                </c:pt>
                <c:pt idx="2621">
                  <c:v>523.77879110000003</c:v>
                </c:pt>
                <c:pt idx="2622">
                  <c:v>523.78220680000004</c:v>
                </c:pt>
                <c:pt idx="2623">
                  <c:v>523.90927690000001</c:v>
                </c:pt>
                <c:pt idx="2624">
                  <c:v>523.97375880000004</c:v>
                </c:pt>
                <c:pt idx="2625">
                  <c:v>524.63188950000006</c:v>
                </c:pt>
                <c:pt idx="2626">
                  <c:v>524.77738079999995</c:v>
                </c:pt>
                <c:pt idx="2627">
                  <c:v>524.78246960000001</c:v>
                </c:pt>
                <c:pt idx="2628">
                  <c:v>524.91408249999995</c:v>
                </c:pt>
                <c:pt idx="2629">
                  <c:v>524.97128729999997</c:v>
                </c:pt>
                <c:pt idx="2630">
                  <c:v>525.63474559999997</c:v>
                </c:pt>
                <c:pt idx="2631">
                  <c:v>525.77841590000003</c:v>
                </c:pt>
                <c:pt idx="2632">
                  <c:v>525.78516590000004</c:v>
                </c:pt>
                <c:pt idx="2633">
                  <c:v>525.91417130000002</c:v>
                </c:pt>
                <c:pt idx="2634">
                  <c:v>525.97057029999996</c:v>
                </c:pt>
                <c:pt idx="2635">
                  <c:v>526.63914750000004</c:v>
                </c:pt>
                <c:pt idx="2636">
                  <c:v>526.77917809999997</c:v>
                </c:pt>
                <c:pt idx="2637">
                  <c:v>526.79251650000003</c:v>
                </c:pt>
                <c:pt idx="2638">
                  <c:v>526.91246149999995</c:v>
                </c:pt>
                <c:pt idx="2639">
                  <c:v>526.96790380000004</c:v>
                </c:pt>
                <c:pt idx="2640">
                  <c:v>527.63725380000005</c:v>
                </c:pt>
                <c:pt idx="2641">
                  <c:v>527.78080560000001</c:v>
                </c:pt>
                <c:pt idx="2642">
                  <c:v>527.79524800000002</c:v>
                </c:pt>
                <c:pt idx="2643">
                  <c:v>527.90274009999996</c:v>
                </c:pt>
                <c:pt idx="2644">
                  <c:v>527.96860079999999</c:v>
                </c:pt>
                <c:pt idx="2645">
                  <c:v>528.64164000000005</c:v>
                </c:pt>
                <c:pt idx="2646">
                  <c:v>528.78170109999996</c:v>
                </c:pt>
                <c:pt idx="2647">
                  <c:v>528.79417860000001</c:v>
                </c:pt>
                <c:pt idx="2648">
                  <c:v>528.90331000000003</c:v>
                </c:pt>
                <c:pt idx="2649">
                  <c:v>528.96828010000002</c:v>
                </c:pt>
                <c:pt idx="2650">
                  <c:v>529.64330540000003</c:v>
                </c:pt>
                <c:pt idx="2651">
                  <c:v>529.77577289999999</c:v>
                </c:pt>
                <c:pt idx="2652">
                  <c:v>529.79180829999996</c:v>
                </c:pt>
                <c:pt idx="2653">
                  <c:v>529.90786869999999</c:v>
                </c:pt>
                <c:pt idx="2654">
                  <c:v>529.96829930000001</c:v>
                </c:pt>
                <c:pt idx="2655">
                  <c:v>530.64144529999999</c:v>
                </c:pt>
                <c:pt idx="2656">
                  <c:v>530.78436509999995</c:v>
                </c:pt>
                <c:pt idx="2657">
                  <c:v>530.79075399999999</c:v>
                </c:pt>
                <c:pt idx="2658">
                  <c:v>530.90499929999999</c:v>
                </c:pt>
                <c:pt idx="2659">
                  <c:v>530.99979340000004</c:v>
                </c:pt>
                <c:pt idx="2660">
                  <c:v>531.63909130000002</c:v>
                </c:pt>
                <c:pt idx="2661">
                  <c:v>531.78173809999998</c:v>
                </c:pt>
                <c:pt idx="2662">
                  <c:v>531.79227270000001</c:v>
                </c:pt>
                <c:pt idx="2663">
                  <c:v>531.91298640000002</c:v>
                </c:pt>
                <c:pt idx="2664">
                  <c:v>531.96929050000006</c:v>
                </c:pt>
                <c:pt idx="2665">
                  <c:v>532.63534119999997</c:v>
                </c:pt>
                <c:pt idx="2666">
                  <c:v>532.77723049999997</c:v>
                </c:pt>
                <c:pt idx="2667">
                  <c:v>532.788499</c:v>
                </c:pt>
                <c:pt idx="2668">
                  <c:v>532.91414239999995</c:v>
                </c:pt>
                <c:pt idx="2669">
                  <c:v>532.96584170000006</c:v>
                </c:pt>
                <c:pt idx="2670">
                  <c:v>533.63191589999997</c:v>
                </c:pt>
                <c:pt idx="2671">
                  <c:v>533.77478259999998</c:v>
                </c:pt>
                <c:pt idx="2672">
                  <c:v>533.78954160000001</c:v>
                </c:pt>
                <c:pt idx="2673">
                  <c:v>533.91421409999998</c:v>
                </c:pt>
                <c:pt idx="2674">
                  <c:v>533.97505390000003</c:v>
                </c:pt>
                <c:pt idx="2675">
                  <c:v>534.63036539999996</c:v>
                </c:pt>
                <c:pt idx="2676">
                  <c:v>534.77475909999998</c:v>
                </c:pt>
                <c:pt idx="2677">
                  <c:v>534.79213560000005</c:v>
                </c:pt>
                <c:pt idx="2678">
                  <c:v>534.90877030000001</c:v>
                </c:pt>
                <c:pt idx="2679">
                  <c:v>534.97383390000005</c:v>
                </c:pt>
                <c:pt idx="2680">
                  <c:v>535.63178549999998</c:v>
                </c:pt>
                <c:pt idx="2681">
                  <c:v>535.77264209999998</c:v>
                </c:pt>
                <c:pt idx="2682">
                  <c:v>535.78887950000001</c:v>
                </c:pt>
                <c:pt idx="2683">
                  <c:v>535.91133019999995</c:v>
                </c:pt>
                <c:pt idx="2684">
                  <c:v>535.98056350000002</c:v>
                </c:pt>
                <c:pt idx="2685">
                  <c:v>536.63465389999999</c:v>
                </c:pt>
                <c:pt idx="2686">
                  <c:v>536.77234299999998</c:v>
                </c:pt>
                <c:pt idx="2687">
                  <c:v>536.79834979999998</c:v>
                </c:pt>
                <c:pt idx="2688">
                  <c:v>536.91215590000002</c:v>
                </c:pt>
                <c:pt idx="2689">
                  <c:v>536.97691650000002</c:v>
                </c:pt>
                <c:pt idx="2690">
                  <c:v>537.63067799999999</c:v>
                </c:pt>
                <c:pt idx="2691">
                  <c:v>537.77185829999996</c:v>
                </c:pt>
                <c:pt idx="2692">
                  <c:v>537.79287139999997</c:v>
                </c:pt>
                <c:pt idx="2693">
                  <c:v>537.91012090000004</c:v>
                </c:pt>
                <c:pt idx="2694">
                  <c:v>537.97850240000002</c:v>
                </c:pt>
                <c:pt idx="2695">
                  <c:v>538.63574249999999</c:v>
                </c:pt>
                <c:pt idx="2696">
                  <c:v>538.77285280000001</c:v>
                </c:pt>
                <c:pt idx="2697">
                  <c:v>538.78806520000001</c:v>
                </c:pt>
                <c:pt idx="2698">
                  <c:v>538.90884670000003</c:v>
                </c:pt>
                <c:pt idx="2699">
                  <c:v>538.97913860000006</c:v>
                </c:pt>
                <c:pt idx="2700">
                  <c:v>539.63325310000005</c:v>
                </c:pt>
                <c:pt idx="2701">
                  <c:v>539.77465700000005</c:v>
                </c:pt>
                <c:pt idx="2702">
                  <c:v>539.7866755</c:v>
                </c:pt>
                <c:pt idx="2703">
                  <c:v>539.90634260000002</c:v>
                </c:pt>
                <c:pt idx="2704">
                  <c:v>539.9745097</c:v>
                </c:pt>
                <c:pt idx="2705">
                  <c:v>540.63648509999996</c:v>
                </c:pt>
                <c:pt idx="2706">
                  <c:v>540.77270999999996</c:v>
                </c:pt>
                <c:pt idx="2707">
                  <c:v>540.79016999999999</c:v>
                </c:pt>
                <c:pt idx="2708">
                  <c:v>540.90584000000001</c:v>
                </c:pt>
                <c:pt idx="2709">
                  <c:v>540.9760685</c:v>
                </c:pt>
                <c:pt idx="2710">
                  <c:v>541.63541429999998</c:v>
                </c:pt>
                <c:pt idx="2711">
                  <c:v>541.77927950000003</c:v>
                </c:pt>
                <c:pt idx="2712">
                  <c:v>541.78549069999997</c:v>
                </c:pt>
                <c:pt idx="2713">
                  <c:v>541.90877490000003</c:v>
                </c:pt>
                <c:pt idx="2714">
                  <c:v>541.97511829999996</c:v>
                </c:pt>
                <c:pt idx="2715">
                  <c:v>542.6439633</c:v>
                </c:pt>
                <c:pt idx="2716">
                  <c:v>542.77723730000002</c:v>
                </c:pt>
                <c:pt idx="2717">
                  <c:v>542.78197160000002</c:v>
                </c:pt>
                <c:pt idx="2718">
                  <c:v>542.90336779999996</c:v>
                </c:pt>
                <c:pt idx="2719">
                  <c:v>542.9691133</c:v>
                </c:pt>
                <c:pt idx="2720">
                  <c:v>543.63694880000003</c:v>
                </c:pt>
                <c:pt idx="2721">
                  <c:v>543.77322939999999</c:v>
                </c:pt>
                <c:pt idx="2722">
                  <c:v>543.78436199999999</c:v>
                </c:pt>
                <c:pt idx="2723">
                  <c:v>543.9098371</c:v>
                </c:pt>
                <c:pt idx="2724">
                  <c:v>543.97164359999999</c:v>
                </c:pt>
                <c:pt idx="2725">
                  <c:v>544.63359590000005</c:v>
                </c:pt>
                <c:pt idx="2726">
                  <c:v>544.7747468</c:v>
                </c:pt>
                <c:pt idx="2727">
                  <c:v>544.78797039999995</c:v>
                </c:pt>
                <c:pt idx="2728">
                  <c:v>544.90771619999998</c:v>
                </c:pt>
                <c:pt idx="2729">
                  <c:v>544.96866409999996</c:v>
                </c:pt>
                <c:pt idx="2730">
                  <c:v>545.63265130000002</c:v>
                </c:pt>
                <c:pt idx="2731">
                  <c:v>545.77443070000004</c:v>
                </c:pt>
                <c:pt idx="2732">
                  <c:v>545.79247989999999</c:v>
                </c:pt>
                <c:pt idx="2733">
                  <c:v>545.90908709999997</c:v>
                </c:pt>
                <c:pt idx="2734">
                  <c:v>545.96911420000004</c:v>
                </c:pt>
                <c:pt idx="2735">
                  <c:v>546.63040079999996</c:v>
                </c:pt>
                <c:pt idx="2736">
                  <c:v>546.77289949999999</c:v>
                </c:pt>
                <c:pt idx="2737">
                  <c:v>546.79365629999995</c:v>
                </c:pt>
                <c:pt idx="2738">
                  <c:v>546.90916319999997</c:v>
                </c:pt>
                <c:pt idx="2739">
                  <c:v>546.96846430000005</c:v>
                </c:pt>
                <c:pt idx="2740">
                  <c:v>547.63150050000002</c:v>
                </c:pt>
                <c:pt idx="2741">
                  <c:v>547.77483889999996</c:v>
                </c:pt>
                <c:pt idx="2742">
                  <c:v>547.80259650000005</c:v>
                </c:pt>
                <c:pt idx="2743">
                  <c:v>547.90512590000003</c:v>
                </c:pt>
                <c:pt idx="2744">
                  <c:v>547.97483620000003</c:v>
                </c:pt>
                <c:pt idx="2745">
                  <c:v>548.63070189999996</c:v>
                </c:pt>
                <c:pt idx="2746">
                  <c:v>548.7761352</c:v>
                </c:pt>
                <c:pt idx="2747">
                  <c:v>548.79308360000005</c:v>
                </c:pt>
                <c:pt idx="2748">
                  <c:v>548.90525609999997</c:v>
                </c:pt>
                <c:pt idx="2749">
                  <c:v>548.97121609999999</c:v>
                </c:pt>
                <c:pt idx="2750">
                  <c:v>549.63032980000003</c:v>
                </c:pt>
                <c:pt idx="2751">
                  <c:v>549.77534349999996</c:v>
                </c:pt>
                <c:pt idx="2752">
                  <c:v>549.79533879999997</c:v>
                </c:pt>
                <c:pt idx="2753">
                  <c:v>549.90638230000002</c:v>
                </c:pt>
                <c:pt idx="2754">
                  <c:v>549.9727719</c:v>
                </c:pt>
                <c:pt idx="2755">
                  <c:v>550.63515299999995</c:v>
                </c:pt>
                <c:pt idx="2756">
                  <c:v>550.77711539999996</c:v>
                </c:pt>
                <c:pt idx="2757">
                  <c:v>550.79319810000004</c:v>
                </c:pt>
                <c:pt idx="2758">
                  <c:v>550.9025633</c:v>
                </c:pt>
                <c:pt idx="2759">
                  <c:v>550.97301570000002</c:v>
                </c:pt>
                <c:pt idx="2760">
                  <c:v>551.64006879999999</c:v>
                </c:pt>
                <c:pt idx="2761">
                  <c:v>551.77310580000005</c:v>
                </c:pt>
                <c:pt idx="2762">
                  <c:v>551.79362830000002</c:v>
                </c:pt>
                <c:pt idx="2763">
                  <c:v>551.90590970000005</c:v>
                </c:pt>
                <c:pt idx="2764">
                  <c:v>551.97109869999997</c:v>
                </c:pt>
                <c:pt idx="2765">
                  <c:v>552.63573389999999</c:v>
                </c:pt>
                <c:pt idx="2766">
                  <c:v>552.77760760000001</c:v>
                </c:pt>
                <c:pt idx="2767">
                  <c:v>552.79228269999999</c:v>
                </c:pt>
                <c:pt idx="2768">
                  <c:v>552.90832409999996</c:v>
                </c:pt>
                <c:pt idx="2769">
                  <c:v>552.97654069999999</c:v>
                </c:pt>
                <c:pt idx="2770">
                  <c:v>553.63557300000002</c:v>
                </c:pt>
                <c:pt idx="2771">
                  <c:v>553.77754149999998</c:v>
                </c:pt>
                <c:pt idx="2772">
                  <c:v>553.79124409999997</c:v>
                </c:pt>
                <c:pt idx="2773">
                  <c:v>553.91100110000002</c:v>
                </c:pt>
                <c:pt idx="2774">
                  <c:v>553.97538250000002</c:v>
                </c:pt>
                <c:pt idx="2775">
                  <c:v>554.63323539999999</c:v>
                </c:pt>
                <c:pt idx="2776">
                  <c:v>554.77762800000005</c:v>
                </c:pt>
                <c:pt idx="2777">
                  <c:v>554.79076280000004</c:v>
                </c:pt>
                <c:pt idx="2778">
                  <c:v>554.91085539999995</c:v>
                </c:pt>
                <c:pt idx="2779">
                  <c:v>554.96905670000001</c:v>
                </c:pt>
                <c:pt idx="2780">
                  <c:v>555.63714119999997</c:v>
                </c:pt>
                <c:pt idx="2781">
                  <c:v>555.77767960000006</c:v>
                </c:pt>
                <c:pt idx="2782">
                  <c:v>555.79188399999998</c:v>
                </c:pt>
                <c:pt idx="2783">
                  <c:v>555.91534209999998</c:v>
                </c:pt>
                <c:pt idx="2784">
                  <c:v>555.96699739999997</c:v>
                </c:pt>
                <c:pt idx="2785">
                  <c:v>556.63282449999997</c:v>
                </c:pt>
                <c:pt idx="2786">
                  <c:v>556.77489479999997</c:v>
                </c:pt>
                <c:pt idx="2787">
                  <c:v>556.78745379999998</c:v>
                </c:pt>
                <c:pt idx="2788">
                  <c:v>556.91245979999997</c:v>
                </c:pt>
                <c:pt idx="2789">
                  <c:v>556.96600230000001</c:v>
                </c:pt>
                <c:pt idx="2790">
                  <c:v>557.63102070000002</c:v>
                </c:pt>
                <c:pt idx="2791">
                  <c:v>557.77455469999995</c:v>
                </c:pt>
                <c:pt idx="2792">
                  <c:v>557.79211569999995</c:v>
                </c:pt>
                <c:pt idx="2793">
                  <c:v>557.95521010000004</c:v>
                </c:pt>
                <c:pt idx="2794">
                  <c:v>557.9662045</c:v>
                </c:pt>
                <c:pt idx="2795">
                  <c:v>558.63039920000006</c:v>
                </c:pt>
                <c:pt idx="2796">
                  <c:v>558.77244299999995</c:v>
                </c:pt>
                <c:pt idx="2797">
                  <c:v>558.79127919999996</c:v>
                </c:pt>
                <c:pt idx="2798">
                  <c:v>558.91692720000003</c:v>
                </c:pt>
                <c:pt idx="2799">
                  <c:v>558.97910400000001</c:v>
                </c:pt>
                <c:pt idx="2800">
                  <c:v>559.63588219999997</c:v>
                </c:pt>
                <c:pt idx="2801">
                  <c:v>559.77491759999998</c:v>
                </c:pt>
                <c:pt idx="2802">
                  <c:v>559.79304639999998</c:v>
                </c:pt>
                <c:pt idx="2803">
                  <c:v>559.917282</c:v>
                </c:pt>
                <c:pt idx="2804">
                  <c:v>559.96800440000004</c:v>
                </c:pt>
                <c:pt idx="2805">
                  <c:v>560.63355000000001</c:v>
                </c:pt>
                <c:pt idx="2806">
                  <c:v>560.7724819</c:v>
                </c:pt>
                <c:pt idx="2807">
                  <c:v>560.79265710000004</c:v>
                </c:pt>
                <c:pt idx="2808">
                  <c:v>560.91096709999999</c:v>
                </c:pt>
                <c:pt idx="2809">
                  <c:v>560.96937219999995</c:v>
                </c:pt>
                <c:pt idx="2810">
                  <c:v>561.63294550000001</c:v>
                </c:pt>
                <c:pt idx="2811">
                  <c:v>561.77215690000003</c:v>
                </c:pt>
                <c:pt idx="2812">
                  <c:v>561.79463759999999</c:v>
                </c:pt>
                <c:pt idx="2813">
                  <c:v>561.91062520000003</c:v>
                </c:pt>
                <c:pt idx="2814">
                  <c:v>561.97604590000003</c:v>
                </c:pt>
                <c:pt idx="2815">
                  <c:v>562.63207669999997</c:v>
                </c:pt>
                <c:pt idx="2816">
                  <c:v>562.77462609999998</c:v>
                </c:pt>
                <c:pt idx="2817">
                  <c:v>562.79234039999994</c:v>
                </c:pt>
                <c:pt idx="2818">
                  <c:v>562.90987050000001</c:v>
                </c:pt>
                <c:pt idx="2819">
                  <c:v>562.9712025</c:v>
                </c:pt>
                <c:pt idx="2820">
                  <c:v>563.63910580000004</c:v>
                </c:pt>
                <c:pt idx="2821">
                  <c:v>563.78092570000001</c:v>
                </c:pt>
                <c:pt idx="2822">
                  <c:v>563.79087619999996</c:v>
                </c:pt>
                <c:pt idx="2823">
                  <c:v>563.90238739999995</c:v>
                </c:pt>
                <c:pt idx="2824">
                  <c:v>564.03636410000001</c:v>
                </c:pt>
                <c:pt idx="2825">
                  <c:v>564.63544479999996</c:v>
                </c:pt>
                <c:pt idx="2826">
                  <c:v>564.77464529999997</c:v>
                </c:pt>
                <c:pt idx="2827">
                  <c:v>564.79257559999996</c:v>
                </c:pt>
                <c:pt idx="2828">
                  <c:v>564.91222889999995</c:v>
                </c:pt>
                <c:pt idx="2829">
                  <c:v>565.00222780000001</c:v>
                </c:pt>
                <c:pt idx="2830">
                  <c:v>565.63468799999998</c:v>
                </c:pt>
                <c:pt idx="2831">
                  <c:v>565.77794960000006</c:v>
                </c:pt>
                <c:pt idx="2832">
                  <c:v>565.78799160000005</c:v>
                </c:pt>
                <c:pt idx="2833">
                  <c:v>565.91601709999998</c:v>
                </c:pt>
                <c:pt idx="2834">
                  <c:v>565.96773959999996</c:v>
                </c:pt>
                <c:pt idx="2835">
                  <c:v>566.64625160000003</c:v>
                </c:pt>
                <c:pt idx="2836">
                  <c:v>566.7838471</c:v>
                </c:pt>
                <c:pt idx="2837">
                  <c:v>566.82873600000005</c:v>
                </c:pt>
                <c:pt idx="2838">
                  <c:v>566.9130212</c:v>
                </c:pt>
                <c:pt idx="2839">
                  <c:v>566.97190680000006</c:v>
                </c:pt>
                <c:pt idx="2840">
                  <c:v>567.65977959999998</c:v>
                </c:pt>
                <c:pt idx="2841">
                  <c:v>567.77642900000001</c:v>
                </c:pt>
                <c:pt idx="2842">
                  <c:v>567.78383240000005</c:v>
                </c:pt>
                <c:pt idx="2843">
                  <c:v>567.91328720000001</c:v>
                </c:pt>
                <c:pt idx="2844">
                  <c:v>567.96846479999999</c:v>
                </c:pt>
                <c:pt idx="2845">
                  <c:v>568.63525460000005</c:v>
                </c:pt>
                <c:pt idx="2846">
                  <c:v>568.77908319999995</c:v>
                </c:pt>
                <c:pt idx="2847">
                  <c:v>568.78752429999997</c:v>
                </c:pt>
                <c:pt idx="2848">
                  <c:v>568.91516260000003</c:v>
                </c:pt>
                <c:pt idx="2849">
                  <c:v>568.96721760000003</c:v>
                </c:pt>
                <c:pt idx="2850">
                  <c:v>569.63068450000003</c:v>
                </c:pt>
                <c:pt idx="2851">
                  <c:v>569.77406800000006</c:v>
                </c:pt>
                <c:pt idx="2852">
                  <c:v>569.78482589999999</c:v>
                </c:pt>
                <c:pt idx="2853">
                  <c:v>569.91357870000002</c:v>
                </c:pt>
                <c:pt idx="2854">
                  <c:v>569.96578199999999</c:v>
                </c:pt>
                <c:pt idx="2855">
                  <c:v>570.63079649999997</c:v>
                </c:pt>
                <c:pt idx="2856">
                  <c:v>570.77311039999995</c:v>
                </c:pt>
                <c:pt idx="2857">
                  <c:v>570.78251009999997</c:v>
                </c:pt>
                <c:pt idx="2858">
                  <c:v>570.91702320000002</c:v>
                </c:pt>
                <c:pt idx="2859">
                  <c:v>570.96837259999995</c:v>
                </c:pt>
                <c:pt idx="2860">
                  <c:v>571.63028770000005</c:v>
                </c:pt>
                <c:pt idx="2861">
                  <c:v>571.77228779999996</c:v>
                </c:pt>
                <c:pt idx="2862">
                  <c:v>571.78972599999997</c:v>
                </c:pt>
                <c:pt idx="2863">
                  <c:v>571.91097070000001</c:v>
                </c:pt>
                <c:pt idx="2864">
                  <c:v>571.96594210000001</c:v>
                </c:pt>
                <c:pt idx="2865">
                  <c:v>572.63586169999996</c:v>
                </c:pt>
                <c:pt idx="2866">
                  <c:v>572.77647609999997</c:v>
                </c:pt>
                <c:pt idx="2867">
                  <c:v>572.79031069999996</c:v>
                </c:pt>
                <c:pt idx="2868">
                  <c:v>572.9077479</c:v>
                </c:pt>
                <c:pt idx="2869">
                  <c:v>572.96619369999996</c:v>
                </c:pt>
                <c:pt idx="2870">
                  <c:v>573.63351130000001</c:v>
                </c:pt>
                <c:pt idx="2871">
                  <c:v>573.77159340000003</c:v>
                </c:pt>
                <c:pt idx="2872">
                  <c:v>573.79197720000002</c:v>
                </c:pt>
                <c:pt idx="2873">
                  <c:v>573.90915689999997</c:v>
                </c:pt>
                <c:pt idx="2874">
                  <c:v>573.99017919999994</c:v>
                </c:pt>
                <c:pt idx="2875">
                  <c:v>574.63467449999996</c:v>
                </c:pt>
                <c:pt idx="2876">
                  <c:v>574.77681529999995</c:v>
                </c:pt>
                <c:pt idx="2877">
                  <c:v>574.7875497</c:v>
                </c:pt>
                <c:pt idx="2878">
                  <c:v>574.90784810000002</c:v>
                </c:pt>
                <c:pt idx="2879">
                  <c:v>574.96713999999997</c:v>
                </c:pt>
                <c:pt idx="2880">
                  <c:v>575.63632600000005</c:v>
                </c:pt>
                <c:pt idx="2881">
                  <c:v>575.77753619999999</c:v>
                </c:pt>
                <c:pt idx="2882">
                  <c:v>575.7871083</c:v>
                </c:pt>
                <c:pt idx="2883">
                  <c:v>575.91334570000004</c:v>
                </c:pt>
                <c:pt idx="2884">
                  <c:v>575.97224249999999</c:v>
                </c:pt>
                <c:pt idx="2885">
                  <c:v>576.63651849999997</c:v>
                </c:pt>
                <c:pt idx="2886">
                  <c:v>576.77790979999997</c:v>
                </c:pt>
                <c:pt idx="2887">
                  <c:v>576.78638350000006</c:v>
                </c:pt>
                <c:pt idx="2888">
                  <c:v>576.90230229999997</c:v>
                </c:pt>
                <c:pt idx="2889">
                  <c:v>576.97138529999995</c:v>
                </c:pt>
                <c:pt idx="2890">
                  <c:v>577.63029089999998</c:v>
                </c:pt>
                <c:pt idx="2891">
                  <c:v>577.77731530000005</c:v>
                </c:pt>
                <c:pt idx="2892">
                  <c:v>577.79109970000002</c:v>
                </c:pt>
                <c:pt idx="2893">
                  <c:v>577.9050929</c:v>
                </c:pt>
                <c:pt idx="2894">
                  <c:v>577.96825609999996</c:v>
                </c:pt>
                <c:pt idx="2895">
                  <c:v>578.6334852</c:v>
                </c:pt>
                <c:pt idx="2896">
                  <c:v>578.77497159999996</c:v>
                </c:pt>
                <c:pt idx="2897">
                  <c:v>578.78689129999998</c:v>
                </c:pt>
                <c:pt idx="2898">
                  <c:v>578.91944469999999</c:v>
                </c:pt>
                <c:pt idx="2899">
                  <c:v>578.96841229999995</c:v>
                </c:pt>
                <c:pt idx="2900">
                  <c:v>579.63305060000005</c:v>
                </c:pt>
                <c:pt idx="2901">
                  <c:v>579.77965070000005</c:v>
                </c:pt>
                <c:pt idx="2902">
                  <c:v>579.79256269999996</c:v>
                </c:pt>
                <c:pt idx="2903">
                  <c:v>579.91256520000002</c:v>
                </c:pt>
                <c:pt idx="2904">
                  <c:v>579.96630740000001</c:v>
                </c:pt>
                <c:pt idx="2905">
                  <c:v>580.63001459999998</c:v>
                </c:pt>
                <c:pt idx="2906">
                  <c:v>580.78300899999999</c:v>
                </c:pt>
                <c:pt idx="2907">
                  <c:v>580.80030959999999</c:v>
                </c:pt>
                <c:pt idx="2908">
                  <c:v>580.91368460000001</c:v>
                </c:pt>
                <c:pt idx="2909">
                  <c:v>580.96613579999996</c:v>
                </c:pt>
                <c:pt idx="2910">
                  <c:v>581.63089709999997</c:v>
                </c:pt>
                <c:pt idx="2911">
                  <c:v>581.77076160000001</c:v>
                </c:pt>
                <c:pt idx="2912">
                  <c:v>581.79499999999996</c:v>
                </c:pt>
                <c:pt idx="2913">
                  <c:v>581.91605010000001</c:v>
                </c:pt>
                <c:pt idx="2914">
                  <c:v>581.96617500000002</c:v>
                </c:pt>
                <c:pt idx="2915">
                  <c:v>582.6307223</c:v>
                </c:pt>
                <c:pt idx="2916">
                  <c:v>582.77270180000005</c:v>
                </c:pt>
                <c:pt idx="2917">
                  <c:v>582.79273620000004</c:v>
                </c:pt>
                <c:pt idx="2918">
                  <c:v>582.90683290000004</c:v>
                </c:pt>
                <c:pt idx="2919">
                  <c:v>582.96916069999997</c:v>
                </c:pt>
                <c:pt idx="2920">
                  <c:v>583.6315578</c:v>
                </c:pt>
                <c:pt idx="2921">
                  <c:v>583.7721477</c:v>
                </c:pt>
                <c:pt idx="2922">
                  <c:v>583.78966990000004</c:v>
                </c:pt>
                <c:pt idx="2923">
                  <c:v>583.90507449999996</c:v>
                </c:pt>
                <c:pt idx="2924">
                  <c:v>583.9683837</c:v>
                </c:pt>
                <c:pt idx="2925">
                  <c:v>584.63308070000005</c:v>
                </c:pt>
                <c:pt idx="2926">
                  <c:v>584.77478459999998</c:v>
                </c:pt>
                <c:pt idx="2927">
                  <c:v>584.79570880000006</c:v>
                </c:pt>
                <c:pt idx="2928">
                  <c:v>584.9166146</c:v>
                </c:pt>
                <c:pt idx="2929">
                  <c:v>584.97592010000005</c:v>
                </c:pt>
                <c:pt idx="2930">
                  <c:v>585.63835640000002</c:v>
                </c:pt>
                <c:pt idx="2931">
                  <c:v>585.77481139999998</c:v>
                </c:pt>
                <c:pt idx="2932">
                  <c:v>585.79214990000003</c:v>
                </c:pt>
                <c:pt idx="2933">
                  <c:v>585.91245479999998</c:v>
                </c:pt>
                <c:pt idx="2934">
                  <c:v>585.96618469999999</c:v>
                </c:pt>
                <c:pt idx="2935">
                  <c:v>586.64372289999994</c:v>
                </c:pt>
                <c:pt idx="2936">
                  <c:v>586.7725398</c:v>
                </c:pt>
                <c:pt idx="2937">
                  <c:v>586.79480290000004</c:v>
                </c:pt>
                <c:pt idx="2938">
                  <c:v>586.90255390000004</c:v>
                </c:pt>
                <c:pt idx="2939">
                  <c:v>586.9752896</c:v>
                </c:pt>
                <c:pt idx="2940">
                  <c:v>587.64061119999997</c:v>
                </c:pt>
                <c:pt idx="2941">
                  <c:v>587.77723130000004</c:v>
                </c:pt>
                <c:pt idx="2942">
                  <c:v>587.78899730000001</c:v>
                </c:pt>
                <c:pt idx="2943">
                  <c:v>587.90320770000005</c:v>
                </c:pt>
                <c:pt idx="2944">
                  <c:v>587.98351660000003</c:v>
                </c:pt>
                <c:pt idx="2945">
                  <c:v>588.64006749999999</c:v>
                </c:pt>
                <c:pt idx="2946">
                  <c:v>588.77763890000006</c:v>
                </c:pt>
                <c:pt idx="2947">
                  <c:v>588.78863320000005</c:v>
                </c:pt>
                <c:pt idx="2948">
                  <c:v>588.90726510000002</c:v>
                </c:pt>
                <c:pt idx="2949">
                  <c:v>588.96621240000002</c:v>
                </c:pt>
                <c:pt idx="2950">
                  <c:v>589.64348840000002</c:v>
                </c:pt>
                <c:pt idx="2951">
                  <c:v>589.77535969999997</c:v>
                </c:pt>
                <c:pt idx="2952">
                  <c:v>589.79175359999999</c:v>
                </c:pt>
                <c:pt idx="2953">
                  <c:v>589.90233669999998</c:v>
                </c:pt>
                <c:pt idx="2954">
                  <c:v>589.97172460000002</c:v>
                </c:pt>
                <c:pt idx="2955">
                  <c:v>590.64150840000002</c:v>
                </c:pt>
                <c:pt idx="2956">
                  <c:v>590.78143699999998</c:v>
                </c:pt>
                <c:pt idx="2957">
                  <c:v>590.78841669999997</c:v>
                </c:pt>
                <c:pt idx="2958">
                  <c:v>590.90467769999998</c:v>
                </c:pt>
                <c:pt idx="2959">
                  <c:v>590.96853450000003</c:v>
                </c:pt>
                <c:pt idx="2960">
                  <c:v>591.63742439999999</c:v>
                </c:pt>
                <c:pt idx="2961">
                  <c:v>591.78183590000003</c:v>
                </c:pt>
                <c:pt idx="2962">
                  <c:v>591.79212210000003</c:v>
                </c:pt>
                <c:pt idx="2963">
                  <c:v>591.90290900000002</c:v>
                </c:pt>
                <c:pt idx="2964">
                  <c:v>591.96988380000005</c:v>
                </c:pt>
                <c:pt idx="2965">
                  <c:v>592.65395890000002</c:v>
                </c:pt>
                <c:pt idx="2966">
                  <c:v>592.78271659999996</c:v>
                </c:pt>
                <c:pt idx="2967">
                  <c:v>592.79103840000005</c:v>
                </c:pt>
                <c:pt idx="2968">
                  <c:v>592.91341839999995</c:v>
                </c:pt>
                <c:pt idx="2969">
                  <c:v>592.96655639999994</c:v>
                </c:pt>
                <c:pt idx="2970">
                  <c:v>593.63257490000001</c:v>
                </c:pt>
                <c:pt idx="2971">
                  <c:v>593.7802719</c:v>
                </c:pt>
                <c:pt idx="2972">
                  <c:v>593.7890281</c:v>
                </c:pt>
                <c:pt idx="2973">
                  <c:v>593.91555189999997</c:v>
                </c:pt>
                <c:pt idx="2974">
                  <c:v>593.96606919999999</c:v>
                </c:pt>
                <c:pt idx="2975">
                  <c:v>594.63047280000001</c:v>
                </c:pt>
                <c:pt idx="2976">
                  <c:v>594.7730335</c:v>
                </c:pt>
                <c:pt idx="2977">
                  <c:v>594.78783659999999</c:v>
                </c:pt>
                <c:pt idx="2978">
                  <c:v>594.91480779999995</c:v>
                </c:pt>
                <c:pt idx="2979">
                  <c:v>594.96670289999997</c:v>
                </c:pt>
                <c:pt idx="2980">
                  <c:v>595.63659170000005</c:v>
                </c:pt>
                <c:pt idx="2981">
                  <c:v>595.77785410000001</c:v>
                </c:pt>
                <c:pt idx="2982">
                  <c:v>595.79738740000005</c:v>
                </c:pt>
                <c:pt idx="2983">
                  <c:v>595.91256569999996</c:v>
                </c:pt>
                <c:pt idx="2984">
                  <c:v>595.96611610000002</c:v>
                </c:pt>
                <c:pt idx="2985">
                  <c:v>596.64270099999999</c:v>
                </c:pt>
                <c:pt idx="2986">
                  <c:v>596.77999260000001</c:v>
                </c:pt>
                <c:pt idx="2987">
                  <c:v>596.79341220000003</c:v>
                </c:pt>
                <c:pt idx="2988">
                  <c:v>596.91091889999996</c:v>
                </c:pt>
                <c:pt idx="2989">
                  <c:v>596.968299</c:v>
                </c:pt>
                <c:pt idx="2990">
                  <c:v>597.63741300000004</c:v>
                </c:pt>
                <c:pt idx="2991">
                  <c:v>597.77185550000002</c:v>
                </c:pt>
                <c:pt idx="2992">
                  <c:v>597.78984609999998</c:v>
                </c:pt>
                <c:pt idx="2993">
                  <c:v>597.91328439999995</c:v>
                </c:pt>
                <c:pt idx="2994">
                  <c:v>597.96722209999996</c:v>
                </c:pt>
                <c:pt idx="2995">
                  <c:v>598.64220330000001</c:v>
                </c:pt>
                <c:pt idx="2996">
                  <c:v>598.78271459999996</c:v>
                </c:pt>
                <c:pt idx="2997">
                  <c:v>598.78550389999998</c:v>
                </c:pt>
                <c:pt idx="2998">
                  <c:v>598.90999260000001</c:v>
                </c:pt>
                <c:pt idx="2999">
                  <c:v>598.97376829999996</c:v>
                </c:pt>
                <c:pt idx="3000">
                  <c:v>599.64286930000003</c:v>
                </c:pt>
                <c:pt idx="3001">
                  <c:v>599.78129239999998</c:v>
                </c:pt>
                <c:pt idx="3002">
                  <c:v>599.78901570000005</c:v>
                </c:pt>
                <c:pt idx="3003">
                  <c:v>599.90795070000001</c:v>
                </c:pt>
                <c:pt idx="3004">
                  <c:v>599.97134570000003</c:v>
                </c:pt>
                <c:pt idx="3005">
                  <c:v>600.64433659999997</c:v>
                </c:pt>
                <c:pt idx="3006">
                  <c:v>600.78545450000001</c:v>
                </c:pt>
                <c:pt idx="3007">
                  <c:v>600.78974930000004</c:v>
                </c:pt>
                <c:pt idx="3008">
                  <c:v>600.97127669999998</c:v>
                </c:pt>
                <c:pt idx="3009">
                  <c:v>601.64293510000005</c:v>
                </c:pt>
                <c:pt idx="3010">
                  <c:v>601.78177219999998</c:v>
                </c:pt>
                <c:pt idx="3011">
                  <c:v>601.78907600000002</c:v>
                </c:pt>
                <c:pt idx="3012">
                  <c:v>601.96974320000004</c:v>
                </c:pt>
                <c:pt idx="3013">
                  <c:v>602.64091140000005</c:v>
                </c:pt>
                <c:pt idx="3014">
                  <c:v>602.78396610000004</c:v>
                </c:pt>
                <c:pt idx="3015">
                  <c:v>602.79112880000002</c:v>
                </c:pt>
                <c:pt idx="3016">
                  <c:v>603.63898389999997</c:v>
                </c:pt>
                <c:pt idx="3017">
                  <c:v>603.78197030000001</c:v>
                </c:pt>
                <c:pt idx="3018">
                  <c:v>604.63702149999995</c:v>
                </c:pt>
                <c:pt idx="3019">
                  <c:v>604.78278739999996</c:v>
                </c:pt>
                <c:pt idx="3020">
                  <c:v>605.63755790000005</c:v>
                </c:pt>
              </c:numCache>
            </c:numRef>
          </c:xVal>
          <c:yVal>
            <c:numRef>
              <c:f>Efficiency_1!$F$2:$F$3022</c:f>
              <c:numCache>
                <c:formatCode>General</c:formatCode>
                <c:ptCount val="3021"/>
                <c:pt idx="2">
                  <c:v>35.153800770514749</c:v>
                </c:pt>
                <c:pt idx="3">
                  <c:v>35.153801153806647</c:v>
                </c:pt>
                <c:pt idx="4">
                  <c:v>35.153802094614043</c:v>
                </c:pt>
                <c:pt idx="5">
                  <c:v>35.375225818795158</c:v>
                </c:pt>
                <c:pt idx="6">
                  <c:v>35.426976427817124</c:v>
                </c:pt>
                <c:pt idx="7">
                  <c:v>35.427941255956355</c:v>
                </c:pt>
                <c:pt idx="8">
                  <c:v>35.458633748912305</c:v>
                </c:pt>
                <c:pt idx="9">
                  <c:v>35.474784271773203</c:v>
                </c:pt>
                <c:pt idx="10">
                  <c:v>35.649131940127148</c:v>
                </c:pt>
                <c:pt idx="11">
                  <c:v>35.68810938515486</c:v>
                </c:pt>
                <c:pt idx="12">
                  <c:v>35.688954938706843</c:v>
                </c:pt>
                <c:pt idx="13">
                  <c:v>35.719733953489651</c:v>
                </c:pt>
                <c:pt idx="14">
                  <c:v>35.736967239522905</c:v>
                </c:pt>
                <c:pt idx="15">
                  <c:v>35.907854910614134</c:v>
                </c:pt>
                <c:pt idx="16">
                  <c:v>35.945240633578862</c:v>
                </c:pt>
                <c:pt idx="17">
                  <c:v>35.946380467945417</c:v>
                </c:pt>
                <c:pt idx="18">
                  <c:v>35.976366287471031</c:v>
                </c:pt>
                <c:pt idx="19">
                  <c:v>35.993561820012296</c:v>
                </c:pt>
                <c:pt idx="20">
                  <c:v>36.161234889728618</c:v>
                </c:pt>
                <c:pt idx="21">
                  <c:v>36.196745983149924</c:v>
                </c:pt>
                <c:pt idx="22">
                  <c:v>36.199281897361509</c:v>
                </c:pt>
                <c:pt idx="23">
                  <c:v>36.228561006595676</c:v>
                </c:pt>
                <c:pt idx="24">
                  <c:v>36.245167195104216</c:v>
                </c:pt>
                <c:pt idx="25">
                  <c:v>36.401346401383499</c:v>
                </c:pt>
                <c:pt idx="26">
                  <c:v>36.437037689763912</c:v>
                </c:pt>
                <c:pt idx="27">
                  <c:v>36.437675219119228</c:v>
                </c:pt>
                <c:pt idx="28">
                  <c:v>36.46507179062975</c:v>
                </c:pt>
                <c:pt idx="29">
                  <c:v>36.482703655850003</c:v>
                </c:pt>
                <c:pt idx="30">
                  <c:v>36.639374372061312</c:v>
                </c:pt>
                <c:pt idx="31">
                  <c:v>36.673380514543169</c:v>
                </c:pt>
                <c:pt idx="32">
                  <c:v>36.675546932038067</c:v>
                </c:pt>
                <c:pt idx="33">
                  <c:v>36.703459599999967</c:v>
                </c:pt>
                <c:pt idx="34">
                  <c:v>36.719797819882494</c:v>
                </c:pt>
                <c:pt idx="35">
                  <c:v>36.868159846348597</c:v>
                </c:pt>
                <c:pt idx="36">
                  <c:v>36.900245552265176</c:v>
                </c:pt>
                <c:pt idx="37">
                  <c:v>36.902863192254621</c:v>
                </c:pt>
                <c:pt idx="38">
                  <c:v>36.930085413832451</c:v>
                </c:pt>
                <c:pt idx="39">
                  <c:v>36.947327142363072</c:v>
                </c:pt>
                <c:pt idx="40">
                  <c:v>37.093005024221881</c:v>
                </c:pt>
                <c:pt idx="41">
                  <c:v>37.125251570566832</c:v>
                </c:pt>
                <c:pt idx="42">
                  <c:v>37.144058976302283</c:v>
                </c:pt>
                <c:pt idx="43">
                  <c:v>37.154289708505814</c:v>
                </c:pt>
                <c:pt idx="44">
                  <c:v>37.169889664978903</c:v>
                </c:pt>
                <c:pt idx="45">
                  <c:v>37.31069266044004</c:v>
                </c:pt>
                <c:pt idx="46">
                  <c:v>37.342134614373435</c:v>
                </c:pt>
                <c:pt idx="47">
                  <c:v>37.346306775911309</c:v>
                </c:pt>
                <c:pt idx="48">
                  <c:v>37.367509054736722</c:v>
                </c:pt>
                <c:pt idx="49">
                  <c:v>37.382525309699439</c:v>
                </c:pt>
                <c:pt idx="50">
                  <c:v>37.515028441442198</c:v>
                </c:pt>
                <c:pt idx="51">
                  <c:v>37.544316294056955</c:v>
                </c:pt>
                <c:pt idx="52">
                  <c:v>37.544760244345937</c:v>
                </c:pt>
                <c:pt idx="53">
                  <c:v>37.569292367616328</c:v>
                </c:pt>
                <c:pt idx="54">
                  <c:v>37.583455670439783</c:v>
                </c:pt>
                <c:pt idx="55">
                  <c:v>37.713940571528568</c:v>
                </c:pt>
                <c:pt idx="56">
                  <c:v>37.743716159427095</c:v>
                </c:pt>
                <c:pt idx="57">
                  <c:v>37.744960542376013</c:v>
                </c:pt>
                <c:pt idx="58">
                  <c:v>37.767890063633395</c:v>
                </c:pt>
                <c:pt idx="59">
                  <c:v>37.780683858981327</c:v>
                </c:pt>
                <c:pt idx="60">
                  <c:v>37.922794101340145</c:v>
                </c:pt>
                <c:pt idx="61">
                  <c:v>37.937295082435881</c:v>
                </c:pt>
                <c:pt idx="62">
                  <c:v>37.937378078519998</c:v>
                </c:pt>
                <c:pt idx="63">
                  <c:v>37.969047400140894</c:v>
                </c:pt>
                <c:pt idx="64">
                  <c:v>37.972058139682353</c:v>
                </c:pt>
                <c:pt idx="65">
                  <c:v>38.095273255679281</c:v>
                </c:pt>
                <c:pt idx="66">
                  <c:v>38.122355197230434</c:v>
                </c:pt>
                <c:pt idx="67">
                  <c:v>38.122922076311347</c:v>
                </c:pt>
                <c:pt idx="68">
                  <c:v>38.144318992863717</c:v>
                </c:pt>
                <c:pt idx="69">
                  <c:v>38.156661026417972</c:v>
                </c:pt>
                <c:pt idx="70">
                  <c:v>38.277883907901312</c:v>
                </c:pt>
                <c:pt idx="71">
                  <c:v>38.305252234371096</c:v>
                </c:pt>
                <c:pt idx="72">
                  <c:v>38.305491466657855</c:v>
                </c:pt>
                <c:pt idx="73">
                  <c:v>38.326902048330915</c:v>
                </c:pt>
                <c:pt idx="74">
                  <c:v>38.337810601997496</c:v>
                </c:pt>
                <c:pt idx="75">
                  <c:v>38.452149613371063</c:v>
                </c:pt>
                <c:pt idx="76">
                  <c:v>38.477849885168325</c:v>
                </c:pt>
                <c:pt idx="77">
                  <c:v>38.478246427156591</c:v>
                </c:pt>
                <c:pt idx="78">
                  <c:v>38.499599894769517</c:v>
                </c:pt>
                <c:pt idx="79">
                  <c:v>38.511812358482082</c:v>
                </c:pt>
                <c:pt idx="80">
                  <c:v>38.626278875522722</c:v>
                </c:pt>
                <c:pt idx="81">
                  <c:v>38.651353695568787</c:v>
                </c:pt>
                <c:pt idx="82">
                  <c:v>38.652680000379128</c:v>
                </c:pt>
                <c:pt idx="83">
                  <c:v>38.671659583474352</c:v>
                </c:pt>
                <c:pt idx="84">
                  <c:v>38.683734871160887</c:v>
                </c:pt>
                <c:pt idx="85">
                  <c:v>38.789265279453993</c:v>
                </c:pt>
                <c:pt idx="86">
                  <c:v>38.811948911347542</c:v>
                </c:pt>
                <c:pt idx="87">
                  <c:v>38.813382785615303</c:v>
                </c:pt>
                <c:pt idx="88">
                  <c:v>38.833527541594016</c:v>
                </c:pt>
                <c:pt idx="89">
                  <c:v>38.846178525021983</c:v>
                </c:pt>
                <c:pt idx="90">
                  <c:v>38.955057227283781</c:v>
                </c:pt>
                <c:pt idx="91">
                  <c:v>38.977746575282993</c:v>
                </c:pt>
                <c:pt idx="92">
                  <c:v>38.979290044598201</c:v>
                </c:pt>
                <c:pt idx="93">
                  <c:v>38.99716326822579</c:v>
                </c:pt>
                <c:pt idx="94">
                  <c:v>39.008660304203559</c:v>
                </c:pt>
                <c:pt idx="95">
                  <c:v>39.105832215348016</c:v>
                </c:pt>
                <c:pt idx="96">
                  <c:v>39.127043552931468</c:v>
                </c:pt>
                <c:pt idx="97">
                  <c:v>39.128520233999836</c:v>
                </c:pt>
                <c:pt idx="98">
                  <c:v>39.145746391677676</c:v>
                </c:pt>
                <c:pt idx="99">
                  <c:v>39.155698901628583</c:v>
                </c:pt>
                <c:pt idx="100">
                  <c:v>39.248212797631759</c:v>
                </c:pt>
                <c:pt idx="101">
                  <c:v>39.269564175855081</c:v>
                </c:pt>
                <c:pt idx="102">
                  <c:v>39.276630646378635</c:v>
                </c:pt>
                <c:pt idx="103">
                  <c:v>39.288636267126329</c:v>
                </c:pt>
                <c:pt idx="104">
                  <c:v>39.29891870418151</c:v>
                </c:pt>
                <c:pt idx="105">
                  <c:v>39.399850586217653</c:v>
                </c:pt>
                <c:pt idx="106">
                  <c:v>39.42282750934924</c:v>
                </c:pt>
                <c:pt idx="107">
                  <c:v>39.424193333124038</c:v>
                </c:pt>
                <c:pt idx="108">
                  <c:v>39.439442568939171</c:v>
                </c:pt>
                <c:pt idx="109">
                  <c:v>39.449087937658319</c:v>
                </c:pt>
                <c:pt idx="110">
                  <c:v>39.53933824845231</c:v>
                </c:pt>
                <c:pt idx="111">
                  <c:v>39.559816177849896</c:v>
                </c:pt>
                <c:pt idx="112">
                  <c:v>39.560216609891086</c:v>
                </c:pt>
                <c:pt idx="113">
                  <c:v>39.576710881845337</c:v>
                </c:pt>
                <c:pt idx="114">
                  <c:v>39.586189598938667</c:v>
                </c:pt>
                <c:pt idx="115">
                  <c:v>39.675185240581037</c:v>
                </c:pt>
                <c:pt idx="116">
                  <c:v>39.69522104619648</c:v>
                </c:pt>
                <c:pt idx="117">
                  <c:v>39.696118660512454</c:v>
                </c:pt>
                <c:pt idx="118">
                  <c:v>39.710485544907016</c:v>
                </c:pt>
                <c:pt idx="119">
                  <c:v>39.718040202100916</c:v>
                </c:pt>
                <c:pt idx="120">
                  <c:v>39.798957172396364</c:v>
                </c:pt>
                <c:pt idx="121">
                  <c:v>39.817063233376814</c:v>
                </c:pt>
                <c:pt idx="122">
                  <c:v>39.817363077733077</c:v>
                </c:pt>
                <c:pt idx="123">
                  <c:v>39.832696250573946</c:v>
                </c:pt>
                <c:pt idx="124">
                  <c:v>39.840951309075855</c:v>
                </c:pt>
                <c:pt idx="125">
                  <c:v>39.926681649851396</c:v>
                </c:pt>
                <c:pt idx="126">
                  <c:v>39.943803181466933</c:v>
                </c:pt>
                <c:pt idx="127">
                  <c:v>39.944473189246985</c:v>
                </c:pt>
                <c:pt idx="128">
                  <c:v>39.959620290290374</c:v>
                </c:pt>
                <c:pt idx="129">
                  <c:v>39.968049858369639</c:v>
                </c:pt>
                <c:pt idx="130">
                  <c:v>40.053700611076977</c:v>
                </c:pt>
                <c:pt idx="131">
                  <c:v>40.071645501797065</c:v>
                </c:pt>
                <c:pt idx="132">
                  <c:v>40.071836513346625</c:v>
                </c:pt>
                <c:pt idx="133">
                  <c:v>40.086490055361097</c:v>
                </c:pt>
                <c:pt idx="134">
                  <c:v>40.09333348001369</c:v>
                </c:pt>
                <c:pt idx="135">
                  <c:v>40.172094949038929</c:v>
                </c:pt>
                <c:pt idx="136">
                  <c:v>40.190000765340301</c:v>
                </c:pt>
                <c:pt idx="137">
                  <c:v>40.190285848086866</c:v>
                </c:pt>
                <c:pt idx="138">
                  <c:v>40.204012200056908</c:v>
                </c:pt>
                <c:pt idx="139">
                  <c:v>40.212186962562157</c:v>
                </c:pt>
                <c:pt idx="140">
                  <c:v>40.288822495416149</c:v>
                </c:pt>
                <c:pt idx="141">
                  <c:v>40.304866834875952</c:v>
                </c:pt>
                <c:pt idx="142">
                  <c:v>40.305680048333087</c:v>
                </c:pt>
                <c:pt idx="143">
                  <c:v>40.319643547958698</c:v>
                </c:pt>
                <c:pt idx="144">
                  <c:v>40.326720160566566</c:v>
                </c:pt>
                <c:pt idx="145">
                  <c:v>40.399150601438443</c:v>
                </c:pt>
                <c:pt idx="146">
                  <c:v>40.415121388120951</c:v>
                </c:pt>
                <c:pt idx="147">
                  <c:v>40.415484291259069</c:v>
                </c:pt>
                <c:pt idx="148">
                  <c:v>40.428797060069513</c:v>
                </c:pt>
                <c:pt idx="149">
                  <c:v>40.437285854558766</c:v>
                </c:pt>
                <c:pt idx="150">
                  <c:v>40.508947950979739</c:v>
                </c:pt>
                <c:pt idx="151">
                  <c:v>40.524380990943257</c:v>
                </c:pt>
                <c:pt idx="152">
                  <c:v>40.525651121821227</c:v>
                </c:pt>
                <c:pt idx="153">
                  <c:v>40.537548004715802</c:v>
                </c:pt>
                <c:pt idx="154">
                  <c:v>40.54407590108228</c:v>
                </c:pt>
                <c:pt idx="155">
                  <c:v>40.610223322444853</c:v>
                </c:pt>
                <c:pt idx="156">
                  <c:v>40.624444222288105</c:v>
                </c:pt>
                <c:pt idx="157">
                  <c:v>40.625384141076985</c:v>
                </c:pt>
                <c:pt idx="158">
                  <c:v>40.638648278484531</c:v>
                </c:pt>
                <c:pt idx="159">
                  <c:v>40.645900704556148</c:v>
                </c:pt>
                <c:pt idx="160">
                  <c:v>40.714892036521476</c:v>
                </c:pt>
                <c:pt idx="161">
                  <c:v>40.730075894071319</c:v>
                </c:pt>
                <c:pt idx="162">
                  <c:v>40.730748468792626</c:v>
                </c:pt>
                <c:pt idx="163">
                  <c:v>40.743427965668126</c:v>
                </c:pt>
                <c:pt idx="164">
                  <c:v>40.749122238456529</c:v>
                </c:pt>
                <c:pt idx="165">
                  <c:v>40.812779518463842</c:v>
                </c:pt>
                <c:pt idx="166">
                  <c:v>40.82716993222374</c:v>
                </c:pt>
                <c:pt idx="167">
                  <c:v>40.827760551630895</c:v>
                </c:pt>
                <c:pt idx="168">
                  <c:v>40.838977774267335</c:v>
                </c:pt>
                <c:pt idx="169">
                  <c:v>40.84460716645318</c:v>
                </c:pt>
                <c:pt idx="170">
                  <c:v>40.904928057864076</c:v>
                </c:pt>
                <c:pt idx="171">
                  <c:v>40.918620454022431</c:v>
                </c:pt>
                <c:pt idx="172">
                  <c:v>40.918680837885063</c:v>
                </c:pt>
                <c:pt idx="173">
                  <c:v>40.93064891695834</c:v>
                </c:pt>
                <c:pt idx="174">
                  <c:v>40.936141100969877</c:v>
                </c:pt>
                <c:pt idx="175">
                  <c:v>40.996493254803269</c:v>
                </c:pt>
                <c:pt idx="176">
                  <c:v>41.010249918613162</c:v>
                </c:pt>
                <c:pt idx="177">
                  <c:v>41.010513709461122</c:v>
                </c:pt>
                <c:pt idx="178">
                  <c:v>41.021728656454037</c:v>
                </c:pt>
                <c:pt idx="179">
                  <c:v>41.027161359088844</c:v>
                </c:pt>
                <c:pt idx="180">
                  <c:v>41.087048554388417</c:v>
                </c:pt>
                <c:pt idx="181">
                  <c:v>41.100044820296148</c:v>
                </c:pt>
                <c:pt idx="182">
                  <c:v>41.100417251903444</c:v>
                </c:pt>
                <c:pt idx="183">
                  <c:v>41.110727324209087</c:v>
                </c:pt>
                <c:pt idx="184">
                  <c:v>41.11615954700774</c:v>
                </c:pt>
                <c:pt idx="185">
                  <c:v>41.173794948648485</c:v>
                </c:pt>
                <c:pt idx="186">
                  <c:v>41.186950914113766</c:v>
                </c:pt>
                <c:pt idx="187">
                  <c:v>41.187397459996774</c:v>
                </c:pt>
                <c:pt idx="188">
                  <c:v>41.197999384618726</c:v>
                </c:pt>
                <c:pt idx="189">
                  <c:v>41.203567096648626</c:v>
                </c:pt>
                <c:pt idx="190">
                  <c:v>41.262683984729605</c:v>
                </c:pt>
                <c:pt idx="191">
                  <c:v>41.275493171384198</c:v>
                </c:pt>
                <c:pt idx="192">
                  <c:v>41.276055626381748</c:v>
                </c:pt>
                <c:pt idx="193">
                  <c:v>41.285912497567111</c:v>
                </c:pt>
                <c:pt idx="194">
                  <c:v>41.291428160896558</c:v>
                </c:pt>
                <c:pt idx="195">
                  <c:v>41.345764462744121</c:v>
                </c:pt>
                <c:pt idx="196">
                  <c:v>41.357475702274712</c:v>
                </c:pt>
                <c:pt idx="197">
                  <c:v>41.35815402372431</c:v>
                </c:pt>
                <c:pt idx="198">
                  <c:v>41.367099807445562</c:v>
                </c:pt>
                <c:pt idx="199">
                  <c:v>41.371828104311398</c:v>
                </c:pt>
                <c:pt idx="200">
                  <c:v>41.421647655452297</c:v>
                </c:pt>
                <c:pt idx="201">
                  <c:v>41.432569144454533</c:v>
                </c:pt>
                <c:pt idx="202">
                  <c:v>41.4330966425456</c:v>
                </c:pt>
                <c:pt idx="203">
                  <c:v>41.442040652947348</c:v>
                </c:pt>
                <c:pt idx="204">
                  <c:v>41.4468473129388</c:v>
                </c:pt>
                <c:pt idx="205">
                  <c:v>41.496569042826806</c:v>
                </c:pt>
                <c:pt idx="206">
                  <c:v>41.507331060539741</c:v>
                </c:pt>
                <c:pt idx="207">
                  <c:v>41.507866519454758</c:v>
                </c:pt>
                <c:pt idx="208">
                  <c:v>41.517726380961044</c:v>
                </c:pt>
                <c:pt idx="209">
                  <c:v>41.523325590028975</c:v>
                </c:pt>
                <c:pt idx="210">
                  <c:v>41.577808662377329</c:v>
                </c:pt>
                <c:pt idx="211">
                  <c:v>41.590199793200021</c:v>
                </c:pt>
                <c:pt idx="212">
                  <c:v>41.590294242317555</c:v>
                </c:pt>
                <c:pt idx="213">
                  <c:v>41.599191776785901</c:v>
                </c:pt>
                <c:pt idx="214">
                  <c:v>41.605460697543755</c:v>
                </c:pt>
                <c:pt idx="215">
                  <c:v>41.653253249632144</c:v>
                </c:pt>
                <c:pt idx="216">
                  <c:v>41.664400293031406</c:v>
                </c:pt>
                <c:pt idx="217">
                  <c:v>41.664659299616027</c:v>
                </c:pt>
                <c:pt idx="218">
                  <c:v>41.674534486673373</c:v>
                </c:pt>
                <c:pt idx="219">
                  <c:v>41.67962056512053</c:v>
                </c:pt>
                <c:pt idx="220">
                  <c:v>41.731637305295919</c:v>
                </c:pt>
                <c:pt idx="221">
                  <c:v>41.743716893983347</c:v>
                </c:pt>
                <c:pt idx="222">
                  <c:v>41.744081273131599</c:v>
                </c:pt>
                <c:pt idx="223">
                  <c:v>41.753041688580375</c:v>
                </c:pt>
                <c:pt idx="224">
                  <c:v>41.758491600915733</c:v>
                </c:pt>
                <c:pt idx="225">
                  <c:v>41.808657387252225</c:v>
                </c:pt>
                <c:pt idx="226">
                  <c:v>41.819826575161073</c:v>
                </c:pt>
                <c:pt idx="227">
                  <c:v>41.820041700979452</c:v>
                </c:pt>
                <c:pt idx="228">
                  <c:v>41.829417314170719</c:v>
                </c:pt>
                <c:pt idx="229">
                  <c:v>41.83438238653855</c:v>
                </c:pt>
                <c:pt idx="230">
                  <c:v>41.883760489931511</c:v>
                </c:pt>
                <c:pt idx="231">
                  <c:v>41.894590770923287</c:v>
                </c:pt>
                <c:pt idx="232">
                  <c:v>41.895277710967768</c:v>
                </c:pt>
                <c:pt idx="233">
                  <c:v>41.904353817922043</c:v>
                </c:pt>
                <c:pt idx="234">
                  <c:v>41.909719581179182</c:v>
                </c:pt>
                <c:pt idx="235">
                  <c:v>41.958982655871807</c:v>
                </c:pt>
                <c:pt idx="236">
                  <c:v>41.970010315012701</c:v>
                </c:pt>
                <c:pt idx="237">
                  <c:v>41.97043602723658</c:v>
                </c:pt>
                <c:pt idx="238">
                  <c:v>41.979844494694142</c:v>
                </c:pt>
                <c:pt idx="239">
                  <c:v>41.985243982618663</c:v>
                </c:pt>
                <c:pt idx="240">
                  <c:v>42.035316680999181</c:v>
                </c:pt>
                <c:pt idx="241">
                  <c:v>42.046415904777007</c:v>
                </c:pt>
                <c:pt idx="242">
                  <c:v>42.046657622734081</c:v>
                </c:pt>
                <c:pt idx="243">
                  <c:v>42.054940903725161</c:v>
                </c:pt>
                <c:pt idx="244">
                  <c:v>42.059194469411423</c:v>
                </c:pt>
                <c:pt idx="245">
                  <c:v>42.10202400121441</c:v>
                </c:pt>
                <c:pt idx="246">
                  <c:v>42.111344956571315</c:v>
                </c:pt>
                <c:pt idx="247">
                  <c:v>42.111649145460881</c:v>
                </c:pt>
                <c:pt idx="248">
                  <c:v>42.119053729351776</c:v>
                </c:pt>
                <c:pt idx="249">
                  <c:v>42.123619187909235</c:v>
                </c:pt>
                <c:pt idx="250">
                  <c:v>42.164344697911659</c:v>
                </c:pt>
                <c:pt idx="251">
                  <c:v>42.173323999590025</c:v>
                </c:pt>
                <c:pt idx="252">
                  <c:v>42.173827281369114</c:v>
                </c:pt>
                <c:pt idx="253">
                  <c:v>42.180909347899316</c:v>
                </c:pt>
                <c:pt idx="254">
                  <c:v>42.184742871806009</c:v>
                </c:pt>
                <c:pt idx="255">
                  <c:v>42.223292647178681</c:v>
                </c:pt>
                <c:pt idx="256">
                  <c:v>42.231695428048511</c:v>
                </c:pt>
                <c:pt idx="257">
                  <c:v>42.232091577939791</c:v>
                </c:pt>
                <c:pt idx="258">
                  <c:v>42.239146730579193</c:v>
                </c:pt>
                <c:pt idx="259">
                  <c:v>42.242774351236953</c:v>
                </c:pt>
                <c:pt idx="260">
                  <c:v>42.281484794722928</c:v>
                </c:pt>
                <c:pt idx="261">
                  <c:v>42.289741060582173</c:v>
                </c:pt>
                <c:pt idx="262">
                  <c:v>42.29015318882044</c:v>
                </c:pt>
                <c:pt idx="263">
                  <c:v>42.297257964768228</c:v>
                </c:pt>
                <c:pt idx="264">
                  <c:v>42.301057652838026</c:v>
                </c:pt>
                <c:pt idx="265">
                  <c:v>42.340704370362168</c:v>
                </c:pt>
                <c:pt idx="266">
                  <c:v>42.349103579596715</c:v>
                </c:pt>
                <c:pt idx="267">
                  <c:v>42.34955638478705</c:v>
                </c:pt>
                <c:pt idx="268">
                  <c:v>42.357226455980431</c:v>
                </c:pt>
                <c:pt idx="269">
                  <c:v>42.361094476551393</c:v>
                </c:pt>
                <c:pt idx="270">
                  <c:v>42.401644277362458</c:v>
                </c:pt>
                <c:pt idx="271">
                  <c:v>42.410434756105701</c:v>
                </c:pt>
                <c:pt idx="272">
                  <c:v>42.410932812077625</c:v>
                </c:pt>
                <c:pt idx="273">
                  <c:v>42.417249370973757</c:v>
                </c:pt>
                <c:pt idx="274">
                  <c:v>42.42065860793776</c:v>
                </c:pt>
                <c:pt idx="275">
                  <c:v>42.455647065007199</c:v>
                </c:pt>
                <c:pt idx="276">
                  <c:v>42.463239834010551</c:v>
                </c:pt>
                <c:pt idx="277">
                  <c:v>42.464220413593928</c:v>
                </c:pt>
                <c:pt idx="278">
                  <c:v>42.470389209586983</c:v>
                </c:pt>
                <c:pt idx="279">
                  <c:v>42.474158942958724</c:v>
                </c:pt>
                <c:pt idx="280">
                  <c:v>42.510724667363341</c:v>
                </c:pt>
                <c:pt idx="281">
                  <c:v>42.518998581499488</c:v>
                </c:pt>
                <c:pt idx="282">
                  <c:v>42.519341398130699</c:v>
                </c:pt>
                <c:pt idx="283">
                  <c:v>42.526024457671831</c:v>
                </c:pt>
                <c:pt idx="284">
                  <c:v>42.529840389861704</c:v>
                </c:pt>
                <c:pt idx="285">
                  <c:v>42.566424345040673</c:v>
                </c:pt>
                <c:pt idx="286">
                  <c:v>42.574428979227548</c:v>
                </c:pt>
                <c:pt idx="287">
                  <c:v>42.57570686702983</c:v>
                </c:pt>
                <c:pt idx="288">
                  <c:v>42.581864230704142</c:v>
                </c:pt>
                <c:pt idx="289">
                  <c:v>42.585816690514676</c:v>
                </c:pt>
                <c:pt idx="290">
                  <c:v>42.624145670757621</c:v>
                </c:pt>
                <c:pt idx="291">
                  <c:v>42.632489486902443</c:v>
                </c:pt>
                <c:pt idx="292">
                  <c:v>42.633197158550587</c:v>
                </c:pt>
                <c:pt idx="293">
                  <c:v>42.638784701028079</c:v>
                </c:pt>
                <c:pt idx="294">
                  <c:v>42.641753497763737</c:v>
                </c:pt>
                <c:pt idx="295">
                  <c:v>42.673654775989334</c:v>
                </c:pt>
                <c:pt idx="296">
                  <c:v>42.680707385271774</c:v>
                </c:pt>
                <c:pt idx="297">
                  <c:v>42.681572956840213</c:v>
                </c:pt>
                <c:pt idx="298">
                  <c:v>42.68694212695393</c:v>
                </c:pt>
                <c:pt idx="299">
                  <c:v>42.690014491379131</c:v>
                </c:pt>
                <c:pt idx="300">
                  <c:v>42.721714948977038</c:v>
                </c:pt>
                <c:pt idx="301">
                  <c:v>42.728602853345592</c:v>
                </c:pt>
                <c:pt idx="302">
                  <c:v>42.729276714987051</c:v>
                </c:pt>
                <c:pt idx="303">
                  <c:v>42.735405056332063</c:v>
                </c:pt>
                <c:pt idx="304">
                  <c:v>42.738882749749571</c:v>
                </c:pt>
                <c:pt idx="305">
                  <c:v>42.775157901610349</c:v>
                </c:pt>
                <c:pt idx="306">
                  <c:v>42.783060055186809</c:v>
                </c:pt>
                <c:pt idx="307">
                  <c:v>42.783611593149814</c:v>
                </c:pt>
                <c:pt idx="308">
                  <c:v>42.789341084103235</c:v>
                </c:pt>
                <c:pt idx="309">
                  <c:v>42.792280884960689</c:v>
                </c:pt>
                <c:pt idx="310">
                  <c:v>42.824553238611159</c:v>
                </c:pt>
                <c:pt idx="311">
                  <c:v>42.831611388795807</c:v>
                </c:pt>
                <c:pt idx="312">
                  <c:v>42.832037032159143</c:v>
                </c:pt>
                <c:pt idx="313">
                  <c:v>42.838025887522562</c:v>
                </c:pt>
                <c:pt idx="314">
                  <c:v>42.841073860609477</c:v>
                </c:pt>
                <c:pt idx="315">
                  <c:v>42.87455050023236</c:v>
                </c:pt>
                <c:pt idx="316">
                  <c:v>42.881808070748264</c:v>
                </c:pt>
                <c:pt idx="317">
                  <c:v>42.882063571414726</c:v>
                </c:pt>
                <c:pt idx="318">
                  <c:v>42.887315142622604</c:v>
                </c:pt>
                <c:pt idx="319">
                  <c:v>42.890152030205371</c:v>
                </c:pt>
                <c:pt idx="320">
                  <c:v>42.919800674717784</c:v>
                </c:pt>
                <c:pt idx="321">
                  <c:v>42.926101250704676</c:v>
                </c:pt>
                <c:pt idx="322">
                  <c:v>42.926543169555423</c:v>
                </c:pt>
                <c:pt idx="323">
                  <c:v>42.931952675507382</c:v>
                </c:pt>
                <c:pt idx="324">
                  <c:v>42.934847042608311</c:v>
                </c:pt>
                <c:pt idx="325">
                  <c:v>42.965247887939121</c:v>
                </c:pt>
                <c:pt idx="326">
                  <c:v>42.972036623722659</c:v>
                </c:pt>
                <c:pt idx="327">
                  <c:v>42.972395319369831</c:v>
                </c:pt>
                <c:pt idx="328">
                  <c:v>42.978356026627992</c:v>
                </c:pt>
                <c:pt idx="329">
                  <c:v>42.98162654462206</c:v>
                </c:pt>
                <c:pt idx="330">
                  <c:v>43.015541104937505</c:v>
                </c:pt>
                <c:pt idx="331">
                  <c:v>43.022898265069955</c:v>
                </c:pt>
                <c:pt idx="332">
                  <c:v>43.023265760883831</c:v>
                </c:pt>
                <c:pt idx="333">
                  <c:v>43.028760161377313</c:v>
                </c:pt>
                <c:pt idx="334">
                  <c:v>43.03150838214605</c:v>
                </c:pt>
                <c:pt idx="335">
                  <c:v>43.061592498319108</c:v>
                </c:pt>
                <c:pt idx="336">
                  <c:v>43.067852793824386</c:v>
                </c:pt>
                <c:pt idx="337">
                  <c:v>43.068327622935463</c:v>
                </c:pt>
                <c:pt idx="338">
                  <c:v>43.073874979502847</c:v>
                </c:pt>
                <c:pt idx="339">
                  <c:v>43.076979972563912</c:v>
                </c:pt>
                <c:pt idx="340">
                  <c:v>43.107820976691976</c:v>
                </c:pt>
                <c:pt idx="341">
                  <c:v>43.114453144199672</c:v>
                </c:pt>
                <c:pt idx="342">
                  <c:v>43.114713508080293</c:v>
                </c:pt>
                <c:pt idx="343">
                  <c:v>43.120328981934726</c:v>
                </c:pt>
                <c:pt idx="344">
                  <c:v>43.122962646177946</c:v>
                </c:pt>
                <c:pt idx="345">
                  <c:v>43.152844136793959</c:v>
                </c:pt>
                <c:pt idx="346">
                  <c:v>43.159084779778993</c:v>
                </c:pt>
                <c:pt idx="347">
                  <c:v>43.159772377342073</c:v>
                </c:pt>
                <c:pt idx="348">
                  <c:v>43.165281922152268</c:v>
                </c:pt>
                <c:pt idx="349">
                  <c:v>43.168076070944515</c:v>
                </c:pt>
                <c:pt idx="350">
                  <c:v>43.197739866384076</c:v>
                </c:pt>
                <c:pt idx="351">
                  <c:v>43.204049361035686</c:v>
                </c:pt>
                <c:pt idx="352">
                  <c:v>43.204779761970883</c:v>
                </c:pt>
                <c:pt idx="353">
                  <c:v>43.209865296825207</c:v>
                </c:pt>
                <c:pt idx="354">
                  <c:v>43.212564208768946</c:v>
                </c:pt>
                <c:pt idx="355">
                  <c:v>43.241072026957355</c:v>
                </c:pt>
                <c:pt idx="356">
                  <c:v>43.246714365968671</c:v>
                </c:pt>
                <c:pt idx="357">
                  <c:v>43.247378947858415</c:v>
                </c:pt>
                <c:pt idx="358">
                  <c:v>43.252094637201886</c:v>
                </c:pt>
                <c:pt idx="359">
                  <c:v>43.254639661287968</c:v>
                </c:pt>
                <c:pt idx="360">
                  <c:v>43.281114442760803</c:v>
                </c:pt>
                <c:pt idx="361">
                  <c:v>43.286761213828356</c:v>
                </c:pt>
                <c:pt idx="362">
                  <c:v>43.287074791021787</c:v>
                </c:pt>
                <c:pt idx="363">
                  <c:v>43.292338141593554</c:v>
                </c:pt>
                <c:pt idx="364">
                  <c:v>43.294925721421151</c:v>
                </c:pt>
                <c:pt idx="365">
                  <c:v>43.323586919467473</c:v>
                </c:pt>
                <c:pt idx="366">
                  <c:v>43.329430662015739</c:v>
                </c:pt>
                <c:pt idx="367">
                  <c:v>43.329840241675143</c:v>
                </c:pt>
                <c:pt idx="368">
                  <c:v>43.334220810721909</c:v>
                </c:pt>
                <c:pt idx="369">
                  <c:v>43.33702461964188</c:v>
                </c:pt>
                <c:pt idx="370">
                  <c:v>43.360905824652164</c:v>
                </c:pt>
                <c:pt idx="371">
                  <c:v>43.36619665143661</c:v>
                </c:pt>
                <c:pt idx="372">
                  <c:v>43.366344980391922</c:v>
                </c:pt>
                <c:pt idx="373">
                  <c:v>43.371217232703955</c:v>
                </c:pt>
                <c:pt idx="374">
                  <c:v>43.373918094363653</c:v>
                </c:pt>
                <c:pt idx="375">
                  <c:v>43.401416476068384</c:v>
                </c:pt>
                <c:pt idx="376">
                  <c:v>43.407232562811032</c:v>
                </c:pt>
                <c:pt idx="377">
                  <c:v>43.407414893330163</c:v>
                </c:pt>
                <c:pt idx="378">
                  <c:v>43.412080477510322</c:v>
                </c:pt>
                <c:pt idx="379">
                  <c:v>43.414546360838841</c:v>
                </c:pt>
                <c:pt idx="380">
                  <c:v>43.44061025908573</c:v>
                </c:pt>
                <c:pt idx="381">
                  <c:v>43.445971244647524</c:v>
                </c:pt>
                <c:pt idx="382">
                  <c:v>43.446187259309255</c:v>
                </c:pt>
                <c:pt idx="383">
                  <c:v>43.451277433344139</c:v>
                </c:pt>
                <c:pt idx="384">
                  <c:v>43.453812096127308</c:v>
                </c:pt>
                <c:pt idx="385">
                  <c:v>43.481021976120445</c:v>
                </c:pt>
                <c:pt idx="386">
                  <c:v>43.486684052263058</c:v>
                </c:pt>
                <c:pt idx="387">
                  <c:v>43.487049103248019</c:v>
                </c:pt>
                <c:pt idx="388">
                  <c:v>43.492149042753454</c:v>
                </c:pt>
                <c:pt idx="389">
                  <c:v>43.49422148641608</c:v>
                </c:pt>
                <c:pt idx="390">
                  <c:v>43.520267932079399</c:v>
                </c:pt>
                <c:pt idx="391">
                  <c:v>43.525754755697392</c:v>
                </c:pt>
                <c:pt idx="392">
                  <c:v>43.52608108770719</c:v>
                </c:pt>
                <c:pt idx="393">
                  <c:v>43.530485166167161</c:v>
                </c:pt>
                <c:pt idx="394">
                  <c:v>43.532599337255881</c:v>
                </c:pt>
                <c:pt idx="395">
                  <c:v>43.55565897712809</c:v>
                </c:pt>
                <c:pt idx="396">
                  <c:v>43.560561709730905</c:v>
                </c:pt>
                <c:pt idx="397">
                  <c:v>43.561199115105474</c:v>
                </c:pt>
                <c:pt idx="398">
                  <c:v>43.566501997525911</c:v>
                </c:pt>
                <c:pt idx="399">
                  <c:v>43.568716215859624</c:v>
                </c:pt>
                <c:pt idx="400">
                  <c:v>43.596458176673153</c:v>
                </c:pt>
                <c:pt idx="401">
                  <c:v>43.602264430881178</c:v>
                </c:pt>
                <c:pt idx="402">
                  <c:v>43.602644548304944</c:v>
                </c:pt>
                <c:pt idx="403">
                  <c:v>43.607515785181889</c:v>
                </c:pt>
                <c:pt idx="404">
                  <c:v>43.609381936251623</c:v>
                </c:pt>
                <c:pt idx="405">
                  <c:v>43.633036849468702</c:v>
                </c:pt>
                <c:pt idx="406">
                  <c:v>43.638058545390891</c:v>
                </c:pt>
                <c:pt idx="407">
                  <c:v>43.638847182657543</c:v>
                </c:pt>
                <c:pt idx="408">
                  <c:v>43.644320352347137</c:v>
                </c:pt>
                <c:pt idx="409">
                  <c:v>43.646939509930228</c:v>
                </c:pt>
                <c:pt idx="410">
                  <c:v>43.676129992249479</c:v>
                </c:pt>
                <c:pt idx="411">
                  <c:v>43.682722056725424</c:v>
                </c:pt>
                <c:pt idx="412">
                  <c:v>43.682958571131998</c:v>
                </c:pt>
                <c:pt idx="413">
                  <c:v>43.686586063091319</c:v>
                </c:pt>
                <c:pt idx="414">
                  <c:v>43.688111014822979</c:v>
                </c:pt>
                <c:pt idx="415">
                  <c:v>43.70697557956521</c:v>
                </c:pt>
                <c:pt idx="416">
                  <c:v>43.710969973354679</c:v>
                </c:pt>
                <c:pt idx="417">
                  <c:v>43.711601085945198</c:v>
                </c:pt>
                <c:pt idx="418">
                  <c:v>43.716937192378126</c:v>
                </c:pt>
                <c:pt idx="419">
                  <c:v>43.719499104724193</c:v>
                </c:pt>
                <c:pt idx="420">
                  <c:v>43.747456278703517</c:v>
                </c:pt>
                <c:pt idx="421">
                  <c:v>43.753665854521785</c:v>
                </c:pt>
                <c:pt idx="422">
                  <c:v>43.753984296886422</c:v>
                </c:pt>
                <c:pt idx="423">
                  <c:v>43.758791836013224</c:v>
                </c:pt>
                <c:pt idx="424">
                  <c:v>43.760990652917222</c:v>
                </c:pt>
                <c:pt idx="425">
                  <c:v>43.786261949343213</c:v>
                </c:pt>
                <c:pt idx="426">
                  <c:v>43.791769386677288</c:v>
                </c:pt>
                <c:pt idx="427">
                  <c:v>43.791992842226094</c:v>
                </c:pt>
                <c:pt idx="428">
                  <c:v>43.79627500424747</c:v>
                </c:pt>
                <c:pt idx="429">
                  <c:v>43.798243838342572</c:v>
                </c:pt>
                <c:pt idx="430">
                  <c:v>43.820493880340912</c:v>
                </c:pt>
                <c:pt idx="431">
                  <c:v>43.825276650492185</c:v>
                </c:pt>
                <c:pt idx="432">
                  <c:v>43.825555583446878</c:v>
                </c:pt>
                <c:pt idx="433">
                  <c:v>43.829577510652811</c:v>
                </c:pt>
                <c:pt idx="434">
                  <c:v>43.831540277289143</c:v>
                </c:pt>
                <c:pt idx="435">
                  <c:v>43.852979082170904</c:v>
                </c:pt>
                <c:pt idx="436">
                  <c:v>43.857471399137353</c:v>
                </c:pt>
                <c:pt idx="437">
                  <c:v>43.857751739263641</c:v>
                </c:pt>
                <c:pt idx="438">
                  <c:v>43.86234403161032</c:v>
                </c:pt>
                <c:pt idx="439">
                  <c:v>43.864579213781887</c:v>
                </c:pt>
                <c:pt idx="440">
                  <c:v>43.88949081460207</c:v>
                </c:pt>
                <c:pt idx="441">
                  <c:v>43.894595001894743</c:v>
                </c:pt>
                <c:pt idx="442">
                  <c:v>43.89482378781365</c:v>
                </c:pt>
                <c:pt idx="443">
                  <c:v>43.8982509146674</c:v>
                </c:pt>
                <c:pt idx="444">
                  <c:v>43.900079373810868</c:v>
                </c:pt>
                <c:pt idx="445">
                  <c:v>43.919118689402914</c:v>
                </c:pt>
                <c:pt idx="446">
                  <c:v>43.923177770549501</c:v>
                </c:pt>
                <c:pt idx="447">
                  <c:v>43.923466968836621</c:v>
                </c:pt>
                <c:pt idx="448">
                  <c:v>43.927820972617653</c:v>
                </c:pt>
                <c:pt idx="449">
                  <c:v>43.92978185166367</c:v>
                </c:pt>
                <c:pt idx="450">
                  <c:v>43.952860125468732</c:v>
                </c:pt>
                <c:pt idx="451">
                  <c:v>43.957676364898361</c:v>
                </c:pt>
                <c:pt idx="452">
                  <c:v>43.958060087743206</c:v>
                </c:pt>
                <c:pt idx="453">
                  <c:v>43.961694019240113</c:v>
                </c:pt>
                <c:pt idx="454">
                  <c:v>43.963714472406281</c:v>
                </c:pt>
                <c:pt idx="455">
                  <c:v>43.983700400286551</c:v>
                </c:pt>
                <c:pt idx="456">
                  <c:v>43.987908091505631</c:v>
                </c:pt>
                <c:pt idx="457">
                  <c:v>43.988200305302591</c:v>
                </c:pt>
                <c:pt idx="458">
                  <c:v>43.991938418179402</c:v>
                </c:pt>
                <c:pt idx="459">
                  <c:v>43.993536688174281</c:v>
                </c:pt>
                <c:pt idx="460">
                  <c:v>44.01273065941831</c:v>
                </c:pt>
                <c:pt idx="461">
                  <c:v>44.016823596309735</c:v>
                </c:pt>
                <c:pt idx="462">
                  <c:v>44.01726590925233</c:v>
                </c:pt>
                <c:pt idx="463">
                  <c:v>44.020948078138922</c:v>
                </c:pt>
                <c:pt idx="464">
                  <c:v>44.022569360221269</c:v>
                </c:pt>
                <c:pt idx="465">
                  <c:v>44.041539999634431</c:v>
                </c:pt>
                <c:pt idx="466">
                  <c:v>44.045743743016374</c:v>
                </c:pt>
                <c:pt idx="467">
                  <c:v>44.046123207817132</c:v>
                </c:pt>
                <c:pt idx="468">
                  <c:v>44.050296362134013</c:v>
                </c:pt>
                <c:pt idx="469">
                  <c:v>44.052118764057731</c:v>
                </c:pt>
                <c:pt idx="470">
                  <c:v>44.073613573354102</c:v>
                </c:pt>
                <c:pt idx="471">
                  <c:v>44.078279235777245</c:v>
                </c:pt>
                <c:pt idx="472">
                  <c:v>44.078662380599468</c:v>
                </c:pt>
                <c:pt idx="473">
                  <c:v>44.082827494763045</c:v>
                </c:pt>
                <c:pt idx="474">
                  <c:v>44.084649120151326</c:v>
                </c:pt>
                <c:pt idx="475">
                  <c:v>44.106180475326866</c:v>
                </c:pt>
                <c:pt idx="476">
                  <c:v>44.11114472402511</c:v>
                </c:pt>
                <c:pt idx="477">
                  <c:v>44.111170428381371</c:v>
                </c:pt>
                <c:pt idx="478">
                  <c:v>44.115320438995234</c:v>
                </c:pt>
                <c:pt idx="479">
                  <c:v>44.117135841971482</c:v>
                </c:pt>
                <c:pt idx="480">
                  <c:v>44.138602294993063</c:v>
                </c:pt>
                <c:pt idx="481">
                  <c:v>44.14335628181567</c:v>
                </c:pt>
                <c:pt idx="482">
                  <c:v>44.14357140447526</c:v>
                </c:pt>
                <c:pt idx="483">
                  <c:v>44.147787071698623</c:v>
                </c:pt>
                <c:pt idx="484">
                  <c:v>44.149561755537356</c:v>
                </c:pt>
                <c:pt idx="485">
                  <c:v>44.170984272450006</c:v>
                </c:pt>
                <c:pt idx="486">
                  <c:v>44.175569863816804</c:v>
                </c:pt>
                <c:pt idx="487">
                  <c:v>44.175893100581327</c:v>
                </c:pt>
                <c:pt idx="488">
                  <c:v>44.180008304133274</c:v>
                </c:pt>
                <c:pt idx="489">
                  <c:v>44.181940233564781</c:v>
                </c:pt>
                <c:pt idx="490">
                  <c:v>44.204530048627205</c:v>
                </c:pt>
                <c:pt idx="491">
                  <c:v>44.209428827734996</c:v>
                </c:pt>
                <c:pt idx="492">
                  <c:v>44.209547235071376</c:v>
                </c:pt>
                <c:pt idx="493">
                  <c:v>44.212745592030245</c:v>
                </c:pt>
                <c:pt idx="494">
                  <c:v>44.214201521843989</c:v>
                </c:pt>
                <c:pt idx="495">
                  <c:v>44.231117000482115</c:v>
                </c:pt>
                <c:pt idx="496">
                  <c:v>44.23474176582414</c:v>
                </c:pt>
                <c:pt idx="497">
                  <c:v>44.234904096854684</c:v>
                </c:pt>
                <c:pt idx="498">
                  <c:v>44.23837778444689</c:v>
                </c:pt>
                <c:pt idx="499">
                  <c:v>44.239956879935541</c:v>
                </c:pt>
                <c:pt idx="500">
                  <c:v>44.258252139590816</c:v>
                </c:pt>
                <c:pt idx="501">
                  <c:v>44.262355670260774</c:v>
                </c:pt>
                <c:pt idx="502">
                  <c:v>44.262479391097386</c:v>
                </c:pt>
                <c:pt idx="503">
                  <c:v>44.265696111041564</c:v>
                </c:pt>
                <c:pt idx="504">
                  <c:v>44.267417105333664</c:v>
                </c:pt>
                <c:pt idx="505">
                  <c:v>44.285724714259139</c:v>
                </c:pt>
                <c:pt idx="506">
                  <c:v>44.289646127218646</c:v>
                </c:pt>
                <c:pt idx="507">
                  <c:v>44.289672301175258</c:v>
                </c:pt>
                <c:pt idx="508">
                  <c:v>44.293458156095703</c:v>
                </c:pt>
                <c:pt idx="509">
                  <c:v>44.295475498598663</c:v>
                </c:pt>
                <c:pt idx="510">
                  <c:v>44.316017843987829</c:v>
                </c:pt>
                <c:pt idx="511">
                  <c:v>44.320553646510064</c:v>
                </c:pt>
                <c:pt idx="512">
                  <c:v>44.320624985071021</c:v>
                </c:pt>
                <c:pt idx="513">
                  <c:v>44.324184883256628</c:v>
                </c:pt>
                <c:pt idx="514">
                  <c:v>44.325954519632482</c:v>
                </c:pt>
                <c:pt idx="515">
                  <c:v>44.345459740699525</c:v>
                </c:pt>
                <c:pt idx="516">
                  <c:v>44.349816254774282</c:v>
                </c:pt>
                <c:pt idx="517">
                  <c:v>44.349954419953136</c:v>
                </c:pt>
                <c:pt idx="518">
                  <c:v>44.353094113575686</c:v>
                </c:pt>
                <c:pt idx="519">
                  <c:v>44.354850410952281</c:v>
                </c:pt>
                <c:pt idx="520">
                  <c:v>44.372141067650901</c:v>
                </c:pt>
                <c:pt idx="521">
                  <c:v>44.375795957689661</c:v>
                </c:pt>
                <c:pt idx="522">
                  <c:v>44.37603310064884</c:v>
                </c:pt>
                <c:pt idx="523">
                  <c:v>44.37935086734538</c:v>
                </c:pt>
                <c:pt idx="524">
                  <c:v>44.38075348966796</c:v>
                </c:pt>
                <c:pt idx="525">
                  <c:v>44.398119071544279</c:v>
                </c:pt>
                <c:pt idx="526">
                  <c:v>44.402105279239493</c:v>
                </c:pt>
                <c:pt idx="527">
                  <c:v>44.402124471246736</c:v>
                </c:pt>
                <c:pt idx="528">
                  <c:v>44.404471049835507</c:v>
                </c:pt>
                <c:pt idx="529">
                  <c:v>44.405542099542593</c:v>
                </c:pt>
                <c:pt idx="530">
                  <c:v>44.418035893266797</c:v>
                </c:pt>
                <c:pt idx="531">
                  <c:v>44.420849025021937</c:v>
                </c:pt>
                <c:pt idx="532">
                  <c:v>44.42097030197359</c:v>
                </c:pt>
                <c:pt idx="533">
                  <c:v>44.424100548393419</c:v>
                </c:pt>
                <c:pt idx="534">
                  <c:v>44.425494172850776</c:v>
                </c:pt>
                <c:pt idx="535">
                  <c:v>44.442404289106697</c:v>
                </c:pt>
                <c:pt idx="536">
                  <c:v>44.446176274927097</c:v>
                </c:pt>
                <c:pt idx="537">
                  <c:v>44.446230024645921</c:v>
                </c:pt>
                <c:pt idx="538">
                  <c:v>44.449137896493149</c:v>
                </c:pt>
                <c:pt idx="539">
                  <c:v>44.450275485229099</c:v>
                </c:pt>
                <c:pt idx="540">
                  <c:v>44.464847067986234</c:v>
                </c:pt>
                <c:pt idx="541">
                  <c:v>44.468210265617984</c:v>
                </c:pt>
                <c:pt idx="542">
                  <c:v>44.468268206868821</c:v>
                </c:pt>
                <c:pt idx="543">
                  <c:v>44.47032528812359</c:v>
                </c:pt>
                <c:pt idx="544">
                  <c:v>44.471313311417653</c:v>
                </c:pt>
                <c:pt idx="545">
                  <c:v>44.482628301983283</c:v>
                </c:pt>
                <c:pt idx="546">
                  <c:v>44.485236465280551</c:v>
                </c:pt>
                <c:pt idx="547">
                  <c:v>44.485315523284271</c:v>
                </c:pt>
                <c:pt idx="548">
                  <c:v>44.488163259037272</c:v>
                </c:pt>
                <c:pt idx="549">
                  <c:v>44.489721132269658</c:v>
                </c:pt>
                <c:pt idx="550">
                  <c:v>44.506291130152448</c:v>
                </c:pt>
                <c:pt idx="551">
                  <c:v>44.509986759348692</c:v>
                </c:pt>
                <c:pt idx="552">
                  <c:v>44.510008269967884</c:v>
                </c:pt>
                <c:pt idx="553">
                  <c:v>44.512958474062195</c:v>
                </c:pt>
                <c:pt idx="554">
                  <c:v>44.51443901862821</c:v>
                </c:pt>
                <c:pt idx="555">
                  <c:v>44.530689936191074</c:v>
                </c:pt>
                <c:pt idx="556">
                  <c:v>44.534229496333772</c:v>
                </c:pt>
                <c:pt idx="557">
                  <c:v>44.534327985435311</c:v>
                </c:pt>
                <c:pt idx="558">
                  <c:v>44.536912085315528</c:v>
                </c:pt>
                <c:pt idx="559">
                  <c:v>44.538311252707608</c:v>
                </c:pt>
                <c:pt idx="560">
                  <c:v>44.552777503802702</c:v>
                </c:pt>
                <c:pt idx="561">
                  <c:v>44.556041115330174</c:v>
                </c:pt>
                <c:pt idx="562">
                  <c:v>44.556045832587643</c:v>
                </c:pt>
                <c:pt idx="563">
                  <c:v>44.558421557486717</c:v>
                </c:pt>
                <c:pt idx="564">
                  <c:v>44.559732999821662</c:v>
                </c:pt>
                <c:pt idx="565">
                  <c:v>44.572606697085604</c:v>
                </c:pt>
                <c:pt idx="566">
                  <c:v>44.57545097759413</c:v>
                </c:pt>
                <c:pt idx="567">
                  <c:v>44.575509066973005</c:v>
                </c:pt>
                <c:pt idx="568">
                  <c:v>44.578196725431745</c:v>
                </c:pt>
                <c:pt idx="569">
                  <c:v>44.579664059838542</c:v>
                </c:pt>
                <c:pt idx="570">
                  <c:v>44.594255045831297</c:v>
                </c:pt>
                <c:pt idx="571">
                  <c:v>44.597494466392959</c:v>
                </c:pt>
                <c:pt idx="572">
                  <c:v>44.597580968617471</c:v>
                </c:pt>
                <c:pt idx="573">
                  <c:v>44.599765732988118</c:v>
                </c:pt>
                <c:pt idx="574">
                  <c:v>44.600916855544988</c:v>
                </c:pt>
                <c:pt idx="575">
                  <c:v>44.612917668128269</c:v>
                </c:pt>
                <c:pt idx="576">
                  <c:v>44.615589733797208</c:v>
                </c:pt>
                <c:pt idx="577">
                  <c:v>44.615782609581963</c:v>
                </c:pt>
                <c:pt idx="578">
                  <c:v>44.618645109095745</c:v>
                </c:pt>
                <c:pt idx="579">
                  <c:v>44.6200649921607</c:v>
                </c:pt>
                <c:pt idx="580">
                  <c:v>44.635698533022442</c:v>
                </c:pt>
                <c:pt idx="581">
                  <c:v>44.639280133819511</c:v>
                </c:pt>
                <c:pt idx="582">
                  <c:v>44.639443155881509</c:v>
                </c:pt>
                <c:pt idx="583">
                  <c:v>44.642233539539504</c:v>
                </c:pt>
                <c:pt idx="584">
                  <c:v>44.643651138924653</c:v>
                </c:pt>
                <c:pt idx="585">
                  <c:v>44.659519118359171</c:v>
                </c:pt>
                <c:pt idx="586">
                  <c:v>44.662971846213054</c:v>
                </c:pt>
                <c:pt idx="587">
                  <c:v>44.663033540973721</c:v>
                </c:pt>
                <c:pt idx="588">
                  <c:v>44.665928150939131</c:v>
                </c:pt>
                <c:pt idx="589">
                  <c:v>44.667384117394647</c:v>
                </c:pt>
                <c:pt idx="590">
                  <c:v>44.683425570082051</c:v>
                </c:pt>
                <c:pt idx="591">
                  <c:v>44.686993272321445</c:v>
                </c:pt>
                <c:pt idx="592">
                  <c:v>44.687068290541397</c:v>
                </c:pt>
                <c:pt idx="593">
                  <c:v>44.689179176647251</c:v>
                </c:pt>
                <c:pt idx="594">
                  <c:v>44.690203456353977</c:v>
                </c:pt>
                <c:pt idx="595">
                  <c:v>44.701721648024595</c:v>
                </c:pt>
                <c:pt idx="596">
                  <c:v>44.704384345398942</c:v>
                </c:pt>
                <c:pt idx="597">
                  <c:v>44.70443553236629</c:v>
                </c:pt>
                <c:pt idx="598">
                  <c:v>44.707191932669673</c:v>
                </c:pt>
                <c:pt idx="599">
                  <c:v>44.708629285896819</c:v>
                </c:pt>
                <c:pt idx="600">
                  <c:v>44.724323597230395</c:v>
                </c:pt>
                <c:pt idx="601">
                  <c:v>44.727802484751294</c:v>
                </c:pt>
                <c:pt idx="602">
                  <c:v>44.727861090038481</c:v>
                </c:pt>
                <c:pt idx="603">
                  <c:v>44.730662844316399</c:v>
                </c:pt>
                <c:pt idx="604">
                  <c:v>44.732232214854861</c:v>
                </c:pt>
                <c:pt idx="605">
                  <c:v>44.747554409107948</c:v>
                </c:pt>
                <c:pt idx="606">
                  <c:v>44.751085317755077</c:v>
                </c:pt>
                <c:pt idx="607">
                  <c:v>44.751170751519567</c:v>
                </c:pt>
                <c:pt idx="608">
                  <c:v>44.753329896103772</c:v>
                </c:pt>
                <c:pt idx="609">
                  <c:v>44.754534534209412</c:v>
                </c:pt>
                <c:pt idx="610">
                  <c:v>44.766605785502442</c:v>
                </c:pt>
                <c:pt idx="611">
                  <c:v>44.769272617861986</c:v>
                </c:pt>
                <c:pt idx="612">
                  <c:v>44.769327856360782</c:v>
                </c:pt>
                <c:pt idx="613">
                  <c:v>44.772013586358348</c:v>
                </c:pt>
                <c:pt idx="614">
                  <c:v>44.77329673683063</c:v>
                </c:pt>
                <c:pt idx="615">
                  <c:v>44.787903844463401</c:v>
                </c:pt>
                <c:pt idx="616">
                  <c:v>44.79099467350062</c:v>
                </c:pt>
                <c:pt idx="617">
                  <c:v>44.791051237253647</c:v>
                </c:pt>
                <c:pt idx="618">
                  <c:v>44.793134956719008</c:v>
                </c:pt>
                <c:pt idx="619">
                  <c:v>44.793569820291765</c:v>
                </c:pt>
                <c:pt idx="620">
                  <c:v>44.802024074533769</c:v>
                </c:pt>
                <c:pt idx="621">
                  <c:v>44.803833231665465</c:v>
                </c:pt>
                <c:pt idx="622">
                  <c:v>44.803956648617948</c:v>
                </c:pt>
                <c:pt idx="623">
                  <c:v>44.806954634886004</c:v>
                </c:pt>
                <c:pt idx="624">
                  <c:v>44.808710824535481</c:v>
                </c:pt>
                <c:pt idx="625">
                  <c:v>44.824533403217195</c:v>
                </c:pt>
                <c:pt idx="626">
                  <c:v>44.827862850571023</c:v>
                </c:pt>
                <c:pt idx="627">
                  <c:v>44.828023822671888</c:v>
                </c:pt>
                <c:pt idx="628">
                  <c:v>44.829107540283886</c:v>
                </c:pt>
                <c:pt idx="629">
                  <c:v>44.829795617911728</c:v>
                </c:pt>
                <c:pt idx="630">
                  <c:v>44.836345866730859</c:v>
                </c:pt>
                <c:pt idx="631">
                  <c:v>44.837411256535461</c:v>
                </c:pt>
                <c:pt idx="632">
                  <c:v>44.837639828484889</c:v>
                </c:pt>
                <c:pt idx="633">
                  <c:v>44.839916171066491</c:v>
                </c:pt>
                <c:pt idx="634">
                  <c:v>44.84136046789493</c:v>
                </c:pt>
                <c:pt idx="635">
                  <c:v>44.854249948385288</c:v>
                </c:pt>
                <c:pt idx="636">
                  <c:v>44.856834178556824</c:v>
                </c:pt>
                <c:pt idx="637">
                  <c:v>44.856962075073845</c:v>
                </c:pt>
                <c:pt idx="638">
                  <c:v>44.858658551973889</c:v>
                </c:pt>
                <c:pt idx="639">
                  <c:v>44.859726698968117</c:v>
                </c:pt>
                <c:pt idx="640">
                  <c:v>44.868773285814349</c:v>
                </c:pt>
                <c:pt idx="641">
                  <c:v>44.87066045345415</c:v>
                </c:pt>
                <c:pt idx="642">
                  <c:v>44.871044952916883</c:v>
                </c:pt>
                <c:pt idx="643">
                  <c:v>44.873399613667935</c:v>
                </c:pt>
                <c:pt idx="644">
                  <c:v>44.874816838098091</c:v>
                </c:pt>
                <c:pt idx="645">
                  <c:v>44.888501590938176</c:v>
                </c:pt>
                <c:pt idx="646">
                  <c:v>44.891402318828625</c:v>
                </c:pt>
                <c:pt idx="647">
                  <c:v>44.891640421249313</c:v>
                </c:pt>
                <c:pt idx="648">
                  <c:v>44.893875938744372</c:v>
                </c:pt>
                <c:pt idx="649">
                  <c:v>44.89528182590044</c:v>
                </c:pt>
                <c:pt idx="650">
                  <c:v>44.908117875514087</c:v>
                </c:pt>
                <c:pt idx="651">
                  <c:v>44.91082788447909</c:v>
                </c:pt>
                <c:pt idx="652">
                  <c:v>44.910981541127157</c:v>
                </c:pt>
                <c:pt idx="653">
                  <c:v>44.912846910489328</c:v>
                </c:pt>
                <c:pt idx="654">
                  <c:v>44.913747507801077</c:v>
                </c:pt>
                <c:pt idx="655">
                  <c:v>44.924188776934947</c:v>
                </c:pt>
                <c:pt idx="656">
                  <c:v>44.926305172261266</c:v>
                </c:pt>
                <c:pt idx="657">
                  <c:v>44.926505860839555</c:v>
                </c:pt>
                <c:pt idx="658">
                  <c:v>44.928735563446622</c:v>
                </c:pt>
                <c:pt idx="659">
                  <c:v>44.930020710519386</c:v>
                </c:pt>
                <c:pt idx="660">
                  <c:v>44.942498719031143</c:v>
                </c:pt>
                <c:pt idx="661">
                  <c:v>44.945072168191473</c:v>
                </c:pt>
                <c:pt idx="662">
                  <c:v>44.94519124883454</c:v>
                </c:pt>
                <c:pt idx="663">
                  <c:v>44.947109413005734</c:v>
                </c:pt>
                <c:pt idx="664">
                  <c:v>44.94816156157578</c:v>
                </c:pt>
                <c:pt idx="665">
                  <c:v>44.958753497118046</c:v>
                </c:pt>
                <c:pt idx="666">
                  <c:v>44.960879431486546</c:v>
                </c:pt>
                <c:pt idx="667">
                  <c:v>44.960980330644134</c:v>
                </c:pt>
                <c:pt idx="668">
                  <c:v>44.962741601107936</c:v>
                </c:pt>
                <c:pt idx="669">
                  <c:v>44.963787307000025</c:v>
                </c:pt>
                <c:pt idx="670">
                  <c:v>44.973667827254083</c:v>
                </c:pt>
                <c:pt idx="671">
                  <c:v>44.975698359256</c:v>
                </c:pt>
                <c:pt idx="672">
                  <c:v>44.975810831762089</c:v>
                </c:pt>
                <c:pt idx="673">
                  <c:v>44.977339530430299</c:v>
                </c:pt>
                <c:pt idx="674">
                  <c:v>44.978292060883589</c:v>
                </c:pt>
                <c:pt idx="675">
                  <c:v>44.986771260813654</c:v>
                </c:pt>
                <c:pt idx="676">
                  <c:v>44.988542925114359</c:v>
                </c:pt>
                <c:pt idx="677">
                  <c:v>44.988633807443613</c:v>
                </c:pt>
                <c:pt idx="678">
                  <c:v>44.990453250556691</c:v>
                </c:pt>
                <c:pt idx="679">
                  <c:v>44.991440465824951</c:v>
                </c:pt>
                <c:pt idx="680">
                  <c:v>45.000983736722503</c:v>
                </c:pt>
                <c:pt idx="681">
                  <c:v>45.003031169650797</c:v>
                </c:pt>
                <c:pt idx="682">
                  <c:v>45.00312049763501</c:v>
                </c:pt>
                <c:pt idx="683">
                  <c:v>45.005362293618468</c:v>
                </c:pt>
                <c:pt idx="684">
                  <c:v>45.006761938605635</c:v>
                </c:pt>
                <c:pt idx="685">
                  <c:v>45.018872206608947</c:v>
                </c:pt>
                <c:pt idx="686">
                  <c:v>45.021476341413063</c:v>
                </c:pt>
                <c:pt idx="687">
                  <c:v>45.02166327900914</c:v>
                </c:pt>
                <c:pt idx="688">
                  <c:v>45.02392042829571</c:v>
                </c:pt>
                <c:pt idx="689">
                  <c:v>45.025259962788809</c:v>
                </c:pt>
                <c:pt idx="690">
                  <c:v>45.03772775656811</c:v>
                </c:pt>
                <c:pt idx="691">
                  <c:v>45.040251092103517</c:v>
                </c:pt>
                <c:pt idx="692">
                  <c:v>45.040355415012634</c:v>
                </c:pt>
                <c:pt idx="693">
                  <c:v>45.041593519775525</c:v>
                </c:pt>
                <c:pt idx="694">
                  <c:v>45.042352619702193</c:v>
                </c:pt>
                <c:pt idx="695">
                  <c:v>45.049359234906682</c:v>
                </c:pt>
                <c:pt idx="696">
                  <c:v>45.050790787200867</c:v>
                </c:pt>
                <c:pt idx="697">
                  <c:v>45.050959679621279</c:v>
                </c:pt>
                <c:pt idx="698">
                  <c:v>45.052556033670832</c:v>
                </c:pt>
                <c:pt idx="699">
                  <c:v>45.053549244106556</c:v>
                </c:pt>
                <c:pt idx="700">
                  <c:v>45.062466392246073</c:v>
                </c:pt>
                <c:pt idx="701">
                  <c:v>45.064295300026345</c:v>
                </c:pt>
                <c:pt idx="702">
                  <c:v>45.064478072770036</c:v>
                </c:pt>
                <c:pt idx="703">
                  <c:v>45.065922018484152</c:v>
                </c:pt>
                <c:pt idx="704">
                  <c:v>45.066680590131355</c:v>
                </c:pt>
                <c:pt idx="705">
                  <c:v>45.074586536083551</c:v>
                </c:pt>
                <c:pt idx="706">
                  <c:v>45.076153624720234</c:v>
                </c:pt>
                <c:pt idx="707">
                  <c:v>45.076310666693026</c:v>
                </c:pt>
                <c:pt idx="708">
                  <c:v>45.077399398262557</c:v>
                </c:pt>
                <c:pt idx="709">
                  <c:v>45.07801096493916</c:v>
                </c:pt>
                <c:pt idx="710">
                  <c:v>45.084421540212375</c:v>
                </c:pt>
                <c:pt idx="711">
                  <c:v>45.08570505949325</c:v>
                </c:pt>
                <c:pt idx="712">
                  <c:v>45.085864428045518</c:v>
                </c:pt>
                <c:pt idx="713">
                  <c:v>45.087366580531665</c:v>
                </c:pt>
                <c:pt idx="714">
                  <c:v>45.088130611051994</c:v>
                </c:pt>
                <c:pt idx="715">
                  <c:v>45.096848427507766</c:v>
                </c:pt>
                <c:pt idx="716">
                  <c:v>45.098224632499864</c:v>
                </c:pt>
                <c:pt idx="717">
                  <c:v>45.098355530657955</c:v>
                </c:pt>
                <c:pt idx="718">
                  <c:v>45.099313872810498</c:v>
                </c:pt>
                <c:pt idx="719">
                  <c:v>45.099821702398764</c:v>
                </c:pt>
                <c:pt idx="720">
                  <c:v>45.105462764419393</c:v>
                </c:pt>
                <c:pt idx="721">
                  <c:v>45.106458567417462</c:v>
                </c:pt>
                <c:pt idx="722">
                  <c:v>45.106574107127258</c:v>
                </c:pt>
                <c:pt idx="723">
                  <c:v>45.107987605606432</c:v>
                </c:pt>
                <c:pt idx="724">
                  <c:v>45.108602105568224</c:v>
                </c:pt>
                <c:pt idx="725">
                  <c:v>45.116152018796193</c:v>
                </c:pt>
                <c:pt idx="726">
                  <c:v>45.117660734535434</c:v>
                </c:pt>
                <c:pt idx="727">
                  <c:v>45.117786732246316</c:v>
                </c:pt>
                <c:pt idx="728">
                  <c:v>45.119454909709397</c:v>
                </c:pt>
                <c:pt idx="729">
                  <c:v>45.120282885767857</c:v>
                </c:pt>
                <c:pt idx="730">
                  <c:v>45.129340273430451</c:v>
                </c:pt>
                <c:pt idx="731">
                  <c:v>45.131167675600295</c:v>
                </c:pt>
                <c:pt idx="732">
                  <c:v>45.131280967037682</c:v>
                </c:pt>
                <c:pt idx="733">
                  <c:v>45.13234870994998</c:v>
                </c:pt>
                <c:pt idx="734">
                  <c:v>45.132974356334998</c:v>
                </c:pt>
                <c:pt idx="735">
                  <c:v>45.13890281043016</c:v>
                </c:pt>
                <c:pt idx="736">
                  <c:v>45.140062988248928</c:v>
                </c:pt>
                <c:pt idx="737">
                  <c:v>45.1401210058049</c:v>
                </c:pt>
                <c:pt idx="738">
                  <c:v>45.142240509247792</c:v>
                </c:pt>
                <c:pt idx="739">
                  <c:v>45.143447794684185</c:v>
                </c:pt>
                <c:pt idx="740">
                  <c:v>45.154880846383236</c:v>
                </c:pt>
                <c:pt idx="741">
                  <c:v>45.157193586673031</c:v>
                </c:pt>
                <c:pt idx="742">
                  <c:v>45.157284751624296</c:v>
                </c:pt>
                <c:pt idx="743">
                  <c:v>45.159333461961729</c:v>
                </c:pt>
                <c:pt idx="744">
                  <c:v>45.160625138584358</c:v>
                </c:pt>
                <c:pt idx="745">
                  <c:v>45.171823040046881</c:v>
                </c:pt>
                <c:pt idx="746">
                  <c:v>45.173999289570986</c:v>
                </c:pt>
                <c:pt idx="747">
                  <c:v>45.174114771635104</c:v>
                </c:pt>
                <c:pt idx="748">
                  <c:v>45.175277363409911</c:v>
                </c:pt>
                <c:pt idx="749">
                  <c:v>45.175995625651147</c:v>
                </c:pt>
                <c:pt idx="750">
                  <c:v>45.182555995175186</c:v>
                </c:pt>
                <c:pt idx="751">
                  <c:v>45.183882075663178</c:v>
                </c:pt>
                <c:pt idx="752">
                  <c:v>45.184041743515998</c:v>
                </c:pt>
                <c:pt idx="753">
                  <c:v>45.18607578273452</c:v>
                </c:pt>
                <c:pt idx="754">
                  <c:v>45.187359408588343</c:v>
                </c:pt>
                <c:pt idx="755">
                  <c:v>45.198707749326253</c:v>
                </c:pt>
                <c:pt idx="756">
                  <c:v>45.20101784076536</c:v>
                </c:pt>
                <c:pt idx="757">
                  <c:v>45.201109760389933</c:v>
                </c:pt>
                <c:pt idx="758">
                  <c:v>45.202620704277741</c:v>
                </c:pt>
                <c:pt idx="759">
                  <c:v>45.203491033085434</c:v>
                </c:pt>
                <c:pt idx="760">
                  <c:v>45.211908760189083</c:v>
                </c:pt>
                <c:pt idx="761">
                  <c:v>45.21353825915952</c:v>
                </c:pt>
                <c:pt idx="762">
                  <c:v>45.213626849146074</c:v>
                </c:pt>
                <c:pt idx="763">
                  <c:v>45.21469661161462</c:v>
                </c:pt>
                <c:pt idx="764">
                  <c:v>45.215298119460243</c:v>
                </c:pt>
                <c:pt idx="765">
                  <c:v>45.22122990297796</c:v>
                </c:pt>
                <c:pt idx="766">
                  <c:v>45.222435590653788</c:v>
                </c:pt>
                <c:pt idx="767">
                  <c:v>45.222550075563539</c:v>
                </c:pt>
                <c:pt idx="768">
                  <c:v>45.223725678758704</c:v>
                </c:pt>
                <c:pt idx="769">
                  <c:v>45.224346622354169</c:v>
                </c:pt>
                <c:pt idx="770">
                  <c:v>45.230686140293244</c:v>
                </c:pt>
                <c:pt idx="771">
                  <c:v>45.23199395334251</c:v>
                </c:pt>
                <c:pt idx="772">
                  <c:v>45.232071448701667</c:v>
                </c:pt>
                <c:pt idx="773">
                  <c:v>45.233203315269343</c:v>
                </c:pt>
                <c:pt idx="774">
                  <c:v>45.233913535603904</c:v>
                </c:pt>
                <c:pt idx="775">
                  <c:v>45.240292464917232</c:v>
                </c:pt>
                <c:pt idx="776">
                  <c:v>45.241549469147685</c:v>
                </c:pt>
                <c:pt idx="777">
                  <c:v>45.241598670354016</c:v>
                </c:pt>
                <c:pt idx="778">
                  <c:v>45.241994071166239</c:v>
                </c:pt>
                <c:pt idx="779">
                  <c:v>45.242221618072499</c:v>
                </c:pt>
                <c:pt idx="780">
                  <c:v>45.244401645219583</c:v>
                </c:pt>
                <c:pt idx="781">
                  <c:v>45.244847422492683</c:v>
                </c:pt>
                <c:pt idx="782">
                  <c:v>45.244928434056092</c:v>
                </c:pt>
                <c:pt idx="783">
                  <c:v>45.245811787244364</c:v>
                </c:pt>
                <c:pt idx="784">
                  <c:v>45.246329898463067</c:v>
                </c:pt>
                <c:pt idx="785">
                  <c:v>45.251123902737206</c:v>
                </c:pt>
                <c:pt idx="786">
                  <c:v>45.252094960685781</c:v>
                </c:pt>
                <c:pt idx="787">
                  <c:v>45.252222902078238</c:v>
                </c:pt>
                <c:pt idx="788">
                  <c:v>45.253320557563725</c:v>
                </c:pt>
                <c:pt idx="789">
                  <c:v>45.253951918709042</c:v>
                </c:pt>
                <c:pt idx="790">
                  <c:v>45.260044938836579</c:v>
                </c:pt>
                <c:pt idx="791">
                  <c:v>45.261325237201447</c:v>
                </c:pt>
                <c:pt idx="792">
                  <c:v>45.261338590086126</c:v>
                </c:pt>
                <c:pt idx="793">
                  <c:v>45.261741855407188</c:v>
                </c:pt>
                <c:pt idx="794">
                  <c:v>45.261973859711027</c:v>
                </c:pt>
                <c:pt idx="795">
                  <c:v>45.264179189541579</c:v>
                </c:pt>
                <c:pt idx="796">
                  <c:v>45.264620271385866</c:v>
                </c:pt>
                <c:pt idx="797">
                  <c:v>45.264684801405686</c:v>
                </c:pt>
                <c:pt idx="798">
                  <c:v>45.265508732362157</c:v>
                </c:pt>
                <c:pt idx="799">
                  <c:v>45.265955905743247</c:v>
                </c:pt>
                <c:pt idx="800">
                  <c:v>45.270609340825516</c:v>
                </c:pt>
                <c:pt idx="801">
                  <c:v>45.271542425158771</c:v>
                </c:pt>
                <c:pt idx="802">
                  <c:v>45.271571919940044</c:v>
                </c:pt>
                <c:pt idx="803">
                  <c:v>45.2720540654799</c:v>
                </c:pt>
                <c:pt idx="804">
                  <c:v>45.272317294207511</c:v>
                </c:pt>
                <c:pt idx="805">
                  <c:v>45.274964311930916</c:v>
                </c:pt>
                <c:pt idx="806">
                  <c:v>45.275495342901593</c:v>
                </c:pt>
                <c:pt idx="807">
                  <c:v>45.275512321500237</c:v>
                </c:pt>
                <c:pt idx="808">
                  <c:v>45.275823924068867</c:v>
                </c:pt>
                <c:pt idx="809">
                  <c:v>45.276000443180536</c:v>
                </c:pt>
                <c:pt idx="810">
                  <c:v>45.277781963872108</c:v>
                </c:pt>
                <c:pt idx="811">
                  <c:v>45.278132714505034</c:v>
                </c:pt>
                <c:pt idx="812">
                  <c:v>45.278197683102313</c:v>
                </c:pt>
                <c:pt idx="813">
                  <c:v>45.279311631493549</c:v>
                </c:pt>
                <c:pt idx="814">
                  <c:v>45.279924158019519</c:v>
                </c:pt>
                <c:pt idx="815">
                  <c:v>45.286117449591288</c:v>
                </c:pt>
                <c:pt idx="816">
                  <c:v>45.287360567519045</c:v>
                </c:pt>
                <c:pt idx="817">
                  <c:v>45.287392622991256</c:v>
                </c:pt>
                <c:pt idx="818">
                  <c:v>45.287947263611862</c:v>
                </c:pt>
                <c:pt idx="819">
                  <c:v>45.288240637905318</c:v>
                </c:pt>
                <c:pt idx="820">
                  <c:v>45.291325052702717</c:v>
                </c:pt>
                <c:pt idx="821">
                  <c:v>45.291974584686045</c:v>
                </c:pt>
                <c:pt idx="822">
                  <c:v>45.292020826861645</c:v>
                </c:pt>
                <c:pt idx="823">
                  <c:v>45.292700481226632</c:v>
                </c:pt>
                <c:pt idx="824">
                  <c:v>45.29305367644416</c:v>
                </c:pt>
                <c:pt idx="825">
                  <c:v>45.296820512717765</c:v>
                </c:pt>
                <c:pt idx="826">
                  <c:v>45.297578509423033</c:v>
                </c:pt>
                <c:pt idx="827">
                  <c:v>45.297679409415409</c:v>
                </c:pt>
                <c:pt idx="828">
                  <c:v>45.298564951178577</c:v>
                </c:pt>
                <c:pt idx="829">
                  <c:v>45.298952999395446</c:v>
                </c:pt>
                <c:pt idx="830">
                  <c:v>45.303546476683785</c:v>
                </c:pt>
                <c:pt idx="831">
                  <c:v>45.30450131072115</c:v>
                </c:pt>
                <c:pt idx="832">
                  <c:v>45.304587586114913</c:v>
                </c:pt>
                <c:pt idx="833">
                  <c:v>45.305226598349627</c:v>
                </c:pt>
                <c:pt idx="834">
                  <c:v>45.305569414997855</c:v>
                </c:pt>
                <c:pt idx="835">
                  <c:v>45.30908228641578</c:v>
                </c:pt>
                <c:pt idx="836">
                  <c:v>45.30977340575447</c:v>
                </c:pt>
                <c:pt idx="837">
                  <c:v>45.309804248605701</c:v>
                </c:pt>
                <c:pt idx="838">
                  <c:v>45.310051353128109</c:v>
                </c:pt>
                <c:pt idx="839">
                  <c:v>45.310194433426375</c:v>
                </c:pt>
                <c:pt idx="840">
                  <c:v>45.311473323852276</c:v>
                </c:pt>
                <c:pt idx="841">
                  <c:v>45.311753177074081</c:v>
                </c:pt>
                <c:pt idx="842">
                  <c:v>45.311818878348944</c:v>
                </c:pt>
                <c:pt idx="843">
                  <c:v>45.31271119049778</c:v>
                </c:pt>
                <c:pt idx="844">
                  <c:v>45.313145299935599</c:v>
                </c:pt>
                <c:pt idx="845">
                  <c:v>45.317704836495075</c:v>
                </c:pt>
                <c:pt idx="846">
                  <c:v>45.318673155500562</c:v>
                </c:pt>
                <c:pt idx="847">
                  <c:v>45.318691020974128</c:v>
                </c:pt>
                <c:pt idx="848">
                  <c:v>45.319063336149384</c:v>
                </c:pt>
                <c:pt idx="849">
                  <c:v>45.31926142408328</c:v>
                </c:pt>
                <c:pt idx="850">
                  <c:v>45.321236934343531</c:v>
                </c:pt>
                <c:pt idx="851">
                  <c:v>45.321639789139851</c:v>
                </c:pt>
                <c:pt idx="852">
                  <c:v>45.321678324425861</c:v>
                </c:pt>
                <c:pt idx="853">
                  <c:v>45.322437777239756</c:v>
                </c:pt>
                <c:pt idx="854">
                  <c:v>45.322793730866145</c:v>
                </c:pt>
                <c:pt idx="855">
                  <c:v>45.326717569514663</c:v>
                </c:pt>
                <c:pt idx="856">
                  <c:v>45.327573132127441</c:v>
                </c:pt>
                <c:pt idx="857">
                  <c:v>45.327595743524697</c:v>
                </c:pt>
                <c:pt idx="858">
                  <c:v>45.328014711023052</c:v>
                </c:pt>
                <c:pt idx="859">
                  <c:v>45.328222765003645</c:v>
                </c:pt>
                <c:pt idx="860">
                  <c:v>45.33038892354994</c:v>
                </c:pt>
                <c:pt idx="861">
                  <c:v>45.33087189110779</c:v>
                </c:pt>
                <c:pt idx="862">
                  <c:v>45.330878174710982</c:v>
                </c:pt>
                <c:pt idx="863">
                  <c:v>45.331209515100404</c:v>
                </c:pt>
                <c:pt idx="864">
                  <c:v>45.331391274630619</c:v>
                </c:pt>
                <c:pt idx="865">
                  <c:v>45.333136711380234</c:v>
                </c:pt>
                <c:pt idx="866">
                  <c:v>45.333506576197522</c:v>
                </c:pt>
                <c:pt idx="867">
                  <c:v>45.333567653773848</c:v>
                </c:pt>
                <c:pt idx="868">
                  <c:v>45.334740818150621</c:v>
                </c:pt>
                <c:pt idx="869">
                  <c:v>45.335300662978433</c:v>
                </c:pt>
                <c:pt idx="870">
                  <c:v>45.341179958197628</c:v>
                </c:pt>
                <c:pt idx="871">
                  <c:v>45.342406932191693</c:v>
                </c:pt>
                <c:pt idx="872">
                  <c:v>45.342440113602891</c:v>
                </c:pt>
                <c:pt idx="873">
                  <c:v>45.342993939857948</c:v>
                </c:pt>
                <c:pt idx="874">
                  <c:v>45.343322952248897</c:v>
                </c:pt>
                <c:pt idx="875">
                  <c:v>45.346379272861945</c:v>
                </c:pt>
                <c:pt idx="876">
                  <c:v>45.347021676640395</c:v>
                </c:pt>
                <c:pt idx="877">
                  <c:v>45.347106481699178</c:v>
                </c:pt>
                <c:pt idx="878">
                  <c:v>45.348082108136772</c:v>
                </c:pt>
                <c:pt idx="879">
                  <c:v>45.348523399540902</c:v>
                </c:pt>
                <c:pt idx="880">
                  <c:v>45.353550290411256</c:v>
                </c:pt>
                <c:pt idx="881">
                  <c:v>45.354606501150897</c:v>
                </c:pt>
                <c:pt idx="882">
                  <c:v>45.354670166244169</c:v>
                </c:pt>
                <c:pt idx="883">
                  <c:v>45.355306180130597</c:v>
                </c:pt>
                <c:pt idx="884">
                  <c:v>45.355602159060268</c:v>
                </c:pt>
                <c:pt idx="885">
                  <c:v>45.358870678591323</c:v>
                </c:pt>
                <c:pt idx="886">
                  <c:v>45.359550381795486</c:v>
                </c:pt>
                <c:pt idx="887">
                  <c:v>45.359637943168082</c:v>
                </c:pt>
                <c:pt idx="888">
                  <c:v>45.360766468071446</c:v>
                </c:pt>
                <c:pt idx="889">
                  <c:v>45.361294411239079</c:v>
                </c:pt>
                <c:pt idx="890">
                  <c:v>45.366910601440175</c:v>
                </c:pt>
                <c:pt idx="891">
                  <c:v>45.368122425523723</c:v>
                </c:pt>
                <c:pt idx="892">
                  <c:v>45.368143847564866</c:v>
                </c:pt>
                <c:pt idx="893">
                  <c:v>45.368352059379198</c:v>
                </c:pt>
                <c:pt idx="894">
                  <c:v>45.368451188348416</c:v>
                </c:pt>
                <c:pt idx="895">
                  <c:v>45.369539746686826</c:v>
                </c:pt>
                <c:pt idx="896">
                  <c:v>45.369770442427807</c:v>
                </c:pt>
                <c:pt idx="897">
                  <c:v>45.369815046518866</c:v>
                </c:pt>
                <c:pt idx="898">
                  <c:v>45.370198660239389</c:v>
                </c:pt>
                <c:pt idx="899">
                  <c:v>45.370364001804894</c:v>
                </c:pt>
                <c:pt idx="900">
                  <c:v>45.372304578047419</c:v>
                </c:pt>
                <c:pt idx="901">
                  <c:v>45.372737513460322</c:v>
                </c:pt>
                <c:pt idx="902">
                  <c:v>45.372787428208404</c:v>
                </c:pt>
                <c:pt idx="903">
                  <c:v>45.373406556477313</c:v>
                </c:pt>
                <c:pt idx="904">
                  <c:v>45.373737297016135</c:v>
                </c:pt>
                <c:pt idx="905">
                  <c:v>45.376969482547047</c:v>
                </c:pt>
                <c:pt idx="906">
                  <c:v>45.377681654146954</c:v>
                </c:pt>
                <c:pt idx="907">
                  <c:v>45.377723639717281</c:v>
                </c:pt>
                <c:pt idx="908">
                  <c:v>45.378228677344723</c:v>
                </c:pt>
                <c:pt idx="909">
                  <c:v>45.378485805962313</c:v>
                </c:pt>
                <c:pt idx="910">
                  <c:v>45.381064561473039</c:v>
                </c:pt>
                <c:pt idx="911">
                  <c:v>45.381638880140201</c:v>
                </c:pt>
                <c:pt idx="912">
                  <c:v>45.381708862767177</c:v>
                </c:pt>
                <c:pt idx="913">
                  <c:v>45.382638049837702</c:v>
                </c:pt>
                <c:pt idx="914">
                  <c:v>45.383054467538635</c:v>
                </c:pt>
                <c:pt idx="915">
                  <c:v>45.387867844826616</c:v>
                </c:pt>
                <c:pt idx="916">
                  <c:v>45.388892361073601</c:v>
                </c:pt>
                <c:pt idx="917">
                  <c:v>45.388876965235688</c:v>
                </c:pt>
                <c:pt idx="918">
                  <c:v>45.388465627768738</c:v>
                </c:pt>
                <c:pt idx="919">
                  <c:v>45.388262756910791</c:v>
                </c:pt>
                <c:pt idx="920">
                  <c:v>45.38607192431536</c:v>
                </c:pt>
                <c:pt idx="921">
                  <c:v>45.385593047988152</c:v>
                </c:pt>
                <c:pt idx="922">
                  <c:v>45.385608455189221</c:v>
                </c:pt>
                <c:pt idx="923">
                  <c:v>45.386103215845878</c:v>
                </c:pt>
                <c:pt idx="924">
                  <c:v>45.386348525427003</c:v>
                </c:pt>
                <c:pt idx="925">
                  <c:v>45.388980688353058</c:v>
                </c:pt>
                <c:pt idx="926">
                  <c:v>45.389550365224352</c:v>
                </c:pt>
                <c:pt idx="927">
                  <c:v>45.389505514382257</c:v>
                </c:pt>
                <c:pt idx="928">
                  <c:v>45.388795817114563</c:v>
                </c:pt>
                <c:pt idx="929">
                  <c:v>45.388452606894617</c:v>
                </c:pt>
                <c:pt idx="930">
                  <c:v>45.38472489312835</c:v>
                </c:pt>
                <c:pt idx="931">
                  <c:v>45.383944955222717</c:v>
                </c:pt>
                <c:pt idx="932">
                  <c:v>45.383997841032631</c:v>
                </c:pt>
                <c:pt idx="933">
                  <c:v>45.384256652360186</c:v>
                </c:pt>
                <c:pt idx="934">
                  <c:v>45.384387489956069</c:v>
                </c:pt>
                <c:pt idx="935">
                  <c:v>45.385931204279288</c:v>
                </c:pt>
                <c:pt idx="936">
                  <c:v>45.386254149571585</c:v>
                </c:pt>
                <c:pt idx="937">
                  <c:v>45.386203674978937</c:v>
                </c:pt>
                <c:pt idx="938">
                  <c:v>45.385883748810073</c:v>
                </c:pt>
                <c:pt idx="939">
                  <c:v>45.385739133164151</c:v>
                </c:pt>
                <c:pt idx="940">
                  <c:v>45.383982949909466</c:v>
                </c:pt>
                <c:pt idx="941">
                  <c:v>45.383615958368239</c:v>
                </c:pt>
                <c:pt idx="942">
                  <c:v>45.383669333977842</c:v>
                </c:pt>
                <c:pt idx="943">
                  <c:v>45.383936118398175</c:v>
                </c:pt>
                <c:pt idx="944">
                  <c:v>45.384064006869806</c:v>
                </c:pt>
                <c:pt idx="945">
                  <c:v>45.385598472280293</c:v>
                </c:pt>
                <c:pt idx="946">
                  <c:v>45.385925150502203</c:v>
                </c:pt>
                <c:pt idx="947">
                  <c:v>45.385814739050168</c:v>
                </c:pt>
                <c:pt idx="948">
                  <c:v>45.385323985173407</c:v>
                </c:pt>
                <c:pt idx="949">
                  <c:v>45.385086246657963</c:v>
                </c:pt>
                <c:pt idx="950">
                  <c:v>45.382249016434315</c:v>
                </c:pt>
                <c:pt idx="951">
                  <c:v>45.381638880140201</c:v>
                </c:pt>
                <c:pt idx="952">
                  <c:v>45.381764682034451</c:v>
                </c:pt>
                <c:pt idx="953">
                  <c:v>45.382430774763897</c:v>
                </c:pt>
                <c:pt idx="954">
                  <c:v>45.382746057044479</c:v>
                </c:pt>
                <c:pt idx="955">
                  <c:v>45.38645286927224</c:v>
                </c:pt>
                <c:pt idx="956">
                  <c:v>45.387244252449136</c:v>
                </c:pt>
                <c:pt idx="957">
                  <c:v>45.387301254471204</c:v>
                </c:pt>
                <c:pt idx="958">
                  <c:v>45.387615966901464</c:v>
                </c:pt>
                <c:pt idx="959">
                  <c:v>45.387781431195712</c:v>
                </c:pt>
                <c:pt idx="960">
                  <c:v>45.389507180528611</c:v>
                </c:pt>
                <c:pt idx="961">
                  <c:v>45.389879367773631</c:v>
                </c:pt>
                <c:pt idx="962">
                  <c:v>45.390063624266688</c:v>
                </c:pt>
                <c:pt idx="963">
                  <c:v>45.391294187299835</c:v>
                </c:pt>
                <c:pt idx="964">
                  <c:v>45.392018315044858</c:v>
                </c:pt>
                <c:pt idx="965">
                  <c:v>45.398859484201218</c:v>
                </c:pt>
                <c:pt idx="966">
                  <c:v>45.400429343606788</c:v>
                </c:pt>
                <c:pt idx="967">
                  <c:v>45.400482651415246</c:v>
                </c:pt>
                <c:pt idx="968">
                  <c:v>45.400998091771783</c:v>
                </c:pt>
                <c:pt idx="969">
                  <c:v>45.401279195803156</c:v>
                </c:pt>
                <c:pt idx="970">
                  <c:v>45.404095298742419</c:v>
                </c:pt>
                <c:pt idx="971">
                  <c:v>45.404715849297304</c:v>
                </c:pt>
                <c:pt idx="972">
                  <c:v>45.404791953080391</c:v>
                </c:pt>
                <c:pt idx="973">
                  <c:v>45.405376303454872</c:v>
                </c:pt>
                <c:pt idx="974">
                  <c:v>45.405704668241491</c:v>
                </c:pt>
                <c:pt idx="975">
                  <c:v>45.40896426000829</c:v>
                </c:pt>
                <c:pt idx="976">
                  <c:v>45.409663555691168</c:v>
                </c:pt>
                <c:pt idx="977">
                  <c:v>45.409692583290528</c:v>
                </c:pt>
                <c:pt idx="978">
                  <c:v>45.409883985970211</c:v>
                </c:pt>
                <c:pt idx="979">
                  <c:v>45.409997470279599</c:v>
                </c:pt>
                <c:pt idx="980">
                  <c:v>45.411079188277299</c:v>
                </c:pt>
                <c:pt idx="981">
                  <c:v>45.411311772449892</c:v>
                </c:pt>
                <c:pt idx="982">
                  <c:v>45.41140197426607</c:v>
                </c:pt>
                <c:pt idx="983">
                  <c:v>45.412507033299264</c:v>
                </c:pt>
                <c:pt idx="984">
                  <c:v>45.413147062493287</c:v>
                </c:pt>
                <c:pt idx="985">
                  <c:v>45.419256190883893</c:v>
                </c:pt>
                <c:pt idx="986">
                  <c:v>45.420543175411751</c:v>
                </c:pt>
                <c:pt idx="987">
                  <c:v>45.420635255145541</c:v>
                </c:pt>
                <c:pt idx="988">
                  <c:v>45.421214594383109</c:v>
                </c:pt>
                <c:pt idx="989">
                  <c:v>45.421585468727415</c:v>
                </c:pt>
                <c:pt idx="990">
                  <c:v>45.425090149022274</c:v>
                </c:pt>
                <c:pt idx="991">
                  <c:v>45.425820149164508</c:v>
                </c:pt>
                <c:pt idx="992">
                  <c:v>45.425845805626729</c:v>
                </c:pt>
                <c:pt idx="993">
                  <c:v>45.426030748428104</c:v>
                </c:pt>
                <c:pt idx="994">
                  <c:v>45.426148416173511</c:v>
                </c:pt>
                <c:pt idx="995">
                  <c:v>45.427236138237809</c:v>
                </c:pt>
                <c:pt idx="996">
                  <c:v>45.42746844425028</c:v>
                </c:pt>
                <c:pt idx="997">
                  <c:v>45.427562528822172</c:v>
                </c:pt>
                <c:pt idx="998">
                  <c:v>45.428121088324303</c:v>
                </c:pt>
                <c:pt idx="999">
                  <c:v>45.42844631891878</c:v>
                </c:pt>
                <c:pt idx="1000">
                  <c:v>45.431729294522498</c:v>
                </c:pt>
                <c:pt idx="1001">
                  <c:v>45.43241337758036</c:v>
                </c:pt>
                <c:pt idx="1002">
                  <c:v>45.43244823553875</c:v>
                </c:pt>
                <c:pt idx="1003">
                  <c:v>45.432882840932194</c:v>
                </c:pt>
                <c:pt idx="1004">
                  <c:v>45.433089477996312</c:v>
                </c:pt>
                <c:pt idx="1005">
                  <c:v>45.435255229582133</c:v>
                </c:pt>
                <c:pt idx="1006">
                  <c:v>45.435710039896151</c:v>
                </c:pt>
                <c:pt idx="1007">
                  <c:v>45.435740234606129</c:v>
                </c:pt>
                <c:pt idx="1008">
                  <c:v>45.435927501143851</c:v>
                </c:pt>
                <c:pt idx="1009">
                  <c:v>45.436049936127581</c:v>
                </c:pt>
                <c:pt idx="1010">
                  <c:v>45.437120940789434</c:v>
                </c:pt>
                <c:pt idx="1011">
                  <c:v>45.437358383093283</c:v>
                </c:pt>
                <c:pt idx="1012">
                  <c:v>45.437472369306171</c:v>
                </c:pt>
                <c:pt idx="1013">
                  <c:v>45.438413960806635</c:v>
                </c:pt>
                <c:pt idx="1014">
                  <c:v>45.438891797261022</c:v>
                </c:pt>
                <c:pt idx="1015">
                  <c:v>45.443869964587634</c:v>
                </c:pt>
                <c:pt idx="1016">
                  <c:v>45.444942107012878</c:v>
                </c:pt>
                <c:pt idx="1017">
                  <c:v>45.445053612422804</c:v>
                </c:pt>
                <c:pt idx="1018">
                  <c:v>45.445724301372152</c:v>
                </c:pt>
                <c:pt idx="1019">
                  <c:v>45.44608480140365</c:v>
                </c:pt>
                <c:pt idx="1020">
                  <c:v>45.449737321568506</c:v>
                </c:pt>
                <c:pt idx="1021">
                  <c:v>45.450548522431063</c:v>
                </c:pt>
                <c:pt idx="1022">
                  <c:v>45.450588906920125</c:v>
                </c:pt>
                <c:pt idx="1023">
                  <c:v>45.450874121650415</c:v>
                </c:pt>
                <c:pt idx="1024">
                  <c:v>45.45101677023699</c:v>
                </c:pt>
                <c:pt idx="1025">
                  <c:v>45.452526785295078</c:v>
                </c:pt>
                <c:pt idx="1026">
                  <c:v>45.45285816917692</c:v>
                </c:pt>
                <c:pt idx="1027">
                  <c:v>45.452936254004982</c:v>
                </c:pt>
                <c:pt idx="1028">
                  <c:v>45.453455382781989</c:v>
                </c:pt>
                <c:pt idx="1029">
                  <c:v>45.453712432229253</c:v>
                </c:pt>
                <c:pt idx="1030">
                  <c:v>45.456529101546536</c:v>
                </c:pt>
                <c:pt idx="1031">
                  <c:v>45.457145337702798</c:v>
                </c:pt>
                <c:pt idx="1032">
                  <c:v>45.45722356944696</c:v>
                </c:pt>
                <c:pt idx="1033">
                  <c:v>45.457820743528977</c:v>
                </c:pt>
                <c:pt idx="1034">
                  <c:v>45.458135754525593</c:v>
                </c:pt>
                <c:pt idx="1035">
                  <c:v>45.461389286342794</c:v>
                </c:pt>
                <c:pt idx="1036">
                  <c:v>45.46209070564754</c:v>
                </c:pt>
                <c:pt idx="1037">
                  <c:v>45.462079986528551</c:v>
                </c:pt>
                <c:pt idx="1038">
                  <c:v>45.461998491589753</c:v>
                </c:pt>
                <c:pt idx="1039">
                  <c:v>45.461957123725711</c:v>
                </c:pt>
                <c:pt idx="1040">
                  <c:v>45.461525696375162</c:v>
                </c:pt>
                <c:pt idx="1041">
                  <c:v>45.461432560834908</c:v>
                </c:pt>
                <c:pt idx="1042">
                  <c:v>45.461456240428149</c:v>
                </c:pt>
                <c:pt idx="1043">
                  <c:v>45.461689501116901</c:v>
                </c:pt>
                <c:pt idx="1044">
                  <c:v>45.4618192107894</c:v>
                </c:pt>
                <c:pt idx="1045">
                  <c:v>45.463136871235697</c:v>
                </c:pt>
                <c:pt idx="1046">
                  <c:v>45.463410103610499</c:v>
                </c:pt>
                <c:pt idx="1047">
                  <c:v>45.463442558819267</c:v>
                </c:pt>
                <c:pt idx="1048">
                  <c:v>45.463719717823999</c:v>
                </c:pt>
                <c:pt idx="1049">
                  <c:v>45.463863222359507</c:v>
                </c:pt>
                <c:pt idx="1050">
                  <c:v>45.465398641556916</c:v>
                </c:pt>
                <c:pt idx="1051">
                  <c:v>45.465716734141893</c:v>
                </c:pt>
                <c:pt idx="1052">
                  <c:v>45.465752766165366</c:v>
                </c:pt>
                <c:pt idx="1053">
                  <c:v>45.466072279025994</c:v>
                </c:pt>
                <c:pt idx="1054">
                  <c:v>45.466246983516392</c:v>
                </c:pt>
                <c:pt idx="1055">
                  <c:v>45.467980752509028</c:v>
                </c:pt>
                <c:pt idx="1056">
                  <c:v>45.468355563734917</c:v>
                </c:pt>
                <c:pt idx="1057">
                  <c:v>45.468370964830811</c:v>
                </c:pt>
                <c:pt idx="1058">
                  <c:v>45.468579061354838</c:v>
                </c:pt>
                <c:pt idx="1059">
                  <c:v>45.468687110229148</c:v>
                </c:pt>
                <c:pt idx="1060">
                  <c:v>45.469777927194116</c:v>
                </c:pt>
                <c:pt idx="1061">
                  <c:v>45.470004066632612</c:v>
                </c:pt>
                <c:pt idx="1062">
                  <c:v>45.470048292834896</c:v>
                </c:pt>
                <c:pt idx="1063">
                  <c:v>45.470473264610078</c:v>
                </c:pt>
                <c:pt idx="1064">
                  <c:v>45.470673504781765</c:v>
                </c:pt>
                <c:pt idx="1065">
                  <c:v>45.472825464109704</c:v>
                </c:pt>
                <c:pt idx="1066">
                  <c:v>45.473304201296855</c:v>
                </c:pt>
                <c:pt idx="1067">
                  <c:v>45.473305305153069</c:v>
                </c:pt>
                <c:pt idx="1068">
                  <c:v>45.473348800807983</c:v>
                </c:pt>
                <c:pt idx="1069">
                  <c:v>45.473368503275218</c:v>
                </c:pt>
                <c:pt idx="1070">
                  <c:v>45.473586261784106</c:v>
                </c:pt>
                <c:pt idx="1071">
                  <c:v>45.473633285179915</c:v>
                </c:pt>
                <c:pt idx="1072">
                  <c:v>45.473629191881606</c:v>
                </c:pt>
                <c:pt idx="1073">
                  <c:v>45.473587103858577</c:v>
                </c:pt>
                <c:pt idx="1074">
                  <c:v>45.473566108991399</c:v>
                </c:pt>
                <c:pt idx="1075">
                  <c:v>45.473351804380528</c:v>
                </c:pt>
                <c:pt idx="1076">
                  <c:v>45.473304201296855</c:v>
                </c:pt>
                <c:pt idx="1077">
                  <c:v>45.473330213948678</c:v>
                </c:pt>
                <c:pt idx="1078">
                  <c:v>45.473580836302993</c:v>
                </c:pt>
                <c:pt idx="1079">
                  <c:v>45.473701449433882</c:v>
                </c:pt>
                <c:pt idx="1080">
                  <c:v>45.474991199557103</c:v>
                </c:pt>
                <c:pt idx="1081">
                  <c:v>45.475281814024186</c:v>
                </c:pt>
                <c:pt idx="1082">
                  <c:v>45.475305392679829</c:v>
                </c:pt>
                <c:pt idx="1083">
                  <c:v>45.475546821917114</c:v>
                </c:pt>
                <c:pt idx="1084">
                  <c:v>45.475665530556789</c:v>
                </c:pt>
                <c:pt idx="1085">
                  <c:v>45.47696849614659</c:v>
                </c:pt>
                <c:pt idx="1086">
                  <c:v>45.477259438425449</c:v>
                </c:pt>
                <c:pt idx="1087">
                  <c:v>45.477284551365415</c:v>
                </c:pt>
                <c:pt idx="1088">
                  <c:v>45.477614460690475</c:v>
                </c:pt>
                <c:pt idx="1089">
                  <c:v>45.47776812757612</c:v>
                </c:pt>
                <c:pt idx="1090">
                  <c:v>45.479510568733659</c:v>
                </c:pt>
                <c:pt idx="1091">
                  <c:v>45.47989835887995</c:v>
                </c:pt>
                <c:pt idx="1092">
                  <c:v>45.479917165298552</c:v>
                </c:pt>
                <c:pt idx="1093">
                  <c:v>45.48034364386006</c:v>
                </c:pt>
                <c:pt idx="1094">
                  <c:v>45.480898660578845</c:v>
                </c:pt>
                <c:pt idx="1095">
                  <c:v>45.481907267998309</c:v>
                </c:pt>
                <c:pt idx="1096">
                  <c:v>45.482208207510439</c:v>
                </c:pt>
                <c:pt idx="1097">
                  <c:v>45.482215820339988</c:v>
                </c:pt>
                <c:pt idx="1098">
                  <c:v>45.482299779282613</c:v>
                </c:pt>
                <c:pt idx="1099">
                  <c:v>45.482337223386843</c:v>
                </c:pt>
                <c:pt idx="1100">
                  <c:v>45.482776746769169</c:v>
                </c:pt>
                <c:pt idx="1101">
                  <c:v>45.482866393104985</c:v>
                </c:pt>
                <c:pt idx="1102">
                  <c:v>45.482890789223902</c:v>
                </c:pt>
                <c:pt idx="1103">
                  <c:v>45.483137574096723</c:v>
                </c:pt>
                <c:pt idx="1104">
                  <c:v>45.483247970027463</c:v>
                </c:pt>
                <c:pt idx="1105">
                  <c:v>45.484588083273778</c:v>
                </c:pt>
                <c:pt idx="1106">
                  <c:v>45.484844062333707</c:v>
                </c:pt>
                <c:pt idx="1107">
                  <c:v>45.484861039740387</c:v>
                </c:pt>
                <c:pt idx="1108">
                  <c:v>45.484980824039106</c:v>
                </c:pt>
                <c:pt idx="1109">
                  <c:v>45.485039024508964</c:v>
                </c:pt>
                <c:pt idx="1110">
                  <c:v>45.485706903260329</c:v>
                </c:pt>
                <c:pt idx="1111">
                  <c:v>45.485834453676262</c:v>
                </c:pt>
                <c:pt idx="1112">
                  <c:v>45.4857585993797</c:v>
                </c:pt>
                <c:pt idx="1113">
                  <c:v>45.485004277918485</c:v>
                </c:pt>
                <c:pt idx="1114">
                  <c:v>45.484604554060923</c:v>
                </c:pt>
                <c:pt idx="1115">
                  <c:v>45.480378512450379</c:v>
                </c:pt>
                <c:pt idx="1116">
                  <c:v>45.479569268840692</c:v>
                </c:pt>
                <c:pt idx="1117">
                  <c:v>45.479577185415899</c:v>
                </c:pt>
                <c:pt idx="1118">
                  <c:v>45.479661567697633</c:v>
                </c:pt>
                <c:pt idx="1119">
                  <c:v>45.47969674601903</c:v>
                </c:pt>
                <c:pt idx="1120">
                  <c:v>45.480140759575285</c:v>
                </c:pt>
                <c:pt idx="1121">
                  <c:v>45.480227449242875</c:v>
                </c:pt>
                <c:pt idx="1122">
                  <c:v>45.480172635401225</c:v>
                </c:pt>
                <c:pt idx="1123">
                  <c:v>45.479669533075324</c:v>
                </c:pt>
                <c:pt idx="1124">
                  <c:v>45.479455694829312</c:v>
                </c:pt>
                <c:pt idx="1125">
                  <c:v>45.476824808808814</c:v>
                </c:pt>
                <c:pt idx="1126">
                  <c:v>45.476272177060707</c:v>
                </c:pt>
                <c:pt idx="1127">
                  <c:v>45.476238294744896</c:v>
                </c:pt>
                <c:pt idx="1128">
                  <c:v>45.475681962485147</c:v>
                </c:pt>
                <c:pt idx="1129">
                  <c:v>45.475446733198496</c:v>
                </c:pt>
                <c:pt idx="1130">
                  <c:v>45.472609142901014</c:v>
                </c:pt>
                <c:pt idx="1131">
                  <c:v>45.471984764443903</c:v>
                </c:pt>
                <c:pt idx="1132">
                  <c:v>45.472022683096746</c:v>
                </c:pt>
                <c:pt idx="1133">
                  <c:v>45.472757527079978</c:v>
                </c:pt>
                <c:pt idx="1134">
                  <c:v>45.473108136052232</c:v>
                </c:pt>
                <c:pt idx="1135">
                  <c:v>45.476808754646662</c:v>
                </c:pt>
                <c:pt idx="1136">
                  <c:v>45.47758852619387</c:v>
                </c:pt>
                <c:pt idx="1137">
                  <c:v>45.47761137131468</c:v>
                </c:pt>
                <c:pt idx="1138">
                  <c:v>45.477816623417802</c:v>
                </c:pt>
                <c:pt idx="1139">
                  <c:v>45.477923361455538</c:v>
                </c:pt>
                <c:pt idx="1140">
                  <c:v>45.479005797484056</c:v>
                </c:pt>
                <c:pt idx="1141">
                  <c:v>45.479240179125043</c:v>
                </c:pt>
                <c:pt idx="1142">
                  <c:v>45.479298013792828</c:v>
                </c:pt>
                <c:pt idx="1143">
                  <c:v>45.479800893627811</c:v>
                </c:pt>
                <c:pt idx="1144">
                  <c:v>45.480039748129705</c:v>
                </c:pt>
                <c:pt idx="1145">
                  <c:v>45.48262119435492</c:v>
                </c:pt>
                <c:pt idx="1146">
                  <c:v>45.483195486388126</c:v>
                </c:pt>
                <c:pt idx="1147">
                  <c:v>45.483206273678576</c:v>
                </c:pt>
                <c:pt idx="1148">
                  <c:v>45.483374709455184</c:v>
                </c:pt>
                <c:pt idx="1149">
                  <c:v>45.483458012623224</c:v>
                </c:pt>
                <c:pt idx="1150">
                  <c:v>45.484328832392031</c:v>
                </c:pt>
                <c:pt idx="1151">
                  <c:v>45.484514967427629</c:v>
                </c:pt>
                <c:pt idx="1152">
                  <c:v>45.484552733017274</c:v>
                </c:pt>
                <c:pt idx="1153">
                  <c:v>45.485442868610292</c:v>
                </c:pt>
                <c:pt idx="1154">
                  <c:v>45.48587211988572</c:v>
                </c:pt>
                <c:pt idx="1155">
                  <c:v>45.49044427250567</c:v>
                </c:pt>
                <c:pt idx="1156">
                  <c:v>45.491441552206595</c:v>
                </c:pt>
                <c:pt idx="1157">
                  <c:v>45.491467012852219</c:v>
                </c:pt>
                <c:pt idx="1158">
                  <c:v>45.491697327018031</c:v>
                </c:pt>
                <c:pt idx="1159">
                  <c:v>45.491830751991991</c:v>
                </c:pt>
                <c:pt idx="1160">
                  <c:v>45.493145414519262</c:v>
                </c:pt>
                <c:pt idx="1161">
                  <c:v>45.493419272223946</c:v>
                </c:pt>
                <c:pt idx="1162">
                  <c:v>45.493397976151442</c:v>
                </c:pt>
                <c:pt idx="1163">
                  <c:v>45.493124060969237</c:v>
                </c:pt>
                <c:pt idx="1164">
                  <c:v>45.492945901261351</c:v>
                </c:pt>
                <c:pt idx="1165">
                  <c:v>45.491431966199343</c:v>
                </c:pt>
                <c:pt idx="1166">
                  <c:v>45.491112450798425</c:v>
                </c:pt>
                <c:pt idx="1167">
                  <c:v>45.491084135080278</c:v>
                </c:pt>
                <c:pt idx="1168">
                  <c:v>45.490673659816643</c:v>
                </c:pt>
                <c:pt idx="1169">
                  <c:v>45.490454569464134</c:v>
                </c:pt>
                <c:pt idx="1170">
                  <c:v>45.488264489449051</c:v>
                </c:pt>
                <c:pt idx="1171">
                  <c:v>45.487812140471249</c:v>
                </c:pt>
                <c:pt idx="1172">
                  <c:v>45.487780272399064</c:v>
                </c:pt>
                <c:pt idx="1173">
                  <c:v>45.48736968198461</c:v>
                </c:pt>
                <c:pt idx="1174">
                  <c:v>45.487137802791196</c:v>
                </c:pt>
                <c:pt idx="1175">
                  <c:v>45.484965805202805</c:v>
                </c:pt>
                <c:pt idx="1176">
                  <c:v>45.484514967427629</c:v>
                </c:pt>
                <c:pt idx="1177">
                  <c:v>45.484493239422605</c:v>
                </c:pt>
                <c:pt idx="1178">
                  <c:v>45.484206189300309</c:v>
                </c:pt>
                <c:pt idx="1179">
                  <c:v>45.484049505132063</c:v>
                </c:pt>
                <c:pt idx="1180">
                  <c:v>45.482523597947214</c:v>
                </c:pt>
                <c:pt idx="1181">
                  <c:v>45.482208207510439</c:v>
                </c:pt>
                <c:pt idx="1182">
                  <c:v>45.482285501359272</c:v>
                </c:pt>
                <c:pt idx="1183">
                  <c:v>45.482813061408706</c:v>
                </c:pt>
                <c:pt idx="1184">
                  <c:v>45.48315679652201</c:v>
                </c:pt>
                <c:pt idx="1185">
                  <c:v>45.486153909234808</c:v>
                </c:pt>
                <c:pt idx="1186">
                  <c:v>45.486824847954495</c:v>
                </c:pt>
                <c:pt idx="1187">
                  <c:v>45.486815004373291</c:v>
                </c:pt>
                <c:pt idx="1188">
                  <c:v>45.48643441225375</c:v>
                </c:pt>
                <c:pt idx="1189">
                  <c:v>45.486242679024606</c:v>
                </c:pt>
                <c:pt idx="1190">
                  <c:v>45.484298992656527</c:v>
                </c:pt>
                <c:pt idx="1191">
                  <c:v>45.483856778587494</c:v>
                </c:pt>
                <c:pt idx="1192">
                  <c:v>45.483870404639518</c:v>
                </c:pt>
                <c:pt idx="1193">
                  <c:v>45.484772372160293</c:v>
                </c:pt>
                <c:pt idx="1194">
                  <c:v>45.485264593716124</c:v>
                </c:pt>
                <c:pt idx="1195">
                  <c:v>45.490092706685054</c:v>
                </c:pt>
                <c:pt idx="1196">
                  <c:v>45.491112450798425</c:v>
                </c:pt>
                <c:pt idx="1197">
                  <c:v>45.491090257451695</c:v>
                </c:pt>
                <c:pt idx="1198">
                  <c:v>45.490896764274567</c:v>
                </c:pt>
                <c:pt idx="1199">
                  <c:v>45.49077918622789</c:v>
                </c:pt>
                <c:pt idx="1200">
                  <c:v>45.489713273007858</c:v>
                </c:pt>
                <c:pt idx="1201">
                  <c:v>45.489460739199387</c:v>
                </c:pt>
                <c:pt idx="1202">
                  <c:v>45.489554245212069</c:v>
                </c:pt>
                <c:pt idx="1203">
                  <c:v>45.489665492490566</c:v>
                </c:pt>
                <c:pt idx="1204">
                  <c:v>45.48977769990406</c:v>
                </c:pt>
                <c:pt idx="1205">
                  <c:v>45.490859306273656</c:v>
                </c:pt>
                <c:pt idx="1206">
                  <c:v>45.491112450798425</c:v>
                </c:pt>
                <c:pt idx="1207">
                  <c:v>45.491112843624073</c:v>
                </c:pt>
                <c:pt idx="1208">
                  <c:v>45.49131567750171</c:v>
                </c:pt>
                <c:pt idx="1209">
                  <c:v>45.491430484886784</c:v>
                </c:pt>
                <c:pt idx="1210">
                  <c:v>45.492510706329014</c:v>
                </c:pt>
                <c:pt idx="1211">
                  <c:v>45.492761065829825</c:v>
                </c:pt>
                <c:pt idx="1212">
                  <c:v>45.492692839812968</c:v>
                </c:pt>
                <c:pt idx="1213">
                  <c:v>45.49221003801923</c:v>
                </c:pt>
                <c:pt idx="1214">
                  <c:v>45.491928541048303</c:v>
                </c:pt>
                <c:pt idx="1215">
                  <c:v>45.489103499220299</c:v>
                </c:pt>
                <c:pt idx="1216">
                  <c:v>45.488473441808196</c:v>
                </c:pt>
                <c:pt idx="1217">
                  <c:v>45.488461163215653</c:v>
                </c:pt>
                <c:pt idx="1218">
                  <c:v>45.487589145911372</c:v>
                </c:pt>
                <c:pt idx="1219">
                  <c:v>45.48715691184605</c:v>
                </c:pt>
                <c:pt idx="1220">
                  <c:v>45.482581256635427</c:v>
                </c:pt>
                <c:pt idx="1221">
                  <c:v>45.481546918571382</c:v>
                </c:pt>
                <c:pt idx="1222">
                  <c:v>45.481540609620048</c:v>
                </c:pt>
                <c:pt idx="1223">
                  <c:v>45.480691632207929</c:v>
                </c:pt>
                <c:pt idx="1224">
                  <c:v>45.48026485889374</c:v>
                </c:pt>
                <c:pt idx="1225">
                  <c:v>45.475848615578833</c:v>
                </c:pt>
                <c:pt idx="1226">
                  <c:v>45.474952728522226</c:v>
                </c:pt>
                <c:pt idx="1227">
                  <c:v>45.474859400359975</c:v>
                </c:pt>
                <c:pt idx="1228">
                  <c:v>45.474113452973796</c:v>
                </c:pt>
                <c:pt idx="1229">
                  <c:v>45.473698483831896</c:v>
                </c:pt>
                <c:pt idx="1230">
                  <c:v>45.469527009639009</c:v>
                </c:pt>
                <c:pt idx="1231">
                  <c:v>45.468684642762412</c:v>
                </c:pt>
                <c:pt idx="1232">
                  <c:v>45.468643004768261</c:v>
                </c:pt>
                <c:pt idx="1233">
                  <c:v>45.468117844716808</c:v>
                </c:pt>
                <c:pt idx="1234">
                  <c:v>45.467803017947439</c:v>
                </c:pt>
                <c:pt idx="1235">
                  <c:v>45.464990885217148</c:v>
                </c:pt>
                <c:pt idx="1236">
                  <c:v>45.464400431602428</c:v>
                </c:pt>
                <c:pt idx="1237">
                  <c:v>45.464386736421517</c:v>
                </c:pt>
                <c:pt idx="1238">
                  <c:v>45.464186687911706</c:v>
                </c:pt>
                <c:pt idx="1239">
                  <c:v>45.464067143486744</c:v>
                </c:pt>
                <c:pt idx="1240">
                  <c:v>45.462977202375022</c:v>
                </c:pt>
                <c:pt idx="1241">
                  <c:v>45.4627488517487</c:v>
                </c:pt>
                <c:pt idx="1242">
                  <c:v>45.462687853337165</c:v>
                </c:pt>
                <c:pt idx="1243">
                  <c:v>45.462088542469388</c:v>
                </c:pt>
                <c:pt idx="1244">
                  <c:v>45.461754710172855</c:v>
                </c:pt>
                <c:pt idx="1245">
                  <c:v>45.458536655117513</c:v>
                </c:pt>
                <c:pt idx="1246">
                  <c:v>45.457824746045624</c:v>
                </c:pt>
                <c:pt idx="1247">
                  <c:v>45.457803474127275</c:v>
                </c:pt>
                <c:pt idx="1248">
                  <c:v>45.457563904369906</c:v>
                </c:pt>
                <c:pt idx="1249">
                  <c:v>45.457431940152354</c:v>
                </c:pt>
                <c:pt idx="1250">
                  <c:v>45.456125205816008</c:v>
                </c:pt>
                <c:pt idx="1251">
                  <c:v>45.455825964312339</c:v>
                </c:pt>
                <c:pt idx="1252">
                  <c:v>45.455804937405837</c:v>
                </c:pt>
                <c:pt idx="1253">
                  <c:v>45.455091890499098</c:v>
                </c:pt>
                <c:pt idx="1254">
                  <c:v>45.454671916234197</c:v>
                </c:pt>
                <c:pt idx="1255">
                  <c:v>45.450793315236126</c:v>
                </c:pt>
                <c:pt idx="1256">
                  <c:v>45.449890400179868</c:v>
                </c:pt>
                <c:pt idx="1257">
                  <c:v>45.44988949397942</c:v>
                </c:pt>
                <c:pt idx="1258">
                  <c:v>45.449458201571531</c:v>
                </c:pt>
                <c:pt idx="1259">
                  <c:v>45.44920015771612</c:v>
                </c:pt>
                <c:pt idx="1260">
                  <c:v>45.446816924113953</c:v>
                </c:pt>
                <c:pt idx="1261">
                  <c:v>45.446261437808914</c:v>
                </c:pt>
                <c:pt idx="1262">
                  <c:v>45.446231443991643</c:v>
                </c:pt>
                <c:pt idx="1263">
                  <c:v>45.445213244103137</c:v>
                </c:pt>
                <c:pt idx="1264">
                  <c:v>45.444508398579778</c:v>
                </c:pt>
                <c:pt idx="1265">
                  <c:v>45.438823417136142</c:v>
                </c:pt>
                <c:pt idx="1266">
                  <c:v>45.437500545234244</c:v>
                </c:pt>
                <c:pt idx="1267">
                  <c:v>45.437358383093283</c:v>
                </c:pt>
                <c:pt idx="1268">
                  <c:v>45.437180043209594</c:v>
                </c:pt>
                <c:pt idx="1269">
                  <c:v>45.437062310558936</c:v>
                </c:pt>
                <c:pt idx="1270">
                  <c:v>45.435972524984159</c:v>
                </c:pt>
                <c:pt idx="1271">
                  <c:v>45.435723119266605</c:v>
                </c:pt>
                <c:pt idx="1272">
                  <c:v>45.435710039896151</c:v>
                </c:pt>
                <c:pt idx="1273">
                  <c:v>45.435365692419715</c:v>
                </c:pt>
                <c:pt idx="1274">
                  <c:v>45.435152671761109</c:v>
                </c:pt>
                <c:pt idx="1275">
                  <c:v>45.433169926332809</c:v>
                </c:pt>
                <c:pt idx="1276">
                  <c:v>45.432742421529895</c:v>
                </c:pt>
                <c:pt idx="1277">
                  <c:v>45.432765265378599</c:v>
                </c:pt>
                <c:pt idx="1278">
                  <c:v>45.433045705988697</c:v>
                </c:pt>
                <c:pt idx="1279">
                  <c:v>45.433212948442559</c:v>
                </c:pt>
                <c:pt idx="1280">
                  <c:v>45.434716138307181</c:v>
                </c:pt>
                <c:pt idx="1281">
                  <c:v>45.435051946549493</c:v>
                </c:pt>
                <c:pt idx="1282">
                  <c:v>45.435041517182448</c:v>
                </c:pt>
                <c:pt idx="1283">
                  <c:v>45.434646129430533</c:v>
                </c:pt>
                <c:pt idx="1284">
                  <c:v>45.434419806965067</c:v>
                </c:pt>
                <c:pt idx="1285">
                  <c:v>45.432245487677939</c:v>
                </c:pt>
                <c:pt idx="1286">
                  <c:v>45.431755290640183</c:v>
                </c:pt>
                <c:pt idx="1287">
                  <c:v>45.431755895050607</c:v>
                </c:pt>
                <c:pt idx="1288">
                  <c:v>45.431874854101608</c:v>
                </c:pt>
                <c:pt idx="1289">
                  <c:v>45.431939193250855</c:v>
                </c:pt>
                <c:pt idx="1290">
                  <c:v>45.432602253311188</c:v>
                </c:pt>
                <c:pt idx="1291">
                  <c:v>45.432742421529895</c:v>
                </c:pt>
                <c:pt idx="1292">
                  <c:v>45.432742421529895</c:v>
                </c:pt>
                <c:pt idx="1293">
                  <c:v>45.432742421529895</c:v>
                </c:pt>
                <c:pt idx="1294">
                  <c:v>45.432742421529895</c:v>
                </c:pt>
                <c:pt idx="1295">
                  <c:v>45.432742421529895</c:v>
                </c:pt>
                <c:pt idx="1296">
                  <c:v>45.432742421529895</c:v>
                </c:pt>
                <c:pt idx="1297">
                  <c:v>45.432760027708852</c:v>
                </c:pt>
                <c:pt idx="1298">
                  <c:v>45.433261713973749</c:v>
                </c:pt>
                <c:pt idx="1299">
                  <c:v>45.433508974325214</c:v>
                </c:pt>
                <c:pt idx="1300">
                  <c:v>45.43611159618542</c:v>
                </c:pt>
                <c:pt idx="1301">
                  <c:v>45.436697926783744</c:v>
                </c:pt>
                <c:pt idx="1302">
                  <c:v>45.436700286541281</c:v>
                </c:pt>
                <c:pt idx="1303">
                  <c:v>45.437413369046972</c:v>
                </c:pt>
                <c:pt idx="1304">
                  <c:v>45.437863943546184</c:v>
                </c:pt>
                <c:pt idx="1305">
                  <c:v>45.441754618464365</c:v>
                </c:pt>
                <c:pt idx="1306">
                  <c:v>45.442635618733334</c:v>
                </c:pt>
                <c:pt idx="1307">
                  <c:v>45.442658286406967</c:v>
                </c:pt>
                <c:pt idx="1308">
                  <c:v>45.443465421571496</c:v>
                </c:pt>
                <c:pt idx="1309">
                  <c:v>45.44399221560991</c:v>
                </c:pt>
                <c:pt idx="1310">
                  <c:v>45.448556259112955</c:v>
                </c:pt>
                <c:pt idx="1311">
                  <c:v>45.449561339535933</c:v>
                </c:pt>
                <c:pt idx="1312">
                  <c:v>45.449561339535933</c:v>
                </c:pt>
                <c:pt idx="1313">
                  <c:v>45.449561339535933</c:v>
                </c:pt>
                <c:pt idx="1314">
                  <c:v>45.449561339535933</c:v>
                </c:pt>
                <c:pt idx="1315">
                  <c:v>45.449561339535933</c:v>
                </c:pt>
                <c:pt idx="1316">
                  <c:v>45.449561339535933</c:v>
                </c:pt>
                <c:pt idx="1317">
                  <c:v>45.449584475454841</c:v>
                </c:pt>
                <c:pt idx="1318">
                  <c:v>45.449865509971183</c:v>
                </c:pt>
                <c:pt idx="1319">
                  <c:v>45.450024696284977</c:v>
                </c:pt>
                <c:pt idx="1320">
                  <c:v>45.451541130001381</c:v>
                </c:pt>
                <c:pt idx="1321">
                  <c:v>45.451867875152914</c:v>
                </c:pt>
                <c:pt idx="1322">
                  <c:v>45.451867875152914</c:v>
                </c:pt>
                <c:pt idx="1323">
                  <c:v>45.451867875152914</c:v>
                </c:pt>
                <c:pt idx="1324">
                  <c:v>45.451867875152914</c:v>
                </c:pt>
                <c:pt idx="1325">
                  <c:v>45.451867875152914</c:v>
                </c:pt>
                <c:pt idx="1326">
                  <c:v>45.451867875152914</c:v>
                </c:pt>
                <c:pt idx="1327">
                  <c:v>45.451829153962088</c:v>
                </c:pt>
                <c:pt idx="1328">
                  <c:v>45.451422588713427</c:v>
                </c:pt>
                <c:pt idx="1329">
                  <c:v>45.451205699193942</c:v>
                </c:pt>
                <c:pt idx="1330">
                  <c:v>45.449008930334635</c:v>
                </c:pt>
                <c:pt idx="1331">
                  <c:v>45.448571055195316</c:v>
                </c:pt>
                <c:pt idx="1332">
                  <c:v>45.448545193544987</c:v>
                </c:pt>
                <c:pt idx="1333">
                  <c:v>45.448208839857891</c:v>
                </c:pt>
                <c:pt idx="1334">
                  <c:v>45.448048560659316</c:v>
                </c:pt>
                <c:pt idx="1335">
                  <c:v>45.446250032342533</c:v>
                </c:pt>
                <c:pt idx="1336">
                  <c:v>45.445869118857743</c:v>
                </c:pt>
                <c:pt idx="1337">
                  <c:v>45.44554185847182</c:v>
                </c:pt>
                <c:pt idx="1338">
                  <c:v>45.445375307763513</c:v>
                </c:pt>
                <c:pt idx="1339">
                  <c:v>45.44527426745708</c:v>
                </c:pt>
                <c:pt idx="1340">
                  <c:v>45.442562510915373</c:v>
                </c:pt>
                <c:pt idx="1341">
                  <c:v>45.441974407635655</c:v>
                </c:pt>
                <c:pt idx="1342">
                  <c:v>45.441960246938535</c:v>
                </c:pt>
                <c:pt idx="1343">
                  <c:v>45.441718077574109</c:v>
                </c:pt>
                <c:pt idx="1344">
                  <c:v>45.441597232805343</c:v>
                </c:pt>
                <c:pt idx="1345">
                  <c:v>45.440290783178398</c:v>
                </c:pt>
                <c:pt idx="1346">
                  <c:v>45.439996990616862</c:v>
                </c:pt>
                <c:pt idx="1347">
                  <c:v>45.439994158701893</c:v>
                </c:pt>
                <c:pt idx="1348">
                  <c:v>45.439833353273599</c:v>
                </c:pt>
                <c:pt idx="1349">
                  <c:v>45.439750725096133</c:v>
                </c:pt>
                <c:pt idx="1350">
                  <c:v>45.438870210199298</c:v>
                </c:pt>
                <c:pt idx="1351">
                  <c:v>45.438677684281856</c:v>
                </c:pt>
                <c:pt idx="1352">
                  <c:v>45.438710366925051</c:v>
                </c:pt>
                <c:pt idx="1353">
                  <c:v>45.439005640906906</c:v>
                </c:pt>
                <c:pt idx="1354">
                  <c:v>45.439177910540948</c:v>
                </c:pt>
                <c:pt idx="1355">
                  <c:v>45.44091736125916</c:v>
                </c:pt>
                <c:pt idx="1356">
                  <c:v>45.441316302100063</c:v>
                </c:pt>
                <c:pt idx="1357">
                  <c:v>45.441307934934876</c:v>
                </c:pt>
                <c:pt idx="1358">
                  <c:v>45.44083739096444</c:v>
                </c:pt>
                <c:pt idx="1359">
                  <c:v>45.440558034497464</c:v>
                </c:pt>
                <c:pt idx="1360">
                  <c:v>45.437951621689088</c:v>
                </c:pt>
                <c:pt idx="1361">
                  <c:v>45.437358383093283</c:v>
                </c:pt>
                <c:pt idx="1362">
                  <c:v>45.437425469221729</c:v>
                </c:pt>
                <c:pt idx="1363">
                  <c:v>45.438208267612531</c:v>
                </c:pt>
                <c:pt idx="1364">
                  <c:v>45.438677871903501</c:v>
                </c:pt>
                <c:pt idx="1365">
                  <c:v>45.443296957530642</c:v>
                </c:pt>
                <c:pt idx="1366">
                  <c:v>45.444283995695969</c:v>
                </c:pt>
                <c:pt idx="1367">
                  <c:v>45.444304840501211</c:v>
                </c:pt>
                <c:pt idx="1368">
                  <c:v>45.444531687872377</c:v>
                </c:pt>
                <c:pt idx="1369">
                  <c:v>45.444673876083527</c:v>
                </c:pt>
                <c:pt idx="1370">
                  <c:v>45.445951450133549</c:v>
                </c:pt>
                <c:pt idx="1371">
                  <c:v>45.446250774248469</c:v>
                </c:pt>
                <c:pt idx="1372">
                  <c:v>45.446261437808914</c:v>
                </c:pt>
                <c:pt idx="1373">
                  <c:v>45.446790817115129</c:v>
                </c:pt>
                <c:pt idx="1374">
                  <c:v>45.447083245875973</c:v>
                </c:pt>
                <c:pt idx="1375">
                  <c:v>45.450177618219364</c:v>
                </c:pt>
                <c:pt idx="1376">
                  <c:v>45.450839323708095</c:v>
                </c:pt>
                <c:pt idx="1377">
                  <c:v>45.450877584038381</c:v>
                </c:pt>
                <c:pt idx="1378">
                  <c:v>45.451699057463564</c:v>
                </c:pt>
                <c:pt idx="1379">
                  <c:v>45.452212569211007</c:v>
                </c:pt>
                <c:pt idx="1380">
                  <c:v>45.4571703292115</c:v>
                </c:pt>
                <c:pt idx="1381">
                  <c:v>45.458132542822113</c:v>
                </c:pt>
                <c:pt idx="1382">
                  <c:v>45.458092247832788</c:v>
                </c:pt>
                <c:pt idx="1383">
                  <c:v>45.457698472295</c:v>
                </c:pt>
                <c:pt idx="1384">
                  <c:v>45.457480610767576</c:v>
                </c:pt>
                <c:pt idx="1385">
                  <c:v>45.455280013390471</c:v>
                </c:pt>
                <c:pt idx="1386">
                  <c:v>45.454835661564061</c:v>
                </c:pt>
                <c:pt idx="1387">
                  <c:v>45.45484319456812</c:v>
                </c:pt>
                <c:pt idx="1388">
                  <c:v>45.455008910533294</c:v>
                </c:pt>
                <c:pt idx="1389">
                  <c:v>45.455093759220645</c:v>
                </c:pt>
                <c:pt idx="1390">
                  <c:v>45.455982098845141</c:v>
                </c:pt>
                <c:pt idx="1391">
                  <c:v>45.45615503107399</c:v>
                </c:pt>
                <c:pt idx="1392">
                  <c:v>45.456150074799815</c:v>
                </c:pt>
                <c:pt idx="1393">
                  <c:v>45.455901731217025</c:v>
                </c:pt>
                <c:pt idx="1394">
                  <c:v>45.455783318007043</c:v>
                </c:pt>
                <c:pt idx="1395">
                  <c:v>45.454461105615835</c:v>
                </c:pt>
                <c:pt idx="1396">
                  <c:v>45.454177919370338</c:v>
                </c:pt>
                <c:pt idx="1397">
                  <c:v>45.454177530940797</c:v>
                </c:pt>
                <c:pt idx="1398">
                  <c:v>45.454136502743097</c:v>
                </c:pt>
                <c:pt idx="1399">
                  <c:v>45.45411569874021</c:v>
                </c:pt>
                <c:pt idx="1400">
                  <c:v>45.453895002987181</c:v>
                </c:pt>
                <c:pt idx="1401">
                  <c:v>45.453847921496951</c:v>
                </c:pt>
                <c:pt idx="1402">
                  <c:v>45.453845361727758</c:v>
                </c:pt>
                <c:pt idx="1403">
                  <c:v>45.453066746674835</c:v>
                </c:pt>
                <c:pt idx="1404">
                  <c:v>45.452680023890444</c:v>
                </c:pt>
                <c:pt idx="1405">
                  <c:v>45.448259692237933</c:v>
                </c:pt>
                <c:pt idx="1406">
                  <c:v>45.447251715370726</c:v>
                </c:pt>
                <c:pt idx="1407">
                  <c:v>45.447151494656453</c:v>
                </c:pt>
                <c:pt idx="1408">
                  <c:v>45.446678039719011</c:v>
                </c:pt>
                <c:pt idx="1409">
                  <c:v>45.446372179001678</c:v>
                </c:pt>
                <c:pt idx="1410">
                  <c:v>45.443075344694435</c:v>
                </c:pt>
                <c:pt idx="1411">
                  <c:v>45.442313455729526</c:v>
                </c:pt>
                <c:pt idx="1412">
                  <c:v>45.442306565161459</c:v>
                </c:pt>
                <c:pt idx="1413">
                  <c:v>45.441755288507061</c:v>
                </c:pt>
                <c:pt idx="1414">
                  <c:v>45.441472414587501</c:v>
                </c:pt>
                <c:pt idx="1415">
                  <c:v>45.438404493416172</c:v>
                </c:pt>
                <c:pt idx="1416">
                  <c:v>45.437703769519949</c:v>
                </c:pt>
                <c:pt idx="1417">
                  <c:v>45.437690536084347</c:v>
                </c:pt>
                <c:pt idx="1418">
                  <c:v>45.43781240344255</c:v>
                </c:pt>
                <c:pt idx="1419">
                  <c:v>45.437873209807357</c:v>
                </c:pt>
                <c:pt idx="1420">
                  <c:v>45.438531870487466</c:v>
                </c:pt>
                <c:pt idx="1421">
                  <c:v>45.438677684281856</c:v>
                </c:pt>
                <c:pt idx="1422">
                  <c:v>45.438583637494958</c:v>
                </c:pt>
                <c:pt idx="1423">
                  <c:v>45.438016817450148</c:v>
                </c:pt>
                <c:pt idx="1424">
                  <c:v>45.437636937412861</c:v>
                </c:pt>
                <c:pt idx="1425">
                  <c:v>45.434161806314627</c:v>
                </c:pt>
                <c:pt idx="1426">
                  <c:v>45.433403614583597</c:v>
                </c:pt>
                <c:pt idx="1427">
                  <c:v>45.433271797477055</c:v>
                </c:pt>
                <c:pt idx="1428">
                  <c:v>45.432328270321143</c:v>
                </c:pt>
                <c:pt idx="1429">
                  <c:v>45.431730212146917</c:v>
                </c:pt>
                <c:pt idx="1430">
                  <c:v>45.425990069303488</c:v>
                </c:pt>
                <c:pt idx="1431">
                  <c:v>45.424829934309287</c:v>
                </c:pt>
                <c:pt idx="1432">
                  <c:v>45.424731189098971</c:v>
                </c:pt>
                <c:pt idx="1433">
                  <c:v>45.423868293158144</c:v>
                </c:pt>
                <c:pt idx="1434">
                  <c:v>45.423336965045038</c:v>
                </c:pt>
                <c:pt idx="1435">
                  <c:v>45.418211068104561</c:v>
                </c:pt>
                <c:pt idx="1436">
                  <c:v>45.417246660460535</c:v>
                </c:pt>
                <c:pt idx="1437">
                  <c:v>45.417221974265949</c:v>
                </c:pt>
                <c:pt idx="1438">
                  <c:v>45.417074030172301</c:v>
                </c:pt>
                <c:pt idx="1439">
                  <c:v>45.416980580846932</c:v>
                </c:pt>
                <c:pt idx="1440">
                  <c:v>45.416107179366882</c:v>
                </c:pt>
                <c:pt idx="1441">
                  <c:v>45.415927442620898</c:v>
                </c:pt>
                <c:pt idx="1442">
                  <c:v>45.415723434165052</c:v>
                </c:pt>
                <c:pt idx="1443">
                  <c:v>45.414596627559199</c:v>
                </c:pt>
                <c:pt idx="1444">
                  <c:v>45.413867042595676</c:v>
                </c:pt>
                <c:pt idx="1445">
                  <c:v>45.407070346916576</c:v>
                </c:pt>
                <c:pt idx="1446">
                  <c:v>45.405706005622392</c:v>
                </c:pt>
                <c:pt idx="1447">
                  <c:v>45.405691429525362</c:v>
                </c:pt>
                <c:pt idx="1448">
                  <c:v>45.405572455692791</c:v>
                </c:pt>
                <c:pt idx="1449">
                  <c:v>45.40550989396516</c:v>
                </c:pt>
                <c:pt idx="1450">
                  <c:v>45.404847620052088</c:v>
                </c:pt>
                <c:pt idx="1451">
                  <c:v>45.404715849297304</c:v>
                </c:pt>
                <c:pt idx="1452">
                  <c:v>45.404663745859537</c:v>
                </c:pt>
                <c:pt idx="1453">
                  <c:v>45.404280775275119</c:v>
                </c:pt>
                <c:pt idx="1454">
                  <c:v>45.404071419723728</c:v>
                </c:pt>
                <c:pt idx="1455">
                  <c:v>45.401878243977315</c:v>
                </c:pt>
                <c:pt idx="1456">
                  <c:v>45.401419487498799</c:v>
                </c:pt>
                <c:pt idx="1457">
                  <c:v>45.401469403117808</c:v>
                </c:pt>
                <c:pt idx="1458">
                  <c:v>45.40192758545485</c:v>
                </c:pt>
                <c:pt idx="1459">
                  <c:v>45.402181354418914</c:v>
                </c:pt>
                <c:pt idx="1460">
                  <c:v>45.404839314925752</c:v>
                </c:pt>
                <c:pt idx="1461">
                  <c:v>45.40537698784135</c:v>
                </c:pt>
                <c:pt idx="1462">
                  <c:v>45.405267769539428</c:v>
                </c:pt>
                <c:pt idx="1463">
                  <c:v>45.404773515100828</c:v>
                </c:pt>
                <c:pt idx="1464">
                  <c:v>45.404476654825622</c:v>
                </c:pt>
                <c:pt idx="1465">
                  <c:v>45.401426587997356</c:v>
                </c:pt>
                <c:pt idx="1466">
                  <c:v>45.400761460517117</c:v>
                </c:pt>
                <c:pt idx="1467">
                  <c:v>45.400783055075713</c:v>
                </c:pt>
                <c:pt idx="1468">
                  <c:v>45.400882470451045</c:v>
                </c:pt>
                <c:pt idx="1469">
                  <c:v>45.400944782865913</c:v>
                </c:pt>
                <c:pt idx="1470">
                  <c:v>45.401608647040874</c:v>
                </c:pt>
                <c:pt idx="1471">
                  <c:v>45.401748501465079</c:v>
                </c:pt>
                <c:pt idx="1472">
                  <c:v>45.401668474726208</c:v>
                </c:pt>
                <c:pt idx="1473">
                  <c:v>45.401076664867624</c:v>
                </c:pt>
                <c:pt idx="1474">
                  <c:v>45.400757085528497</c:v>
                </c:pt>
                <c:pt idx="1475">
                  <c:v>45.397196025442334</c:v>
                </c:pt>
                <c:pt idx="1476">
                  <c:v>45.396475004447893</c:v>
                </c:pt>
                <c:pt idx="1477">
                  <c:v>45.396365527824443</c:v>
                </c:pt>
                <c:pt idx="1478">
                  <c:v>45.39564522674398</c:v>
                </c:pt>
                <c:pt idx="1479">
                  <c:v>45.395224504944544</c:v>
                </c:pt>
                <c:pt idx="1480">
                  <c:v>45.390597658041386</c:v>
                </c:pt>
                <c:pt idx="1481">
                  <c:v>45.389879367773631</c:v>
                </c:pt>
                <c:pt idx="1482">
                  <c:v>45.389853181281971</c:v>
                </c:pt>
                <c:pt idx="1483">
                  <c:v>45.389709092033705</c:v>
                </c:pt>
                <c:pt idx="1484">
                  <c:v>45.389621168199149</c:v>
                </c:pt>
                <c:pt idx="1485">
                  <c:v>45.388736092325651</c:v>
                </c:pt>
                <c:pt idx="1486">
                  <c:v>45.388560255684865</c:v>
                </c:pt>
                <c:pt idx="1487">
                  <c:v>45.38846476979684</c:v>
                </c:pt>
                <c:pt idx="1488">
                  <c:v>45.387711097541811</c:v>
                </c:pt>
                <c:pt idx="1489">
                  <c:v>45.387289413820739</c:v>
                </c:pt>
                <c:pt idx="1490">
                  <c:v>45.38286090274844</c:v>
                </c:pt>
                <c:pt idx="1491">
                  <c:v>45.381967875099463</c:v>
                </c:pt>
                <c:pt idx="1492">
                  <c:v>45.381940076476781</c:v>
                </c:pt>
                <c:pt idx="1493">
                  <c:v>45.381756240114768</c:v>
                </c:pt>
                <c:pt idx="1494">
                  <c:v>45.38165493354488</c:v>
                </c:pt>
                <c:pt idx="1495">
                  <c:v>45.380532274173191</c:v>
                </c:pt>
                <c:pt idx="1496">
                  <c:v>45.380319799743233</c:v>
                </c:pt>
                <c:pt idx="1497">
                  <c:v>45.380283791340496</c:v>
                </c:pt>
                <c:pt idx="1498">
                  <c:v>45.38006283518326</c:v>
                </c:pt>
                <c:pt idx="1499">
                  <c:v>45.379927758075468</c:v>
                </c:pt>
                <c:pt idx="1500">
                  <c:v>45.378604059668227</c:v>
                </c:pt>
                <c:pt idx="1501">
                  <c:v>45.378342740494247</c:v>
                </c:pt>
                <c:pt idx="1502">
                  <c:v>45.378282555792069</c:v>
                </c:pt>
                <c:pt idx="1503">
                  <c:v>45.377894156064691</c:v>
                </c:pt>
                <c:pt idx="1504">
                  <c:v>45.377689823849344</c:v>
                </c:pt>
                <c:pt idx="1505">
                  <c:v>45.375486320067864</c:v>
                </c:pt>
                <c:pt idx="1506">
                  <c:v>45.375043528802337</c:v>
                </c:pt>
                <c:pt idx="1507">
                  <c:v>45.375056125624816</c:v>
                </c:pt>
                <c:pt idx="1508">
                  <c:v>45.375179744214513</c:v>
                </c:pt>
                <c:pt idx="1509">
                  <c:v>45.375238899966227</c:v>
                </c:pt>
                <c:pt idx="1510">
                  <c:v>45.375901322426429</c:v>
                </c:pt>
                <c:pt idx="1511">
                  <c:v>45.376033599352695</c:v>
                </c:pt>
                <c:pt idx="1512">
                  <c:v>45.376022193805404</c:v>
                </c:pt>
                <c:pt idx="1513">
                  <c:v>45.375946303544559</c:v>
                </c:pt>
                <c:pt idx="1514">
                  <c:v>45.375905930181958</c:v>
                </c:pt>
                <c:pt idx="1515">
                  <c:v>45.375468877265739</c:v>
                </c:pt>
                <c:pt idx="1516">
                  <c:v>45.375375621114415</c:v>
                </c:pt>
                <c:pt idx="1517">
                  <c:v>45.37530567318467</c:v>
                </c:pt>
                <c:pt idx="1518">
                  <c:v>45.374334548386756</c:v>
                </c:pt>
                <c:pt idx="1519">
                  <c:v>45.373816863199416</c:v>
                </c:pt>
                <c:pt idx="1520">
                  <c:v>45.368347924500441</c:v>
                </c:pt>
                <c:pt idx="1521">
                  <c:v>45.367132377727785</c:v>
                </c:pt>
                <c:pt idx="1522">
                  <c:v>45.367126576941573</c:v>
                </c:pt>
                <c:pt idx="1523">
                  <c:v>45.366800922684483</c:v>
                </c:pt>
                <c:pt idx="1524">
                  <c:v>45.366634580556351</c:v>
                </c:pt>
                <c:pt idx="1525">
                  <c:v>45.364870799174795</c:v>
                </c:pt>
                <c:pt idx="1526">
                  <c:v>45.364494333221728</c:v>
                </c:pt>
                <c:pt idx="1527">
                  <c:v>45.364402562031337</c:v>
                </c:pt>
                <c:pt idx="1528">
                  <c:v>45.363659055658218</c:v>
                </c:pt>
                <c:pt idx="1529">
                  <c:v>45.363250907199891</c:v>
                </c:pt>
                <c:pt idx="1530">
                  <c:v>45.35882893025768</c:v>
                </c:pt>
                <c:pt idx="1531">
                  <c:v>45.357902413720694</c:v>
                </c:pt>
                <c:pt idx="1532">
                  <c:v>45.357812519334196</c:v>
                </c:pt>
                <c:pt idx="1533">
                  <c:v>45.356834624821786</c:v>
                </c:pt>
                <c:pt idx="1534">
                  <c:v>45.356258402791553</c:v>
                </c:pt>
                <c:pt idx="1535">
                  <c:v>45.350484933135867</c:v>
                </c:pt>
                <c:pt idx="1536">
                  <c:v>45.349330623626315</c:v>
                </c:pt>
                <c:pt idx="1537">
                  <c:v>45.349296348489837</c:v>
                </c:pt>
                <c:pt idx="1538">
                  <c:v>45.349041531737491</c:v>
                </c:pt>
                <c:pt idx="1539">
                  <c:v>45.348913106853836</c:v>
                </c:pt>
                <c:pt idx="1540">
                  <c:v>45.347408583874106</c:v>
                </c:pt>
                <c:pt idx="1541">
                  <c:v>45.347080468485842</c:v>
                </c:pt>
                <c:pt idx="1542">
                  <c:v>45.347021676640395</c:v>
                </c:pt>
                <c:pt idx="1543">
                  <c:v>45.346584897354141</c:v>
                </c:pt>
                <c:pt idx="1544">
                  <c:v>45.346219800295955</c:v>
                </c:pt>
                <c:pt idx="1545">
                  <c:v>45.342805870345238</c:v>
                </c:pt>
                <c:pt idx="1546">
                  <c:v>45.342077974945767</c:v>
                </c:pt>
                <c:pt idx="1547">
                  <c:v>45.342077974945767</c:v>
                </c:pt>
                <c:pt idx="1548">
                  <c:v>45.342077974945767</c:v>
                </c:pt>
                <c:pt idx="1549">
                  <c:v>45.342077974945767</c:v>
                </c:pt>
                <c:pt idx="1550">
                  <c:v>45.342077974945767</c:v>
                </c:pt>
                <c:pt idx="1551">
                  <c:v>45.342077974945767</c:v>
                </c:pt>
                <c:pt idx="1552">
                  <c:v>45.342098250278276</c:v>
                </c:pt>
                <c:pt idx="1553">
                  <c:v>45.342305443878963</c:v>
                </c:pt>
                <c:pt idx="1554">
                  <c:v>45.342395997647543</c:v>
                </c:pt>
                <c:pt idx="1555">
                  <c:v>45.343500438378271</c:v>
                </c:pt>
                <c:pt idx="1556">
                  <c:v>45.3437258676787</c:v>
                </c:pt>
                <c:pt idx="1557">
                  <c:v>45.343679423236871</c:v>
                </c:pt>
                <c:pt idx="1558">
                  <c:v>45.343200713364965</c:v>
                </c:pt>
                <c:pt idx="1559">
                  <c:v>45.342970554230313</c:v>
                </c:pt>
                <c:pt idx="1560">
                  <c:v>45.340334350831561</c:v>
                </c:pt>
                <c:pt idx="1561">
                  <c:v>45.339772179608019</c:v>
                </c:pt>
                <c:pt idx="1562">
                  <c:v>45.339790591998522</c:v>
                </c:pt>
                <c:pt idx="1563">
                  <c:v>45.340169599848593</c:v>
                </c:pt>
                <c:pt idx="1564">
                  <c:v>45.340331395377135</c:v>
                </c:pt>
                <c:pt idx="1565">
                  <c:v>45.342331457875162</c:v>
                </c:pt>
                <c:pt idx="1566">
                  <c:v>45.342738993124271</c:v>
                </c:pt>
                <c:pt idx="1567">
                  <c:v>45.342787294566563</c:v>
                </c:pt>
                <c:pt idx="1568">
                  <c:v>45.343276228575597</c:v>
                </c:pt>
                <c:pt idx="1569">
                  <c:v>45.34347630380789</c:v>
                </c:pt>
                <c:pt idx="1570">
                  <c:v>45.346102984868587</c:v>
                </c:pt>
                <c:pt idx="1571">
                  <c:v>45.346692715015877</c:v>
                </c:pt>
                <c:pt idx="1572">
                  <c:v>45.346690811279437</c:v>
                </c:pt>
                <c:pt idx="1573">
                  <c:v>45.346650172895586</c:v>
                </c:pt>
                <c:pt idx="1574">
                  <c:v>45.346631508923025</c:v>
                </c:pt>
                <c:pt idx="1575">
                  <c:v>45.346414205282962</c:v>
                </c:pt>
                <c:pt idx="1576">
                  <c:v>45.346363753703713</c:v>
                </c:pt>
                <c:pt idx="1577">
                  <c:v>45.346493136261302</c:v>
                </c:pt>
                <c:pt idx="1578">
                  <c:v>45.347356011809786</c:v>
                </c:pt>
                <c:pt idx="1579">
                  <c:v>45.347827440872578</c:v>
                </c:pt>
                <c:pt idx="1580">
                  <c:v>45.353116337597655</c:v>
                </c:pt>
                <c:pt idx="1581">
                  <c:v>45.354274428839801</c:v>
                </c:pt>
                <c:pt idx="1582">
                  <c:v>45.354281972194855</c:v>
                </c:pt>
                <c:pt idx="1583">
                  <c:v>45.354402011271894</c:v>
                </c:pt>
                <c:pt idx="1584">
                  <c:v>45.354456157958701</c:v>
                </c:pt>
                <c:pt idx="1585">
                  <c:v>45.35511329535251</c:v>
                </c:pt>
                <c:pt idx="1586">
                  <c:v>45.355264439755842</c:v>
                </c:pt>
                <c:pt idx="1587">
                  <c:v>45.355331273863719</c:v>
                </c:pt>
                <c:pt idx="1588">
                  <c:v>45.356073648730572</c:v>
                </c:pt>
                <c:pt idx="1589">
                  <c:v>45.35641277283473</c:v>
                </c:pt>
                <c:pt idx="1590">
                  <c:v>45.360624570166358</c:v>
                </c:pt>
                <c:pt idx="1591">
                  <c:v>45.361527333158222</c:v>
                </c:pt>
                <c:pt idx="1592">
                  <c:v>45.361523033101641</c:v>
                </c:pt>
                <c:pt idx="1593">
                  <c:v>45.361450500046864</c:v>
                </c:pt>
                <c:pt idx="1594">
                  <c:v>45.361408545729972</c:v>
                </c:pt>
                <c:pt idx="1595">
                  <c:v>45.360961025112339</c:v>
                </c:pt>
                <c:pt idx="1596">
                  <c:v>45.36086938262514</c:v>
                </c:pt>
                <c:pt idx="1597">
                  <c:v>45.360826118943748</c:v>
                </c:pt>
                <c:pt idx="1598">
                  <c:v>45.360471292257657</c:v>
                </c:pt>
                <c:pt idx="1599">
                  <c:v>45.360259309999371</c:v>
                </c:pt>
                <c:pt idx="1600">
                  <c:v>45.35802830285477</c:v>
                </c:pt>
                <c:pt idx="1601">
                  <c:v>45.357573441750674</c:v>
                </c:pt>
                <c:pt idx="1602">
                  <c:v>45.357573441750674</c:v>
                </c:pt>
                <c:pt idx="1603">
                  <c:v>45.357573441750674</c:v>
                </c:pt>
                <c:pt idx="1604">
                  <c:v>45.357573441750674</c:v>
                </c:pt>
                <c:pt idx="1605">
                  <c:v>45.357573441750674</c:v>
                </c:pt>
                <c:pt idx="1606">
                  <c:v>45.357573441750674</c:v>
                </c:pt>
                <c:pt idx="1607">
                  <c:v>45.357529520245016</c:v>
                </c:pt>
                <c:pt idx="1608">
                  <c:v>45.357003091990755</c:v>
                </c:pt>
                <c:pt idx="1609">
                  <c:v>45.356710497452191</c:v>
                </c:pt>
                <c:pt idx="1610">
                  <c:v>45.353592108089131</c:v>
                </c:pt>
                <c:pt idx="1611">
                  <c:v>45.352955453182631</c:v>
                </c:pt>
                <c:pt idx="1612">
                  <c:v>45.352911354512536</c:v>
                </c:pt>
                <c:pt idx="1613">
                  <c:v>45.352415677776641</c:v>
                </c:pt>
                <c:pt idx="1614">
                  <c:v>45.352128379966999</c:v>
                </c:pt>
                <c:pt idx="1615">
                  <c:v>45.349229682624362</c:v>
                </c:pt>
                <c:pt idx="1616">
                  <c:v>45.348672696304163</c:v>
                </c:pt>
                <c:pt idx="1617">
                  <c:v>45.348644326412135</c:v>
                </c:pt>
                <c:pt idx="1618">
                  <c:v>45.348179240539999</c:v>
                </c:pt>
                <c:pt idx="1619">
                  <c:v>45.347949822582812</c:v>
                </c:pt>
                <c:pt idx="1620">
                  <c:v>45.345528992642258</c:v>
                </c:pt>
                <c:pt idx="1621">
                  <c:v>45.345044808182081</c:v>
                </c:pt>
                <c:pt idx="1622">
                  <c:v>45.345014312148692</c:v>
                </c:pt>
                <c:pt idx="1623">
                  <c:v>45.344600341273953</c:v>
                </c:pt>
                <c:pt idx="1624">
                  <c:v>45.344369695927867</c:v>
                </c:pt>
                <c:pt idx="1625">
                  <c:v>45.34218446928309</c:v>
                </c:pt>
                <c:pt idx="1626">
                  <c:v>45.341749018011797</c:v>
                </c:pt>
                <c:pt idx="1627">
                  <c:v>45.341729519053636</c:v>
                </c:pt>
                <c:pt idx="1628">
                  <c:v>45.341439331458375</c:v>
                </c:pt>
                <c:pt idx="1629">
                  <c:v>45.341296852758681</c:v>
                </c:pt>
                <c:pt idx="1630">
                  <c:v>45.339757873190081</c:v>
                </c:pt>
                <c:pt idx="1631">
                  <c:v>45.339440121514372</c:v>
                </c:pt>
                <c:pt idx="1632">
                  <c:v>45.339440121514372</c:v>
                </c:pt>
                <c:pt idx="1633">
                  <c:v>45.339440121514372</c:v>
                </c:pt>
                <c:pt idx="1634">
                  <c:v>45.339440121514372</c:v>
                </c:pt>
                <c:pt idx="1635">
                  <c:v>45.339440121514372</c:v>
                </c:pt>
                <c:pt idx="1636">
                  <c:v>45.339440121514372</c:v>
                </c:pt>
                <c:pt idx="1637">
                  <c:v>45.339416685406349</c:v>
                </c:pt>
                <c:pt idx="1638">
                  <c:v>45.338984626697467</c:v>
                </c:pt>
                <c:pt idx="1639">
                  <c:v>45.338752771900126</c:v>
                </c:pt>
                <c:pt idx="1640">
                  <c:v>45.336344892457355</c:v>
                </c:pt>
                <c:pt idx="1641">
                  <c:v>45.335815433253231</c:v>
                </c:pt>
                <c:pt idx="1642">
                  <c:v>45.335806464263165</c:v>
                </c:pt>
                <c:pt idx="1643">
                  <c:v>45.335116958040111</c:v>
                </c:pt>
                <c:pt idx="1644">
                  <c:v>45.334838942049117</c:v>
                </c:pt>
                <c:pt idx="1645">
                  <c:v>45.331299904428633</c:v>
                </c:pt>
                <c:pt idx="1646">
                  <c:v>45.330540723686674</c:v>
                </c:pt>
                <c:pt idx="1647">
                  <c:v>45.330539841516895</c:v>
                </c:pt>
                <c:pt idx="1648">
                  <c:v>45.330498129713355</c:v>
                </c:pt>
                <c:pt idx="1649">
                  <c:v>45.330479636087055</c:v>
                </c:pt>
                <c:pt idx="1650">
                  <c:v>45.330256873255969</c:v>
                </c:pt>
                <c:pt idx="1651">
                  <c:v>45.330210895505672</c:v>
                </c:pt>
                <c:pt idx="1652">
                  <c:v>45.330222131046341</c:v>
                </c:pt>
                <c:pt idx="1653">
                  <c:v>45.330698244751872</c:v>
                </c:pt>
                <c:pt idx="1654">
                  <c:v>45.330935483966996</c:v>
                </c:pt>
                <c:pt idx="1655">
                  <c:v>45.333594942341584</c:v>
                </c:pt>
                <c:pt idx="1656">
                  <c:v>45.334167578062136</c:v>
                </c:pt>
                <c:pt idx="1657">
                  <c:v>45.334166413749095</c:v>
                </c:pt>
                <c:pt idx="1658">
                  <c:v>45.333923481470848</c:v>
                </c:pt>
                <c:pt idx="1659">
                  <c:v>45.33380418812051</c:v>
                </c:pt>
                <c:pt idx="1660">
                  <c:v>45.332435746486212</c:v>
                </c:pt>
                <c:pt idx="1661">
                  <c:v>45.332187679517972</c:v>
                </c:pt>
                <c:pt idx="1662">
                  <c:v>45.33220501980415</c:v>
                </c:pt>
                <c:pt idx="1663">
                  <c:v>45.332692957524365</c:v>
                </c:pt>
                <c:pt idx="1664">
                  <c:v>45.332923421744034</c:v>
                </c:pt>
                <c:pt idx="1665">
                  <c:v>45.335601563393034</c:v>
                </c:pt>
                <c:pt idx="1666">
                  <c:v>45.336144384565785</c:v>
                </c:pt>
                <c:pt idx="1667">
                  <c:v>45.336150017387851</c:v>
                </c:pt>
                <c:pt idx="1668">
                  <c:v>45.336321581317364</c:v>
                </c:pt>
                <c:pt idx="1669">
                  <c:v>45.336391660414563</c:v>
                </c:pt>
                <c:pt idx="1670">
                  <c:v>45.337285400543237</c:v>
                </c:pt>
                <c:pt idx="1671">
                  <c:v>45.337463296258136</c:v>
                </c:pt>
                <c:pt idx="1672">
                  <c:v>45.337524139275189</c:v>
                </c:pt>
                <c:pt idx="1673">
                  <c:v>45.338312597011793</c:v>
                </c:pt>
                <c:pt idx="1674">
                  <c:v>45.33869813379733</c:v>
                </c:pt>
                <c:pt idx="1675">
                  <c:v>45.342854892803153</c:v>
                </c:pt>
                <c:pt idx="1676">
                  <c:v>45.3437258676787</c:v>
                </c:pt>
                <c:pt idx="1677">
                  <c:v>45.343722096863502</c:v>
                </c:pt>
                <c:pt idx="1678">
                  <c:v>45.343632418886898</c:v>
                </c:pt>
                <c:pt idx="1679">
                  <c:v>45.343598378630482</c:v>
                </c:pt>
                <c:pt idx="1680">
                  <c:v>45.343160983655544</c:v>
                </c:pt>
                <c:pt idx="1681">
                  <c:v>45.343067950997067</c:v>
                </c:pt>
                <c:pt idx="1682">
                  <c:v>45.343070340670216</c:v>
                </c:pt>
                <c:pt idx="1683">
                  <c:v>45.343199265368582</c:v>
                </c:pt>
                <c:pt idx="1684">
                  <c:v>45.343256581475977</c:v>
                </c:pt>
                <c:pt idx="1685">
                  <c:v>45.343918861612032</c:v>
                </c:pt>
                <c:pt idx="1686">
                  <c:v>45.344054826487536</c:v>
                </c:pt>
                <c:pt idx="1687">
                  <c:v>45.344104728208627</c:v>
                </c:pt>
                <c:pt idx="1688">
                  <c:v>45.345355704184371</c:v>
                </c:pt>
                <c:pt idx="1689">
                  <c:v>45.34585986509645</c:v>
                </c:pt>
                <c:pt idx="1690">
                  <c:v>45.35227930431595</c:v>
                </c:pt>
                <c:pt idx="1691">
                  <c:v>45.353616492118533</c:v>
                </c:pt>
                <c:pt idx="1692">
                  <c:v>45.353660040334468</c:v>
                </c:pt>
                <c:pt idx="1693">
                  <c:v>45.354475793668726</c:v>
                </c:pt>
                <c:pt idx="1694">
                  <c:v>45.354798135652949</c:v>
                </c:pt>
                <c:pt idx="1695">
                  <c:v>45.35893940918438</c:v>
                </c:pt>
                <c:pt idx="1696">
                  <c:v>45.359879355648388</c:v>
                </c:pt>
                <c:pt idx="1697">
                  <c:v>45.359890335255969</c:v>
                </c:pt>
                <c:pt idx="1698">
                  <c:v>45.360268705084088</c:v>
                </c:pt>
                <c:pt idx="1699">
                  <c:v>45.360433328289218</c:v>
                </c:pt>
                <c:pt idx="1700">
                  <c:v>45.362389329927893</c:v>
                </c:pt>
                <c:pt idx="1701">
                  <c:v>45.36283879332079</c:v>
                </c:pt>
                <c:pt idx="1702">
                  <c:v>45.362846341542479</c:v>
                </c:pt>
                <c:pt idx="1703">
                  <c:v>45.36336200821038</c:v>
                </c:pt>
                <c:pt idx="1704">
                  <c:v>45.363562320278405</c:v>
                </c:pt>
                <c:pt idx="1705">
                  <c:v>45.366245724520766</c:v>
                </c:pt>
                <c:pt idx="1706">
                  <c:v>45.366803396958176</c:v>
                </c:pt>
                <c:pt idx="1707">
                  <c:v>45.366809164618878</c:v>
                </c:pt>
                <c:pt idx="1708">
                  <c:v>45.366928144516741</c:v>
                </c:pt>
                <c:pt idx="1709">
                  <c:v>45.366984305447438</c:v>
                </c:pt>
                <c:pt idx="1710">
                  <c:v>45.36765457689652</c:v>
                </c:pt>
                <c:pt idx="1711">
                  <c:v>45.367790340209297</c:v>
                </c:pt>
                <c:pt idx="1712">
                  <c:v>45.367792342435685</c:v>
                </c:pt>
                <c:pt idx="1713">
                  <c:v>45.367917697311078</c:v>
                </c:pt>
                <c:pt idx="1714">
                  <c:v>45.367973297231316</c:v>
                </c:pt>
                <c:pt idx="1715">
                  <c:v>45.36864414172971</c:v>
                </c:pt>
                <c:pt idx="1716">
                  <c:v>45.36878038989579</c:v>
                </c:pt>
                <c:pt idx="1717">
                  <c:v>45.368747975036712</c:v>
                </c:pt>
                <c:pt idx="1718">
                  <c:v>45.368332492760111</c:v>
                </c:pt>
                <c:pt idx="1719">
                  <c:v>45.368099549191541</c:v>
                </c:pt>
                <c:pt idx="1720">
                  <c:v>45.365649331855565</c:v>
                </c:pt>
                <c:pt idx="1721">
                  <c:v>45.3651553942438</c:v>
                </c:pt>
                <c:pt idx="1722">
                  <c:v>45.365146974269898</c:v>
                </c:pt>
                <c:pt idx="1723">
                  <c:v>45.365030004345655</c:v>
                </c:pt>
                <c:pt idx="1724">
                  <c:v>45.364960558959211</c:v>
                </c:pt>
                <c:pt idx="1725">
                  <c:v>45.364296512609592</c:v>
                </c:pt>
                <c:pt idx="1726">
                  <c:v>45.364165354969373</c:v>
                </c:pt>
                <c:pt idx="1727">
                  <c:v>45.364153972457643</c:v>
                </c:pt>
                <c:pt idx="1728">
                  <c:v>45.36393964519047</c:v>
                </c:pt>
                <c:pt idx="1729">
                  <c:v>45.363849177605964</c:v>
                </c:pt>
                <c:pt idx="1730">
                  <c:v>45.36273842279099</c:v>
                </c:pt>
                <c:pt idx="1731">
                  <c:v>45.362517364861787</c:v>
                </c:pt>
                <c:pt idx="1732">
                  <c:v>45.362540324807419</c:v>
                </c:pt>
                <c:pt idx="1733">
                  <c:v>45.362926874814711</c:v>
                </c:pt>
                <c:pt idx="1734">
                  <c:v>45.363102582391171</c:v>
                </c:pt>
                <c:pt idx="1735">
                  <c:v>45.365088934973869</c:v>
                </c:pt>
                <c:pt idx="1736">
                  <c:v>45.365484373440665</c:v>
                </c:pt>
                <c:pt idx="1737">
                  <c:v>45.365407121040462</c:v>
                </c:pt>
                <c:pt idx="1738">
                  <c:v>45.364367744890146</c:v>
                </c:pt>
                <c:pt idx="1739">
                  <c:v>45.363958317479316</c:v>
                </c:pt>
                <c:pt idx="1740">
                  <c:v>45.358926799105753</c:v>
                </c:pt>
                <c:pt idx="1741">
                  <c:v>45.357902413720694</c:v>
                </c:pt>
                <c:pt idx="1742">
                  <c:v>45.357934460038287</c:v>
                </c:pt>
                <c:pt idx="1743">
                  <c:v>45.358328381713889</c:v>
                </c:pt>
                <c:pt idx="1744">
                  <c:v>45.35849277158777</c:v>
                </c:pt>
                <c:pt idx="1745">
                  <c:v>45.360471761265366</c:v>
                </c:pt>
                <c:pt idx="1746">
                  <c:v>45.36086938262514</c:v>
                </c:pt>
                <c:pt idx="1747">
                  <c:v>45.360898906832581</c:v>
                </c:pt>
                <c:pt idx="1748">
                  <c:v>45.361309388708456</c:v>
                </c:pt>
                <c:pt idx="1749">
                  <c:v>45.361460778295005</c:v>
                </c:pt>
                <c:pt idx="1750">
                  <c:v>45.3634399021551</c:v>
                </c:pt>
                <c:pt idx="1751">
                  <c:v>45.363836377030793</c:v>
                </c:pt>
                <c:pt idx="1752">
                  <c:v>45.363853025299512</c:v>
                </c:pt>
                <c:pt idx="1753">
                  <c:v>45.364021423097789</c:v>
                </c:pt>
                <c:pt idx="1754">
                  <c:v>45.364097030235044</c:v>
                </c:pt>
                <c:pt idx="1755">
                  <c:v>45.364961495871654</c:v>
                </c:pt>
                <c:pt idx="1756">
                  <c:v>45.3651553942438</c:v>
                </c:pt>
                <c:pt idx="1757">
                  <c:v>45.365152129814632</c:v>
                </c:pt>
                <c:pt idx="1758">
                  <c:v>45.365109603670426</c:v>
                </c:pt>
                <c:pt idx="1759">
                  <c:v>45.365090392404191</c:v>
                </c:pt>
                <c:pt idx="1760">
                  <c:v>45.364870926600084</c:v>
                </c:pt>
                <c:pt idx="1761">
                  <c:v>45.364823311787859</c:v>
                </c:pt>
                <c:pt idx="1762">
                  <c:v>45.364736143380313</c:v>
                </c:pt>
                <c:pt idx="1763">
                  <c:v>45.364641410920584</c:v>
                </c:pt>
                <c:pt idx="1764">
                  <c:v>45.364568889543008</c:v>
                </c:pt>
                <c:pt idx="1765">
                  <c:v>45.363696911753472</c:v>
                </c:pt>
                <c:pt idx="1766">
                  <c:v>45.363507399405989</c:v>
                </c:pt>
                <c:pt idx="1767">
                  <c:v>45.363514752566068</c:v>
                </c:pt>
                <c:pt idx="1768">
                  <c:v>45.363813861724047</c:v>
                </c:pt>
                <c:pt idx="1769">
                  <c:v>45.363944135942596</c:v>
                </c:pt>
                <c:pt idx="1770">
                  <c:v>45.365497208934038</c:v>
                </c:pt>
                <c:pt idx="1771">
                  <c:v>45.36581335295142</c:v>
                </c:pt>
                <c:pt idx="1772">
                  <c:v>45.365805742313853</c:v>
                </c:pt>
                <c:pt idx="1773">
                  <c:v>45.36559330687993</c:v>
                </c:pt>
                <c:pt idx="1774">
                  <c:v>45.365502889703642</c:v>
                </c:pt>
                <c:pt idx="1775">
                  <c:v>45.364387512405607</c:v>
                </c:pt>
                <c:pt idx="1776">
                  <c:v>45.364165354969373</c:v>
                </c:pt>
                <c:pt idx="1777">
                  <c:v>45.364165354969373</c:v>
                </c:pt>
                <c:pt idx="1778">
                  <c:v>45.364165354969373</c:v>
                </c:pt>
                <c:pt idx="1779">
                  <c:v>45.364165354969373</c:v>
                </c:pt>
                <c:pt idx="1780">
                  <c:v>45.364165354969373</c:v>
                </c:pt>
                <c:pt idx="1781">
                  <c:v>45.364165354969373</c:v>
                </c:pt>
                <c:pt idx="1782">
                  <c:v>45.36414632660351</c:v>
                </c:pt>
                <c:pt idx="1783">
                  <c:v>45.363776581580169</c:v>
                </c:pt>
                <c:pt idx="1784">
                  <c:v>45.363605395213511</c:v>
                </c:pt>
                <c:pt idx="1785">
                  <c:v>45.361599541095863</c:v>
                </c:pt>
                <c:pt idx="1786">
                  <c:v>45.361198357734906</c:v>
                </c:pt>
                <c:pt idx="1787">
                  <c:v>45.361205108119123</c:v>
                </c:pt>
                <c:pt idx="1788">
                  <c:v>45.361332314651911</c:v>
                </c:pt>
                <c:pt idx="1789">
                  <c:v>45.361389267869328</c:v>
                </c:pt>
                <c:pt idx="1790">
                  <c:v>45.362060509224804</c:v>
                </c:pt>
                <c:pt idx="1791">
                  <c:v>45.362188388494701</c:v>
                </c:pt>
                <c:pt idx="1792">
                  <c:v>45.362237839514357</c:v>
                </c:pt>
                <c:pt idx="1793">
                  <c:v>45.362686051581754</c:v>
                </c:pt>
                <c:pt idx="1794">
                  <c:v>45.362893321965181</c:v>
                </c:pt>
                <c:pt idx="1795">
                  <c:v>45.365328118955745</c:v>
                </c:pt>
                <c:pt idx="1796">
                  <c:v>45.36581335295142</c:v>
                </c:pt>
                <c:pt idx="1797">
                  <c:v>45.365826811680527</c:v>
                </c:pt>
                <c:pt idx="1798">
                  <c:v>45.365994146883885</c:v>
                </c:pt>
                <c:pt idx="1799">
                  <c:v>45.366069385432425</c:v>
                </c:pt>
                <c:pt idx="1800">
                  <c:v>45.366955402142253</c:v>
                </c:pt>
                <c:pt idx="1801">
                  <c:v>45.367132377727785</c:v>
                </c:pt>
                <c:pt idx="1802">
                  <c:v>45.367171500504774</c:v>
                </c:pt>
                <c:pt idx="1803">
                  <c:v>45.367685017826631</c:v>
                </c:pt>
                <c:pt idx="1804">
                  <c:v>45.367921669066384</c:v>
                </c:pt>
                <c:pt idx="1805">
                  <c:v>45.370563938856201</c:v>
                </c:pt>
                <c:pt idx="1806">
                  <c:v>45.371089482355046</c:v>
                </c:pt>
                <c:pt idx="1807">
                  <c:v>45.371094017753244</c:v>
                </c:pt>
                <c:pt idx="1808">
                  <c:v>45.371136443081276</c:v>
                </c:pt>
                <c:pt idx="1809">
                  <c:v>45.371154046224504</c:v>
                </c:pt>
                <c:pt idx="1810">
                  <c:v>45.371374403431865</c:v>
                </c:pt>
                <c:pt idx="1811">
                  <c:v>45.371418467218405</c:v>
                </c:pt>
                <c:pt idx="1812">
                  <c:v>45.371446042972273</c:v>
                </c:pt>
                <c:pt idx="1813">
                  <c:v>45.371794695248823</c:v>
                </c:pt>
                <c:pt idx="1814">
                  <c:v>45.371933353680397</c:v>
                </c:pt>
                <c:pt idx="1815">
                  <c:v>45.373690712071152</c:v>
                </c:pt>
                <c:pt idx="1816">
                  <c:v>45.374056564758348</c:v>
                </c:pt>
                <c:pt idx="1817">
                  <c:v>45.374092624778406</c:v>
                </c:pt>
                <c:pt idx="1818">
                  <c:v>45.374515392704957</c:v>
                </c:pt>
                <c:pt idx="1819">
                  <c:v>45.374725359209421</c:v>
                </c:pt>
                <c:pt idx="1820">
                  <c:v>45.376910441943373</c:v>
                </c:pt>
                <c:pt idx="1821">
                  <c:v>45.377352663293095</c:v>
                </c:pt>
                <c:pt idx="1822">
                  <c:v>45.37738773217152</c:v>
                </c:pt>
                <c:pt idx="1823">
                  <c:v>45.377675340876564</c:v>
                </c:pt>
                <c:pt idx="1824">
                  <c:v>45.377819107148504</c:v>
                </c:pt>
                <c:pt idx="1825">
                  <c:v>45.379347107819669</c:v>
                </c:pt>
                <c:pt idx="1826">
                  <c:v>45.379658709591467</c:v>
                </c:pt>
                <c:pt idx="1827">
                  <c:v>45.379701859816358</c:v>
                </c:pt>
                <c:pt idx="1828">
                  <c:v>45.380123663996343</c:v>
                </c:pt>
                <c:pt idx="1829">
                  <c:v>45.380311196262404</c:v>
                </c:pt>
                <c:pt idx="1830">
                  <c:v>45.382519234066919</c:v>
                </c:pt>
                <c:pt idx="1831">
                  <c:v>45.382957965605556</c:v>
                </c:pt>
                <c:pt idx="1832">
                  <c:v>45.383041524623835</c:v>
                </c:pt>
                <c:pt idx="1833">
                  <c:v>45.383936017077254</c:v>
                </c:pt>
                <c:pt idx="1834">
                  <c:v>45.384386175099515</c:v>
                </c:pt>
                <c:pt idx="1835">
                  <c:v>45.389231062132268</c:v>
                </c:pt>
                <c:pt idx="1836">
                  <c:v>45.39021147444106</c:v>
                </c:pt>
                <c:pt idx="1837">
                  <c:v>45.390227743827793</c:v>
                </c:pt>
                <c:pt idx="1838">
                  <c:v>45.390518249706666</c:v>
                </c:pt>
                <c:pt idx="1839">
                  <c:v>45.390661386009668</c:v>
                </c:pt>
                <c:pt idx="1840">
                  <c:v>45.392202603321131</c:v>
                </c:pt>
                <c:pt idx="1841">
                  <c:v>45.392517607191905</c:v>
                </c:pt>
                <c:pt idx="1842">
                  <c:v>45.392517607191905</c:v>
                </c:pt>
                <c:pt idx="1843">
                  <c:v>45.392517607191905</c:v>
                </c:pt>
                <c:pt idx="1844">
                  <c:v>45.392517607191905</c:v>
                </c:pt>
                <c:pt idx="1845">
                  <c:v>45.392517607191905</c:v>
                </c:pt>
                <c:pt idx="1846">
                  <c:v>45.392517607191905</c:v>
                </c:pt>
                <c:pt idx="1847">
                  <c:v>45.392489105025376</c:v>
                </c:pt>
                <c:pt idx="1848">
                  <c:v>45.392017332818789</c:v>
                </c:pt>
                <c:pt idx="1849">
                  <c:v>45.391791979468294</c:v>
                </c:pt>
                <c:pt idx="1850">
                  <c:v>45.389384280710949</c:v>
                </c:pt>
                <c:pt idx="1851">
                  <c:v>45.388892361073601</c:v>
                </c:pt>
                <c:pt idx="1852">
                  <c:v>45.388903878823086</c:v>
                </c:pt>
                <c:pt idx="1853">
                  <c:v>45.38902872946101</c:v>
                </c:pt>
                <c:pt idx="1854">
                  <c:v>45.389118522422756</c:v>
                </c:pt>
                <c:pt idx="1855">
                  <c:v>45.389741382989691</c:v>
                </c:pt>
                <c:pt idx="1856">
                  <c:v>45.389879367773631</c:v>
                </c:pt>
                <c:pt idx="1857">
                  <c:v>45.389854747050798</c:v>
                </c:pt>
                <c:pt idx="1858">
                  <c:v>45.389419193179904</c:v>
                </c:pt>
                <c:pt idx="1859">
                  <c:v>45.389203382511312</c:v>
                </c:pt>
                <c:pt idx="1860">
                  <c:v>45.387049157988457</c:v>
                </c:pt>
                <c:pt idx="1861">
                  <c:v>45.386583148956674</c:v>
                </c:pt>
                <c:pt idx="1862">
                  <c:v>45.386592389761056</c:v>
                </c:pt>
                <c:pt idx="1863">
                  <c:v>45.386762252549417</c:v>
                </c:pt>
                <c:pt idx="1864">
                  <c:v>45.386864143702546</c:v>
                </c:pt>
                <c:pt idx="1865">
                  <c:v>45.387720460667836</c:v>
                </c:pt>
                <c:pt idx="1866">
                  <c:v>45.387902253435357</c:v>
                </c:pt>
                <c:pt idx="1867">
                  <c:v>45.387886205044985</c:v>
                </c:pt>
                <c:pt idx="1868">
                  <c:v>45.387667675518209</c:v>
                </c:pt>
                <c:pt idx="1869">
                  <c:v>45.387571336390671</c:v>
                </c:pt>
                <c:pt idx="1870">
                  <c:v>45.386254149571585</c:v>
                </c:pt>
                <c:pt idx="1871">
                  <c:v>45.386213590593286</c:v>
                </c:pt>
                <c:pt idx="1872">
                  <c:v>45.385777214167717</c:v>
                </c:pt>
                <c:pt idx="1873">
                  <c:v>45.385749360213254</c:v>
                </c:pt>
                <c:pt idx="1874">
                  <c:v>45.3856044673159</c:v>
                </c:pt>
                <c:pt idx="1875">
                  <c:v>45.383373223208125</c:v>
                </c:pt>
                <c:pt idx="1876">
                  <c:v>45.382920329593276</c:v>
                </c:pt>
                <c:pt idx="1877">
                  <c:v>45.382488908126994</c:v>
                </c:pt>
                <c:pt idx="1878">
                  <c:v>45.382307594929316</c:v>
                </c:pt>
                <c:pt idx="1879">
                  <c:v>45.381967875099463</c:v>
                </c:pt>
                <c:pt idx="1880">
                  <c:v>45.383280094351477</c:v>
                </c:pt>
                <c:pt idx="1881">
                  <c:v>45.383615958368239</c:v>
                </c:pt>
                <c:pt idx="1882">
                  <c:v>45.383520693801692</c:v>
                </c:pt>
                <c:pt idx="1883">
                  <c:v>45.38293273271259</c:v>
                </c:pt>
                <c:pt idx="1884">
                  <c:v>45.382638007281777</c:v>
                </c:pt>
                <c:pt idx="1885">
                  <c:v>45.379355256793772</c:v>
                </c:pt>
                <c:pt idx="1886">
                  <c:v>45.37867173229597</c:v>
                </c:pt>
                <c:pt idx="1887">
                  <c:v>45.378600394366686</c:v>
                </c:pt>
                <c:pt idx="1888">
                  <c:v>45.377868747899136</c:v>
                </c:pt>
                <c:pt idx="1889">
                  <c:v>45.377590031641375</c:v>
                </c:pt>
                <c:pt idx="1890">
                  <c:v>45.373850022266538</c:v>
                </c:pt>
                <c:pt idx="1891">
                  <c:v>45.373066499898982</c:v>
                </c:pt>
                <c:pt idx="1892">
                  <c:v>45.373057105907009</c:v>
                </c:pt>
                <c:pt idx="1893">
                  <c:v>45.372975204237811</c:v>
                </c:pt>
                <c:pt idx="1894">
                  <c:v>45.372940106947105</c:v>
                </c:pt>
                <c:pt idx="1895">
                  <c:v>45.372503021835598</c:v>
                </c:pt>
                <c:pt idx="1896">
                  <c:v>45.372408527336177</c:v>
                </c:pt>
                <c:pt idx="1897">
                  <c:v>45.372421204662857</c:v>
                </c:pt>
                <c:pt idx="1898">
                  <c:v>45.372581272811566</c:v>
                </c:pt>
                <c:pt idx="1899">
                  <c:v>45.372656528492762</c:v>
                </c:pt>
                <c:pt idx="1900">
                  <c:v>45.373537157525305</c:v>
                </c:pt>
                <c:pt idx="1901">
                  <c:v>45.37372447371996</c:v>
                </c:pt>
                <c:pt idx="1902">
                  <c:v>45.3737843286371</c:v>
                </c:pt>
                <c:pt idx="1903">
                  <c:v>45.374809594457119</c:v>
                </c:pt>
                <c:pt idx="1904">
                  <c:v>45.37527469447874</c:v>
                </c:pt>
                <c:pt idx="1905">
                  <c:v>45.3807782732516</c:v>
                </c:pt>
                <c:pt idx="1906">
                  <c:v>45.381967875099463</c:v>
                </c:pt>
                <c:pt idx="1907">
                  <c:v>45.381959309058573</c:v>
                </c:pt>
                <c:pt idx="1908">
                  <c:v>45.381792150819649</c:v>
                </c:pt>
                <c:pt idx="1909">
                  <c:v>45.38171377986253</c:v>
                </c:pt>
                <c:pt idx="1910">
                  <c:v>45.380845275297411</c:v>
                </c:pt>
                <c:pt idx="1911">
                  <c:v>45.380648793438468</c:v>
                </c:pt>
                <c:pt idx="1912">
                  <c:v>45.380659089834175</c:v>
                </c:pt>
                <c:pt idx="1913">
                  <c:v>45.380901319227341</c:v>
                </c:pt>
                <c:pt idx="1914">
                  <c:v>45.381020432525169</c:v>
                </c:pt>
                <c:pt idx="1915">
                  <c:v>45.382341943442832</c:v>
                </c:pt>
                <c:pt idx="1916">
                  <c:v>45.38262586596386</c:v>
                </c:pt>
                <c:pt idx="1917">
                  <c:v>45.382634747481475</c:v>
                </c:pt>
                <c:pt idx="1918">
                  <c:v>45.382806258275664</c:v>
                </c:pt>
                <c:pt idx="1919">
                  <c:v>45.38288453227667</c:v>
                </c:pt>
                <c:pt idx="1920">
                  <c:v>45.383757012868465</c:v>
                </c:pt>
                <c:pt idx="1921">
                  <c:v>45.383944955222717</c:v>
                </c:pt>
                <c:pt idx="1922">
                  <c:v>45.383956850935562</c:v>
                </c:pt>
                <c:pt idx="1923">
                  <c:v>45.384169674516187</c:v>
                </c:pt>
                <c:pt idx="1924">
                  <c:v>45.384268200117042</c:v>
                </c:pt>
                <c:pt idx="1925">
                  <c:v>45.385358583903049</c:v>
                </c:pt>
                <c:pt idx="1926">
                  <c:v>45.385593047988152</c:v>
                </c:pt>
                <c:pt idx="1927">
                  <c:v>45.385593047988152</c:v>
                </c:pt>
                <c:pt idx="1928">
                  <c:v>45.385593047988152</c:v>
                </c:pt>
                <c:pt idx="1929">
                  <c:v>45.385593047988152</c:v>
                </c:pt>
                <c:pt idx="1930">
                  <c:v>45.385593047988152</c:v>
                </c:pt>
                <c:pt idx="1931">
                  <c:v>45.385593047988152</c:v>
                </c:pt>
                <c:pt idx="1932">
                  <c:v>45.385589819303959</c:v>
                </c:pt>
                <c:pt idx="1933">
                  <c:v>45.38554292907903</c:v>
                </c:pt>
                <c:pt idx="1934">
                  <c:v>45.385528354220135</c:v>
                </c:pt>
                <c:pt idx="1935">
                  <c:v>45.385310467666336</c:v>
                </c:pt>
                <c:pt idx="1936">
                  <c:v>45.38526404955303</c:v>
                </c:pt>
                <c:pt idx="1937">
                  <c:v>45.385230546786154</c:v>
                </c:pt>
                <c:pt idx="1938">
                  <c:v>45.384799301040346</c:v>
                </c:pt>
                <c:pt idx="1939">
                  <c:v>45.384625409712982</c:v>
                </c:pt>
                <c:pt idx="1940">
                  <c:v>45.382436951078965</c:v>
                </c:pt>
                <c:pt idx="1941">
                  <c:v>45.381967875099463</c:v>
                </c:pt>
                <c:pt idx="1942">
                  <c:v>45.381963449018755</c:v>
                </c:pt>
                <c:pt idx="1943">
                  <c:v>45.38192194269385</c:v>
                </c:pt>
                <c:pt idx="1944">
                  <c:v>45.381903370990528</c:v>
                </c:pt>
                <c:pt idx="1945">
                  <c:v>45.381684569841298</c:v>
                </c:pt>
                <c:pt idx="1946">
                  <c:v>45.381638880140201</c:v>
                </c:pt>
                <c:pt idx="1947">
                  <c:v>45.381672570579092</c:v>
                </c:pt>
                <c:pt idx="1948">
                  <c:v>45.382047102651278</c:v>
                </c:pt>
                <c:pt idx="1949">
                  <c:v>45.382221086623815</c:v>
                </c:pt>
                <c:pt idx="1950">
                  <c:v>45.384195296779815</c:v>
                </c:pt>
                <c:pt idx="1951">
                  <c:v>45.384606053629511</c:v>
                </c:pt>
                <c:pt idx="1952">
                  <c:v>45.384639799274908</c:v>
                </c:pt>
                <c:pt idx="1953">
                  <c:v>45.384959387185638</c:v>
                </c:pt>
                <c:pt idx="1954">
                  <c:v>45.385112247513078</c:v>
                </c:pt>
                <c:pt idx="1955">
                  <c:v>45.386882275554782</c:v>
                </c:pt>
                <c:pt idx="1956">
                  <c:v>45.387244252449136</c:v>
                </c:pt>
                <c:pt idx="1957">
                  <c:v>45.387261816962656</c:v>
                </c:pt>
                <c:pt idx="1958">
                  <c:v>45.387804336861798</c:v>
                </c:pt>
                <c:pt idx="1959">
                  <c:v>45.388052217063276</c:v>
                </c:pt>
                <c:pt idx="1960">
                  <c:v>45.390962415080217</c:v>
                </c:pt>
                <c:pt idx="1961">
                  <c:v>45.391527489074576</c:v>
                </c:pt>
                <c:pt idx="1962">
                  <c:v>45.391575905352965</c:v>
                </c:pt>
                <c:pt idx="1963">
                  <c:v>45.392136810026628</c:v>
                </c:pt>
                <c:pt idx="1964">
                  <c:v>45.392407802378351</c:v>
                </c:pt>
                <c:pt idx="1965">
                  <c:v>45.395513819308363</c:v>
                </c:pt>
                <c:pt idx="1966">
                  <c:v>45.396145995558641</c:v>
                </c:pt>
                <c:pt idx="1967">
                  <c:v>45.396182690338669</c:v>
                </c:pt>
                <c:pt idx="1968">
                  <c:v>45.397083425530504</c:v>
                </c:pt>
                <c:pt idx="1969">
                  <c:v>45.397635885507171</c:v>
                </c:pt>
                <c:pt idx="1970">
                  <c:v>45.402422736692387</c:v>
                </c:pt>
                <c:pt idx="1971">
                  <c:v>45.40339667997381</c:v>
                </c:pt>
                <c:pt idx="1972">
                  <c:v>45.403406380377888</c:v>
                </c:pt>
                <c:pt idx="1973">
                  <c:v>45.403712174115412</c:v>
                </c:pt>
                <c:pt idx="1974">
                  <c:v>45.404103731593764</c:v>
                </c:pt>
                <c:pt idx="1975">
                  <c:v>45.404820086730624</c:v>
                </c:pt>
                <c:pt idx="1976">
                  <c:v>45.405047970377609</c:v>
                </c:pt>
                <c:pt idx="1977">
                  <c:v>45.405052305693772</c:v>
                </c:pt>
                <c:pt idx="1978">
                  <c:v>45.405172355047412</c:v>
                </c:pt>
                <c:pt idx="1979">
                  <c:v>45.405241458071039</c:v>
                </c:pt>
                <c:pt idx="1980">
                  <c:v>45.405902419376297</c:v>
                </c:pt>
                <c:pt idx="1981">
                  <c:v>45.406035023720733</c:v>
                </c:pt>
                <c:pt idx="1982">
                  <c:v>45.406016173102856</c:v>
                </c:pt>
                <c:pt idx="1983">
                  <c:v>45.405735985730402</c:v>
                </c:pt>
                <c:pt idx="1984">
                  <c:v>45.405567799364924</c:v>
                </c:pt>
                <c:pt idx="1985">
                  <c:v>45.404049691296358</c:v>
                </c:pt>
                <c:pt idx="1986">
                  <c:v>45.403728799770249</c:v>
                </c:pt>
                <c:pt idx="1987">
                  <c:v>45.403722588853157</c:v>
                </c:pt>
                <c:pt idx="1988">
                  <c:v>45.403643380754829</c:v>
                </c:pt>
                <c:pt idx="1989">
                  <c:v>45.403601049720116</c:v>
                </c:pt>
                <c:pt idx="1990">
                  <c:v>45.40316461019065</c:v>
                </c:pt>
                <c:pt idx="1991">
                  <c:v>45.403067664419268</c:v>
                </c:pt>
                <c:pt idx="1992">
                  <c:v>45.403046417649115</c:v>
                </c:pt>
                <c:pt idx="1993">
                  <c:v>45.402807589893058</c:v>
                </c:pt>
                <c:pt idx="1994">
                  <c:v>45.402688800662759</c:v>
                </c:pt>
                <c:pt idx="1995">
                  <c:v>45.401353493086738</c:v>
                </c:pt>
                <c:pt idx="1996">
                  <c:v>45.401090473849479</c:v>
                </c:pt>
                <c:pt idx="1997">
                  <c:v>45.401110406416819</c:v>
                </c:pt>
                <c:pt idx="1998">
                  <c:v>45.401314777072727</c:v>
                </c:pt>
                <c:pt idx="1999">
                  <c:v>45.401414359097735</c:v>
                </c:pt>
                <c:pt idx="2000">
                  <c:v>45.402501274008948</c:v>
                </c:pt>
                <c:pt idx="2001">
                  <c:v>45.402738649181799</c:v>
                </c:pt>
                <c:pt idx="2002">
                  <c:v>45.402744948573229</c:v>
                </c:pt>
                <c:pt idx="2003">
                  <c:v>45.402825978831117</c:v>
                </c:pt>
                <c:pt idx="2004">
                  <c:v>45.402867062279661</c:v>
                </c:pt>
                <c:pt idx="2005">
                  <c:v>45.403308062089494</c:v>
                </c:pt>
                <c:pt idx="2006">
                  <c:v>45.40339667997381</c:v>
                </c:pt>
                <c:pt idx="2007">
                  <c:v>45.403350116589003</c:v>
                </c:pt>
                <c:pt idx="2008">
                  <c:v>45.402999506797855</c:v>
                </c:pt>
                <c:pt idx="2009">
                  <c:v>45.402828392963102</c:v>
                </c:pt>
                <c:pt idx="2010">
                  <c:v>45.400832061526984</c:v>
                </c:pt>
                <c:pt idx="2011">
                  <c:v>45.400429343606788</c:v>
                </c:pt>
                <c:pt idx="2012">
                  <c:v>45.400356841611831</c:v>
                </c:pt>
                <c:pt idx="2013">
                  <c:v>45.399662675952477</c:v>
                </c:pt>
                <c:pt idx="2014">
                  <c:v>45.399295299008571</c:v>
                </c:pt>
                <c:pt idx="2015">
                  <c:v>45.395274996284023</c:v>
                </c:pt>
                <c:pt idx="2016">
                  <c:v>45.394494748177749</c:v>
                </c:pt>
                <c:pt idx="2017">
                  <c:v>45.394474226102432</c:v>
                </c:pt>
                <c:pt idx="2018">
                  <c:v>45.394244571904999</c:v>
                </c:pt>
                <c:pt idx="2019">
                  <c:v>45.394120795370149</c:v>
                </c:pt>
                <c:pt idx="2020">
                  <c:v>45.392777270927517</c:v>
                </c:pt>
                <c:pt idx="2021">
                  <c:v>45.392517607191905</c:v>
                </c:pt>
                <c:pt idx="2022">
                  <c:v>45.39248737140214</c:v>
                </c:pt>
                <c:pt idx="2023">
                  <c:v>45.39217715707484</c:v>
                </c:pt>
                <c:pt idx="2024">
                  <c:v>45.392010706976727</c:v>
                </c:pt>
                <c:pt idx="2025">
                  <c:v>45.390220107795848</c:v>
                </c:pt>
                <c:pt idx="2026">
                  <c:v>45.389879367773631</c:v>
                </c:pt>
                <c:pt idx="2027">
                  <c:v>45.389823950856091</c:v>
                </c:pt>
                <c:pt idx="2028">
                  <c:v>45.389075001058053</c:v>
                </c:pt>
                <c:pt idx="2029">
                  <c:v>45.388664924260866</c:v>
                </c:pt>
                <c:pt idx="2030">
                  <c:v>45.384447899198165</c:v>
                </c:pt>
                <c:pt idx="2031">
                  <c:v>45.383615958368239</c:v>
                </c:pt>
                <c:pt idx="2032">
                  <c:v>45.383605993694395</c:v>
                </c:pt>
                <c:pt idx="2033">
                  <c:v>45.383442783936545</c:v>
                </c:pt>
                <c:pt idx="2034">
                  <c:v>45.383360223216776</c:v>
                </c:pt>
                <c:pt idx="2035">
                  <c:v>45.382469381005272</c:v>
                </c:pt>
                <c:pt idx="2036">
                  <c:v>45.382296870373978</c:v>
                </c:pt>
                <c:pt idx="2037">
                  <c:v>45.382256859994762</c:v>
                </c:pt>
                <c:pt idx="2038">
                  <c:v>45.381784092295376</c:v>
                </c:pt>
                <c:pt idx="2039">
                  <c:v>45.381511902571667</c:v>
                </c:pt>
                <c:pt idx="2040">
                  <c:v>45.378880845547393</c:v>
                </c:pt>
                <c:pt idx="2041">
                  <c:v>45.378342740494247</c:v>
                </c:pt>
                <c:pt idx="2042">
                  <c:v>45.378309297903229</c:v>
                </c:pt>
                <c:pt idx="2043">
                  <c:v>45.377710855384883</c:v>
                </c:pt>
                <c:pt idx="2044">
                  <c:v>45.377373355877161</c:v>
                </c:pt>
                <c:pt idx="2045">
                  <c:v>45.374070922763913</c:v>
                </c:pt>
                <c:pt idx="2046">
                  <c:v>45.373395486652157</c:v>
                </c:pt>
                <c:pt idx="2047">
                  <c:v>45.373311735244478</c:v>
                </c:pt>
                <c:pt idx="2048">
                  <c:v>45.372349459959182</c:v>
                </c:pt>
                <c:pt idx="2049">
                  <c:v>45.371815324305558</c:v>
                </c:pt>
                <c:pt idx="2050">
                  <c:v>45.366536538951294</c:v>
                </c:pt>
                <c:pt idx="2051">
                  <c:v>45.365484373440665</c:v>
                </c:pt>
                <c:pt idx="2052">
                  <c:v>45.365454449281749</c:v>
                </c:pt>
                <c:pt idx="2053">
                  <c:v>45.365181654333597</c:v>
                </c:pt>
                <c:pt idx="2054">
                  <c:v>45.365024353962838</c:v>
                </c:pt>
                <c:pt idx="2055">
                  <c:v>45.363498319719383</c:v>
                </c:pt>
                <c:pt idx="2056">
                  <c:v>45.363175318536889</c:v>
                </c:pt>
                <c:pt idx="2057">
                  <c:v>45.36307361254083</c:v>
                </c:pt>
                <c:pt idx="2058">
                  <c:v>45.362117579037367</c:v>
                </c:pt>
                <c:pt idx="2059">
                  <c:v>45.361681399127022</c:v>
                </c:pt>
                <c:pt idx="2060">
                  <c:v>45.356312598347834</c:v>
                </c:pt>
                <c:pt idx="2061">
                  <c:v>45.355264439755842</c:v>
                </c:pt>
                <c:pt idx="2062">
                  <c:v>45.355112140634695</c:v>
                </c:pt>
                <c:pt idx="2063">
                  <c:v>45.353780206538929</c:v>
                </c:pt>
                <c:pt idx="2064">
                  <c:v>45.35299235384808</c:v>
                </c:pt>
                <c:pt idx="2065">
                  <c:v>45.345619857795654</c:v>
                </c:pt>
                <c:pt idx="2066">
                  <c:v>45.344054826487536</c:v>
                </c:pt>
                <c:pt idx="2067">
                  <c:v>45.343996245359619</c:v>
                </c:pt>
                <c:pt idx="2068">
                  <c:v>45.343241303348726</c:v>
                </c:pt>
                <c:pt idx="2069">
                  <c:v>45.342473740857585</c:v>
                </c:pt>
                <c:pt idx="2070">
                  <c:v>45.338355839992474</c:v>
                </c:pt>
                <c:pt idx="2071">
                  <c:v>45.337463296258136</c:v>
                </c:pt>
                <c:pt idx="2072">
                  <c:v>45.337358071242527</c:v>
                </c:pt>
                <c:pt idx="2073">
                  <c:v>45.336215603176427</c:v>
                </c:pt>
                <c:pt idx="2074">
                  <c:v>45.335639288979984</c:v>
                </c:pt>
                <c:pt idx="2075">
                  <c:v>45.329262528435414</c:v>
                </c:pt>
                <c:pt idx="2076">
                  <c:v>45.327905178888614</c:v>
                </c:pt>
                <c:pt idx="2077">
                  <c:v>45.327874587503381</c:v>
                </c:pt>
                <c:pt idx="2078">
                  <c:v>45.327069394611684</c:v>
                </c:pt>
                <c:pt idx="2079">
                  <c:v>45.326664163966477</c:v>
                </c:pt>
                <c:pt idx="2080">
                  <c:v>45.322174291261568</c:v>
                </c:pt>
                <c:pt idx="2081">
                  <c:v>45.321310851530711</c:v>
                </c:pt>
                <c:pt idx="2082">
                  <c:v>45.321213389291401</c:v>
                </c:pt>
                <c:pt idx="2083">
                  <c:v>45.320324040956173</c:v>
                </c:pt>
                <c:pt idx="2084">
                  <c:v>45.319849347791127</c:v>
                </c:pt>
                <c:pt idx="2085">
                  <c:v>45.314745594372987</c:v>
                </c:pt>
                <c:pt idx="2086">
                  <c:v>45.313729856483633</c:v>
                </c:pt>
                <c:pt idx="2087">
                  <c:v>45.313691493704276</c:v>
                </c:pt>
                <c:pt idx="2088">
                  <c:v>45.313307409781125</c:v>
                </c:pt>
                <c:pt idx="2089">
                  <c:v>45.313077291566216</c:v>
                </c:pt>
                <c:pt idx="2090">
                  <c:v>45.310877843825914</c:v>
                </c:pt>
                <c:pt idx="2091">
                  <c:v>45.310434362645253</c:v>
                </c:pt>
                <c:pt idx="2092">
                  <c:v>45.310427815150497</c:v>
                </c:pt>
                <c:pt idx="2093">
                  <c:v>45.310348635369522</c:v>
                </c:pt>
                <c:pt idx="2094">
                  <c:v>45.310304056958806</c:v>
                </c:pt>
                <c:pt idx="2095">
                  <c:v>45.30985874391439</c:v>
                </c:pt>
                <c:pt idx="2096">
                  <c:v>45.30977340575447</c:v>
                </c:pt>
                <c:pt idx="2097">
                  <c:v>45.309849823331533</c:v>
                </c:pt>
                <c:pt idx="2098">
                  <c:v>45.310799507535087</c:v>
                </c:pt>
                <c:pt idx="2099">
                  <c:v>45.311350277296775</c:v>
                </c:pt>
                <c:pt idx="2100">
                  <c:v>45.316646339413111</c:v>
                </c:pt>
                <c:pt idx="2101">
                  <c:v>45.31768635199137</c:v>
                </c:pt>
                <c:pt idx="2102">
                  <c:v>45.31767129111411</c:v>
                </c:pt>
                <c:pt idx="2103">
                  <c:v>45.317554919913604</c:v>
                </c:pt>
                <c:pt idx="2104">
                  <c:v>45.317493257085452</c:v>
                </c:pt>
                <c:pt idx="2105">
                  <c:v>45.316825655955974</c:v>
                </c:pt>
                <c:pt idx="2106">
                  <c:v>45.316696448128141</c:v>
                </c:pt>
                <c:pt idx="2107">
                  <c:v>45.316611436261816</c:v>
                </c:pt>
                <c:pt idx="2108">
                  <c:v>45.315567297460518</c:v>
                </c:pt>
                <c:pt idx="2109">
                  <c:v>45.315063455987918</c:v>
                </c:pt>
                <c:pt idx="2110">
                  <c:v>45.309574300859794</c:v>
                </c:pt>
                <c:pt idx="2111">
                  <c:v>45.30845459878708</c:v>
                </c:pt>
                <c:pt idx="2112">
                  <c:v>45.30845459878708</c:v>
                </c:pt>
                <c:pt idx="2113">
                  <c:v>45.30845459878708</c:v>
                </c:pt>
                <c:pt idx="2114">
                  <c:v>45.30845459878708</c:v>
                </c:pt>
                <c:pt idx="2115">
                  <c:v>45.30845459878708</c:v>
                </c:pt>
                <c:pt idx="2116">
                  <c:v>45.30845459878708</c:v>
                </c:pt>
                <c:pt idx="2117">
                  <c:v>45.308394532646247</c:v>
                </c:pt>
                <c:pt idx="2118">
                  <c:v>45.307795366576237</c:v>
                </c:pt>
                <c:pt idx="2119">
                  <c:v>45.307508973871599</c:v>
                </c:pt>
                <c:pt idx="2120">
                  <c:v>45.304193302589901</c:v>
                </c:pt>
                <c:pt idx="2121">
                  <c:v>45.3035114441617</c:v>
                </c:pt>
                <c:pt idx="2122">
                  <c:v>45.3035114441617</c:v>
                </c:pt>
                <c:pt idx="2123">
                  <c:v>45.3035114441617</c:v>
                </c:pt>
                <c:pt idx="2124">
                  <c:v>45.3035114441617</c:v>
                </c:pt>
                <c:pt idx="2125">
                  <c:v>45.3035114441617</c:v>
                </c:pt>
                <c:pt idx="2126">
                  <c:v>45.3035114441617</c:v>
                </c:pt>
                <c:pt idx="2127">
                  <c:v>45.303459413832854</c:v>
                </c:pt>
                <c:pt idx="2128">
                  <c:v>45.302488539448397</c:v>
                </c:pt>
                <c:pt idx="2129">
                  <c:v>45.302025943459761</c:v>
                </c:pt>
                <c:pt idx="2130">
                  <c:v>45.296710106986929</c:v>
                </c:pt>
                <c:pt idx="2131">
                  <c:v>45.295601921114951</c:v>
                </c:pt>
                <c:pt idx="2132">
                  <c:v>45.295574159482392</c:v>
                </c:pt>
                <c:pt idx="2133">
                  <c:v>45.295088848887303</c:v>
                </c:pt>
                <c:pt idx="2134">
                  <c:v>45.294858228862203</c:v>
                </c:pt>
                <c:pt idx="2135">
                  <c:v>45.292182279819251</c:v>
                </c:pt>
                <c:pt idx="2136">
                  <c:v>45.291645674935978</c:v>
                </c:pt>
                <c:pt idx="2137">
                  <c:v>45.291607718389386</c:v>
                </c:pt>
                <c:pt idx="2138">
                  <c:v>45.290588936519818</c:v>
                </c:pt>
                <c:pt idx="2139">
                  <c:v>45.290083004378246</c:v>
                </c:pt>
                <c:pt idx="2140">
                  <c:v>45.284495733896257</c:v>
                </c:pt>
                <c:pt idx="2141">
                  <c:v>45.283407516846353</c:v>
                </c:pt>
                <c:pt idx="2142">
                  <c:v>45.283466885043502</c:v>
                </c:pt>
                <c:pt idx="2143">
                  <c:v>45.284153181938784</c:v>
                </c:pt>
                <c:pt idx="2144">
                  <c:v>45.284492458304619</c:v>
                </c:pt>
                <c:pt idx="2145">
                  <c:v>45.288276516161773</c:v>
                </c:pt>
                <c:pt idx="2146">
                  <c:v>45.289008202212187</c:v>
                </c:pt>
                <c:pt idx="2147">
                  <c:v>45.289010710185046</c:v>
                </c:pt>
                <c:pt idx="2148">
                  <c:v>45.289054943706084</c:v>
                </c:pt>
                <c:pt idx="2149">
                  <c:v>45.289074127890188</c:v>
                </c:pt>
                <c:pt idx="2150">
                  <c:v>45.289295434978357</c:v>
                </c:pt>
                <c:pt idx="2151">
                  <c:v>45.289340212396723</c:v>
                </c:pt>
                <c:pt idx="2152">
                  <c:v>45.290067573414767</c:v>
                </c:pt>
                <c:pt idx="2153">
                  <c:v>45.290430721034085</c:v>
                </c:pt>
                <c:pt idx="2154">
                  <c:v>45.29115132724673</c:v>
                </c:pt>
                <c:pt idx="2155">
                  <c:v>45.294193600468482</c:v>
                </c:pt>
                <c:pt idx="2156">
                  <c:v>45.294940992184081</c:v>
                </c:pt>
                <c:pt idx="2157">
                  <c:v>45.294930529529061</c:v>
                </c:pt>
                <c:pt idx="2158">
                  <c:v>45.294813159484328</c:v>
                </c:pt>
                <c:pt idx="2159">
                  <c:v>45.29474780415282</c:v>
                </c:pt>
                <c:pt idx="2160">
                  <c:v>45.294085980359043</c:v>
                </c:pt>
                <c:pt idx="2161">
                  <c:v>45.293954255530366</c:v>
                </c:pt>
                <c:pt idx="2162">
                  <c:v>45.293925547425381</c:v>
                </c:pt>
                <c:pt idx="2163">
                  <c:v>45.293652447727737</c:v>
                </c:pt>
                <c:pt idx="2164">
                  <c:v>45.293506663362088</c:v>
                </c:pt>
                <c:pt idx="2165">
                  <c:v>45.291963239857083</c:v>
                </c:pt>
                <c:pt idx="2166">
                  <c:v>45.291645674935978</c:v>
                </c:pt>
                <c:pt idx="2167">
                  <c:v>45.291672743109977</c:v>
                </c:pt>
                <c:pt idx="2168">
                  <c:v>45.291989812778581</c:v>
                </c:pt>
                <c:pt idx="2169">
                  <c:v>45.292157415565889</c:v>
                </c:pt>
                <c:pt idx="2170">
                  <c:v>45.293929213597039</c:v>
                </c:pt>
                <c:pt idx="2171">
                  <c:v>45.294283167440426</c:v>
                </c:pt>
                <c:pt idx="2172">
                  <c:v>45.294378247452563</c:v>
                </c:pt>
                <c:pt idx="2173">
                  <c:v>45.295092839270303</c:v>
                </c:pt>
                <c:pt idx="2174">
                  <c:v>45.29561622704162</c:v>
                </c:pt>
                <c:pt idx="2175">
                  <c:v>45.29968298871384</c:v>
                </c:pt>
                <c:pt idx="2176">
                  <c:v>45.300544964250662</c:v>
                </c:pt>
                <c:pt idx="2177">
                  <c:v>45.30050895636063</c:v>
                </c:pt>
                <c:pt idx="2178">
                  <c:v>45.299672187461276</c:v>
                </c:pt>
                <c:pt idx="2179">
                  <c:v>45.299182383812784</c:v>
                </c:pt>
                <c:pt idx="2180">
                  <c:v>45.29456197549721</c:v>
                </c:pt>
                <c:pt idx="2181">
                  <c:v>45.293622240990032</c:v>
                </c:pt>
                <c:pt idx="2182">
                  <c:v>45.293585423772228</c:v>
                </c:pt>
                <c:pt idx="2183">
                  <c:v>45.293190000930423</c:v>
                </c:pt>
                <c:pt idx="2184">
                  <c:v>45.292988124546504</c:v>
                </c:pt>
                <c:pt idx="2185">
                  <c:v>45.290757054438188</c:v>
                </c:pt>
                <c:pt idx="2186">
                  <c:v>45.290326936102417</c:v>
                </c:pt>
                <c:pt idx="2187">
                  <c:v>45.290265412595694</c:v>
                </c:pt>
                <c:pt idx="2188">
                  <c:v>45.289626390187927</c:v>
                </c:pt>
                <c:pt idx="2189">
                  <c:v>45.289310995852247</c:v>
                </c:pt>
                <c:pt idx="2190">
                  <c:v>45.285772407164217</c:v>
                </c:pt>
                <c:pt idx="2191">
                  <c:v>45.285055133046285</c:v>
                </c:pt>
                <c:pt idx="2192">
                  <c:v>45.28502807880524</c:v>
                </c:pt>
                <c:pt idx="2193">
                  <c:v>45.284615212173101</c:v>
                </c:pt>
                <c:pt idx="2194">
                  <c:v>45.284422277064984</c:v>
                </c:pt>
                <c:pt idx="2195">
                  <c:v>45.282197695537498</c:v>
                </c:pt>
                <c:pt idx="2196">
                  <c:v>45.28175680551476</c:v>
                </c:pt>
                <c:pt idx="2197">
                  <c:v>45.281706829682655</c:v>
                </c:pt>
                <c:pt idx="2198">
                  <c:v>45.280666848580417</c:v>
                </c:pt>
                <c:pt idx="2199">
                  <c:v>45.280166094066111</c:v>
                </c:pt>
                <c:pt idx="2200">
                  <c:v>45.274566957292684</c:v>
                </c:pt>
                <c:pt idx="2201">
                  <c:v>45.273518878503467</c:v>
                </c:pt>
                <c:pt idx="2202">
                  <c:v>45.273537337267662</c:v>
                </c:pt>
                <c:pt idx="2203">
                  <c:v>45.273772969751363</c:v>
                </c:pt>
                <c:pt idx="2204">
                  <c:v>45.273906033596774</c:v>
                </c:pt>
                <c:pt idx="2205">
                  <c:v>45.275279401559764</c:v>
                </c:pt>
                <c:pt idx="2206">
                  <c:v>45.275495342901593</c:v>
                </c:pt>
                <c:pt idx="2207">
                  <c:v>45.275497129376362</c:v>
                </c:pt>
                <c:pt idx="2208">
                  <c:v>45.275533464930412</c:v>
                </c:pt>
                <c:pt idx="2209">
                  <c:v>45.275554359424454</c:v>
                </c:pt>
                <c:pt idx="2210">
                  <c:v>45.275769181920971</c:v>
                </c:pt>
                <c:pt idx="2211">
                  <c:v>45.275818918867976</c:v>
                </c:pt>
                <c:pt idx="2212">
                  <c:v>45.2758242375794</c:v>
                </c:pt>
                <c:pt idx="2213">
                  <c:v>45.275890240897894</c:v>
                </c:pt>
                <c:pt idx="2214">
                  <c:v>45.275933822732064</c:v>
                </c:pt>
                <c:pt idx="2215">
                  <c:v>45.276391391331174</c:v>
                </c:pt>
                <c:pt idx="2216">
                  <c:v>45.27648513064122</c:v>
                </c:pt>
                <c:pt idx="2217">
                  <c:v>45.276550965723878</c:v>
                </c:pt>
                <c:pt idx="2218">
                  <c:v>45.277034111453823</c:v>
                </c:pt>
                <c:pt idx="2219">
                  <c:v>45.277317997684015</c:v>
                </c:pt>
                <c:pt idx="2220">
                  <c:v>45.280173249099306</c:v>
                </c:pt>
                <c:pt idx="2221">
                  <c:v>45.280770105815122</c:v>
                </c:pt>
                <c:pt idx="2222">
                  <c:v>45.280908335078223</c:v>
                </c:pt>
                <c:pt idx="2223">
                  <c:v>45.2816437865621</c:v>
                </c:pt>
                <c:pt idx="2224">
                  <c:v>45.282100477284942</c:v>
                </c:pt>
                <c:pt idx="2225">
                  <c:v>45.286704507876188</c:v>
                </c:pt>
                <c:pt idx="2226">
                  <c:v>45.287689473263526</c:v>
                </c:pt>
                <c:pt idx="2227">
                  <c:v>45.287689473263526</c:v>
                </c:pt>
                <c:pt idx="2228">
                  <c:v>45.287689473263526</c:v>
                </c:pt>
                <c:pt idx="2229">
                  <c:v>45.287689473263526</c:v>
                </c:pt>
                <c:pt idx="2230">
                  <c:v>45.287689473263526</c:v>
                </c:pt>
                <c:pt idx="2231">
                  <c:v>45.287689473263526</c:v>
                </c:pt>
                <c:pt idx="2232">
                  <c:v>45.287763872183412</c:v>
                </c:pt>
                <c:pt idx="2233">
                  <c:v>45.288332136577033</c:v>
                </c:pt>
                <c:pt idx="2234">
                  <c:v>45.288645159348619</c:v>
                </c:pt>
                <c:pt idx="2235">
                  <c:v>45.291970279967536</c:v>
                </c:pt>
                <c:pt idx="2236">
                  <c:v>45.2926355080387</c:v>
                </c:pt>
                <c:pt idx="2237">
                  <c:v>45.292746048736454</c:v>
                </c:pt>
                <c:pt idx="2238">
                  <c:v>45.293543629026793</c:v>
                </c:pt>
                <c:pt idx="2239">
                  <c:v>45.293952419341231</c:v>
                </c:pt>
                <c:pt idx="2240">
                  <c:v>45.298610094768776</c:v>
                </c:pt>
                <c:pt idx="2241">
                  <c:v>45.299555108858556</c:v>
                </c:pt>
                <c:pt idx="2242">
                  <c:v>45.299578474627012</c:v>
                </c:pt>
                <c:pt idx="2243">
                  <c:v>45.299724582811919</c:v>
                </c:pt>
                <c:pt idx="2244">
                  <c:v>45.29981762622041</c:v>
                </c:pt>
                <c:pt idx="2245">
                  <c:v>45.30070274198912</c:v>
                </c:pt>
                <c:pt idx="2246">
                  <c:v>45.300873882334486</c:v>
                </c:pt>
                <c:pt idx="2247">
                  <c:v>45.300831904013656</c:v>
                </c:pt>
                <c:pt idx="2248">
                  <c:v>45.300524345728562</c:v>
                </c:pt>
                <c:pt idx="2249">
                  <c:v>45.300365076835305</c:v>
                </c:pt>
                <c:pt idx="2250">
                  <c:v>45.298606737454136</c:v>
                </c:pt>
                <c:pt idx="2251">
                  <c:v>45.29823944331747</c:v>
                </c:pt>
                <c:pt idx="2252">
                  <c:v>45.298235902317352</c:v>
                </c:pt>
                <c:pt idx="2253">
                  <c:v>45.298197159468472</c:v>
                </c:pt>
                <c:pt idx="2254">
                  <c:v>45.298174964786632</c:v>
                </c:pt>
                <c:pt idx="2255">
                  <c:v>45.297951062653823</c:v>
                </c:pt>
                <c:pt idx="2256">
                  <c:v>45.297907424726702</c:v>
                </c:pt>
                <c:pt idx="2257">
                  <c:v>45.297940809690296</c:v>
                </c:pt>
                <c:pt idx="2258">
                  <c:v>45.298212200551013</c:v>
                </c:pt>
                <c:pt idx="2259">
                  <c:v>45.298363626347232</c:v>
                </c:pt>
                <c:pt idx="2260">
                  <c:v>45.299898104128701</c:v>
                </c:pt>
                <c:pt idx="2261">
                  <c:v>45.3002160464751</c:v>
                </c:pt>
                <c:pt idx="2262">
                  <c:v>45.300232779874754</c:v>
                </c:pt>
                <c:pt idx="2263">
                  <c:v>45.300380290386208</c:v>
                </c:pt>
                <c:pt idx="2264">
                  <c:v>45.300466797509422</c:v>
                </c:pt>
                <c:pt idx="2265">
                  <c:v>45.301352151211503</c:v>
                </c:pt>
                <c:pt idx="2266">
                  <c:v>45.301534822435599</c:v>
                </c:pt>
                <c:pt idx="2267">
                  <c:v>45.301534822435599</c:v>
                </c:pt>
                <c:pt idx="2268">
                  <c:v>45.301534822435599</c:v>
                </c:pt>
                <c:pt idx="2269">
                  <c:v>45.301534822435599</c:v>
                </c:pt>
                <c:pt idx="2270">
                  <c:v>45.301534822435599</c:v>
                </c:pt>
                <c:pt idx="2271">
                  <c:v>45.301534822435599</c:v>
                </c:pt>
                <c:pt idx="2272">
                  <c:v>45.301591068943821</c:v>
                </c:pt>
                <c:pt idx="2273">
                  <c:v>45.301988762831186</c:v>
                </c:pt>
                <c:pt idx="2274">
                  <c:v>45.302217904616626</c:v>
                </c:pt>
                <c:pt idx="2275">
                  <c:v>45.304665508683961</c:v>
                </c:pt>
                <c:pt idx="2276">
                  <c:v>45.305159154620583</c:v>
                </c:pt>
                <c:pt idx="2277">
                  <c:v>45.305188042075493</c:v>
                </c:pt>
                <c:pt idx="2278">
                  <c:v>45.305369041831391</c:v>
                </c:pt>
                <c:pt idx="2279">
                  <c:v>45.305474107559334</c:v>
                </c:pt>
                <c:pt idx="2280">
                  <c:v>45.306586578273951</c:v>
                </c:pt>
                <c:pt idx="2281">
                  <c:v>45.306806872827849</c:v>
                </c:pt>
                <c:pt idx="2282">
                  <c:v>45.306877424015305</c:v>
                </c:pt>
                <c:pt idx="2283">
                  <c:v>45.30722726287393</c:v>
                </c:pt>
                <c:pt idx="2284">
                  <c:v>45.307435025017739</c:v>
                </c:pt>
                <c:pt idx="2285">
                  <c:v>45.309663382649603</c:v>
                </c:pt>
                <c:pt idx="2286">
                  <c:v>45.310105435585797</c:v>
                </c:pt>
                <c:pt idx="2287">
                  <c:v>45.310005751573087</c:v>
                </c:pt>
                <c:pt idx="2288">
                  <c:v>45.309367626860229</c:v>
                </c:pt>
                <c:pt idx="2289">
                  <c:v>45.309030547529026</c:v>
                </c:pt>
                <c:pt idx="2290">
                  <c:v>45.305276047370427</c:v>
                </c:pt>
                <c:pt idx="2291">
                  <c:v>45.30450131072115</c:v>
                </c:pt>
                <c:pt idx="2292">
                  <c:v>45.304566295513709</c:v>
                </c:pt>
                <c:pt idx="2293">
                  <c:v>45.304968179267199</c:v>
                </c:pt>
                <c:pt idx="2294">
                  <c:v>45.305199091657286</c:v>
                </c:pt>
                <c:pt idx="2295">
                  <c:v>45.307612298697855</c:v>
                </c:pt>
                <c:pt idx="2296">
                  <c:v>45.308125673588222</c:v>
                </c:pt>
                <c:pt idx="2297">
                  <c:v>45.308181973077673</c:v>
                </c:pt>
                <c:pt idx="2298">
                  <c:v>45.30856854704399</c:v>
                </c:pt>
                <c:pt idx="2299">
                  <c:v>45.308774385245492</c:v>
                </c:pt>
                <c:pt idx="2300">
                  <c:v>45.310956578421745</c:v>
                </c:pt>
                <c:pt idx="2301">
                  <c:v>45.311421145678992</c:v>
                </c:pt>
                <c:pt idx="2302">
                  <c:v>45.311332704832765</c:v>
                </c:pt>
                <c:pt idx="2303">
                  <c:v>45.310740164197689</c:v>
                </c:pt>
                <c:pt idx="2304">
                  <c:v>45.310468717813499</c:v>
                </c:pt>
                <c:pt idx="2305">
                  <c:v>45.307163921904554</c:v>
                </c:pt>
                <c:pt idx="2306">
                  <c:v>45.306477949176724</c:v>
                </c:pt>
                <c:pt idx="2307">
                  <c:v>45.306481145577685</c:v>
                </c:pt>
                <c:pt idx="2308">
                  <c:v>45.306559666746352</c:v>
                </c:pt>
                <c:pt idx="2309">
                  <c:v>45.306603408313194</c:v>
                </c:pt>
                <c:pt idx="2310">
                  <c:v>45.307041953448397</c:v>
                </c:pt>
                <c:pt idx="2311">
                  <c:v>45.307138899845597</c:v>
                </c:pt>
                <c:pt idx="2312">
                  <c:v>45.307091983234706</c:v>
                </c:pt>
                <c:pt idx="2313">
                  <c:v>45.306548245003064</c:v>
                </c:pt>
                <c:pt idx="2314">
                  <c:v>45.30625439547137</c:v>
                </c:pt>
                <c:pt idx="2315">
                  <c:v>45.30316033324241</c:v>
                </c:pt>
                <c:pt idx="2316">
                  <c:v>45.302521580397411</c:v>
                </c:pt>
                <c:pt idx="2317">
                  <c:v>45.302521580397411</c:v>
                </c:pt>
                <c:pt idx="2318">
                  <c:v>45.302521580397411</c:v>
                </c:pt>
                <c:pt idx="2319">
                  <c:v>45.302521580397411</c:v>
                </c:pt>
                <c:pt idx="2320">
                  <c:v>45.302521580397411</c:v>
                </c:pt>
                <c:pt idx="2321">
                  <c:v>45.302521580397411</c:v>
                </c:pt>
                <c:pt idx="2322">
                  <c:v>45.302516232015066</c:v>
                </c:pt>
                <c:pt idx="2323">
                  <c:v>45.302177781904795</c:v>
                </c:pt>
                <c:pt idx="2324">
                  <c:v>45.301989423366145</c:v>
                </c:pt>
                <c:pt idx="2325">
                  <c:v>45.30000196866488</c:v>
                </c:pt>
                <c:pt idx="2326">
                  <c:v>45.299555108858556</c:v>
                </c:pt>
                <c:pt idx="2327">
                  <c:v>45.299576209354683</c:v>
                </c:pt>
                <c:pt idx="2328">
                  <c:v>45.299914704299113</c:v>
                </c:pt>
                <c:pt idx="2329">
                  <c:v>45.300105691730323</c:v>
                </c:pt>
                <c:pt idx="2330">
                  <c:v>45.302080279566852</c:v>
                </c:pt>
                <c:pt idx="2331">
                  <c:v>45.302521580397411</c:v>
                </c:pt>
                <c:pt idx="2332">
                  <c:v>45.302460853326203</c:v>
                </c:pt>
                <c:pt idx="2333">
                  <c:v>45.301888251654375</c:v>
                </c:pt>
                <c:pt idx="2334">
                  <c:v>45.301545535075476</c:v>
                </c:pt>
                <c:pt idx="2335">
                  <c:v>45.298026925821596</c:v>
                </c:pt>
                <c:pt idx="2336">
                  <c:v>45.297249594427456</c:v>
                </c:pt>
                <c:pt idx="2337">
                  <c:v>45.297258435517577</c:v>
                </c:pt>
                <c:pt idx="2338">
                  <c:v>45.297330101443343</c:v>
                </c:pt>
                <c:pt idx="2339">
                  <c:v>45.297373293443968</c:v>
                </c:pt>
                <c:pt idx="2340">
                  <c:v>45.297808834406126</c:v>
                </c:pt>
                <c:pt idx="2341">
                  <c:v>45.297907424726702</c:v>
                </c:pt>
                <c:pt idx="2342">
                  <c:v>45.29796191647285</c:v>
                </c:pt>
                <c:pt idx="2343">
                  <c:v>45.298527074134803</c:v>
                </c:pt>
                <c:pt idx="2344">
                  <c:v>45.298821678699809</c:v>
                </c:pt>
                <c:pt idx="2345">
                  <c:v>45.302100049108937</c:v>
                </c:pt>
                <c:pt idx="2346">
                  <c:v>45.302853603354777</c:v>
                </c:pt>
                <c:pt idx="2347">
                  <c:v>45.302873481202269</c:v>
                </c:pt>
                <c:pt idx="2348">
                  <c:v>45.303128204057543</c:v>
                </c:pt>
                <c:pt idx="2349">
                  <c:v>45.303280243805403</c:v>
                </c:pt>
                <c:pt idx="2350">
                  <c:v>45.30482896198896</c:v>
                </c:pt>
                <c:pt idx="2351">
                  <c:v>45.305159154620583</c:v>
                </c:pt>
                <c:pt idx="2352">
                  <c:v>45.305174566791216</c:v>
                </c:pt>
                <c:pt idx="2353">
                  <c:v>45.305368685620451</c:v>
                </c:pt>
                <c:pt idx="2354">
                  <c:v>45.305466911022123</c:v>
                </c:pt>
                <c:pt idx="2355">
                  <c:v>45.306561007875771</c:v>
                </c:pt>
                <c:pt idx="2356">
                  <c:v>45.306806872827849</c:v>
                </c:pt>
                <c:pt idx="2357">
                  <c:v>45.306779674786029</c:v>
                </c:pt>
                <c:pt idx="2358">
                  <c:v>45.306423393714844</c:v>
                </c:pt>
                <c:pt idx="2359">
                  <c:v>45.306248158558589</c:v>
                </c:pt>
                <c:pt idx="2360">
                  <c:v>45.304282356575669</c:v>
                </c:pt>
                <c:pt idx="2361">
                  <c:v>45.303840365028066</c:v>
                </c:pt>
                <c:pt idx="2362">
                  <c:v>45.303868718182052</c:v>
                </c:pt>
                <c:pt idx="2363">
                  <c:v>45.304263529213067</c:v>
                </c:pt>
                <c:pt idx="2364">
                  <c:v>45.30445723227804</c:v>
                </c:pt>
                <c:pt idx="2365">
                  <c:v>45.306669459388573</c:v>
                </c:pt>
                <c:pt idx="2366">
                  <c:v>45.307138899845597</c:v>
                </c:pt>
                <c:pt idx="2367">
                  <c:v>45.30713406382872</c:v>
                </c:pt>
                <c:pt idx="2368">
                  <c:v>45.30688908297283</c:v>
                </c:pt>
                <c:pt idx="2369">
                  <c:v>45.306759986633303</c:v>
                </c:pt>
                <c:pt idx="2370">
                  <c:v>45.305446616313674</c:v>
                </c:pt>
                <c:pt idx="2371">
                  <c:v>45.305159154620583</c:v>
                </c:pt>
                <c:pt idx="2372">
                  <c:v>45.305364047499403</c:v>
                </c:pt>
                <c:pt idx="2373">
                  <c:v>45.305470407704767</c:v>
                </c:pt>
                <c:pt idx="2374">
                  <c:v>45.305549889244084</c:v>
                </c:pt>
                <c:pt idx="2375">
                  <c:v>45.306571249944781</c:v>
                </c:pt>
                <c:pt idx="2376">
                  <c:v>45.306806872827849</c:v>
                </c:pt>
                <c:pt idx="2377">
                  <c:v>45.306804057635858</c:v>
                </c:pt>
                <c:pt idx="2378">
                  <c:v>45.306763907149254</c:v>
                </c:pt>
                <c:pt idx="2379">
                  <c:v>45.306743770662123</c:v>
                </c:pt>
                <c:pt idx="2380">
                  <c:v>45.306527090459525</c:v>
                </c:pt>
                <c:pt idx="2381">
                  <c:v>45.306478273416431</c:v>
                </c:pt>
                <c:pt idx="2382">
                  <c:v>45.306477949176724</c:v>
                </c:pt>
                <c:pt idx="2383">
                  <c:v>45.305884181649418</c:v>
                </c:pt>
                <c:pt idx="2384">
                  <c:v>45.305565951868715</c:v>
                </c:pt>
                <c:pt idx="2385">
                  <c:v>45.302273296130565</c:v>
                </c:pt>
                <c:pt idx="2386">
                  <c:v>45.301534822435599</c:v>
                </c:pt>
                <c:pt idx="2387">
                  <c:v>45.301524871299911</c:v>
                </c:pt>
                <c:pt idx="2388">
                  <c:v>45.300607692390351</c:v>
                </c:pt>
                <c:pt idx="2389">
                  <c:v>45.300104846509164</c:v>
                </c:pt>
                <c:pt idx="2390">
                  <c:v>45.295049994468279</c:v>
                </c:pt>
                <c:pt idx="2391">
                  <c:v>45.293954255530366</c:v>
                </c:pt>
                <c:pt idx="2392">
                  <c:v>45.293957249426875</c:v>
                </c:pt>
                <c:pt idx="2393">
                  <c:v>45.294033177499266</c:v>
                </c:pt>
                <c:pt idx="2394">
                  <c:v>45.294076054522193</c:v>
                </c:pt>
                <c:pt idx="2395">
                  <c:v>45.294519074583391</c:v>
                </c:pt>
                <c:pt idx="2396">
                  <c:v>45.29461207965835</c:v>
                </c:pt>
                <c:pt idx="2397">
                  <c:v>45.294581234423312</c:v>
                </c:pt>
                <c:pt idx="2398">
                  <c:v>45.29371297172802</c:v>
                </c:pt>
                <c:pt idx="2399">
                  <c:v>45.293211543165938</c:v>
                </c:pt>
                <c:pt idx="2400">
                  <c:v>45.288128183302874</c:v>
                </c:pt>
                <c:pt idx="2401">
                  <c:v>45.287031662081745</c:v>
                </c:pt>
                <c:pt idx="2402">
                  <c:v>45.286997923911045</c:v>
                </c:pt>
                <c:pt idx="2403">
                  <c:v>45.285748177120503</c:v>
                </c:pt>
                <c:pt idx="2404">
                  <c:v>45.285116793619821</c:v>
                </c:pt>
                <c:pt idx="2405">
                  <c:v>45.278008382197989</c:v>
                </c:pt>
                <c:pt idx="2406">
                  <c:v>45.27648513064122</c:v>
                </c:pt>
                <c:pt idx="2407">
                  <c:v>45.276442255289616</c:v>
                </c:pt>
                <c:pt idx="2408">
                  <c:v>45.275611078095814</c:v>
                </c:pt>
                <c:pt idx="2409">
                  <c:v>45.275148112500581</c:v>
                </c:pt>
                <c:pt idx="2410">
                  <c:v>45.270257549938485</c:v>
                </c:pt>
                <c:pt idx="2411">
                  <c:v>45.269233991282533</c:v>
                </c:pt>
                <c:pt idx="2412">
                  <c:v>45.269167514439495</c:v>
                </c:pt>
                <c:pt idx="2413">
                  <c:v>45.268104198924782</c:v>
                </c:pt>
                <c:pt idx="2414">
                  <c:v>45.267525277042644</c:v>
                </c:pt>
                <c:pt idx="2415">
                  <c:v>45.261360189998427</c:v>
                </c:pt>
                <c:pt idx="2416">
                  <c:v>45.260006611574056</c:v>
                </c:pt>
                <c:pt idx="2417">
                  <c:v>45.259968097206723</c:v>
                </c:pt>
                <c:pt idx="2418">
                  <c:v>45.259070588232511</c:v>
                </c:pt>
                <c:pt idx="2419">
                  <c:v>45.258580187402941</c:v>
                </c:pt>
                <c:pt idx="2420">
                  <c:v>45.25348847788127</c:v>
                </c:pt>
                <c:pt idx="2421">
                  <c:v>45.252426936220388</c:v>
                </c:pt>
                <c:pt idx="2422">
                  <c:v>45.252391317110835</c:v>
                </c:pt>
                <c:pt idx="2423">
                  <c:v>45.251735811539994</c:v>
                </c:pt>
                <c:pt idx="2424">
                  <c:v>45.251365355217047</c:v>
                </c:pt>
                <c:pt idx="2425">
                  <c:v>45.247597320968367</c:v>
                </c:pt>
                <c:pt idx="2426">
                  <c:v>45.246823727132892</c:v>
                </c:pt>
                <c:pt idx="2427">
                  <c:v>45.246752498156752</c:v>
                </c:pt>
                <c:pt idx="2428">
                  <c:v>45.245923273521797</c:v>
                </c:pt>
                <c:pt idx="2429">
                  <c:v>45.245484003005039</c:v>
                </c:pt>
                <c:pt idx="2430">
                  <c:v>45.240830307621671</c:v>
                </c:pt>
                <c:pt idx="2431">
                  <c:v>45.239902055150992</c:v>
                </c:pt>
                <c:pt idx="2432">
                  <c:v>45.2398679783037</c:v>
                </c:pt>
                <c:pt idx="2433">
                  <c:v>45.239181412076057</c:v>
                </c:pt>
                <c:pt idx="2434">
                  <c:v>45.238788866643162</c:v>
                </c:pt>
                <c:pt idx="2435">
                  <c:v>45.235089614291923</c:v>
                </c:pt>
                <c:pt idx="2436">
                  <c:v>45.234305157023307</c:v>
                </c:pt>
                <c:pt idx="2437">
                  <c:v>45.234299043005308</c:v>
                </c:pt>
                <c:pt idx="2438">
                  <c:v>45.233650770270529</c:v>
                </c:pt>
                <c:pt idx="2439">
                  <c:v>45.233324084355466</c:v>
                </c:pt>
                <c:pt idx="2440">
                  <c:v>45.229778281187372</c:v>
                </c:pt>
                <c:pt idx="2441">
                  <c:v>45.229035934236386</c:v>
                </c:pt>
                <c:pt idx="2442">
                  <c:v>45.229028072492895</c:v>
                </c:pt>
                <c:pt idx="2443">
                  <c:v>45.228987689515954</c:v>
                </c:pt>
                <c:pt idx="2444">
                  <c:v>45.228968096245559</c:v>
                </c:pt>
                <c:pt idx="2445">
                  <c:v>45.228745875177196</c:v>
                </c:pt>
                <c:pt idx="2446">
                  <c:v>45.228699221110048</c:v>
                </c:pt>
                <c:pt idx="2447">
                  <c:v>45.228700167886771</c:v>
                </c:pt>
                <c:pt idx="2448">
                  <c:v>45.228739345447046</c:v>
                </c:pt>
                <c:pt idx="2449">
                  <c:v>45.228760152846782</c:v>
                </c:pt>
                <c:pt idx="2450">
                  <c:v>45.228981785714943</c:v>
                </c:pt>
                <c:pt idx="2451">
                  <c:v>45.229027584261779</c:v>
                </c:pt>
                <c:pt idx="2452">
                  <c:v>45.229028072492895</c:v>
                </c:pt>
                <c:pt idx="2453">
                  <c:v>45.229028072492895</c:v>
                </c:pt>
                <c:pt idx="2454">
                  <c:v>45.229028072492895</c:v>
                </c:pt>
                <c:pt idx="2455">
                  <c:v>45.229028072492895</c:v>
                </c:pt>
                <c:pt idx="2456">
                  <c:v>45.229028072492895</c:v>
                </c:pt>
                <c:pt idx="2457">
                  <c:v>45.229009870230463</c:v>
                </c:pt>
                <c:pt idx="2458">
                  <c:v>45.228294773713699</c:v>
                </c:pt>
                <c:pt idx="2459">
                  <c:v>45.227945233263036</c:v>
                </c:pt>
                <c:pt idx="2460">
                  <c:v>45.223956828941184</c:v>
                </c:pt>
                <c:pt idx="2461">
                  <c:v>45.223096384537996</c:v>
                </c:pt>
                <c:pt idx="2462">
                  <c:v>45.2230857690422</c:v>
                </c:pt>
                <c:pt idx="2463">
                  <c:v>45.222145204670738</c:v>
                </c:pt>
                <c:pt idx="2464">
                  <c:v>45.221641110356224</c:v>
                </c:pt>
                <c:pt idx="2465">
                  <c:v>45.216308206536006</c:v>
                </c:pt>
                <c:pt idx="2466">
                  <c:v>45.215188654058863</c:v>
                </c:pt>
                <c:pt idx="2467">
                  <c:v>45.215168442897777</c:v>
                </c:pt>
                <c:pt idx="2468">
                  <c:v>45.214902431418736</c:v>
                </c:pt>
                <c:pt idx="2469">
                  <c:v>45.21475546858268</c:v>
                </c:pt>
                <c:pt idx="2470">
                  <c:v>45.213210936286536</c:v>
                </c:pt>
                <c:pt idx="2471">
                  <c:v>45.212880585109247</c:v>
                </c:pt>
                <c:pt idx="2472">
                  <c:v>45.212751063501045</c:v>
                </c:pt>
                <c:pt idx="2473">
                  <c:v>45.21161269716616</c:v>
                </c:pt>
                <c:pt idx="2474">
                  <c:v>45.210933291764938</c:v>
                </c:pt>
                <c:pt idx="2475">
                  <c:v>45.204049374226543</c:v>
                </c:pt>
                <c:pt idx="2476">
                  <c:v>45.202665076093581</c:v>
                </c:pt>
                <c:pt idx="2477">
                  <c:v>45.202693721973574</c:v>
                </c:pt>
                <c:pt idx="2478">
                  <c:v>45.203082453483134</c:v>
                </c:pt>
                <c:pt idx="2479">
                  <c:v>45.203315344782567</c:v>
                </c:pt>
                <c:pt idx="2480">
                  <c:v>45.205492324121259</c:v>
                </c:pt>
                <c:pt idx="2481">
                  <c:v>45.205955905082462</c:v>
                </c:pt>
                <c:pt idx="2482">
                  <c:v>45.205959569341985</c:v>
                </c:pt>
                <c:pt idx="2483">
                  <c:v>45.205324430650947</c:v>
                </c:pt>
                <c:pt idx="2484">
                  <c:v>45.204905965427727</c:v>
                </c:pt>
                <c:pt idx="2485">
                  <c:v>45.201413459829723</c:v>
                </c:pt>
                <c:pt idx="2486">
                  <c:v>45.200689015028615</c:v>
                </c:pt>
                <c:pt idx="2487">
                  <c:v>45.200680819839427</c:v>
                </c:pt>
                <c:pt idx="2488">
                  <c:v>45.200482922721967</c:v>
                </c:pt>
                <c:pt idx="2489">
                  <c:v>45.200366464476758</c:v>
                </c:pt>
                <c:pt idx="2490">
                  <c:v>45.199279885617742</c:v>
                </c:pt>
                <c:pt idx="2491">
                  <c:v>45.199043068242212</c:v>
                </c:pt>
                <c:pt idx="2492">
                  <c:v>45.199041788728266</c:v>
                </c:pt>
                <c:pt idx="2493">
                  <c:v>45.19859658874315</c:v>
                </c:pt>
                <c:pt idx="2494">
                  <c:v>45.19834031588524</c:v>
                </c:pt>
                <c:pt idx="2495">
                  <c:v>45.195925117539574</c:v>
                </c:pt>
                <c:pt idx="2496">
                  <c:v>45.195415435672885</c:v>
                </c:pt>
                <c:pt idx="2497">
                  <c:v>45.195413451332954</c:v>
                </c:pt>
                <c:pt idx="2498">
                  <c:v>45.194713276708946</c:v>
                </c:pt>
                <c:pt idx="2499">
                  <c:v>45.194363538752562</c:v>
                </c:pt>
                <c:pt idx="2500">
                  <c:v>45.190608541558525</c:v>
                </c:pt>
                <c:pt idx="2501">
                  <c:v>45.1898241453992</c:v>
                </c:pt>
                <c:pt idx="2502">
                  <c:v>45.189813117499909</c:v>
                </c:pt>
                <c:pt idx="2503">
                  <c:v>45.189973862257951</c:v>
                </c:pt>
                <c:pt idx="2504">
                  <c:v>45.190065852371873</c:v>
                </c:pt>
                <c:pt idx="2505">
                  <c:v>45.190939200318525</c:v>
                </c:pt>
                <c:pt idx="2506">
                  <c:v>45.191130941934212</c:v>
                </c:pt>
                <c:pt idx="2507">
                  <c:v>45.191131484672042</c:v>
                </c:pt>
                <c:pt idx="2508">
                  <c:v>45.190974376777625</c:v>
                </c:pt>
                <c:pt idx="2509">
                  <c:v>45.190881791068783</c:v>
                </c:pt>
                <c:pt idx="2510">
                  <c:v>45.190005671684084</c:v>
                </c:pt>
                <c:pt idx="2511">
                  <c:v>45.189813117499909</c:v>
                </c:pt>
                <c:pt idx="2512">
                  <c:v>45.18981559837448</c:v>
                </c:pt>
                <c:pt idx="2513">
                  <c:v>45.190224905748913</c:v>
                </c:pt>
                <c:pt idx="2514">
                  <c:v>45.190422732414866</c:v>
                </c:pt>
                <c:pt idx="2515">
                  <c:v>45.19263736073907</c:v>
                </c:pt>
                <c:pt idx="2516">
                  <c:v>45.193110595476696</c:v>
                </c:pt>
                <c:pt idx="2517">
                  <c:v>45.193114510096784</c:v>
                </c:pt>
                <c:pt idx="2518">
                  <c:v>45.193600437096848</c:v>
                </c:pt>
                <c:pt idx="2519">
                  <c:v>45.193864955838762</c:v>
                </c:pt>
                <c:pt idx="2520">
                  <c:v>45.196519498536375</c:v>
                </c:pt>
                <c:pt idx="2521">
                  <c:v>45.197062645418669</c:v>
                </c:pt>
                <c:pt idx="2522">
                  <c:v>45.197111556988219</c:v>
                </c:pt>
                <c:pt idx="2523">
                  <c:v>45.197680149820968</c:v>
                </c:pt>
                <c:pt idx="2524">
                  <c:v>45.197992722962979</c:v>
                </c:pt>
                <c:pt idx="2525">
                  <c:v>45.201268389943991</c:v>
                </c:pt>
                <c:pt idx="2526">
                  <c:v>45.201991546961054</c:v>
                </c:pt>
                <c:pt idx="2527">
                  <c:v>45.2020074219148</c:v>
                </c:pt>
                <c:pt idx="2528">
                  <c:v>45.20181190916054</c:v>
                </c:pt>
                <c:pt idx="2529">
                  <c:v>45.201705243280131</c:v>
                </c:pt>
                <c:pt idx="2530">
                  <c:v>45.200591545697819</c:v>
                </c:pt>
                <c:pt idx="2531">
                  <c:v>45.200360189591663</c:v>
                </c:pt>
                <c:pt idx="2532">
                  <c:v>45.200382244141885</c:v>
                </c:pt>
                <c:pt idx="2533">
                  <c:v>45.20083103776517</c:v>
                </c:pt>
                <c:pt idx="2534">
                  <c:v>45.201146953788381</c:v>
                </c:pt>
                <c:pt idx="2535">
                  <c:v>45.203707341717106</c:v>
                </c:pt>
                <c:pt idx="2536">
                  <c:v>45.204291195375177</c:v>
                </c:pt>
                <c:pt idx="2537">
                  <c:v>45.204312318951281</c:v>
                </c:pt>
                <c:pt idx="2538">
                  <c:v>45.205114814240957</c:v>
                </c:pt>
                <c:pt idx="2539">
                  <c:v>45.20558873577238</c:v>
                </c:pt>
                <c:pt idx="2540">
                  <c:v>45.210585284474156</c:v>
                </c:pt>
                <c:pt idx="2541">
                  <c:v>45.211562138397653</c:v>
                </c:pt>
                <c:pt idx="2542">
                  <c:v>45.211584347173655</c:v>
                </c:pt>
                <c:pt idx="2543">
                  <c:v>45.212201750056856</c:v>
                </c:pt>
                <c:pt idx="2544">
                  <c:v>45.212554226150502</c:v>
                </c:pt>
                <c:pt idx="2545">
                  <c:v>45.215830931220665</c:v>
                </c:pt>
                <c:pt idx="2546">
                  <c:v>45.216504011815857</c:v>
                </c:pt>
                <c:pt idx="2547">
                  <c:v>45.21654479120199</c:v>
                </c:pt>
                <c:pt idx="2548">
                  <c:v>45.217093693096615</c:v>
                </c:pt>
                <c:pt idx="2549">
                  <c:v>45.217397793349157</c:v>
                </c:pt>
                <c:pt idx="2550">
                  <c:v>45.220484675495761</c:v>
                </c:pt>
                <c:pt idx="2551">
                  <c:v>45.221120211149014</c:v>
                </c:pt>
                <c:pt idx="2552">
                  <c:v>45.221129791318482</c:v>
                </c:pt>
                <c:pt idx="2553">
                  <c:v>45.221676034400211</c:v>
                </c:pt>
                <c:pt idx="2554">
                  <c:v>45.221938058222747</c:v>
                </c:pt>
                <c:pt idx="2555">
                  <c:v>45.224846112606386</c:v>
                </c:pt>
                <c:pt idx="2556">
                  <c:v>45.225401416876423</c:v>
                </c:pt>
                <c:pt idx="2557">
                  <c:v>45.225402783858719</c:v>
                </c:pt>
                <c:pt idx="2558">
                  <c:v>45.225980409463595</c:v>
                </c:pt>
                <c:pt idx="2559">
                  <c:v>45.226273970524666</c:v>
                </c:pt>
                <c:pt idx="2560">
                  <c:v>45.229357369158592</c:v>
                </c:pt>
                <c:pt idx="2561">
                  <c:v>45.23001229563048</c:v>
                </c:pt>
                <c:pt idx="2562">
                  <c:v>45.230017730836892</c:v>
                </c:pt>
                <c:pt idx="2563">
                  <c:v>45.230058711097513</c:v>
                </c:pt>
                <c:pt idx="2564">
                  <c:v>45.230078946976931</c:v>
                </c:pt>
                <c:pt idx="2565">
                  <c:v>45.230299040409719</c:v>
                </c:pt>
                <c:pt idx="2566">
                  <c:v>45.230346583431981</c:v>
                </c:pt>
                <c:pt idx="2567">
                  <c:v>45.230347284201969</c:v>
                </c:pt>
                <c:pt idx="2568">
                  <c:v>45.23042765772842</c:v>
                </c:pt>
                <c:pt idx="2569">
                  <c:v>45.230472685467234</c:v>
                </c:pt>
                <c:pt idx="2570">
                  <c:v>45.230909769794422</c:v>
                </c:pt>
                <c:pt idx="2571">
                  <c:v>45.231004289529324</c:v>
                </c:pt>
                <c:pt idx="2572">
                  <c:v>45.231016912452802</c:v>
                </c:pt>
                <c:pt idx="2573">
                  <c:v>45.231382489541865</c:v>
                </c:pt>
                <c:pt idx="2574">
                  <c:v>45.23156824747803</c:v>
                </c:pt>
                <c:pt idx="2575">
                  <c:v>45.233565698068453</c:v>
                </c:pt>
                <c:pt idx="2576">
                  <c:v>45.233970186773888</c:v>
                </c:pt>
                <c:pt idx="2577">
                  <c:v>45.233985717689883</c:v>
                </c:pt>
                <c:pt idx="2578">
                  <c:v>45.23426874742384</c:v>
                </c:pt>
                <c:pt idx="2579">
                  <c:v>45.234413167051144</c:v>
                </c:pt>
                <c:pt idx="2580">
                  <c:v>45.235949497034838</c:v>
                </c:pt>
                <c:pt idx="2581">
                  <c:v>45.236278391624126</c:v>
                </c:pt>
                <c:pt idx="2582">
                  <c:v>45.236349951829659</c:v>
                </c:pt>
                <c:pt idx="2583">
                  <c:v>45.237280688691868</c:v>
                </c:pt>
                <c:pt idx="2584">
                  <c:v>45.237782042242202</c:v>
                </c:pt>
                <c:pt idx="2585">
                  <c:v>45.243082614977702</c:v>
                </c:pt>
                <c:pt idx="2586">
                  <c:v>45.244186588379876</c:v>
                </c:pt>
                <c:pt idx="2587">
                  <c:v>45.244203292682244</c:v>
                </c:pt>
                <c:pt idx="2588">
                  <c:v>45.244397387877527</c:v>
                </c:pt>
                <c:pt idx="2589">
                  <c:v>45.244494559143746</c:v>
                </c:pt>
                <c:pt idx="2590">
                  <c:v>45.245608444618924</c:v>
                </c:pt>
                <c:pt idx="2591">
                  <c:v>45.245834022182237</c:v>
                </c:pt>
                <c:pt idx="2592">
                  <c:v>45.245843027980854</c:v>
                </c:pt>
                <c:pt idx="2593">
                  <c:v>45.246035523430322</c:v>
                </c:pt>
                <c:pt idx="2594">
                  <c:v>45.246139974703539</c:v>
                </c:pt>
                <c:pt idx="2595">
                  <c:v>45.247254857925455</c:v>
                </c:pt>
                <c:pt idx="2596">
                  <c:v>45.247481463606277</c:v>
                </c:pt>
                <c:pt idx="2597">
                  <c:v>45.247475697381105</c:v>
                </c:pt>
                <c:pt idx="2598">
                  <c:v>45.246774220032997</c:v>
                </c:pt>
                <c:pt idx="2599">
                  <c:v>45.246428599706277</c:v>
                </c:pt>
                <c:pt idx="2600">
                  <c:v>45.2426772042907</c:v>
                </c:pt>
                <c:pt idx="2601">
                  <c:v>45.241881434848153</c:v>
                </c:pt>
                <c:pt idx="2602">
                  <c:v>45.241821689242776</c:v>
                </c:pt>
                <c:pt idx="2603">
                  <c:v>45.240835339027385</c:v>
                </c:pt>
                <c:pt idx="2604">
                  <c:v>45.240326906168953</c:v>
                </c:pt>
                <c:pt idx="2605">
                  <c:v>45.234852769726423</c:v>
                </c:pt>
                <c:pt idx="2606">
                  <c:v>45.23364133084516</c:v>
                </c:pt>
                <c:pt idx="2607">
                  <c:v>45.233635249188957</c:v>
                </c:pt>
                <c:pt idx="2608">
                  <c:v>45.233561506656059</c:v>
                </c:pt>
                <c:pt idx="2609">
                  <c:v>45.233517385578409</c:v>
                </c:pt>
                <c:pt idx="2610">
                  <c:v>45.233038448367545</c:v>
                </c:pt>
                <c:pt idx="2611">
                  <c:v>45.23298361989572</c:v>
                </c:pt>
                <c:pt idx="2612">
                  <c:v>45.23295354579777</c:v>
                </c:pt>
                <c:pt idx="2613">
                  <c:v>45.232141222582442</c:v>
                </c:pt>
                <c:pt idx="2614">
                  <c:v>45.231784389922041</c:v>
                </c:pt>
                <c:pt idx="2615">
                  <c:v>45.227647115996831</c:v>
                </c:pt>
                <c:pt idx="2616">
                  <c:v>45.226719914453383</c:v>
                </c:pt>
                <c:pt idx="2617">
                  <c:v>45.226705509529637</c:v>
                </c:pt>
                <c:pt idx="2618">
                  <c:v>45.226545802559308</c:v>
                </c:pt>
                <c:pt idx="2619">
                  <c:v>45.226469662663753</c:v>
                </c:pt>
                <c:pt idx="2620">
                  <c:v>45.225597756741031</c:v>
                </c:pt>
                <c:pt idx="2621">
                  <c:v>45.225401416876423</c:v>
                </c:pt>
                <c:pt idx="2622">
                  <c:v>45.225395782111967</c:v>
                </c:pt>
                <c:pt idx="2623">
                  <c:v>45.225186158877321</c:v>
                </c:pt>
                <c:pt idx="2624">
                  <c:v>45.225079785273664</c:v>
                </c:pt>
                <c:pt idx="2625">
                  <c:v>45.22399408937703</c:v>
                </c:pt>
                <c:pt idx="2626">
                  <c:v>45.223754077313458</c:v>
                </c:pt>
                <c:pt idx="2627">
                  <c:v>45.223770841749555</c:v>
                </c:pt>
                <c:pt idx="2628">
                  <c:v>45.224204424529759</c:v>
                </c:pt>
                <c:pt idx="2629">
                  <c:v>45.224392878824325</c:v>
                </c:pt>
                <c:pt idx="2630">
                  <c:v>45.226578561947051</c:v>
                </c:pt>
                <c:pt idx="2631">
                  <c:v>45.227051866373188</c:v>
                </c:pt>
                <c:pt idx="2632">
                  <c:v>45.227056302467268</c:v>
                </c:pt>
                <c:pt idx="2633">
                  <c:v>45.227141084703007</c:v>
                </c:pt>
                <c:pt idx="2634">
                  <c:v>45.227178150076348</c:v>
                </c:pt>
                <c:pt idx="2635">
                  <c:v>45.227617538425839</c:v>
                </c:pt>
                <c:pt idx="2636">
                  <c:v>45.227709566413353</c:v>
                </c:pt>
                <c:pt idx="2637">
                  <c:v>45.227770999689014</c:v>
                </c:pt>
                <c:pt idx="2638">
                  <c:v>45.228323435831939</c:v>
                </c:pt>
                <c:pt idx="2639">
                  <c:v>45.228578788955183</c:v>
                </c:pt>
                <c:pt idx="2640">
                  <c:v>45.231661644699635</c:v>
                </c:pt>
                <c:pt idx="2641">
                  <c:v>45.232322807755224</c:v>
                </c:pt>
                <c:pt idx="2642">
                  <c:v>45.232275266443914</c:v>
                </c:pt>
                <c:pt idx="2643">
                  <c:v>45.23192142529637</c:v>
                </c:pt>
                <c:pt idx="2644">
                  <c:v>45.231704625869568</c:v>
                </c:pt>
                <c:pt idx="2645">
                  <c:v>45.229489123866443</c:v>
                </c:pt>
                <c:pt idx="2646">
                  <c:v>45.229028072492895</c:v>
                </c:pt>
                <c:pt idx="2647">
                  <c:v>45.22897842336593</c:v>
                </c:pt>
                <c:pt idx="2648">
                  <c:v>45.228544179428084</c:v>
                </c:pt>
                <c:pt idx="2649">
                  <c:v>45.228285657388909</c:v>
                </c:pt>
                <c:pt idx="2650">
                  <c:v>45.225599669264341</c:v>
                </c:pt>
                <c:pt idx="2651">
                  <c:v>45.225072568825453</c:v>
                </c:pt>
                <c:pt idx="2652">
                  <c:v>45.225062112264766</c:v>
                </c:pt>
                <c:pt idx="2653">
                  <c:v>45.224986430172891</c:v>
                </c:pt>
                <c:pt idx="2654">
                  <c:v>45.224947023844628</c:v>
                </c:pt>
                <c:pt idx="2655">
                  <c:v>45.224508070528806</c:v>
                </c:pt>
                <c:pt idx="2656">
                  <c:v>45.224414873629314</c:v>
                </c:pt>
                <c:pt idx="2657">
                  <c:v>45.224385323113459</c:v>
                </c:pt>
                <c:pt idx="2658">
                  <c:v>45.22385690545962</c:v>
                </c:pt>
                <c:pt idx="2659">
                  <c:v>45.223418455248364</c:v>
                </c:pt>
                <c:pt idx="2660">
                  <c:v>45.220461517007365</c:v>
                </c:pt>
                <c:pt idx="2661">
                  <c:v>45.219801734177054</c:v>
                </c:pt>
                <c:pt idx="2662">
                  <c:v>45.219756397048798</c:v>
                </c:pt>
                <c:pt idx="2663">
                  <c:v>45.219236888714448</c:v>
                </c:pt>
                <c:pt idx="2664">
                  <c:v>45.218994576125169</c:v>
                </c:pt>
                <c:pt idx="2665">
                  <c:v>45.216128133544501</c:v>
                </c:pt>
                <c:pt idx="2666">
                  <c:v>45.21551749304632</c:v>
                </c:pt>
                <c:pt idx="2667">
                  <c:v>45.215405810772381</c:v>
                </c:pt>
                <c:pt idx="2668">
                  <c:v>45.214160557134619</c:v>
                </c:pt>
                <c:pt idx="2669">
                  <c:v>45.21364816459036</c:v>
                </c:pt>
                <c:pt idx="2670">
                  <c:v>45.207046693119743</c:v>
                </c:pt>
                <c:pt idx="2671">
                  <c:v>45.20563073909517</c:v>
                </c:pt>
                <c:pt idx="2672">
                  <c:v>45.205567508986292</c:v>
                </c:pt>
                <c:pt idx="2673">
                  <c:v>45.205033390431538</c:v>
                </c:pt>
                <c:pt idx="2674">
                  <c:v>45.20477274220481</c:v>
                </c:pt>
                <c:pt idx="2675">
                  <c:v>45.201965274388812</c:v>
                </c:pt>
                <c:pt idx="2676">
                  <c:v>45.201346666802067</c:v>
                </c:pt>
                <c:pt idx="2677">
                  <c:v>45.201249109993491</c:v>
                </c:pt>
                <c:pt idx="2678">
                  <c:v>45.200594288303208</c:v>
                </c:pt>
                <c:pt idx="2679">
                  <c:v>45.200229002015952</c:v>
                </c:pt>
                <c:pt idx="2680">
                  <c:v>45.196535067202078</c:v>
                </c:pt>
                <c:pt idx="2681">
                  <c:v>45.195744256603689</c:v>
                </c:pt>
                <c:pt idx="2682">
                  <c:v>45.195701480000025</c:v>
                </c:pt>
                <c:pt idx="2683">
                  <c:v>45.195378889864749</c:v>
                </c:pt>
                <c:pt idx="2684">
                  <c:v>45.195196498260522</c:v>
                </c:pt>
                <c:pt idx="2685">
                  <c:v>45.193473330400991</c:v>
                </c:pt>
                <c:pt idx="2686">
                  <c:v>45.193110595476696</c:v>
                </c:pt>
                <c:pt idx="2687">
                  <c:v>45.192947635614452</c:v>
                </c:pt>
                <c:pt idx="2688">
                  <c:v>45.192234521106762</c:v>
                </c:pt>
                <c:pt idx="2689">
                  <c:v>45.191828728065907</c:v>
                </c:pt>
                <c:pt idx="2690">
                  <c:v>45.187732226997689</c:v>
                </c:pt>
                <c:pt idx="2691">
                  <c:v>45.186847584433451</c:v>
                </c:pt>
                <c:pt idx="2692">
                  <c:v>45.18677842935535</c:v>
                </c:pt>
                <c:pt idx="2693">
                  <c:v>45.186392555860706</c:v>
                </c:pt>
                <c:pt idx="2694">
                  <c:v>45.186167509200608</c:v>
                </c:pt>
                <c:pt idx="2695">
                  <c:v>45.184004501817178</c:v>
                </c:pt>
                <c:pt idx="2696">
                  <c:v>45.183553265516707</c:v>
                </c:pt>
                <c:pt idx="2697">
                  <c:v>45.183528253565633</c:v>
                </c:pt>
                <c:pt idx="2698">
                  <c:v>45.183329666822658</c:v>
                </c:pt>
                <c:pt idx="2699">
                  <c:v>45.183214094160633</c:v>
                </c:pt>
                <c:pt idx="2700">
                  <c:v>45.1821386110106</c:v>
                </c:pt>
                <c:pt idx="2701">
                  <c:v>45.181906117293067</c:v>
                </c:pt>
                <c:pt idx="2702">
                  <c:v>45.181981497747607</c:v>
                </c:pt>
                <c:pt idx="2703">
                  <c:v>45.182732054005974</c:v>
                </c:pt>
                <c:pt idx="2704">
                  <c:v>45.183159600453742</c:v>
                </c:pt>
                <c:pt idx="2705">
                  <c:v>45.187311533435789</c:v>
                </c:pt>
                <c:pt idx="2706">
                  <c:v>45.188165940797887</c:v>
                </c:pt>
                <c:pt idx="2707">
                  <c:v>45.188154533556805</c:v>
                </c:pt>
                <c:pt idx="2708">
                  <c:v>45.188078962217972</c:v>
                </c:pt>
                <c:pt idx="2709">
                  <c:v>45.188033079432728</c:v>
                </c:pt>
                <c:pt idx="2710">
                  <c:v>45.187602305291989</c:v>
                </c:pt>
                <c:pt idx="2711">
                  <c:v>45.187508313022818</c:v>
                </c:pt>
                <c:pt idx="2712">
                  <c:v>45.1875595727983</c:v>
                </c:pt>
                <c:pt idx="2713">
                  <c:v>45.188577012328921</c:v>
                </c:pt>
                <c:pt idx="2714">
                  <c:v>45.189124530970858</c:v>
                </c:pt>
                <c:pt idx="2715">
                  <c:v>45.194644373277164</c:v>
                </c:pt>
                <c:pt idx="2716">
                  <c:v>45.195744256603689</c:v>
                </c:pt>
                <c:pt idx="2717">
                  <c:v>45.195720767498493</c:v>
                </c:pt>
                <c:pt idx="2718">
                  <c:v>45.19511846343822</c:v>
                </c:pt>
                <c:pt idx="2719">
                  <c:v>45.194792268865456</c:v>
                </c:pt>
                <c:pt idx="2720">
                  <c:v>45.191478820559468</c:v>
                </c:pt>
                <c:pt idx="2721">
                  <c:v>45.190802667939238</c:v>
                </c:pt>
                <c:pt idx="2722">
                  <c:v>45.190777048278001</c:v>
                </c:pt>
                <c:pt idx="2723">
                  <c:v>45.190488290076317</c:v>
                </c:pt>
                <c:pt idx="2724">
                  <c:v>45.190346053618313</c:v>
                </c:pt>
                <c:pt idx="2725">
                  <c:v>45.188822690371389</c:v>
                </c:pt>
                <c:pt idx="2726">
                  <c:v>45.188497857157074</c:v>
                </c:pt>
                <c:pt idx="2727">
                  <c:v>45.188401964257721</c:v>
                </c:pt>
                <c:pt idx="2728">
                  <c:v>45.187533609804504</c:v>
                </c:pt>
                <c:pt idx="2729">
                  <c:v>45.187091637055737</c:v>
                </c:pt>
                <c:pt idx="2730">
                  <c:v>45.182276635260266</c:v>
                </c:pt>
                <c:pt idx="2731">
                  <c:v>45.181248500884237</c:v>
                </c:pt>
                <c:pt idx="2732">
                  <c:v>45.181117457766177</c:v>
                </c:pt>
                <c:pt idx="2733">
                  <c:v>45.180270851208775</c:v>
                </c:pt>
                <c:pt idx="2734">
                  <c:v>45.179835034754198</c:v>
                </c:pt>
                <c:pt idx="2735">
                  <c:v>45.175033876919301</c:v>
                </c:pt>
                <c:pt idx="2736">
                  <c:v>45.173999289570986</c:v>
                </c:pt>
                <c:pt idx="2737">
                  <c:v>45.173808180143595</c:v>
                </c:pt>
                <c:pt idx="2738">
                  <c:v>45.172744699379756</c:v>
                </c:pt>
                <c:pt idx="2739">
                  <c:v>45.172198709667242</c:v>
                </c:pt>
                <c:pt idx="2740">
                  <c:v>45.166094085229844</c:v>
                </c:pt>
                <c:pt idx="2741">
                  <c:v>45.164774357740669</c:v>
                </c:pt>
                <c:pt idx="2742">
                  <c:v>45.164600750199725</c:v>
                </c:pt>
                <c:pt idx="2743">
                  <c:v>45.163959488815145</c:v>
                </c:pt>
                <c:pt idx="2744">
                  <c:v>45.163523491691421</c:v>
                </c:pt>
                <c:pt idx="2745">
                  <c:v>45.159421435628694</c:v>
                </c:pt>
                <c:pt idx="2746">
                  <c:v>45.158511835462093</c:v>
                </c:pt>
                <c:pt idx="2747">
                  <c:v>45.158444808585067</c:v>
                </c:pt>
                <c:pt idx="2748">
                  <c:v>45.158001193119091</c:v>
                </c:pt>
                <c:pt idx="2749">
                  <c:v>45.157740337061362</c:v>
                </c:pt>
                <c:pt idx="2750">
                  <c:v>45.155133699684519</c:v>
                </c:pt>
                <c:pt idx="2751">
                  <c:v>45.154560205110556</c:v>
                </c:pt>
                <c:pt idx="2752">
                  <c:v>45.154395772939758</c:v>
                </c:pt>
                <c:pt idx="2753">
                  <c:v>45.153482602156728</c:v>
                </c:pt>
                <c:pt idx="2754">
                  <c:v>45.152936644554373</c:v>
                </c:pt>
                <c:pt idx="2755">
                  <c:v>45.147489526373199</c:v>
                </c:pt>
                <c:pt idx="2756">
                  <c:v>45.146322092746118</c:v>
                </c:pt>
                <c:pt idx="2757">
                  <c:v>45.146284880489588</c:v>
                </c:pt>
                <c:pt idx="2758">
                  <c:v>45.146031830573961</c:v>
                </c:pt>
                <c:pt idx="2759">
                  <c:v>45.14586881734968</c:v>
                </c:pt>
                <c:pt idx="2760">
                  <c:v>45.144325385520595</c:v>
                </c:pt>
                <c:pt idx="2761">
                  <c:v>45.144017563639181</c:v>
                </c:pt>
                <c:pt idx="2762">
                  <c:v>45.143896404567371</c:v>
                </c:pt>
                <c:pt idx="2763">
                  <c:v>45.143233526740332</c:v>
                </c:pt>
                <c:pt idx="2764">
                  <c:v>45.142848669206785</c:v>
                </c:pt>
                <c:pt idx="2765">
                  <c:v>45.138924849792794</c:v>
                </c:pt>
                <c:pt idx="2766">
                  <c:v>45.138087267343963</c:v>
                </c:pt>
                <c:pt idx="2767">
                  <c:v>45.13812591329679</c:v>
                </c:pt>
                <c:pt idx="2768">
                  <c:v>45.138431501025025</c:v>
                </c:pt>
                <c:pt idx="2769">
                  <c:v>45.138611145150492</c:v>
                </c:pt>
                <c:pt idx="2770">
                  <c:v>45.140346665261312</c:v>
                </c:pt>
                <c:pt idx="2771">
                  <c:v>45.140720530376655</c:v>
                </c:pt>
                <c:pt idx="2772">
                  <c:v>45.140643824715241</c:v>
                </c:pt>
                <c:pt idx="2773">
                  <c:v>45.139973438081014</c:v>
                </c:pt>
                <c:pt idx="2774">
                  <c:v>45.139613038020457</c:v>
                </c:pt>
                <c:pt idx="2775">
                  <c:v>45.135930449182688</c:v>
                </c:pt>
                <c:pt idx="2776">
                  <c:v>45.135122155144586</c:v>
                </c:pt>
                <c:pt idx="2777">
                  <c:v>45.135044267795138</c:v>
                </c:pt>
                <c:pt idx="2778">
                  <c:v>45.134332137096358</c:v>
                </c:pt>
                <c:pt idx="2779">
                  <c:v>45.133987012313987</c:v>
                </c:pt>
                <c:pt idx="2780">
                  <c:v>45.13002537369654</c:v>
                </c:pt>
                <c:pt idx="2781">
                  <c:v>45.129192002539639</c:v>
                </c:pt>
                <c:pt idx="2782">
                  <c:v>45.129121582886143</c:v>
                </c:pt>
                <c:pt idx="2783">
                  <c:v>45.128509527704381</c:v>
                </c:pt>
                <c:pt idx="2784">
                  <c:v>45.128253441679803</c:v>
                </c:pt>
                <c:pt idx="2785">
                  <c:v>45.124952540995999</c:v>
                </c:pt>
                <c:pt idx="2786">
                  <c:v>45.12424821407626</c:v>
                </c:pt>
                <c:pt idx="2787">
                  <c:v>45.1241613235904</c:v>
                </c:pt>
                <c:pt idx="2788">
                  <c:v>45.123296459184388</c:v>
                </c:pt>
                <c:pt idx="2789">
                  <c:v>45.122926020945755</c:v>
                </c:pt>
                <c:pt idx="2790">
                  <c:v>45.118325035845011</c:v>
                </c:pt>
                <c:pt idx="2791">
                  <c:v>45.117331983930285</c:v>
                </c:pt>
                <c:pt idx="2792">
                  <c:v>45.117250770466789</c:v>
                </c:pt>
                <c:pt idx="2793">
                  <c:v>45.116496516090557</c:v>
                </c:pt>
                <c:pt idx="2794">
                  <c:v>45.11644567084808</c:v>
                </c:pt>
                <c:pt idx="2795">
                  <c:v>45.11337400340183</c:v>
                </c:pt>
                <c:pt idx="2796">
                  <c:v>45.112717100664725</c:v>
                </c:pt>
                <c:pt idx="2797">
                  <c:v>45.112469557026351</c:v>
                </c:pt>
                <c:pt idx="2798">
                  <c:v>45.110818302363839</c:v>
                </c:pt>
                <c:pt idx="2799">
                  <c:v>45.110001180476495</c:v>
                </c:pt>
                <c:pt idx="2800">
                  <c:v>45.101369860718215</c:v>
                </c:pt>
                <c:pt idx="2801">
                  <c:v>45.099542670054575</c:v>
                </c:pt>
                <c:pt idx="2802">
                  <c:v>45.099363054447892</c:v>
                </c:pt>
                <c:pt idx="2803">
                  <c:v>45.098132159260935</c:v>
                </c:pt>
                <c:pt idx="2804">
                  <c:v>45.09762961443456</c:v>
                </c:pt>
                <c:pt idx="2805">
                  <c:v>45.091035555439049</c:v>
                </c:pt>
                <c:pt idx="2806">
                  <c:v>45.089659052995103</c:v>
                </c:pt>
                <c:pt idx="2807">
                  <c:v>45.089552655124415</c:v>
                </c:pt>
                <c:pt idx="2808">
                  <c:v>45.088928724155643</c:v>
                </c:pt>
                <c:pt idx="2809">
                  <c:v>45.088620713415857</c:v>
                </c:pt>
                <c:pt idx="2810">
                  <c:v>45.085121229585909</c:v>
                </c:pt>
                <c:pt idx="2811">
                  <c:v>45.084387070988441</c:v>
                </c:pt>
                <c:pt idx="2812">
                  <c:v>45.084431440285485</c:v>
                </c:pt>
                <c:pt idx="2813">
                  <c:v>45.084660360571654</c:v>
                </c:pt>
                <c:pt idx="2814">
                  <c:v>45.084789478902977</c:v>
                </c:pt>
                <c:pt idx="2815">
                  <c:v>45.086084261780414</c:v>
                </c:pt>
                <c:pt idx="2816">
                  <c:v>45.08636560607448</c:v>
                </c:pt>
                <c:pt idx="2817">
                  <c:v>45.0863771793734</c:v>
                </c:pt>
                <c:pt idx="2818">
                  <c:v>45.086453965415153</c:v>
                </c:pt>
                <c:pt idx="2819">
                  <c:v>45.086494035503691</c:v>
                </c:pt>
                <c:pt idx="2820">
                  <c:v>45.086930397343608</c:v>
                </c:pt>
                <c:pt idx="2821">
                  <c:v>45.08702305266138</c:v>
                </c:pt>
                <c:pt idx="2822">
                  <c:v>45.087082426809765</c:v>
                </c:pt>
                <c:pt idx="2823">
                  <c:v>45.087747808703696</c:v>
                </c:pt>
                <c:pt idx="2824">
                  <c:v>45.08854724114088</c:v>
                </c:pt>
                <c:pt idx="2825">
                  <c:v>45.092121926470995</c:v>
                </c:pt>
                <c:pt idx="2826">
                  <c:v>45.0929525290681</c:v>
                </c:pt>
                <c:pt idx="2827">
                  <c:v>45.092917224973334</c:v>
                </c:pt>
                <c:pt idx="2828">
                  <c:v>45.092681632069564</c:v>
                </c:pt>
                <c:pt idx="2829">
                  <c:v>45.092504427578021</c:v>
                </c:pt>
                <c:pt idx="2830">
                  <c:v>45.091259136933822</c:v>
                </c:pt>
                <c:pt idx="2831">
                  <c:v>45.090977060164164</c:v>
                </c:pt>
                <c:pt idx="2832">
                  <c:v>45.091008534880586</c:v>
                </c:pt>
                <c:pt idx="2833">
                  <c:v>45.091409806171889</c:v>
                </c:pt>
                <c:pt idx="2834">
                  <c:v>45.091571920394166</c:v>
                </c:pt>
                <c:pt idx="2835">
                  <c:v>45.093698585678844</c:v>
                </c:pt>
                <c:pt idx="2836">
                  <c:v>45.094129852293406</c:v>
                </c:pt>
                <c:pt idx="2837">
                  <c:v>45.094270547911606</c:v>
                </c:pt>
                <c:pt idx="2838">
                  <c:v>45.093801666570734</c:v>
                </c:pt>
                <c:pt idx="2839">
                  <c:v>45.093474084040395</c:v>
                </c:pt>
                <c:pt idx="2840">
                  <c:v>45.089647425020623</c:v>
                </c:pt>
                <c:pt idx="2841">
                  <c:v>45.088998500570256</c:v>
                </c:pt>
                <c:pt idx="2842">
                  <c:v>45.088954718956067</c:v>
                </c:pt>
                <c:pt idx="2843">
                  <c:v>45.08818915987392</c:v>
                </c:pt>
                <c:pt idx="2844">
                  <c:v>45.087862855149716</c:v>
                </c:pt>
                <c:pt idx="2845">
                  <c:v>45.083919648816149</c:v>
                </c:pt>
                <c:pt idx="2846">
                  <c:v>45.083069087145191</c:v>
                </c:pt>
                <c:pt idx="2847">
                  <c:v>45.083088661040783</c:v>
                </c:pt>
                <c:pt idx="2848">
                  <c:v>45.083384638905933</c:v>
                </c:pt>
                <c:pt idx="2849">
                  <c:v>45.083505348189668</c:v>
                </c:pt>
                <c:pt idx="2850">
                  <c:v>45.08504384812786</c:v>
                </c:pt>
                <c:pt idx="2851">
                  <c:v>45.085376337217951</c:v>
                </c:pt>
                <c:pt idx="2852">
                  <c:v>45.085443726599685</c:v>
                </c:pt>
                <c:pt idx="2853">
                  <c:v>45.086250256832237</c:v>
                </c:pt>
                <c:pt idx="2854">
                  <c:v>45.086577267504545</c:v>
                </c:pt>
                <c:pt idx="2855">
                  <c:v>45.090743035544811</c:v>
                </c:pt>
                <c:pt idx="2856">
                  <c:v>45.091634514897976</c:v>
                </c:pt>
                <c:pt idx="2857">
                  <c:v>45.091677897483621</c:v>
                </c:pt>
                <c:pt idx="2858">
                  <c:v>45.092298717943933</c:v>
                </c:pt>
                <c:pt idx="2859">
                  <c:v>45.092535711650456</c:v>
                </c:pt>
                <c:pt idx="2860">
                  <c:v>45.095590658990702</c:v>
                </c:pt>
                <c:pt idx="2861">
                  <c:v>45.09624603432178</c:v>
                </c:pt>
                <c:pt idx="2862">
                  <c:v>45.096423379740592</c:v>
                </c:pt>
                <c:pt idx="2863">
                  <c:v>45.097656430863999</c:v>
                </c:pt>
                <c:pt idx="2864">
                  <c:v>45.098215486612624</c:v>
                </c:pt>
                <c:pt idx="2865">
                  <c:v>45.105028527639334</c:v>
                </c:pt>
                <c:pt idx="2866">
                  <c:v>45.106458567417462</c:v>
                </c:pt>
                <c:pt idx="2867">
                  <c:v>45.10661430534023</c:v>
                </c:pt>
                <c:pt idx="2868">
                  <c:v>45.10793631143968</c:v>
                </c:pt>
                <c:pt idx="2869">
                  <c:v>45.108594243543706</c:v>
                </c:pt>
                <c:pt idx="2870">
                  <c:v>45.116106326064994</c:v>
                </c:pt>
                <c:pt idx="2871">
                  <c:v>45.117660734535434</c:v>
                </c:pt>
                <c:pt idx="2872">
                  <c:v>45.11777431539209</c:v>
                </c:pt>
                <c:pt idx="2873">
                  <c:v>45.118427254034948</c:v>
                </c:pt>
                <c:pt idx="2874">
                  <c:v>45.118878719524304</c:v>
                </c:pt>
                <c:pt idx="2875">
                  <c:v>45.122469920786216</c:v>
                </c:pt>
                <c:pt idx="2876">
                  <c:v>45.123261945522984</c:v>
                </c:pt>
                <c:pt idx="2877">
                  <c:v>45.123375026531214</c:v>
                </c:pt>
                <c:pt idx="2878">
                  <c:v>45.124642304102444</c:v>
                </c:pt>
                <c:pt idx="2879">
                  <c:v>45.125266911703427</c:v>
                </c:pt>
                <c:pt idx="2880">
                  <c:v>45.132316418669291</c:v>
                </c:pt>
                <c:pt idx="2881">
                  <c:v>45.133803990567912</c:v>
                </c:pt>
                <c:pt idx="2882">
                  <c:v>45.133788231937139</c:v>
                </c:pt>
                <c:pt idx="2883">
                  <c:v>45.133580406216886</c:v>
                </c:pt>
                <c:pt idx="2884">
                  <c:v>45.133483443907139</c:v>
                </c:pt>
                <c:pt idx="2885">
                  <c:v>45.132389840599842</c:v>
                </c:pt>
                <c:pt idx="2886">
                  <c:v>45.132157066883337</c:v>
                </c:pt>
                <c:pt idx="2887">
                  <c:v>45.132218497723038</c:v>
                </c:pt>
                <c:pt idx="2888">
                  <c:v>45.133058861344693</c:v>
                </c:pt>
                <c:pt idx="2889">
                  <c:v>45.133559684680293</c:v>
                </c:pt>
                <c:pt idx="2890">
                  <c:v>45.138336479267075</c:v>
                </c:pt>
                <c:pt idx="2891">
                  <c:v>45.139402345694748</c:v>
                </c:pt>
                <c:pt idx="2892">
                  <c:v>45.139388718075089</c:v>
                </c:pt>
                <c:pt idx="2893">
                  <c:v>45.139276021405443</c:v>
                </c:pt>
                <c:pt idx="2894">
                  <c:v>45.139213576608</c:v>
                </c:pt>
                <c:pt idx="2895">
                  <c:v>45.138555913658607</c:v>
                </c:pt>
                <c:pt idx="2896">
                  <c:v>45.138416036489787</c:v>
                </c:pt>
                <c:pt idx="2897">
                  <c:v>45.138412135911395</c:v>
                </c:pt>
                <c:pt idx="2898">
                  <c:v>45.138368759406305</c:v>
                </c:pt>
                <c:pt idx="2899">
                  <c:v>45.138352735348448</c:v>
                </c:pt>
                <c:pt idx="2900">
                  <c:v>45.138135240462596</c:v>
                </c:pt>
                <c:pt idx="2901">
                  <c:v>45.138087267343963</c:v>
                </c:pt>
                <c:pt idx="2902">
                  <c:v>45.138082996575328</c:v>
                </c:pt>
                <c:pt idx="2903">
                  <c:v>45.138043304590113</c:v>
                </c:pt>
                <c:pt idx="2904">
                  <c:v>45.13802552883871</c:v>
                </c:pt>
                <c:pt idx="2905">
                  <c:v>45.137806001275784</c:v>
                </c:pt>
                <c:pt idx="2906">
                  <c:v>45.137755396901184</c:v>
                </c:pt>
                <c:pt idx="2907">
                  <c:v>45.137743880068534</c:v>
                </c:pt>
                <c:pt idx="2908">
                  <c:v>45.13766840748945</c:v>
                </c:pt>
                <c:pt idx="2909">
                  <c:v>45.137633491261539</c:v>
                </c:pt>
                <c:pt idx="2910">
                  <c:v>45.13719096645638</c:v>
                </c:pt>
                <c:pt idx="2911">
                  <c:v>45.137097860087806</c:v>
                </c:pt>
                <c:pt idx="2912">
                  <c:v>45.137121795297553</c:v>
                </c:pt>
                <c:pt idx="2913">
                  <c:v>45.137241331221247</c:v>
                </c:pt>
                <c:pt idx="2914">
                  <c:v>45.137290829125192</c:v>
                </c:pt>
                <c:pt idx="2915">
                  <c:v>45.137947063819318</c:v>
                </c:pt>
                <c:pt idx="2916">
                  <c:v>45.138087267343963</c:v>
                </c:pt>
                <c:pt idx="2917">
                  <c:v>45.138159885803248</c:v>
                </c:pt>
                <c:pt idx="2918">
                  <c:v>45.138573450799612</c:v>
                </c:pt>
                <c:pt idx="2919">
                  <c:v>45.138799369659495</c:v>
                </c:pt>
                <c:pt idx="2920">
                  <c:v>45.141200352810237</c:v>
                </c:pt>
                <c:pt idx="2921">
                  <c:v>45.141709947403967</c:v>
                </c:pt>
                <c:pt idx="2922">
                  <c:v>45.141756021276876</c:v>
                </c:pt>
                <c:pt idx="2923">
                  <c:v>45.142059472719808</c:v>
                </c:pt>
                <c:pt idx="2924">
                  <c:v>45.142225941544197</c:v>
                </c:pt>
                <c:pt idx="2925">
                  <c:v>45.143973733779212</c:v>
                </c:pt>
                <c:pt idx="2926">
                  <c:v>45.144346338102821</c:v>
                </c:pt>
                <c:pt idx="2927">
                  <c:v>45.144435962417916</c:v>
                </c:pt>
                <c:pt idx="2928">
                  <c:v>45.144953836435363</c:v>
                </c:pt>
                <c:pt idx="2929">
                  <c:v>45.145207858802706</c:v>
                </c:pt>
                <c:pt idx="2930">
                  <c:v>45.148045262368001</c:v>
                </c:pt>
                <c:pt idx="2931">
                  <c:v>45.148629738042871</c:v>
                </c:pt>
                <c:pt idx="2932">
                  <c:v>45.148606830166798</c:v>
                </c:pt>
                <c:pt idx="2933">
                  <c:v>45.148447881599139</c:v>
                </c:pt>
                <c:pt idx="2934">
                  <c:v>45.148376892880933</c:v>
                </c:pt>
                <c:pt idx="2935">
                  <c:v>45.147481719646748</c:v>
                </c:pt>
                <c:pt idx="2936">
                  <c:v>45.147311524902022</c:v>
                </c:pt>
                <c:pt idx="2937">
                  <c:v>45.147369945947382</c:v>
                </c:pt>
                <c:pt idx="2938">
                  <c:v>45.147652697498522</c:v>
                </c:pt>
                <c:pt idx="2939">
                  <c:v>45.147843564701589</c:v>
                </c:pt>
                <c:pt idx="2940">
                  <c:v>45.149589448400178</c:v>
                </c:pt>
                <c:pt idx="2941">
                  <c:v>45.149947955933214</c:v>
                </c:pt>
                <c:pt idx="2942">
                  <c:v>45.149955689630467</c:v>
                </c:pt>
                <c:pt idx="2943">
                  <c:v>45.150030759208633</c:v>
                </c:pt>
                <c:pt idx="2944">
                  <c:v>45.150083545603273</c:v>
                </c:pt>
                <c:pt idx="2945">
                  <c:v>45.150515091234041</c:v>
                </c:pt>
                <c:pt idx="2946">
                  <c:v>45.150605515809787</c:v>
                </c:pt>
                <c:pt idx="2947">
                  <c:v>45.150590989793081</c:v>
                </c:pt>
                <c:pt idx="2948">
                  <c:v>45.150434249576705</c:v>
                </c:pt>
                <c:pt idx="2949">
                  <c:v>45.150356366540542</c:v>
                </c:pt>
                <c:pt idx="2950">
                  <c:v>45.149461528079819</c:v>
                </c:pt>
                <c:pt idx="2951">
                  <c:v>45.149287295549641</c:v>
                </c:pt>
                <c:pt idx="2952">
                  <c:v>45.149335613539016</c:v>
                </c:pt>
                <c:pt idx="2953">
                  <c:v>45.149661536781835</c:v>
                </c:pt>
                <c:pt idx="2954">
                  <c:v>45.149866044788759</c:v>
                </c:pt>
                <c:pt idx="2955">
                  <c:v>45.15184010871068</c:v>
                </c:pt>
                <c:pt idx="2956">
                  <c:v>45.152252522389404</c:v>
                </c:pt>
                <c:pt idx="2957">
                  <c:v>45.152284701871643</c:v>
                </c:pt>
                <c:pt idx="2958">
                  <c:v>45.152820716139352</c:v>
                </c:pt>
                <c:pt idx="2959">
                  <c:v>45.15311512403099</c:v>
                </c:pt>
                <c:pt idx="2960">
                  <c:v>45.156199000222713</c:v>
                </c:pt>
                <c:pt idx="2961">
                  <c:v>45.156864800658127</c:v>
                </c:pt>
                <c:pt idx="2962">
                  <c:v>45.156827568294005</c:v>
                </c:pt>
                <c:pt idx="2963">
                  <c:v>45.156426559349939</c:v>
                </c:pt>
                <c:pt idx="2964">
                  <c:v>45.156184134534122</c:v>
                </c:pt>
                <c:pt idx="2965">
                  <c:v>45.153708027399482</c:v>
                </c:pt>
                <c:pt idx="2966">
                  <c:v>45.153241970588454</c:v>
                </c:pt>
                <c:pt idx="2967">
                  <c:v>45.153263964564815</c:v>
                </c:pt>
                <c:pt idx="2968">
                  <c:v>45.153587406948269</c:v>
                </c:pt>
                <c:pt idx="2969">
                  <c:v>45.153727847227493</c:v>
                </c:pt>
                <c:pt idx="2970">
                  <c:v>45.155488090821756</c:v>
                </c:pt>
                <c:pt idx="2971">
                  <c:v>45.155878444390225</c:v>
                </c:pt>
                <c:pt idx="2972">
                  <c:v>45.155890044001708</c:v>
                </c:pt>
                <c:pt idx="2973">
                  <c:v>45.156057654029297</c:v>
                </c:pt>
                <c:pt idx="2974">
                  <c:v>45.156124575873619</c:v>
                </c:pt>
                <c:pt idx="2975">
                  <c:v>45.157004732063392</c:v>
                </c:pt>
                <c:pt idx="2976">
                  <c:v>45.157193586673031</c:v>
                </c:pt>
                <c:pt idx="2977">
                  <c:v>45.15728095685251</c:v>
                </c:pt>
                <c:pt idx="2978">
                  <c:v>45.158030360459328</c:v>
                </c:pt>
                <c:pt idx="2979">
                  <c:v>45.158336653343987</c:v>
                </c:pt>
                <c:pt idx="2980">
                  <c:v>45.162290440367279</c:v>
                </c:pt>
                <c:pt idx="2981">
                  <c:v>45.163124192840826</c:v>
                </c:pt>
                <c:pt idx="2982">
                  <c:v>45.163271956733944</c:v>
                </c:pt>
                <c:pt idx="2983">
                  <c:v>45.164143248016558</c:v>
                </c:pt>
                <c:pt idx="2984">
                  <c:v>45.164548341655731</c:v>
                </c:pt>
                <c:pt idx="2985">
                  <c:v>45.169666515177312</c:v>
                </c:pt>
                <c:pt idx="2986">
                  <c:v>45.170705087323768</c:v>
                </c:pt>
                <c:pt idx="2987">
                  <c:v>45.170776390393442</c:v>
                </c:pt>
                <c:pt idx="2988">
                  <c:v>45.171400744950766</c:v>
                </c:pt>
                <c:pt idx="2989">
                  <c:v>45.171705625667649</c:v>
                </c:pt>
                <c:pt idx="2990">
                  <c:v>45.175260864435053</c:v>
                </c:pt>
                <c:pt idx="2991">
                  <c:v>45.175975204873282</c:v>
                </c:pt>
                <c:pt idx="2992">
                  <c:v>45.176039740833623</c:v>
                </c:pt>
                <c:pt idx="2993">
                  <c:v>45.176482539252454</c:v>
                </c:pt>
                <c:pt idx="2994">
                  <c:v>45.176676024809808</c:v>
                </c:pt>
                <c:pt idx="2995">
                  <c:v>45.179097320372833</c:v>
                </c:pt>
                <c:pt idx="2996">
                  <c:v>45.179601363133202</c:v>
                </c:pt>
                <c:pt idx="2997">
                  <c:v>45.179625102724145</c:v>
                </c:pt>
                <c:pt idx="2998">
                  <c:v>45.180684619740994</c:v>
                </c:pt>
                <c:pt idx="2999">
                  <c:v>45.181227411491669</c:v>
                </c:pt>
                <c:pt idx="3000">
                  <c:v>45.186922096193911</c:v>
                </c:pt>
                <c:pt idx="3001">
                  <c:v>45.188100208182988</c:v>
                </c:pt>
                <c:pt idx="3002">
                  <c:v>45.188165940797887</c:v>
                </c:pt>
                <c:pt idx="3003">
                  <c:v>45.188519908307654</c:v>
                </c:pt>
                <c:pt idx="3004">
                  <c:v>45.188708580862261</c:v>
                </c:pt>
                <c:pt idx="3005">
                  <c:v>45.190711497690522</c:v>
                </c:pt>
                <c:pt idx="3006">
                  <c:v>45.191131484672042</c:v>
                </c:pt>
                <c:pt idx="3007">
                  <c:v>45.191161100573744</c:v>
                </c:pt>
                <c:pt idx="3008">
                  <c:v>45.192412869604802</c:v>
                </c:pt>
                <c:pt idx="3009">
                  <c:v>45.197044463427943</c:v>
                </c:pt>
                <c:pt idx="3010">
                  <c:v>45.198001850478832</c:v>
                </c:pt>
                <c:pt idx="3011">
                  <c:v>45.19805221571653</c:v>
                </c:pt>
                <c:pt idx="3012">
                  <c:v>45.197753089623674</c:v>
                </c:pt>
                <c:pt idx="3013">
                  <c:v>45.196641853487208</c:v>
                </c:pt>
                <c:pt idx="3014">
                  <c:v>45.196405001454991</c:v>
                </c:pt>
              </c:numCache>
            </c:numRef>
          </c:yVal>
          <c:smooth val="1"/>
          <c:extLst>
            <c:ext xmlns:c16="http://schemas.microsoft.com/office/drawing/2014/chart" uri="{C3380CC4-5D6E-409C-BE32-E72D297353CC}">
              <c16:uniqueId val="{00000004-653C-417C-8980-1924B2D2498C}"/>
            </c:ext>
          </c:extLst>
        </c:ser>
        <c:dLbls>
          <c:showLegendKey val="0"/>
          <c:showVal val="0"/>
          <c:showCatName val="0"/>
          <c:showSerName val="0"/>
          <c:showPercent val="0"/>
          <c:showBubbleSize val="0"/>
        </c:dLbls>
        <c:axId val="1899418031"/>
        <c:axId val="1898552479"/>
      </c:scatterChart>
      <c:valAx>
        <c:axId val="1899418031"/>
        <c:scaling>
          <c:orientation val="minMax"/>
          <c:max val="600"/>
          <c:min val="0"/>
        </c:scaling>
        <c:delete val="0"/>
        <c:axPos val="b"/>
        <c:majorGridlines>
          <c:spPr>
            <a:ln>
              <a:solidFill>
                <a:schemeClr val="tx1">
                  <a:lumMod val="25000"/>
                  <a:lumOff val="75000"/>
                </a:schemeClr>
              </a:solidFill>
            </a:ln>
          </c:spPr>
        </c:majorGridlines>
        <c:title>
          <c:tx>
            <c:rich>
              <a:bodyPr rot="0" vert="horz"/>
              <a:lstStyle/>
              <a:p>
                <a:pPr>
                  <a:defRPr/>
                </a:pPr>
                <a:r>
                  <a:rPr lang="en-US"/>
                  <a:t>Time [s]</a:t>
                </a:r>
              </a:p>
            </c:rich>
          </c:tx>
          <c:overlay val="0"/>
        </c:title>
        <c:numFmt formatCode="General" sourceLinked="1"/>
        <c:majorTickMark val="out"/>
        <c:minorTickMark val="none"/>
        <c:tickLblPos val="nextTo"/>
        <c:spPr>
          <a:ln>
            <a:solidFill>
              <a:schemeClr val="tx1">
                <a:lumMod val="25000"/>
                <a:lumOff val="75000"/>
              </a:schemeClr>
            </a:solidFill>
          </a:ln>
        </c:spPr>
        <c:crossAx val="1898552479"/>
        <c:crosses val="autoZero"/>
        <c:crossBetween val="midCat"/>
        <c:majorUnit val="120"/>
      </c:valAx>
      <c:valAx>
        <c:axId val="1898552479"/>
        <c:scaling>
          <c:orientation val="minMax"/>
          <c:max val="50"/>
          <c:min val="35"/>
        </c:scaling>
        <c:delete val="0"/>
        <c:axPos val="l"/>
        <c:majorGridlines>
          <c:spPr>
            <a:ln>
              <a:solidFill>
                <a:schemeClr val="tx1">
                  <a:lumMod val="25000"/>
                  <a:lumOff val="75000"/>
                </a:schemeClr>
              </a:solidFill>
            </a:ln>
          </c:spPr>
        </c:majorGridlines>
        <c:title>
          <c:tx>
            <c:rich>
              <a:bodyPr rot="-5400000" vert="horz"/>
              <a:lstStyle/>
              <a:p>
                <a:pPr>
                  <a:defRPr/>
                </a:pPr>
                <a:r>
                  <a:rPr lang="en-US"/>
                  <a:t>Motor temperature  [⁰C]</a:t>
                </a:r>
              </a:p>
            </c:rich>
          </c:tx>
          <c:layout>
            <c:manualLayout>
              <c:xMode val="edge"/>
              <c:yMode val="edge"/>
              <c:x val="3.0030696001406336E-2"/>
              <c:y val="0.2622409977404333"/>
            </c:manualLayout>
          </c:layout>
          <c:overlay val="0"/>
        </c:title>
        <c:numFmt formatCode="General" sourceLinked="1"/>
        <c:majorTickMark val="out"/>
        <c:minorTickMark val="none"/>
        <c:tickLblPos val="nextTo"/>
        <c:crossAx val="1899418031"/>
        <c:crosses val="autoZero"/>
        <c:crossBetween val="midCat"/>
        <c:majorUnit val="3"/>
      </c:valAx>
      <c:spPr>
        <a:noFill/>
        <a:ln>
          <a:solidFill>
            <a:schemeClr val="tx1">
              <a:lumMod val="25000"/>
              <a:lumOff val="75000"/>
            </a:schemeClr>
          </a:solidFill>
        </a:ln>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txPr>
    <a:bodyPr/>
    <a:lstStyle/>
    <a:p>
      <a:pPr>
        <a:defRPr sz="800">
          <a:latin typeface="+mn-lt"/>
          <a:cs typeface="Calibri" panose="020F0502020204030204" pitchFamily="34" charset="0"/>
        </a:defRPr>
      </a:pPr>
      <a:endParaRPr lang="de-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Flash (KB)</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FF88-4235-B878-9345FB69DF18}"/>
              </c:ext>
            </c:extLst>
          </c:dPt>
          <c:dPt>
            <c:idx val="1"/>
            <c:invertIfNegative val="1"/>
            <c:bubble3D val="0"/>
            <c:spPr>
              <a:solidFill>
                <a:srgbClr val="0082CE"/>
              </a:solidFill>
            </c:spPr>
            <c:extLst>
              <c:ext xmlns:c16="http://schemas.microsoft.com/office/drawing/2014/chart" uri="{C3380CC4-5D6E-409C-BE32-E72D297353CC}">
                <c16:uniqueId val="{00000003-FF88-4235-B878-9345FB69DF18}"/>
              </c:ext>
            </c:extLst>
          </c:dPt>
          <c:dPt>
            <c:idx val="2"/>
            <c:invertIfNegative val="1"/>
            <c:bubble3D val="0"/>
            <c:spPr>
              <a:solidFill>
                <a:srgbClr val="00305A"/>
              </a:solidFill>
            </c:spPr>
            <c:extLst>
              <c:ext xmlns:c16="http://schemas.microsoft.com/office/drawing/2014/chart" uri="{C3380CC4-5D6E-409C-BE32-E72D297353CC}">
                <c16:uniqueId val="{00000005-FF88-4235-B878-9345FB69DF18}"/>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256</c:v>
                </c:pt>
                <c:pt idx="1">
                  <c:v>512</c:v>
                </c:pt>
                <c:pt idx="2">
                  <c:v>512</c:v>
                </c:pt>
              </c:numCache>
            </c:numRef>
          </c:val>
          <c:extLst>
            <c:ext xmlns:c16="http://schemas.microsoft.com/office/drawing/2014/chart" uri="{C3380CC4-5D6E-409C-BE32-E72D297353CC}">
              <c16:uniqueId val="{00000006-FF88-4235-B878-9345FB69DF18}"/>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SRAM, main (KB)</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C155-432C-AE23-773651A18B3E}"/>
              </c:ext>
            </c:extLst>
          </c:dPt>
          <c:dPt>
            <c:idx val="1"/>
            <c:invertIfNegative val="1"/>
            <c:bubble3D val="0"/>
            <c:spPr>
              <a:solidFill>
                <a:srgbClr val="0082CE"/>
              </a:solidFill>
            </c:spPr>
            <c:extLst>
              <c:ext xmlns:c16="http://schemas.microsoft.com/office/drawing/2014/chart" uri="{C3380CC4-5D6E-409C-BE32-E72D297353CC}">
                <c16:uniqueId val="{00000003-C155-432C-AE23-773651A18B3E}"/>
              </c:ext>
            </c:extLst>
          </c:dPt>
          <c:dPt>
            <c:idx val="2"/>
            <c:invertIfNegative val="1"/>
            <c:bubble3D val="0"/>
            <c:spPr>
              <a:solidFill>
                <a:srgbClr val="00305A"/>
              </a:solidFill>
            </c:spPr>
            <c:extLst>
              <c:ext xmlns:c16="http://schemas.microsoft.com/office/drawing/2014/chart" uri="{C3380CC4-5D6E-409C-BE32-E72D297353CC}">
                <c16:uniqueId val="{00000005-C155-432C-AE23-773651A18B3E}"/>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64</c:v>
                </c:pt>
                <c:pt idx="1">
                  <c:v>128</c:v>
                </c:pt>
                <c:pt idx="2">
                  <c:v>128</c:v>
                </c:pt>
              </c:numCache>
            </c:numRef>
          </c:val>
          <c:extLst>
            <c:ext xmlns:c16="http://schemas.microsoft.com/office/drawing/2014/chart" uri="{C3380CC4-5D6E-409C-BE32-E72D297353CC}">
              <c16:uniqueId val="{00000006-C155-432C-AE23-773651A18B3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SAR ADC modules</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59D6-4AD9-ACBF-FB44F9E1A66D}"/>
              </c:ext>
            </c:extLst>
          </c:dPt>
          <c:dPt>
            <c:idx val="1"/>
            <c:invertIfNegative val="1"/>
            <c:bubble3D val="0"/>
            <c:spPr>
              <a:solidFill>
                <a:srgbClr val="0082CE"/>
              </a:solidFill>
            </c:spPr>
            <c:extLst>
              <c:ext xmlns:c16="http://schemas.microsoft.com/office/drawing/2014/chart" uri="{C3380CC4-5D6E-409C-BE32-E72D297353CC}">
                <c16:uniqueId val="{00000003-59D6-4AD9-ACBF-FB44F9E1A66D}"/>
              </c:ext>
            </c:extLst>
          </c:dPt>
          <c:dPt>
            <c:idx val="2"/>
            <c:invertIfNegative val="1"/>
            <c:bubble3D val="0"/>
            <c:spPr>
              <a:solidFill>
                <a:srgbClr val="00305A"/>
              </a:solidFill>
            </c:spPr>
            <c:extLst>
              <c:ext xmlns:c16="http://schemas.microsoft.com/office/drawing/2014/chart" uri="{C3380CC4-5D6E-409C-BE32-E72D297353CC}">
                <c16:uniqueId val="{00000005-59D6-4AD9-ACBF-FB44F9E1A66D}"/>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1</c:v>
                </c:pt>
                <c:pt idx="1">
                  <c:v>1</c:v>
                </c:pt>
                <c:pt idx="2">
                  <c:v>4</c:v>
                </c:pt>
              </c:numCache>
            </c:numRef>
          </c:val>
          <c:extLst>
            <c:ext xmlns:c16="http://schemas.microsoft.com/office/drawing/2014/chart" uri="{C3380CC4-5D6E-409C-BE32-E72D297353CC}">
              <c16:uniqueId val="{00000006-59D6-4AD9-ACBF-FB44F9E1A66D}"/>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ADC rate / module (Msps)</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1064-4EDB-AD25-A2A7F372738D}"/>
              </c:ext>
            </c:extLst>
          </c:dPt>
          <c:dPt>
            <c:idx val="1"/>
            <c:invertIfNegative val="1"/>
            <c:bubble3D val="0"/>
            <c:spPr>
              <a:solidFill>
                <a:srgbClr val="0082CE"/>
              </a:solidFill>
            </c:spPr>
            <c:extLst>
              <c:ext xmlns:c16="http://schemas.microsoft.com/office/drawing/2014/chart" uri="{C3380CC4-5D6E-409C-BE32-E72D297353CC}">
                <c16:uniqueId val="{00000003-1064-4EDB-AD25-A2A7F372738D}"/>
              </c:ext>
            </c:extLst>
          </c:dPt>
          <c:dPt>
            <c:idx val="2"/>
            <c:invertIfNegative val="1"/>
            <c:bubble3D val="0"/>
            <c:spPr>
              <a:solidFill>
                <a:srgbClr val="00305A"/>
              </a:solidFill>
            </c:spPr>
            <c:extLst>
              <c:ext xmlns:c16="http://schemas.microsoft.com/office/drawing/2014/chart" uri="{C3380CC4-5D6E-409C-BE32-E72D297353CC}">
                <c16:uniqueId val="{00000005-1064-4EDB-AD25-A2A7F372738D}"/>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12</c:v>
                </c:pt>
                <c:pt idx="1">
                  <c:v>9</c:v>
                </c:pt>
                <c:pt idx="2">
                  <c:v>25</c:v>
                </c:pt>
              </c:numCache>
            </c:numRef>
          </c:val>
          <c:extLst>
            <c:ext xmlns:c16="http://schemas.microsoft.com/office/drawing/2014/chart" uri="{C3380CC4-5D6E-409C-BE32-E72D297353CC}">
              <c16:uniqueId val="{00000006-1064-4EDB-AD25-A2A7F372738D}"/>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32-bit HRPWM counters</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FB0A-4F15-9AE4-562CE10D06BE}"/>
              </c:ext>
            </c:extLst>
          </c:dPt>
          <c:dPt>
            <c:idx val="1"/>
            <c:invertIfNegative val="1"/>
            <c:bubble3D val="0"/>
            <c:spPr>
              <a:solidFill>
                <a:srgbClr val="0082CE"/>
              </a:solidFill>
            </c:spPr>
            <c:extLst>
              <c:ext xmlns:c16="http://schemas.microsoft.com/office/drawing/2014/chart" uri="{C3380CC4-5D6E-409C-BE32-E72D297353CC}">
                <c16:uniqueId val="{00000003-FB0A-4F15-9AE4-562CE10D06BE}"/>
              </c:ext>
            </c:extLst>
          </c:dPt>
          <c:dPt>
            <c:idx val="2"/>
            <c:invertIfNegative val="1"/>
            <c:bubble3D val="0"/>
            <c:spPr>
              <a:solidFill>
                <a:srgbClr val="00305A"/>
              </a:solidFill>
            </c:spPr>
            <c:extLst>
              <c:ext xmlns:c16="http://schemas.microsoft.com/office/drawing/2014/chart" uri="{C3380CC4-5D6E-409C-BE32-E72D297353CC}">
                <c16:uniqueId val="{00000005-FB0A-4F15-9AE4-562CE10D06BE}"/>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4</c:v>
                </c:pt>
                <c:pt idx="1">
                  <c:v>8</c:v>
                </c:pt>
                <c:pt idx="2">
                  <c:v>14</c:v>
                </c:pt>
              </c:numCache>
            </c:numRef>
          </c:val>
          <c:extLst>
            <c:ext xmlns:c16="http://schemas.microsoft.com/office/drawing/2014/chart" uri="{C3380CC4-5D6E-409C-BE32-E72D297353CC}">
              <c16:uniqueId val="{00000006-FB0A-4F15-9AE4-562CE10D06B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Analog comparators</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D3FB-4C00-A64B-81C529480B49}"/>
              </c:ext>
            </c:extLst>
          </c:dPt>
          <c:dPt>
            <c:idx val="1"/>
            <c:invertIfNegative val="1"/>
            <c:bubble3D val="0"/>
            <c:spPr>
              <a:solidFill>
                <a:srgbClr val="0082CE"/>
              </a:solidFill>
            </c:spPr>
            <c:extLst>
              <c:ext xmlns:c16="http://schemas.microsoft.com/office/drawing/2014/chart" uri="{C3380CC4-5D6E-409C-BE32-E72D297353CC}">
                <c16:uniqueId val="{00000003-D3FB-4C00-A64B-81C529480B49}"/>
              </c:ext>
            </c:extLst>
          </c:dPt>
          <c:dPt>
            <c:idx val="2"/>
            <c:invertIfNegative val="1"/>
            <c:bubble3D val="0"/>
            <c:spPr>
              <a:solidFill>
                <a:srgbClr val="00305A"/>
              </a:solidFill>
            </c:spPr>
            <c:extLst>
              <c:ext xmlns:c16="http://schemas.microsoft.com/office/drawing/2014/chart" uri="{C3380CC4-5D6E-409C-BE32-E72D297353CC}">
                <c16:uniqueId val="{00000005-D3FB-4C00-A64B-81C529480B49}"/>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5</c:v>
                </c:pt>
                <c:pt idx="1">
                  <c:v>9</c:v>
                </c:pt>
                <c:pt idx="2">
                  <c:v>9</c:v>
                </c:pt>
              </c:numCache>
            </c:numRef>
          </c:val>
          <c:extLst>
            <c:ext xmlns:c16="http://schemas.microsoft.com/office/drawing/2014/chart" uri="{C3380CC4-5D6E-409C-BE32-E72D297353CC}">
              <c16:uniqueId val="{00000006-D3FB-4C00-A64B-81C529480B49}"/>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12-bit DACs</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3473-418A-B390-5B64CDB48651}"/>
              </c:ext>
            </c:extLst>
          </c:dPt>
          <c:dPt>
            <c:idx val="1"/>
            <c:invertIfNegative val="1"/>
            <c:bubble3D val="0"/>
            <c:spPr>
              <a:solidFill>
                <a:srgbClr val="0082CE"/>
              </a:solidFill>
            </c:spPr>
            <c:extLst>
              <c:ext xmlns:c16="http://schemas.microsoft.com/office/drawing/2014/chart" uri="{C3380CC4-5D6E-409C-BE32-E72D297353CC}">
                <c16:uniqueId val="{00000003-3473-418A-B390-5B64CDB48651}"/>
              </c:ext>
            </c:extLst>
          </c:dPt>
          <c:dPt>
            <c:idx val="2"/>
            <c:invertIfNegative val="1"/>
            <c:bubble3D val="0"/>
            <c:spPr>
              <a:solidFill>
                <a:srgbClr val="00305A"/>
              </a:solidFill>
            </c:spPr>
            <c:extLst>
              <c:ext xmlns:c16="http://schemas.microsoft.com/office/drawing/2014/chart" uri="{C3380CC4-5D6E-409C-BE32-E72D297353CC}">
                <c16:uniqueId val="{00000005-3473-418A-B390-5B64CDB48651}"/>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0</c:v>
                </c:pt>
                <c:pt idx="1">
                  <c:v>2</c:v>
                </c:pt>
                <c:pt idx="2">
                  <c:v>2</c:v>
                </c:pt>
              </c:numCache>
            </c:numRef>
          </c:val>
          <c:extLst>
            <c:ext xmlns:c16="http://schemas.microsoft.com/office/drawing/2014/chart" uri="{C3380CC4-5D6E-409C-BE32-E72D297353CC}">
              <c16:uniqueId val="{00000006-3473-418A-B390-5B64CDB4865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GPIO (max)</a:t>
            </a:r>
          </a:p>
        </c:rich>
      </c:tx>
      <c:overlay val="0"/>
    </c:title>
    <c:autoTitleDeleted val="0"/>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9AA7B4"/>
              </a:solidFill>
            </c:spPr>
            <c:extLst>
              <c:ext xmlns:c16="http://schemas.microsoft.com/office/drawing/2014/chart" uri="{C3380CC4-5D6E-409C-BE32-E72D297353CC}">
                <c16:uniqueId val="{00000001-D89E-4604-A2A0-AD4E44EA96A1}"/>
              </c:ext>
            </c:extLst>
          </c:dPt>
          <c:dPt>
            <c:idx val="1"/>
            <c:invertIfNegative val="1"/>
            <c:bubble3D val="0"/>
            <c:spPr>
              <a:solidFill>
                <a:srgbClr val="0082CE"/>
              </a:solidFill>
            </c:spPr>
            <c:extLst>
              <c:ext xmlns:c16="http://schemas.microsoft.com/office/drawing/2014/chart" uri="{C3380CC4-5D6E-409C-BE32-E72D297353CC}">
                <c16:uniqueId val="{00000003-D89E-4604-A2A0-AD4E44EA96A1}"/>
              </c:ext>
            </c:extLst>
          </c:dPt>
          <c:dPt>
            <c:idx val="2"/>
            <c:invertIfNegative val="1"/>
            <c:bubble3D val="0"/>
            <c:spPr>
              <a:solidFill>
                <a:srgbClr val="00305A"/>
              </a:solidFill>
            </c:spPr>
            <c:extLst>
              <c:ext xmlns:c16="http://schemas.microsoft.com/office/drawing/2014/chart" uri="{C3380CC4-5D6E-409C-BE32-E72D297353CC}">
                <c16:uniqueId val="{00000005-D89E-4604-A2A0-AD4E44EA96A1}"/>
              </c:ext>
            </c:extLst>
          </c:dPt>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PSC3M5</c:v>
                </c:pt>
                <c:pt idx="1">
                  <c:v>PSC3M6</c:v>
                </c:pt>
                <c:pt idx="2">
                  <c:v>PSC3M8</c:v>
                </c:pt>
              </c:strCache>
            </c:strRef>
          </c:cat>
          <c:val>
            <c:numRef>
              <c:f>Sheet1!$B$2:$B$4</c:f>
              <c:numCache>
                <c:formatCode>General</c:formatCode>
                <c:ptCount val="3"/>
                <c:pt idx="0">
                  <c:v>50</c:v>
                </c:pt>
                <c:pt idx="1">
                  <c:v>70</c:v>
                </c:pt>
                <c:pt idx="2">
                  <c:v>60</c:v>
                </c:pt>
              </c:numCache>
            </c:numRef>
          </c:val>
          <c:extLst>
            <c:ext xmlns:c16="http://schemas.microsoft.com/office/drawing/2014/chart" uri="{C3380CC4-5D6E-409C-BE32-E72D297353CC}">
              <c16:uniqueId val="{00000006-D89E-4604-A2A0-AD4E44EA96A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t>Maximum GPIO per package (0 = package not offered)</a:t>
            </a:r>
          </a:p>
        </c:rich>
      </c:tx>
      <c:overlay val="0"/>
    </c:title>
    <c:autoTitleDeleted val="0"/>
    <c:plotArea>
      <c:layout/>
      <c:barChart>
        <c:barDir val="col"/>
        <c:grouping val="clustered"/>
        <c:varyColors val="1"/>
        <c:ser>
          <c:idx val="0"/>
          <c:order val="0"/>
          <c:tx>
            <c:strRef>
              <c:f>Sheet1!$B$1</c:f>
              <c:strCache>
                <c:ptCount val="1"/>
                <c:pt idx="0">
                  <c:v>PSC3M5</c:v>
                </c:pt>
              </c:strCache>
            </c:strRef>
          </c:tx>
          <c:spPr>
            <a:solidFill>
              <a:srgbClr val="9AA7B4"/>
            </a:solidFill>
          </c:spPr>
          <c:invertIfNegative val="1"/>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E-LQFP-100</c:v>
                </c:pt>
                <c:pt idx="1">
                  <c:v>E-LQFP-80</c:v>
                </c:pt>
                <c:pt idx="2">
                  <c:v>E-LQFP-64</c:v>
                </c:pt>
                <c:pt idx="3">
                  <c:v>VQFN-64</c:v>
                </c:pt>
                <c:pt idx="4">
                  <c:v>48-pin</c:v>
                </c:pt>
              </c:strCache>
            </c:strRef>
          </c:cat>
          <c:val>
            <c:numRef>
              <c:f>Sheet1!$B$2:$B$6</c:f>
              <c:numCache>
                <c:formatCode>General</c:formatCode>
                <c:ptCount val="5"/>
                <c:pt idx="0">
                  <c:v>0</c:v>
                </c:pt>
                <c:pt idx="1">
                  <c:v>50</c:v>
                </c:pt>
                <c:pt idx="2">
                  <c:v>39</c:v>
                </c:pt>
                <c:pt idx="3">
                  <c:v>39</c:v>
                </c:pt>
                <c:pt idx="4">
                  <c:v>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7F6-4DCC-B4E2-4DB4B536D6AA}"/>
            </c:ext>
          </c:extLst>
        </c:ser>
        <c:ser>
          <c:idx val="1"/>
          <c:order val="1"/>
          <c:tx>
            <c:strRef>
              <c:f>Sheet1!$C$1</c:f>
              <c:strCache>
                <c:ptCount val="1"/>
                <c:pt idx="0">
                  <c:v>PSC3M6</c:v>
                </c:pt>
              </c:strCache>
            </c:strRef>
          </c:tx>
          <c:spPr>
            <a:solidFill>
              <a:srgbClr val="0082CE"/>
            </a:solidFill>
          </c:spPr>
          <c:invertIfNegative val="1"/>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E-LQFP-100</c:v>
                </c:pt>
                <c:pt idx="1">
                  <c:v>E-LQFP-80</c:v>
                </c:pt>
                <c:pt idx="2">
                  <c:v>E-LQFP-64</c:v>
                </c:pt>
                <c:pt idx="3">
                  <c:v>VQFN-64</c:v>
                </c:pt>
                <c:pt idx="4">
                  <c:v>48-pin</c:v>
                </c:pt>
              </c:strCache>
            </c:strRef>
          </c:cat>
          <c:val>
            <c:numRef>
              <c:f>Sheet1!$C$2:$C$6</c:f>
              <c:numCache>
                <c:formatCode>General</c:formatCode>
                <c:ptCount val="5"/>
                <c:pt idx="0">
                  <c:v>70</c:v>
                </c:pt>
                <c:pt idx="1">
                  <c:v>54</c:v>
                </c:pt>
                <c:pt idx="2">
                  <c:v>39</c:v>
                </c:pt>
                <c:pt idx="3">
                  <c:v>0</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7F6-4DCC-B4E2-4DB4B536D6AA}"/>
            </c:ext>
          </c:extLst>
        </c:ser>
        <c:ser>
          <c:idx val="2"/>
          <c:order val="2"/>
          <c:tx>
            <c:strRef>
              <c:f>Sheet1!$D$1</c:f>
              <c:strCache>
                <c:ptCount val="1"/>
                <c:pt idx="0">
                  <c:v>PSC3M8</c:v>
                </c:pt>
              </c:strCache>
            </c:strRef>
          </c:tx>
          <c:spPr>
            <a:solidFill>
              <a:srgbClr val="00305A"/>
            </a:solidFill>
          </c:spPr>
          <c:invertIfNegative val="1"/>
          <c:dLbls>
            <c:numFmt formatCode="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E-LQFP-100</c:v>
                </c:pt>
                <c:pt idx="1">
                  <c:v>E-LQFP-80</c:v>
                </c:pt>
                <c:pt idx="2">
                  <c:v>E-LQFP-64</c:v>
                </c:pt>
                <c:pt idx="3">
                  <c:v>VQFN-64</c:v>
                </c:pt>
                <c:pt idx="4">
                  <c:v>48-pin</c:v>
                </c:pt>
              </c:strCache>
            </c:strRef>
          </c:cat>
          <c:val>
            <c:numRef>
              <c:f>Sheet1!$D$2:$D$6</c:f>
              <c:numCache>
                <c:formatCode>General</c:formatCode>
                <c:ptCount val="5"/>
                <c:pt idx="0">
                  <c:v>60</c:v>
                </c:pt>
                <c:pt idx="1">
                  <c:v>45</c:v>
                </c:pt>
                <c:pt idx="2">
                  <c:v>33</c:v>
                </c:pt>
                <c:pt idx="3">
                  <c:v>34</c:v>
                </c:pt>
                <c:pt idx="4">
                  <c:v>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7F6-4DCC-B4E2-4DB4B536D6A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spPr>
            <a:ln>
              <a:solidFill>
                <a:srgbClr val="E0E6EC"/>
              </a:solidFill>
            </a:ln>
          </c:spPr>
        </c:majorGridlines>
        <c:numFmt formatCode="General" sourceLinked="1"/>
        <c:majorTickMark val="out"/>
        <c:minorTickMark val="none"/>
        <c:tickLblPos val="nextTo"/>
        <c:spPr>
          <a:ln>
            <a:noFill/>
          </a:ln>
        </c:spPr>
        <c:crossAx val="2068027336"/>
        <c:crosses val="autoZero"/>
        <c:crossBetween val="between"/>
      </c:valAx>
    </c:plotArea>
    <c:legend>
      <c:legendPos val="b"/>
      <c:overlay val="0"/>
    </c:legend>
    <c:plotVisOnly val="1"/>
    <c:dispBlanksAs val="gap"/>
    <c:showDLblsOverMax val="1"/>
  </c:chart>
  <c:txPr>
    <a:bodyPr/>
    <a:lstStyle/>
    <a:p>
      <a:pPr>
        <a:defRPr sz="1000">
          <a:latin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4.emf"/></Relationships>
</file>

<file path=ppt/drawings/_rels/drawing2.xml.rels><?xml version="1.0" encoding="UTF-8" standalone="yes"?>
<Relationships xmlns="http://schemas.openxmlformats.org/package/2006/relationships"><Relationship Id="rId1" Type="http://schemas.openxmlformats.org/officeDocument/2006/relationships/image" Target="../media/image15.emf"/></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141" name="Picture 140">
          <a:extLst xmlns:a="http://schemas.openxmlformats.org/drawingml/2006/main">
            <a:ext uri="{FF2B5EF4-FFF2-40B4-BE49-F238E27FC236}">
              <a16:creationId xmlns:a16="http://schemas.microsoft.com/office/drawing/2014/main" id="{C1C03056-CEAC-2716-93C8-298C83C505FA}"/>
            </a:ext>
          </a:extLst>
        </cdr:cNvPr>
        <cdr:cNvPicPr>
          <a:picLocks xmlns:a="http://schemas.openxmlformats.org/drawingml/2006/main"/>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3416191" cy="1569676"/>
        </a:xfrm>
        <a:prstGeom xmlns:a="http://schemas.openxmlformats.org/drawingml/2006/main" prst="rect">
          <a:avLst/>
        </a:prstGeom>
      </cdr:spPr>
    </cdr:pic>
  </cdr:relSizeAnchor>
  <cdr:relSizeAnchor xmlns:cdr="http://schemas.openxmlformats.org/drawingml/2006/chartDrawing">
    <cdr:from>
      <cdr:x>0.00744</cdr:x>
      <cdr:y>0.45474</cdr:y>
    </cdr:from>
    <cdr:to>
      <cdr:x>0.10554</cdr:x>
      <cdr:y>0.56302</cdr:y>
    </cdr:to>
    <cdr:sp macro="" textlink="">
      <cdr:nvSpPr>
        <cdr:cNvPr id="27" name="e471a4a3-53e4-480e-8a72-a77ef1f082e4">
          <a:extLst xmlns:a="http://schemas.openxmlformats.org/drawingml/2006/main">
            <a:ext uri="{FF2B5EF4-FFF2-40B4-BE49-F238E27FC236}">
              <a16:creationId xmlns:a16="http://schemas.microsoft.com/office/drawing/2014/main" id="{29BC7220-3ACB-D539-BD15-59B314FF0B05}"/>
            </a:ext>
          </a:extLst>
        </cdr:cNvPr>
        <cdr:cNvSpPr txBox="1"/>
      </cdr:nvSpPr>
      <cdr:spPr>
        <a:xfrm xmlns:a="http://schemas.openxmlformats.org/drawingml/2006/main">
          <a:off x="25400" y="713802"/>
          <a:ext cx="335153" cy="169958"/>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lstStyle xmlns:a="http://schemas.openxmlformats.org/drawingml/2006/main"/>
        <a:p xmlns:a="http://schemas.openxmlformats.org/drawingml/2006/main">
          <a:pPr algn="r" defTabSz="495300"/>
          <a:r>
            <a:rPr lang="de-DE" sz="1100" kern="1200">
              <a:solidFill>
                <a:srgbClr val="1D1D1D"/>
              </a:solidFill>
              <a:latin typeface="Arial" panose="020B0604020202020204" pitchFamily="34" charset="0"/>
            </a:rPr>
            <a:t>FY31</a:t>
          </a:r>
        </a:p>
      </cdr:txBody>
    </cdr:sp>
  </cdr:relSizeAnchor>
  <cdr:relSizeAnchor xmlns:cdr="http://schemas.openxmlformats.org/drawingml/2006/chartDrawing">
    <cdr:from>
      <cdr:x>0.00744</cdr:x>
      <cdr:y>0.11549</cdr:y>
    </cdr:from>
    <cdr:to>
      <cdr:x>0.10554</cdr:x>
      <cdr:y>0.22377</cdr:y>
    </cdr:to>
    <cdr:sp macro="" textlink="">
      <cdr:nvSpPr>
        <cdr:cNvPr id="28" name="de7bda41-1483-42ae-a5d0-1730711478b9">
          <a:extLst xmlns:a="http://schemas.openxmlformats.org/drawingml/2006/main">
            <a:ext uri="{FF2B5EF4-FFF2-40B4-BE49-F238E27FC236}">
              <a16:creationId xmlns:a16="http://schemas.microsoft.com/office/drawing/2014/main" id="{5B954D3B-B595-4D95-FB79-055C6A30818C}"/>
            </a:ext>
          </a:extLst>
        </cdr:cNvPr>
        <cdr:cNvSpPr txBox="1"/>
      </cdr:nvSpPr>
      <cdr:spPr>
        <a:xfrm xmlns:a="http://schemas.openxmlformats.org/drawingml/2006/main">
          <a:off x="25400" y="181282"/>
          <a:ext cx="335153" cy="169958"/>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lstStyle xmlns:a="http://schemas.openxmlformats.org/drawingml/2006/main"/>
        <a:p xmlns:a="http://schemas.openxmlformats.org/drawingml/2006/main">
          <a:pPr algn="r" defTabSz="495300"/>
          <a:r>
            <a:rPr lang="de-DE" sz="1100" kern="1200">
              <a:solidFill>
                <a:srgbClr val="1D1D1D"/>
              </a:solidFill>
              <a:latin typeface="Arial" panose="020B0604020202020204" pitchFamily="34" charset="0"/>
            </a:rPr>
            <a:t>FY26</a:t>
          </a:r>
        </a:p>
      </cdr:txBody>
    </cdr:sp>
  </cdr:relSizeAnchor>
  <cdr:relSizeAnchor xmlns:cdr="http://schemas.openxmlformats.org/drawingml/2006/chartDrawing">
    <cdr:from>
      <cdr:x>0.66405</cdr:x>
      <cdr:y>0.11549</cdr:y>
    </cdr:from>
    <cdr:to>
      <cdr:x>0.7318</cdr:x>
      <cdr:y>0.22377</cdr:y>
    </cdr:to>
    <cdr:sp macro="" textlink="">
      <cdr:nvSpPr>
        <cdr:cNvPr id="66" name="90abd166-eed9-4e2e-b171-3b4e7b180e99">
          <a:extLst xmlns:a="http://schemas.openxmlformats.org/drawingml/2006/main">
            <a:ext uri="{FF2B5EF4-FFF2-40B4-BE49-F238E27FC236}">
              <a16:creationId xmlns:a16="http://schemas.microsoft.com/office/drawing/2014/main" id="{63A6B2B5-140B-624A-0974-4EF4364FA95C}"/>
            </a:ext>
          </a:extLst>
        </cdr:cNvPr>
        <cdr:cNvSpPr/>
      </cdr:nvSpPr>
      <cdr:spPr bwMode="auto">
        <a:xfrm xmlns:a="http://schemas.openxmlformats.org/drawingml/2006/main">
          <a:off x="2268510" y="181282"/>
          <a:ext cx="231453" cy="169958"/>
        </a:xfrm>
        <a:prstGeom xmlns:a="http://schemas.openxmlformats.org/drawingml/2006/main" prst="rect">
          <a:avLst/>
        </a:prstGeom>
        <a:solidFill xmlns:a="http://schemas.openxmlformats.org/drawingml/2006/main">
          <a:srgbClr val="000000">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0" tIns="0" rIns="36000" bIns="0" anchor="ctr" anchorCtr="0"/>
        <a:lstStyle xmlns:a="http://schemas.openxmlformats.org/drawingml/2006/main"/>
        <a:p xmlns:a="http://schemas.openxmlformats.org/drawingml/2006/main">
          <a:pPr algn="l" defTabSz="495300"/>
          <a:r>
            <a:rPr lang="de-DE" sz="1100" b="1" kern="1200" dirty="0">
              <a:solidFill>
                <a:srgbClr val="1D1D1D"/>
              </a:solidFill>
              <a:latin typeface="Arial" panose="020B0604020202020204" pitchFamily="34" charset="0"/>
            </a:rPr>
            <a:t>1.5</a:t>
          </a:r>
        </a:p>
      </cdr:txBody>
    </cdr:sp>
  </cdr:relSizeAnchor>
  <cdr:relSizeAnchor xmlns:cdr="http://schemas.openxmlformats.org/drawingml/2006/chartDrawing">
    <cdr:from>
      <cdr:x>0.81141</cdr:x>
      <cdr:y>0.45474</cdr:y>
    </cdr:from>
    <cdr:to>
      <cdr:x>0.87916</cdr:x>
      <cdr:y>0.56302</cdr:y>
    </cdr:to>
    <cdr:sp macro="" textlink="">
      <cdr:nvSpPr>
        <cdr:cNvPr id="67" name="19f75409-d681-40b8-b5b4-0ea7f03676da">
          <a:extLst xmlns:a="http://schemas.openxmlformats.org/drawingml/2006/main">
            <a:ext uri="{FF2B5EF4-FFF2-40B4-BE49-F238E27FC236}">
              <a16:creationId xmlns:a16="http://schemas.microsoft.com/office/drawing/2014/main" id="{7C624712-B5E0-45C5-494A-6394A8B2EE00}"/>
            </a:ext>
          </a:extLst>
        </cdr:cNvPr>
        <cdr:cNvSpPr/>
      </cdr:nvSpPr>
      <cdr:spPr bwMode="auto">
        <a:xfrm xmlns:a="http://schemas.openxmlformats.org/drawingml/2006/main">
          <a:off x="2771929" y="713802"/>
          <a:ext cx="231453" cy="169958"/>
        </a:xfrm>
        <a:prstGeom xmlns:a="http://schemas.openxmlformats.org/drawingml/2006/main" prst="rect">
          <a:avLst/>
        </a:prstGeom>
        <a:solidFill xmlns:a="http://schemas.openxmlformats.org/drawingml/2006/main">
          <a:srgbClr val="000000">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0" tIns="0" rIns="36000" bIns="0" anchor="ctr" anchorCtr="0"/>
        <a:lstStyle xmlns:a="http://schemas.openxmlformats.org/drawingml/2006/main"/>
        <a:p xmlns:a="http://schemas.openxmlformats.org/drawingml/2006/main">
          <a:pPr algn="l" defTabSz="495300"/>
          <a:r>
            <a:rPr lang="de-DE" sz="1100" b="1" kern="1200">
              <a:solidFill>
                <a:srgbClr val="1D1D1D"/>
              </a:solidFill>
              <a:latin typeface="Arial" panose="020B0604020202020204" pitchFamily="34" charset="0"/>
            </a:rPr>
            <a:t>1.9</a:t>
          </a:r>
        </a:p>
      </cdr:txBody>
    </cdr:sp>
  </cdr:relSizeAnchor>
  <cdr:relSizeAnchor xmlns:cdr="http://schemas.openxmlformats.org/drawingml/2006/chartDrawing">
    <cdr:from>
      <cdr:x>0.54771</cdr:x>
      <cdr:y>0.86353</cdr:y>
    </cdr:from>
    <cdr:to>
      <cdr:x>0.94919</cdr:x>
      <cdr:y>0.95145</cdr:y>
    </cdr:to>
    <cdr:sp macro="" textlink="">
      <cdr:nvSpPr>
        <cdr:cNvPr id="116" name="1f5121d4-a0e8-4732-9dea-fe67b569aaa0">
          <a:extLst xmlns:a="http://schemas.openxmlformats.org/drawingml/2006/main">
            <a:ext uri="{FF2B5EF4-FFF2-40B4-BE49-F238E27FC236}">
              <a16:creationId xmlns:a16="http://schemas.microsoft.com/office/drawing/2014/main" id="{EAD1254C-0B16-3983-87ED-80CFEBA662A0}"/>
            </a:ext>
          </a:extLst>
        </cdr:cNvPr>
        <cdr:cNvSpPr txBox="1"/>
      </cdr:nvSpPr>
      <cdr:spPr>
        <a:xfrm xmlns:a="http://schemas.openxmlformats.org/drawingml/2006/main">
          <a:off x="1871072" y="1355459"/>
          <a:ext cx="1371558" cy="13801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lstStyle xmlns:a="http://schemas.openxmlformats.org/drawingml/2006/main"/>
        <a:p xmlns:a="http://schemas.openxmlformats.org/drawingml/2006/main">
          <a:pPr algn="ctr" defTabSz="495300"/>
          <a:r>
            <a:rPr lang="de-DE" sz="900" kern="1200">
              <a:solidFill>
                <a:srgbClr val="1D1D1D"/>
              </a:solidFill>
              <a:latin typeface="Arial" panose="020B0604020202020204" pitchFamily="34" charset="0"/>
            </a:rPr>
            <a:t>Home &amp; Professional Tools</a:t>
          </a:r>
        </a:p>
      </cdr:txBody>
    </cdr:sp>
  </cdr:relSizeAnchor>
  <cdr:relSizeAnchor xmlns:cdr="http://schemas.openxmlformats.org/drawingml/2006/chartDrawing">
    <cdr:from>
      <cdr:x>0.10473</cdr:x>
      <cdr:y>0.86353</cdr:y>
    </cdr:from>
    <cdr:to>
      <cdr:x>0.23529</cdr:x>
      <cdr:y>0.95145</cdr:y>
    </cdr:to>
    <cdr:sp macro="" textlink="">
      <cdr:nvSpPr>
        <cdr:cNvPr id="117" name="72842d73-c421-433f-9d88-f91c36933bd6">
          <a:extLst xmlns:a="http://schemas.openxmlformats.org/drawingml/2006/main">
            <a:ext uri="{FF2B5EF4-FFF2-40B4-BE49-F238E27FC236}">
              <a16:creationId xmlns:a16="http://schemas.microsoft.com/office/drawing/2014/main" id="{A7B06667-FE2D-FE7B-EF33-8D34CC224DF7}"/>
            </a:ext>
          </a:extLst>
        </cdr:cNvPr>
        <cdr:cNvSpPr txBox="1"/>
      </cdr:nvSpPr>
      <cdr:spPr>
        <a:xfrm xmlns:a="http://schemas.openxmlformats.org/drawingml/2006/main">
          <a:off x="357768" y="1355459"/>
          <a:ext cx="446024" cy="13801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lstStyle xmlns:a="http://schemas.openxmlformats.org/drawingml/2006/main"/>
        <a:p xmlns:a="http://schemas.openxmlformats.org/drawingml/2006/main">
          <a:pPr algn="ctr" defTabSz="495300"/>
          <a:r>
            <a:rPr lang="de-DE" sz="900" kern="1200">
              <a:solidFill>
                <a:srgbClr val="1D1D1D"/>
              </a:solidFill>
              <a:latin typeface="Arial" panose="020B0604020202020204" pitchFamily="34" charset="0"/>
            </a:rPr>
            <a:t>Robotics</a:t>
          </a:r>
        </a:p>
      </cdr:txBody>
    </cdr:sp>
  </cdr:relSizeAnchor>
  <cdr:relSizeAnchor xmlns:cdr="http://schemas.openxmlformats.org/drawingml/2006/chartDrawing">
    <cdr:from>
      <cdr:x>0.10473</cdr:x>
      <cdr:y>0.72706</cdr:y>
    </cdr:from>
    <cdr:to>
      <cdr:x>0.44855</cdr:x>
      <cdr:y>0.81498</cdr:y>
    </cdr:to>
    <cdr:sp macro="" textlink="">
      <cdr:nvSpPr>
        <cdr:cNvPr id="118" name="b395aba1-0151-462b-afa7-950b8060655a">
          <a:extLst xmlns:a="http://schemas.openxmlformats.org/drawingml/2006/main">
            <a:ext uri="{FF2B5EF4-FFF2-40B4-BE49-F238E27FC236}">
              <a16:creationId xmlns:a16="http://schemas.microsoft.com/office/drawing/2014/main" id="{74071E94-A9BB-4647-32A6-28C4C2B989DD}"/>
            </a:ext>
          </a:extLst>
        </cdr:cNvPr>
        <cdr:cNvSpPr txBox="1"/>
      </cdr:nvSpPr>
      <cdr:spPr>
        <a:xfrm xmlns:a="http://schemas.openxmlformats.org/drawingml/2006/main">
          <a:off x="357768" y="1141241"/>
          <a:ext cx="1174581" cy="13801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lstStyle xmlns:a="http://schemas.openxmlformats.org/drawingml/2006/main"/>
        <a:p xmlns:a="http://schemas.openxmlformats.org/drawingml/2006/main">
          <a:pPr algn="ctr" defTabSz="495300"/>
          <a:r>
            <a:rPr lang="de-DE" sz="900" kern="1200" dirty="0">
              <a:solidFill>
                <a:srgbClr val="1D1D1D"/>
              </a:solidFill>
              <a:latin typeface="Arial" panose="020B0604020202020204" pitchFamily="34" charset="0"/>
            </a:rPr>
            <a:t>Home Appliance/HVAC</a:t>
          </a:r>
        </a:p>
      </cdr:txBody>
    </cdr:sp>
  </cdr:relSizeAnchor>
  <cdr:relSizeAnchor xmlns:cdr="http://schemas.openxmlformats.org/drawingml/2006/chartDrawing">
    <cdr:from>
      <cdr:x>0.54771</cdr:x>
      <cdr:y>0.72706</cdr:y>
    </cdr:from>
    <cdr:to>
      <cdr:x>0.96468</cdr:x>
      <cdr:y>0.81498</cdr:y>
    </cdr:to>
    <cdr:sp macro="" textlink="">
      <cdr:nvSpPr>
        <cdr:cNvPr id="119" name="df3261ac-5c7b-446e-9ea3-b2924130fded">
          <a:extLst xmlns:a="http://schemas.openxmlformats.org/drawingml/2006/main">
            <a:ext uri="{FF2B5EF4-FFF2-40B4-BE49-F238E27FC236}">
              <a16:creationId xmlns:a16="http://schemas.microsoft.com/office/drawing/2014/main" id="{F22A1EBA-E496-B6BC-475A-1456E774BC4D}"/>
            </a:ext>
          </a:extLst>
        </cdr:cNvPr>
        <cdr:cNvSpPr txBox="1"/>
      </cdr:nvSpPr>
      <cdr:spPr>
        <a:xfrm xmlns:a="http://schemas.openxmlformats.org/drawingml/2006/main">
          <a:off x="1871072" y="1141241"/>
          <a:ext cx="1424474" cy="13801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lstStyle xmlns:a="http://schemas.openxmlformats.org/drawingml/2006/main"/>
        <a:p xmlns:a="http://schemas.openxmlformats.org/drawingml/2006/main">
          <a:pPr algn="ctr" defTabSz="495300"/>
          <a:r>
            <a:rPr lang="de-DE" sz="900" kern="1200">
              <a:solidFill>
                <a:srgbClr val="1D1D1D"/>
              </a:solidFill>
              <a:latin typeface="Arial" panose="020B0604020202020204" pitchFamily="34" charset="0"/>
            </a:rPr>
            <a:t>Industrial Automation/Drives</a:t>
          </a:r>
        </a:p>
      </cdr:txBody>
    </cdr:sp>
  </cdr:relSizeAnchor>
  <cdr:relSizeAnchor xmlns:cdr="http://schemas.openxmlformats.org/drawingml/2006/chartDrawing">
    <cdr:from>
      <cdr:x>0.90518</cdr:x>
      <cdr:y>0.26707</cdr:y>
    </cdr:from>
    <cdr:to>
      <cdr:x>1</cdr:x>
      <cdr:y>0.41144</cdr:y>
    </cdr:to>
    <cdr:sp macro="" textlink="">
      <cdr:nvSpPr>
        <cdr:cNvPr id="139" name="01cd9f61-17d4-40a0-9e13-e8b19c8b8833">
          <a:extLst xmlns:a="http://schemas.openxmlformats.org/drawingml/2006/main">
            <a:ext uri="{FF2B5EF4-FFF2-40B4-BE49-F238E27FC236}">
              <a16:creationId xmlns:a16="http://schemas.microsoft.com/office/drawing/2014/main" id="{D96BF470-7246-88B7-5D96-512EB6193062}"/>
            </a:ext>
          </a:extLst>
        </cdr:cNvPr>
        <cdr:cNvSpPr/>
      </cdr:nvSpPr>
      <cdr:spPr bwMode="auto">
        <a:xfrm xmlns:a="http://schemas.openxmlformats.org/drawingml/2006/main">
          <a:off x="3092282" y="419209"/>
          <a:ext cx="323926" cy="226623"/>
        </a:xfrm>
        <a:prstGeom xmlns:a="http://schemas.openxmlformats.org/drawingml/2006/main" prst="rect">
          <a:avLst/>
        </a:prstGeom>
        <a:solidFill xmlns:a="http://schemas.openxmlformats.org/drawingml/2006/main">
          <a:srgbClr val="FFFFFF">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36000" tIns="36000" rIns="36000" bIns="36000" anchor="ctr" anchorCtr="1"/>
        <a:lstStyle xmlns:a="http://schemas.openxmlformats.org/drawingml/2006/main"/>
        <a:p xmlns:a="http://schemas.openxmlformats.org/drawingml/2006/main">
          <a:pPr algn="ctr" defTabSz="495300"/>
          <a:r>
            <a:rPr lang="de-DE" sz="1000" kern="1200" dirty="0">
              <a:solidFill>
                <a:srgbClr val="1D1D1D"/>
              </a:solidFill>
              <a:latin typeface="Arial" panose="020B0604020202020204" pitchFamily="34" charset="0"/>
            </a:rPr>
            <a:t>+0.4</a:t>
          </a:r>
        </a:p>
      </cdr:txBody>
    </cdr:sp>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09405CE5-93C6-8D70-E33B-183C843322E5}"/>
            </a:ext>
          </a:extLst>
        </cdr:cNvPr>
        <cdr:cNvPicPr>
          <a:picLocks xmlns:a="http://schemas.openxmlformats.org/drawingml/2006/main"/>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707531" cy="1722082"/>
        </a:xfrm>
        <a:prstGeom xmlns:a="http://schemas.openxmlformats.org/drawingml/2006/main" prst="rect">
          <a:avLst/>
        </a:prstGeom>
      </cdr:spPr>
    </cdr:pic>
  </cdr:relSizeAnchor>
  <cdr:relSizeAnchor xmlns:cdr="http://schemas.openxmlformats.org/drawingml/2006/chartDrawing">
    <cdr:from>
      <cdr:x>0.00791</cdr:x>
      <cdr:y>0.38778</cdr:y>
    </cdr:from>
    <cdr:to>
      <cdr:x>0.13284</cdr:x>
      <cdr:y>0.48607</cdr:y>
    </cdr:to>
    <cdr:sp macro="" textlink="">
      <cdr:nvSpPr>
        <cdr:cNvPr id="27" name="e471a4a3-53e4-480e-8a72-a77ef1f082e4">
          <a:extLst xmlns:a="http://schemas.openxmlformats.org/drawingml/2006/main">
            <a:ext uri="{FF2B5EF4-FFF2-40B4-BE49-F238E27FC236}">
              <a16:creationId xmlns:a16="http://schemas.microsoft.com/office/drawing/2014/main" id="{29BC7220-3ACB-D539-BD15-59B314FF0B05}"/>
            </a:ext>
          </a:extLst>
        </cdr:cNvPr>
        <cdr:cNvSpPr txBox="1"/>
      </cdr:nvSpPr>
      <cdr:spPr>
        <a:xfrm xmlns:a="http://schemas.openxmlformats.org/drawingml/2006/main">
          <a:off x="21430" y="667782"/>
          <a:ext cx="338234" cy="16927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spAutoFit/>
        </a:bodyPr>
        <a:lstStyle xmlns:a="http://schemas.openxmlformats.org/drawingml/2006/main"/>
        <a:p xmlns:a="http://schemas.openxmlformats.org/drawingml/2006/main">
          <a:pPr algn="r" defTabSz="495300"/>
          <a:r>
            <a:rPr lang="de-DE" sz="1100" b="0" i="0" u="none" kern="1200">
              <a:solidFill>
                <a:srgbClr val="1D1D1D"/>
              </a:solidFill>
              <a:latin typeface="Arial" panose="020B0604020202020204" pitchFamily="34" charset="0"/>
            </a:rPr>
            <a:t>​​​​​​​​​﻿​FY31​​​</a:t>
          </a:r>
        </a:p>
      </cdr:txBody>
    </cdr:sp>
  </cdr:relSizeAnchor>
  <cdr:relSizeAnchor xmlns:cdr="http://schemas.openxmlformats.org/drawingml/2006/chartDrawing">
    <cdr:from>
      <cdr:x>0.00791</cdr:x>
      <cdr:y>0.0965</cdr:y>
    </cdr:from>
    <cdr:to>
      <cdr:x>0.13284</cdr:x>
      <cdr:y>0.19479</cdr:y>
    </cdr:to>
    <cdr:sp macro="" textlink="">
      <cdr:nvSpPr>
        <cdr:cNvPr id="28" name="de7bda41-1483-42ae-a5d0-1730711478b9">
          <a:extLst xmlns:a="http://schemas.openxmlformats.org/drawingml/2006/main">
            <a:ext uri="{FF2B5EF4-FFF2-40B4-BE49-F238E27FC236}">
              <a16:creationId xmlns:a16="http://schemas.microsoft.com/office/drawing/2014/main" id="{5B954D3B-B595-4D95-FB79-055C6A30818C}"/>
            </a:ext>
          </a:extLst>
        </cdr:cNvPr>
        <cdr:cNvSpPr txBox="1"/>
      </cdr:nvSpPr>
      <cdr:spPr>
        <a:xfrm xmlns:a="http://schemas.openxmlformats.org/drawingml/2006/main">
          <a:off x="21430" y="166174"/>
          <a:ext cx="338234" cy="169277"/>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spAutoFit/>
        </a:bodyPr>
        <a:lstStyle xmlns:a="http://schemas.openxmlformats.org/drawingml/2006/main"/>
        <a:p xmlns:a="http://schemas.openxmlformats.org/drawingml/2006/main">
          <a:pPr algn="r" defTabSz="495300"/>
          <a:r>
            <a:rPr lang="de-DE" sz="1100" b="0" i="0" u="none" kern="1200">
              <a:solidFill>
                <a:srgbClr val="1D1D1D"/>
              </a:solidFill>
              <a:latin typeface="Arial" panose="020B0604020202020204" pitchFamily="34" charset="0"/>
            </a:rPr>
            <a:t>​​​​​​​​​﻿​FY26​​​</a:t>
          </a:r>
        </a:p>
      </cdr:txBody>
    </cdr:sp>
  </cdr:relSizeAnchor>
  <cdr:relSizeAnchor xmlns:cdr="http://schemas.openxmlformats.org/drawingml/2006/chartDrawing">
    <cdr:from>
      <cdr:x>0.6152</cdr:x>
      <cdr:y>0.0965</cdr:y>
    </cdr:from>
    <cdr:to>
      <cdr:x>0.70086</cdr:x>
      <cdr:y>0.19479</cdr:y>
    </cdr:to>
    <cdr:sp macro="" textlink="">
      <cdr:nvSpPr>
        <cdr:cNvPr id="66" name="90abd166-eed9-4e2e-b171-3b4e7b180e99">
          <a:extLst xmlns:a="http://schemas.openxmlformats.org/drawingml/2006/main">
            <a:ext uri="{FF2B5EF4-FFF2-40B4-BE49-F238E27FC236}">
              <a16:creationId xmlns:a16="http://schemas.microsoft.com/office/drawing/2014/main" id="{63A6B2B5-140B-624A-0974-4EF4364FA95C}"/>
            </a:ext>
          </a:extLst>
        </cdr:cNvPr>
        <cdr:cNvSpPr/>
      </cdr:nvSpPr>
      <cdr:spPr bwMode="auto">
        <a:xfrm xmlns:a="http://schemas.openxmlformats.org/drawingml/2006/main">
          <a:off x="1665671" y="166174"/>
          <a:ext cx="231918" cy="169277"/>
        </a:xfrm>
        <a:prstGeom xmlns:a="http://schemas.openxmlformats.org/drawingml/2006/main" prst="rect">
          <a:avLst/>
        </a:prstGeom>
        <a:solidFill xmlns:a="http://schemas.openxmlformats.org/drawingml/2006/main">
          <a:srgbClr val="000000">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0" tIns="0" rIns="36000" bIns="0" anchor="ctr" anchorCtr="0">
          <a:spAutoFit/>
        </a:bodyPr>
        <a:lstStyle xmlns:a="http://schemas.openxmlformats.org/drawingml/2006/main"/>
        <a:p xmlns:a="http://schemas.openxmlformats.org/drawingml/2006/main">
          <a:pPr algn="l" defTabSz="495300"/>
          <a:r>
            <a:rPr lang="de-DE" sz="1100" b="1" kern="1200">
              <a:solidFill>
                <a:srgbClr val="1D1D1D"/>
              </a:solidFill>
              <a:latin typeface="Arial" panose="020B0604020202020204" pitchFamily="34" charset="0"/>
            </a:rPr>
            <a:t>​​​​​​​​​​​0.6​​​</a:t>
          </a:r>
          <a:endParaRPr lang="de-DE" sz="1100" b="1" kern="1200" dirty="0">
            <a:solidFill>
              <a:srgbClr val="1D1D1D"/>
            </a:solidFill>
            <a:latin typeface="Arial" panose="020B0604020202020204" pitchFamily="34" charset="0"/>
          </a:endParaRPr>
        </a:p>
      </cdr:txBody>
    </cdr:sp>
  </cdr:relSizeAnchor>
  <cdr:relSizeAnchor xmlns:cdr="http://schemas.openxmlformats.org/drawingml/2006/chartDrawing">
    <cdr:from>
      <cdr:x>0.76158</cdr:x>
      <cdr:y>0.38778</cdr:y>
    </cdr:from>
    <cdr:to>
      <cdr:x>0.84723</cdr:x>
      <cdr:y>0.48607</cdr:y>
    </cdr:to>
    <cdr:sp macro="" textlink="">
      <cdr:nvSpPr>
        <cdr:cNvPr id="67" name="19f75409-d681-40b8-b5b4-0ea7f03676da">
          <a:extLst xmlns:a="http://schemas.openxmlformats.org/drawingml/2006/main">
            <a:ext uri="{FF2B5EF4-FFF2-40B4-BE49-F238E27FC236}">
              <a16:creationId xmlns:a16="http://schemas.microsoft.com/office/drawing/2014/main" id="{7C624712-B5E0-45C5-494A-6394A8B2EE00}"/>
            </a:ext>
          </a:extLst>
        </cdr:cNvPr>
        <cdr:cNvSpPr/>
      </cdr:nvSpPr>
      <cdr:spPr bwMode="auto">
        <a:xfrm xmlns:a="http://schemas.openxmlformats.org/drawingml/2006/main">
          <a:off x="2061992" y="667782"/>
          <a:ext cx="231918" cy="169277"/>
        </a:xfrm>
        <a:prstGeom xmlns:a="http://schemas.openxmlformats.org/drawingml/2006/main" prst="rect">
          <a:avLst/>
        </a:prstGeom>
        <a:solidFill xmlns:a="http://schemas.openxmlformats.org/drawingml/2006/main">
          <a:srgbClr val="000000">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0" tIns="0" rIns="36000" bIns="0" anchor="ctr" anchorCtr="0">
          <a:spAutoFit/>
        </a:bodyPr>
        <a:lstStyle xmlns:a="http://schemas.openxmlformats.org/drawingml/2006/main"/>
        <a:p xmlns:a="http://schemas.openxmlformats.org/drawingml/2006/main">
          <a:pPr algn="l" defTabSz="495300"/>
          <a:r>
            <a:rPr lang="de-DE" sz="1100" b="1" kern="1200">
              <a:solidFill>
                <a:srgbClr val="1D1D1D"/>
              </a:solidFill>
              <a:latin typeface="Arial" panose="020B0604020202020204" pitchFamily="34" charset="0"/>
            </a:rPr>
            <a:t>​​​​​​​​​​​0.9​​​</a:t>
          </a:r>
        </a:p>
      </cdr:txBody>
    </cdr:sp>
  </cdr:relSizeAnchor>
  <cdr:relSizeAnchor xmlns:cdr="http://schemas.openxmlformats.org/drawingml/2006/chartDrawing">
    <cdr:from>
      <cdr:x>0.88007</cdr:x>
      <cdr:y>0.2255</cdr:y>
    </cdr:from>
    <cdr:to>
      <cdr:x>0.99987</cdr:x>
      <cdr:y>0.35707</cdr:y>
    </cdr:to>
    <cdr:sp macro="" textlink="">
      <cdr:nvSpPr>
        <cdr:cNvPr id="139" name="01cd9f61-17d4-40a0-9e13-e8b19c8b8833">
          <a:extLst xmlns:a="http://schemas.openxmlformats.org/drawingml/2006/main">
            <a:ext uri="{FF2B5EF4-FFF2-40B4-BE49-F238E27FC236}">
              <a16:creationId xmlns:a16="http://schemas.microsoft.com/office/drawing/2014/main" id="{D96BF470-7246-88B7-5D96-512EB6193062}"/>
            </a:ext>
          </a:extLst>
        </cdr:cNvPr>
        <cdr:cNvSpPr/>
      </cdr:nvSpPr>
      <cdr:spPr bwMode="auto">
        <a:xfrm xmlns:a="http://schemas.openxmlformats.org/drawingml/2006/main">
          <a:off x="2382810" y="388321"/>
          <a:ext cx="324375" cy="226591"/>
        </a:xfrm>
        <a:prstGeom xmlns:a="http://schemas.openxmlformats.org/drawingml/2006/main" prst="rect">
          <a:avLst/>
        </a:prstGeom>
        <a:solidFill xmlns:a="http://schemas.openxmlformats.org/drawingml/2006/main">
          <a:srgbClr val="FFFFFF">
            <a:alpha val="0"/>
          </a:srgbClr>
        </a:solidFill>
        <a:ln xmlns:a="http://schemas.openxmlformats.org/drawingml/2006/main" w="0" cap="flat" cmpd="sng" algn="ctr">
          <a:solidFill>
            <a:schemeClr val="tx1">
              <a:alpha val="0"/>
            </a:schemeClr>
          </a:solidFill>
          <a:prstDash val="solid"/>
          <a:miter lim="800000"/>
          <a:headEnd type="none" w="med" len="med"/>
          <a:tailEnd type="none" w="med" len="med"/>
        </a:ln>
      </cdr:spPr>
      <cdr:txBody>
        <a:bodyPr xmlns:a="http://schemas.openxmlformats.org/drawingml/2006/main" vertOverflow="clip" wrap="none" lIns="36000" tIns="36000" rIns="36000" bIns="36000" anchor="ctr" anchorCtr="1">
          <a:spAutoFit/>
        </a:bodyPr>
        <a:lstStyle xmlns:a="http://schemas.openxmlformats.org/drawingml/2006/main"/>
        <a:p xmlns:a="http://schemas.openxmlformats.org/drawingml/2006/main">
          <a:pPr algn="ctr" defTabSz="495300"/>
          <a:r>
            <a:rPr lang="de-DE" sz="1000" kern="1200">
              <a:solidFill>
                <a:srgbClr val="1D1D1D"/>
              </a:solidFill>
              <a:latin typeface="Arial" panose="020B0604020202020204" pitchFamily="34" charset="0"/>
            </a:rPr>
            <a:t>​​​​​​​​​​​+0.2​​​</a:t>
          </a:r>
          <a:endParaRPr lang="de-DE" sz="1000" kern="1200" dirty="0">
            <a:solidFill>
              <a:srgbClr val="1D1D1D"/>
            </a:solidFill>
            <a:latin typeface="Arial" panose="020B0604020202020204" pitchFamily="34" charset="0"/>
          </a:endParaRPr>
        </a:p>
      </cdr:txBody>
    </cdr:sp>
  </cdr:relSizeAnchor>
  <cdr:relSizeAnchor xmlns:cdr="http://schemas.openxmlformats.org/drawingml/2006/chartDrawing">
    <cdr:from>
      <cdr:x>0.18284</cdr:x>
      <cdr:y>0.62598</cdr:y>
    </cdr:from>
    <cdr:to>
      <cdr:x>0.44571</cdr:x>
      <cdr:y>0.7064</cdr:y>
    </cdr:to>
    <cdr:sp macro="" textlink="">
      <cdr:nvSpPr>
        <cdr:cNvPr id="41" name="b395aba1-0151-462b-afa7-950b8060655a">
          <a:extLst xmlns:a="http://schemas.openxmlformats.org/drawingml/2006/main">
            <a:ext uri="{FF2B5EF4-FFF2-40B4-BE49-F238E27FC236}">
              <a16:creationId xmlns:a16="http://schemas.microsoft.com/office/drawing/2014/main" id="{50940383-136D-0F5F-1A81-620C1F3A5A56}"/>
            </a:ext>
          </a:extLst>
        </cdr:cNvPr>
        <cdr:cNvSpPr txBox="1"/>
      </cdr:nvSpPr>
      <cdr:spPr>
        <a:xfrm xmlns:a="http://schemas.openxmlformats.org/drawingml/2006/main">
          <a:off x="495052" y="1077985"/>
          <a:ext cx="711733" cy="138499"/>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spAutoFit/>
        </a:bodyPr>
        <a:lstStyle xmlns:a="http://schemas.openxmlformats.org/drawingml/2006/main"/>
        <a:p xmlns:a="http://schemas.openxmlformats.org/drawingml/2006/main">
          <a:pPr algn="ctr" defTabSz="495300"/>
          <a:r>
            <a:rPr lang="de-DE" sz="900" b="0" i="0" u="none" kern="1200">
              <a:solidFill>
                <a:srgbClr val="1D1D1D"/>
              </a:solidFill>
              <a:latin typeface="Arial" panose="020B0604020202020204" pitchFamily="34" charset="0"/>
            </a:rPr>
            <a:t>​​​​​​​​​﻿﻿Power Supply​​​</a:t>
          </a:r>
        </a:p>
      </cdr:txBody>
    </cdr:sp>
  </cdr:relSizeAnchor>
  <cdr:relSizeAnchor xmlns:cdr="http://schemas.openxmlformats.org/drawingml/2006/chartDrawing">
    <cdr:from>
      <cdr:x>0.57082</cdr:x>
      <cdr:y>0.62598</cdr:y>
    </cdr:from>
    <cdr:to>
      <cdr:x>0.80527</cdr:x>
      <cdr:y>0.7064</cdr:y>
    </cdr:to>
    <cdr:sp macro="" textlink="">
      <cdr:nvSpPr>
        <cdr:cNvPr id="42" name="df3261ac-5c7b-446e-9ea3-b2924130fded">
          <a:extLst xmlns:a="http://schemas.openxmlformats.org/drawingml/2006/main">
            <a:ext uri="{FF2B5EF4-FFF2-40B4-BE49-F238E27FC236}">
              <a16:creationId xmlns:a16="http://schemas.microsoft.com/office/drawing/2014/main" id="{4782767D-B38E-CFE1-932F-3C0CD3112C1E}"/>
            </a:ext>
          </a:extLst>
        </cdr:cNvPr>
        <cdr:cNvSpPr txBox="1"/>
      </cdr:nvSpPr>
      <cdr:spPr>
        <a:xfrm xmlns:a="http://schemas.openxmlformats.org/drawingml/2006/main">
          <a:off x="1545508" y="1077985"/>
          <a:ext cx="634789" cy="138499"/>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spAutoFit/>
        </a:bodyPr>
        <a:lstStyle xmlns:a="http://schemas.openxmlformats.org/drawingml/2006/main"/>
        <a:p xmlns:a="http://schemas.openxmlformats.org/drawingml/2006/main">
          <a:pPr algn="ctr" defTabSz="495300"/>
          <a:r>
            <a:rPr lang="de-DE" sz="900" b="0" i="0" u="none" kern="1200">
              <a:solidFill>
                <a:srgbClr val="1D1D1D"/>
              </a:solidFill>
              <a:latin typeface="Arial" panose="020B0604020202020204" pitchFamily="34" charset="0"/>
            </a:rPr>
            <a:t>​​​​​​​​​﻿﻿Renewables​​​</a:t>
          </a:r>
        </a:p>
      </cdr:txBody>
    </cdr:sp>
  </cdr:relSizeAnchor>
  <cdr:relSizeAnchor xmlns:cdr="http://schemas.openxmlformats.org/drawingml/2006/chartDrawing">
    <cdr:from>
      <cdr:x>0.18284</cdr:x>
      <cdr:y>0.75065</cdr:y>
    </cdr:from>
    <cdr:to>
      <cdr:x>0.33204</cdr:x>
      <cdr:y>0.83108</cdr:y>
    </cdr:to>
    <cdr:sp macro="" textlink="">
      <cdr:nvSpPr>
        <cdr:cNvPr id="43" name="72842d73-c421-433f-9d88-f91c36933bd6">
          <a:extLst xmlns:a="http://schemas.openxmlformats.org/drawingml/2006/main">
            <a:ext uri="{FF2B5EF4-FFF2-40B4-BE49-F238E27FC236}">
              <a16:creationId xmlns:a16="http://schemas.microsoft.com/office/drawing/2014/main" id="{E850F99C-2FF2-F8D9-D9E8-DF222CC16E16}"/>
            </a:ext>
          </a:extLst>
        </cdr:cNvPr>
        <cdr:cNvSpPr txBox="1"/>
      </cdr:nvSpPr>
      <cdr:spPr>
        <a:xfrm xmlns:a="http://schemas.openxmlformats.org/drawingml/2006/main">
          <a:off x="495052" y="1292684"/>
          <a:ext cx="403957" cy="138499"/>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spAutoFit/>
        </a:bodyPr>
        <a:lstStyle xmlns:a="http://schemas.openxmlformats.org/drawingml/2006/main"/>
        <a:p xmlns:a="http://schemas.openxmlformats.org/drawingml/2006/main">
          <a:pPr algn="ctr" defTabSz="495300"/>
          <a:r>
            <a:rPr lang="de-DE" sz="900" b="0" i="0" u="none" kern="1200">
              <a:solidFill>
                <a:srgbClr val="1D1D1D"/>
              </a:solidFill>
              <a:latin typeface="Arial" panose="020B0604020202020204" pitchFamily="34" charset="0"/>
            </a:rPr>
            <a:t>​​​​​​​​​﻿﻿Lighting​​​</a:t>
          </a:r>
        </a:p>
      </cdr:txBody>
    </cdr:sp>
  </cdr:relSizeAnchor>
  <cdr:relSizeAnchor xmlns:cdr="http://schemas.openxmlformats.org/drawingml/2006/chartDrawing">
    <cdr:from>
      <cdr:x>0.57082</cdr:x>
      <cdr:y>0.75065</cdr:y>
    </cdr:from>
    <cdr:to>
      <cdr:x>0.90474</cdr:x>
      <cdr:y>0.83108</cdr:y>
    </cdr:to>
    <cdr:sp macro="" textlink="">
      <cdr:nvSpPr>
        <cdr:cNvPr id="44" name="1f5121d4-a0e8-4732-9dea-fe67b569aaa0">
          <a:extLst xmlns:a="http://schemas.openxmlformats.org/drawingml/2006/main">
            <a:ext uri="{FF2B5EF4-FFF2-40B4-BE49-F238E27FC236}">
              <a16:creationId xmlns:a16="http://schemas.microsoft.com/office/drawing/2014/main" id="{8A146C96-5061-9113-F1F7-CEF4B6E5ECEA}"/>
            </a:ext>
          </a:extLst>
        </cdr:cNvPr>
        <cdr:cNvSpPr txBox="1"/>
      </cdr:nvSpPr>
      <cdr:spPr>
        <a:xfrm xmlns:a="http://schemas.openxmlformats.org/drawingml/2006/main">
          <a:off x="1545508" y="1292684"/>
          <a:ext cx="904094" cy="138499"/>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nchorCtr="1">
          <a:spAutoFit/>
        </a:bodyPr>
        <a:lstStyle xmlns:a="http://schemas.openxmlformats.org/drawingml/2006/main"/>
        <a:p xmlns:a="http://schemas.openxmlformats.org/drawingml/2006/main">
          <a:pPr algn="ctr" defTabSz="495300"/>
          <a:r>
            <a:rPr lang="de-DE" sz="900" b="0" i="0" u="none" kern="1200">
              <a:solidFill>
                <a:srgbClr val="1D1D1D"/>
              </a:solidFill>
              <a:latin typeface="Arial" panose="020B0604020202020204" pitchFamily="34" charset="0"/>
            </a:rPr>
            <a:t>​​​​​​​​​﻿﻿Home Appliances​​​</a:t>
          </a:r>
        </a:p>
      </cdr:txBody>
    </cdr:sp>
  </cdr:relSizeAnchor>
  <cdr:relSizeAnchor xmlns:cdr="http://schemas.openxmlformats.org/drawingml/2006/chartDrawing">
    <cdr:from>
      <cdr:x>0.18284</cdr:x>
      <cdr:y>0.87533</cdr:y>
    </cdr:from>
    <cdr:to>
      <cdr:x>0.28941</cdr:x>
      <cdr:y>0.95575</cdr:y>
    </cdr:to>
    <cdr:sp macro="" textlink="">
      <cdr:nvSpPr>
        <cdr:cNvPr id="45" name="fc182482-0338-4aaf-9c3a-a705d334e4e6">
          <a:extLst xmlns:a="http://schemas.openxmlformats.org/drawingml/2006/main">
            <a:ext uri="{FF2B5EF4-FFF2-40B4-BE49-F238E27FC236}">
              <a16:creationId xmlns:a16="http://schemas.microsoft.com/office/drawing/2014/main" id="{5EFF34DE-D1B4-1B95-C094-57657A5D4802}"/>
            </a:ext>
          </a:extLst>
        </cdr:cNvPr>
        <cdr:cNvSpPr txBox="1"/>
      </cdr:nvSpPr>
      <cdr:spPr>
        <a:xfrm xmlns:a="http://schemas.openxmlformats.org/drawingml/2006/main">
          <a:off x="495052" y="1507383"/>
          <a:ext cx="288541" cy="138499"/>
        </a:xfrm>
        <a:prstGeom xmlns:a="http://schemas.openxmlformats.org/drawingml/2006/main" prst="rect">
          <a:avLst/>
        </a:prstGeom>
        <a:noFill xmlns:a="http://schemas.openxmlformats.org/drawingml/2006/main"/>
        <a:ln xmlns:a="http://schemas.openxmlformats.org/drawingml/2006/main" w="0" cap="flat" cmpd="sng" algn="ctr">
          <a:solidFill>
            <a:schemeClr val="tx1">
              <a:alpha val="0"/>
            </a:schemeClr>
          </a:solidFill>
          <a:prstDash val="solid"/>
          <a:round/>
          <a:headEnd type="none" w="med" len="med"/>
          <a:tailEnd type="none" w="med" len="med"/>
        </a:ln>
        <a:extLst xmlns:a="http://schemas.openxmlformats.org/drawingml/2006/main">
          <a:ext uri="{909E8E84-426E-40DD-AFC4-6F175D3DCCD1}">
            <a14:hiddenFill xmlns:a14="http://schemas.microsoft.com/office/drawing/2010/main">
              <a:solidFill>
                <a:schemeClr val="accent1"/>
              </a:solidFill>
            </a14:hiddenFill>
          </a:ext>
        </a:extLst>
      </cdr:spPr>
      <cdr:txBody>
        <a:bodyPr xmlns:a="http://schemas.openxmlformats.org/drawingml/2006/main" vertOverflow="clip" vert="horz" wrap="none" lIns="0" tIns="0" rIns="0" bIns="0" rtlCol="0" anchor="ctr">
          <a:spAutoFit/>
        </a:bodyPr>
        <a:lstStyle xmlns:a="http://schemas.openxmlformats.org/drawingml/2006/main"/>
        <a:p xmlns:a="http://schemas.openxmlformats.org/drawingml/2006/main">
          <a:pPr defTabSz="495300"/>
          <a:r>
            <a:rPr lang="de-DE" sz="900" b="0" i="0" u="none" kern="1200">
              <a:solidFill>
                <a:srgbClr val="1D1D1D"/>
              </a:solidFill>
              <a:latin typeface="Arial" panose="020B0604020202020204" pitchFamily="34" charset="0"/>
            </a:rPr>
            <a:t>​​​​​​​​​﻿﻿Other​​​</a:t>
          </a:r>
        </a:p>
      </cdr:txBody>
    </cdr:sp>
  </cdr:relSizeAnchor>
</c:userShapes>
</file>

<file path=ppt/handoutMasters/_rels/handoutMaster1.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6.png"/><Relationship Id="rId2" Type="http://schemas.openxmlformats.org/officeDocument/2006/relationships/tags" Target="../tags/tag195.xml"/><Relationship Id="rId1" Type="http://schemas.openxmlformats.org/officeDocument/2006/relationships/theme" Target="../theme/theme3.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099300"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099300" y="10234613"/>
            <a:ext cx="0" cy="0"/>
          </a:xfrm>
          <a:prstGeom prst="rect">
            <a:avLst/>
          </a:prstGeom>
        </p:spPr>
        <p:txBody>
          <a:bodyPr vert="horz" lIns="91440" tIns="45720" rIns="91440" bIns="45720" rtlCol="0" anchor="ctr"/>
          <a:lstStyle>
            <a:lvl1pPr algn="r">
              <a:defRPr sz="1200"/>
            </a:lvl1pPr>
          </a:lstStyle>
          <a:p>
            <a:pPr algn="l"/>
            <a:r>
              <a:rPr lang="en-US" sz="100" dirty="0">
                <a:noFill/>
                <a:latin typeface="Arial" panose="020B0604020202020204" pitchFamily="34" charset="0"/>
                <a:ea typeface="Verdana" pitchFamily="34" charset="0"/>
                <a:cs typeface="Arial" panose="020B0604020202020204" pitchFamily="34" charset="0"/>
              </a:rPr>
              <a:t>2020-09-28</a:t>
            </a:r>
          </a:p>
          <a:p>
            <a:pPr algn="l"/>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5997922" y="9833798"/>
            <a:ext cx="612000"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310"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37922"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310"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2026.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309"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Mai 2026</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040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Kopfzeilenplatzhalter 3"/>
          <p:cNvSpPr>
            <a:spLocks noGrp="1"/>
          </p:cNvSpPr>
          <p:nvPr>
            <p:ph type="hdr" sz="quarter"/>
          </p:nvPr>
        </p:nvSpPr>
        <p:spPr/>
        <p:txBody>
          <a:bodyPr/>
          <a:lstStyle/>
          <a:p>
            <a:endParaRPr lang="en-US" sz="100" dirty="0"/>
          </a:p>
        </p:txBody>
      </p:sp>
      <p:sp>
        <p:nvSpPr>
          <p:cNvPr id="5" name="Fußzeilenplatzhalt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umsplatzhalter 5"/>
          <p:cNvSpPr>
            <a:spLocks noGrp="1"/>
          </p:cNvSpPr>
          <p:nvPr>
            <p:ph type="dt" idx="1"/>
          </p:nvPr>
        </p:nvSpPr>
        <p:spPr/>
        <p:txBody>
          <a:bodyPr/>
          <a:lstStyle/>
          <a:p>
            <a:r>
              <a:rPr lang="en-US" dirty="0"/>
              <a:t>2020-09-28</a:t>
            </a:r>
          </a:p>
          <a:p>
            <a:endParaRPr lang="en-US" dirty="0"/>
          </a:p>
        </p:txBody>
      </p:sp>
      <p:sp>
        <p:nvSpPr>
          <p:cNvPr id="7" name="Foliennummernplatzhalter 6"/>
          <p:cNvSpPr>
            <a:spLocks noGrp="1"/>
          </p:cNvSpPr>
          <p:nvPr>
            <p:ph type="sldNum" sz="quarter" idx="5"/>
          </p:nvPr>
        </p:nvSpPr>
        <p:spPr/>
        <p:txBody>
          <a:bodyPr/>
          <a:lstStyle/>
          <a:p>
            <a:fld id="{4165D906-55BD-49C5-997D-27A40DB53D15}" type="slidenum">
              <a:rPr lang="en-US">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533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Kopfzeilenplatzhalter 3"/>
          <p:cNvSpPr>
            <a:spLocks noGrp="1"/>
          </p:cNvSpPr>
          <p:nvPr>
            <p:ph type="hdr" sz="quarter"/>
          </p:nvPr>
        </p:nvSpPr>
        <p:spPr/>
        <p:txBody>
          <a:bodyPr/>
          <a:lstStyle/>
          <a:p>
            <a:endParaRPr lang="en-US" sz="100" dirty="0"/>
          </a:p>
        </p:txBody>
      </p:sp>
      <p:sp>
        <p:nvSpPr>
          <p:cNvPr id="5" name="Fußzeilenplatzhalt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umsplatzhalter 5"/>
          <p:cNvSpPr>
            <a:spLocks noGrp="1"/>
          </p:cNvSpPr>
          <p:nvPr>
            <p:ph type="dt" idx="1"/>
          </p:nvPr>
        </p:nvSpPr>
        <p:spPr/>
        <p:txBody>
          <a:bodyPr/>
          <a:lstStyle/>
          <a:p>
            <a:fld id="{28D9F6AA-415E-4642-B51B-EE6CB2636BB3}" type="datetime1">
              <a:rPr lang="de-DE" smtClean="0"/>
              <a:t>12.10.2026</a:t>
            </a:fld>
            <a:endParaRPr lang="en-US" dirty="0"/>
          </a:p>
        </p:txBody>
      </p:sp>
      <p:sp>
        <p:nvSpPr>
          <p:cNvPr id="7" name="Foliennummernplatzhalter 6"/>
          <p:cNvSpPr>
            <a:spLocks noGrp="1"/>
          </p:cNvSpPr>
          <p:nvPr>
            <p:ph type="sldNum" sz="quarter" idx="5"/>
          </p:nvPr>
        </p:nvSpPr>
        <p:spPr/>
        <p:txBody>
          <a:bodyPr/>
          <a:lstStyle/>
          <a:p>
            <a:fld id="{4165D906-55BD-49C5-997D-27A40DB53D15}" type="slidenum">
              <a:rPr lang="en-US">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3053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2024. All rights reserved. restricted</a:t>
            </a:r>
            <a:endPar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356E8CA-31FB-4750-A9FA-1629D2850204}"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10/12/2026</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2849629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2150-BDB5-45D4-B0EE-0B7DB131E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CE8F3-79A6-5D9D-C670-B51C7C775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DD0DB-1892-8864-50D2-F76302D0019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AF82F46-DC5F-2DFC-8F4B-CB42269018E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2F0C47EB-9A7F-549A-9C00-03C097CFB18A}"/>
              </a:ext>
            </a:extLst>
          </p:cNvPr>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2024. All rights reserved. restricted</a:t>
            </a:r>
            <a:endParaRPr lang="en-US" b="1" dirty="0">
              <a:solidFill>
                <a:srgbClr val="E30034"/>
              </a:solidFill>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E7F333CD-E458-B407-DE67-47D318626F2D}"/>
              </a:ext>
            </a:extLst>
          </p:cNvPr>
          <p:cNvSpPr>
            <a:spLocks noGrp="1"/>
          </p:cNvSpPr>
          <p:nvPr>
            <p:ph type="dt" idx="1"/>
          </p:nvPr>
        </p:nvSpPr>
        <p:spPr/>
        <p:txBody>
          <a:bodyPr/>
          <a:lstStyle/>
          <a:p>
            <a:fld id="{968A260F-94BE-4FED-B695-9176FAD1E672}" type="datetime1">
              <a:rPr lang="en-US" smtClean="0"/>
              <a:t>10/12/2026</a:t>
            </a:fld>
            <a:endParaRPr lang="en-US" dirty="0"/>
          </a:p>
        </p:txBody>
      </p:sp>
      <p:sp>
        <p:nvSpPr>
          <p:cNvPr id="7" name="Slide Number Placeholder 6">
            <a:extLst>
              <a:ext uri="{FF2B5EF4-FFF2-40B4-BE49-F238E27FC236}">
                <a16:creationId xmlns:a16="http://schemas.microsoft.com/office/drawing/2014/main" id="{16A6702B-6585-3FC0-F320-6A7A65228D99}"/>
              </a:ext>
            </a:extLst>
          </p:cNvPr>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41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B84F-0419-3431-A3D3-C19F4FEB7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BB206-AFD4-A845-53F8-02270DDE3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80B23-A96D-7AE4-5563-21F83BF3B164}"/>
              </a:ext>
            </a:extLst>
          </p:cNvPr>
          <p:cNvSpPr>
            <a:spLocks noGrp="1"/>
          </p:cNvSpPr>
          <p:nvPr>
            <p:ph type="body" idx="1"/>
          </p:nvPr>
        </p:nvSpPr>
        <p:spPr/>
        <p:txBody>
          <a:bodyPr/>
          <a:lstStyle/>
          <a:p>
            <a:endParaRPr lang="de-DE" dirty="0"/>
          </a:p>
        </p:txBody>
      </p:sp>
      <p:sp>
        <p:nvSpPr>
          <p:cNvPr id="4" name="Header Placeholder 3">
            <a:extLst>
              <a:ext uri="{FF2B5EF4-FFF2-40B4-BE49-F238E27FC236}">
                <a16:creationId xmlns:a16="http://schemas.microsoft.com/office/drawing/2014/main" id="{21DF8728-6220-5DC2-C473-72744EB7A6F7}"/>
              </a:ext>
            </a:extLst>
          </p:cNvPr>
          <p:cNvSpPr>
            <a:spLocks noGrp="1"/>
          </p:cNvSpPr>
          <p:nvPr>
            <p:ph type="hdr" sz="quarter"/>
          </p:nvPr>
        </p:nvSpPr>
        <p:spPr/>
        <p:txBody>
          <a:bodyPr/>
          <a:lstStyle/>
          <a:p>
            <a:endParaRPr lang="en-US" sz="100" dirty="0"/>
          </a:p>
        </p:txBody>
      </p:sp>
      <p:sp>
        <p:nvSpPr>
          <p:cNvPr id="5" name="Footer Placeholder 4">
            <a:extLst>
              <a:ext uri="{FF2B5EF4-FFF2-40B4-BE49-F238E27FC236}">
                <a16:creationId xmlns:a16="http://schemas.microsoft.com/office/drawing/2014/main" id="{E7DEE976-7479-43EF-1C73-42E579493FBA}"/>
              </a:ext>
            </a:extLst>
          </p:cNvPr>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10D3E6D7-CB62-ECE2-E148-D1B56B6A52B6}"/>
              </a:ext>
            </a:extLst>
          </p:cNvPr>
          <p:cNvSpPr>
            <a:spLocks noGrp="1"/>
          </p:cNvSpPr>
          <p:nvPr>
            <p:ph type="dt" idx="1"/>
          </p:nvPr>
        </p:nvSpPr>
        <p:spPr/>
        <p:txBody>
          <a:bodyPr/>
          <a:lstStyle/>
          <a:p>
            <a:r>
              <a:rPr lang="en-US"/>
              <a:t>2020-09-28</a:t>
            </a:r>
          </a:p>
          <a:p>
            <a:endParaRPr lang="en-US" dirty="0"/>
          </a:p>
        </p:txBody>
      </p:sp>
      <p:sp>
        <p:nvSpPr>
          <p:cNvPr id="7" name="Slide Number Placeholder 6">
            <a:extLst>
              <a:ext uri="{FF2B5EF4-FFF2-40B4-BE49-F238E27FC236}">
                <a16:creationId xmlns:a16="http://schemas.microsoft.com/office/drawing/2014/main" id="{2B02D448-DA1C-D6BC-FB86-82456F991111}"/>
              </a:ext>
            </a:extLst>
          </p:cNvPr>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7915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627063" y="952500"/>
            <a:ext cx="7762876" cy="4367213"/>
          </a:xfrm>
        </p:spPr>
      </p:sp>
      <mc:AlternateContent xmlns:mc="http://schemas.openxmlformats.org/markup-compatibility/2006" xmlns:a14="http://schemas.microsoft.com/office/drawing/2010/main">
        <mc:Choice Requires="a14">
          <p:sp>
            <p:nvSpPr>
              <p:cNvPr id="3" name="IFXSHAPE"/>
              <p:cNvSpPr>
                <a:spLocks noGrp="1"/>
              </p:cNvSpPr>
              <p:nvPr>
                <p:ph type="body" idx="1"/>
              </p:nvPr>
            </p:nvSpPr>
            <p:spPr/>
            <p:txBody>
              <a:bodyPr/>
              <a:lstStyle/>
              <a:p>
                <a:pPr fontAlgn="t"/>
                <a:r>
                  <a:rPr lang="de-DE" sz="1200" b="0" i="0" kern="1200" dirty="0">
                    <a:solidFill>
                      <a:schemeClr val="tx1"/>
                    </a:solidFill>
                    <a:effectLst/>
                    <a:latin typeface="Arial" panose="020B0604020202020204" pitchFamily="34" charset="0"/>
                    <a:ea typeface="+mn-ea"/>
                    <a:cs typeface="Arial" panose="020B0604020202020204" pitchFamily="34" charset="0"/>
                  </a:rPr>
                  <a:t>When you increase </a:t>
                </a:r>
                <a:r>
                  <a:rPr lang="de-DE" sz="1200" b="1" i="0" kern="1200" dirty="0">
                    <a:solidFill>
                      <a:schemeClr val="tx1"/>
                    </a:solidFill>
                    <a:effectLst/>
                    <a:latin typeface="Arial" panose="020B0604020202020204" pitchFamily="34" charset="0"/>
                    <a:ea typeface="+mn-ea"/>
                    <a:cs typeface="Arial" panose="020B0604020202020204" pitchFamily="34" charset="0"/>
                  </a:rPr>
                  <a:t>Fsw from 10 kHz to 20 kHz to 100 kHz</a:t>
                </a:r>
                <a:r>
                  <a:rPr lang="de-DE" sz="1200" b="0" i="0" kern="1200" dirty="0">
                    <a:solidFill>
                      <a:schemeClr val="tx1"/>
                    </a:solidFill>
                    <a:effectLst/>
                    <a:latin typeface="Arial" panose="020B0604020202020204" pitchFamily="34" charset="0"/>
                    <a:ea typeface="+mn-ea"/>
                    <a:cs typeface="Arial" panose="020B0604020202020204" pitchFamily="34" charset="0"/>
                  </a:rPr>
                  <a:t>:</a:t>
                </a:r>
              </a:p>
              <a:p>
                <a:pPr marL="0" indent="0" fontAlgn="t">
                  <a:buFont typeface="Arial" panose="020B0604020202020204" pitchFamily="34" charset="0"/>
                  <a:buNone/>
                </a:pPr>
                <a:r>
                  <a:rPr lang="de-DE" sz="1200" b="0" i="0" kern="1200" dirty="0">
                    <a:solidFill>
                      <a:schemeClr val="tx1"/>
                    </a:solidFill>
                    <a:effectLst/>
                    <a:latin typeface="Arial" panose="020B0604020202020204" pitchFamily="34" charset="0"/>
                    <a:ea typeface="+mn-ea"/>
                    <a:cs typeface="Arial" panose="020B0604020202020204" pitchFamily="34" charset="0"/>
                  </a:rPr>
                  <a:t>- Current ripple decreases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-Torque ripple decreases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-Acoustic noise decreases</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But</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 MOSFET switching losses increase linearly with Fsw</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 Stator eddy-current losses increase due to PWM harmonics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 Overall efficiency can start to drop so optimum switching freq is needed </a:t>
                </a:r>
              </a:p>
              <a:p>
                <a:pPr lvl="0" fontAlgn="t"/>
                <a:r>
                  <a:rPr lang="de-DE" sz="1200" b="1" i="0" kern="1200" dirty="0">
                    <a:solidFill>
                      <a:schemeClr val="tx1"/>
                    </a:solidFill>
                    <a:effectLst/>
                    <a:latin typeface="Arial" panose="020B0604020202020204" pitchFamily="34" charset="0"/>
                    <a:ea typeface="+mn-ea"/>
                    <a:cs typeface="Arial" panose="020B0604020202020204" pitchFamily="34" charset="0"/>
                  </a:rPr>
                  <a:t>Low frequency losses</a:t>
                </a:r>
                <a:r>
                  <a:rPr lang="de-DE" sz="1200" b="0" i="0" kern="1200" dirty="0">
                    <a:solidFill>
                      <a:schemeClr val="tx1"/>
                    </a:solidFill>
                    <a:effectLst/>
                    <a:latin typeface="Arial" panose="020B0604020202020204" pitchFamily="34" charset="0"/>
                    <a:ea typeface="+mn-ea"/>
                    <a:cs typeface="Arial" panose="020B0604020202020204" pitchFamily="34" charset="0"/>
                  </a:rPr>
                  <a:t> → mainly hysteresis-related.</a:t>
                </a:r>
              </a:p>
              <a:p>
                <a:pPr lvl="0" fontAlgn="t"/>
                <a:r>
                  <a:rPr lang="de-DE" sz="1200" b="1" i="0" kern="1200" dirty="0">
                    <a:solidFill>
                      <a:schemeClr val="tx1"/>
                    </a:solidFill>
                    <a:effectLst/>
                    <a:latin typeface="Arial" panose="020B0604020202020204" pitchFamily="34" charset="0"/>
                    <a:ea typeface="+mn-ea"/>
                    <a:cs typeface="Arial" panose="020B0604020202020204" pitchFamily="34" charset="0"/>
                  </a:rPr>
                  <a:t>High frequency PWM harmonics</a:t>
                </a:r>
                <a:r>
                  <a:rPr lang="de-DE" sz="1200" b="0" i="0" kern="1200" dirty="0">
                    <a:solidFill>
                      <a:schemeClr val="tx1"/>
                    </a:solidFill>
                    <a:effectLst/>
                    <a:latin typeface="Arial" panose="020B0604020202020204" pitchFamily="34" charset="0"/>
                    <a:ea typeface="+mn-ea"/>
                    <a:cs typeface="Arial" panose="020B0604020202020204" pitchFamily="34" charset="0"/>
                  </a:rPr>
                  <a:t> → mainly eddy-current-related.</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Because </a:t>
                </a:r>
                <a:r>
                  <a:rPr lang="de-DE" sz="1200" b="1" i="0" kern="1200" dirty="0">
                    <a:solidFill>
                      <a:schemeClr val="tx1"/>
                    </a:solidFill>
                    <a:effectLst/>
                    <a:latin typeface="Arial" panose="020B0604020202020204" pitchFamily="34" charset="0"/>
                    <a:ea typeface="+mn-ea"/>
                    <a:cs typeface="Arial" panose="020B0604020202020204" pitchFamily="34" charset="0"/>
                  </a:rPr>
                  <a:t>eddy current loss varies with </a:t>
                </a:r>
                <a14:m>
                  <m:oMath xmlns:m="http://schemas.openxmlformats.org/officeDocument/2006/math">
                    <m:sSup>
                      <m:sSupPr>
                        <m:ctrlPr>
                          <a:rPr lang="de-DE" sz="1200" i="1" kern="1200">
                            <a:solidFill>
                              <a:schemeClr val="tx1"/>
                            </a:solidFill>
                            <a:latin typeface="Cambria Math" panose="02040503050406030204" pitchFamily="18" charset="0"/>
                            <a:ea typeface="+mn-ea"/>
                            <a:cs typeface="Arial" panose="020B0604020202020204" pitchFamily="34" charset="0"/>
                          </a:rPr>
                        </m:ctrlPr>
                      </m:sSupPr>
                      <m:e>
                        <m:r>
                          <a:rPr lang="de-DE" sz="1200" i="1" kern="1200">
                            <a:solidFill>
                              <a:schemeClr val="tx1"/>
                            </a:solidFill>
                            <a:latin typeface="Cambria Math" panose="02040503050406030204" pitchFamily="18" charset="0"/>
                            <a:ea typeface="+mn-ea"/>
                            <a:cs typeface="Arial" panose="020B0604020202020204" pitchFamily="34" charset="0"/>
                          </a:rPr>
                          <m:t>𝑓</m:t>
                        </m:r>
                      </m:e>
                      <m:sup>
                        <m:r>
                          <a:rPr lang="de-DE" sz="1200" i="0" kern="1200">
                            <a:solidFill>
                              <a:schemeClr val="tx1"/>
                            </a:solidFill>
                            <a:latin typeface="Cambria Math" panose="02040503050406030204" pitchFamily="18" charset="0"/>
                            <a:ea typeface="+mn-ea"/>
                            <a:cs typeface="Arial" panose="020B0604020202020204" pitchFamily="34" charset="0"/>
                          </a:rPr>
                          <m:t>2</m:t>
                        </m:r>
                      </m:sup>
                    </m:sSup>
                  </m:oMath>
                </a14:m>
                <a:r>
                  <a:rPr lang="de-DE" sz="1200" b="0" i="0" kern="1200" dirty="0">
                    <a:solidFill>
                      <a:schemeClr val="tx1"/>
                    </a:solidFill>
                    <a:effectLst/>
                    <a:latin typeface="Arial" panose="020B0604020202020204" pitchFamily="34" charset="0"/>
                    <a:ea typeface="+mn-ea"/>
                    <a:cs typeface="Arial" panose="020B0604020202020204" pitchFamily="34" charset="0"/>
                  </a:rPr>
                  <a:t>, increasing </a:t>
                </a:r>
                <a:r>
                  <a:rPr lang="de-DE" sz="1200" b="1" i="0" kern="1200" dirty="0">
                    <a:solidFill>
                      <a:schemeClr val="tx1"/>
                    </a:solidFill>
                    <a:effectLst/>
                    <a:latin typeface="Arial" panose="020B0604020202020204" pitchFamily="34" charset="0"/>
                    <a:ea typeface="+mn-ea"/>
                    <a:cs typeface="Arial" panose="020B0604020202020204" pitchFamily="34" charset="0"/>
                  </a:rPr>
                  <a:t>Fsw</a:t>
                </a:r>
                <a:r>
                  <a:rPr lang="de-DE" sz="1200" b="0" i="0" kern="1200" dirty="0">
                    <a:solidFill>
                      <a:schemeClr val="tx1"/>
                    </a:solidFill>
                    <a:effectLst/>
                    <a:latin typeface="Arial" panose="020B0604020202020204" pitchFamily="34" charset="0"/>
                    <a:ea typeface="+mn-ea"/>
                    <a:cs typeface="Arial" panose="020B0604020202020204" pitchFamily="34" charset="0"/>
                  </a:rPr>
                  <a:t> can make eddy-current losses become the dominant iron loss mechanism in a PMSM stator.</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By using thin laminations:</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current paths become smaller</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eddy currents reduce</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high-frequency losses reduce</a:t>
                </a:r>
              </a:p>
              <a:p>
                <a:pPr lvl="0" fontAlgn="t"/>
                <a:endParaRPr lang="de-DE" sz="1200" b="0" i="0" kern="1200" dirty="0">
                  <a:solidFill>
                    <a:schemeClr val="tx1"/>
                  </a:solidFill>
                  <a:effectLst/>
                  <a:latin typeface="Arial" panose="020B0604020202020204" pitchFamily="34" charset="0"/>
                  <a:ea typeface="+mn-ea"/>
                  <a:cs typeface="Arial" panose="020B0604020202020204" pitchFamily="34" charset="0"/>
                </a:endParaRPr>
              </a:p>
              <a:p>
                <a:endParaRPr lang="de-DE" dirty="0"/>
              </a:p>
            </p:txBody>
          </p:sp>
        </mc:Choice>
        <mc:Fallback xmlns="">
          <p:sp>
            <p:nvSpPr>
              <p:cNvPr id="3" name="IFXSHAPE"/>
              <p:cNvSpPr>
                <a:spLocks noGrp="1"/>
              </p:cNvSpPr>
              <p:nvPr>
                <p:ph type="body" idx="1"/>
              </p:nvPr>
            </p:nvSpPr>
            <p:spPr/>
            <p:txBody>
              <a:bodyPr/>
              <a:lstStyle/>
              <a:p>
                <a:pPr fontAlgn="t"/>
                <a:r>
                  <a:rPr lang="de-DE" sz="1200" b="0" i="0" kern="1200" dirty="0">
                    <a:solidFill>
                      <a:schemeClr val="tx1"/>
                    </a:solidFill>
                    <a:effectLst/>
                    <a:latin typeface="Arial" panose="020B0604020202020204" pitchFamily="34" charset="0"/>
                    <a:ea typeface="+mn-ea"/>
                    <a:cs typeface="Arial" panose="020B0604020202020204" pitchFamily="34" charset="0"/>
                  </a:rPr>
                  <a:t>When you increase </a:t>
                </a:r>
                <a:r>
                  <a:rPr lang="de-DE" sz="1200" b="1" i="0" kern="1200" dirty="0">
                    <a:solidFill>
                      <a:schemeClr val="tx1"/>
                    </a:solidFill>
                    <a:effectLst/>
                    <a:latin typeface="Arial" panose="020B0604020202020204" pitchFamily="34" charset="0"/>
                    <a:ea typeface="+mn-ea"/>
                    <a:cs typeface="Arial" panose="020B0604020202020204" pitchFamily="34" charset="0"/>
                  </a:rPr>
                  <a:t>Fsw from 10 kHz to 20 kHz to 100 kHz</a:t>
                </a:r>
                <a:r>
                  <a:rPr lang="de-DE" sz="1200" b="0" i="0" kern="1200" dirty="0">
                    <a:solidFill>
                      <a:schemeClr val="tx1"/>
                    </a:solidFill>
                    <a:effectLst/>
                    <a:latin typeface="Arial" panose="020B0604020202020204" pitchFamily="34" charset="0"/>
                    <a:ea typeface="+mn-ea"/>
                    <a:cs typeface="Arial" panose="020B0604020202020204" pitchFamily="34" charset="0"/>
                  </a:rPr>
                  <a:t>:</a:t>
                </a:r>
              </a:p>
              <a:p>
                <a:pPr marL="0" indent="0" fontAlgn="t">
                  <a:buFont typeface="Arial" panose="020B0604020202020204" pitchFamily="34" charset="0"/>
                  <a:buNone/>
                </a:pPr>
                <a:r>
                  <a:rPr lang="de-DE" sz="1200" b="0" i="0" kern="1200" dirty="0">
                    <a:solidFill>
                      <a:schemeClr val="tx1"/>
                    </a:solidFill>
                    <a:effectLst/>
                    <a:latin typeface="Arial" panose="020B0604020202020204" pitchFamily="34" charset="0"/>
                    <a:ea typeface="+mn-ea"/>
                    <a:cs typeface="Arial" panose="020B0604020202020204" pitchFamily="34" charset="0"/>
                  </a:rPr>
                  <a:t>- Current ripple decreases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-Torque ripple decreases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-Acoustic noise decreases</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But</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 MOSFET switching losses increase linearly with Fsw</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 Stator eddy-current losses increase due to PWM harmonics</a:t>
                </a:r>
                <a:br>
                  <a:rPr lang="de-DE" sz="1200" b="0" i="0" kern="1200" dirty="0">
                    <a:solidFill>
                      <a:schemeClr val="tx1"/>
                    </a:solidFill>
                    <a:effectLst/>
                    <a:latin typeface="Arial" panose="020B0604020202020204" pitchFamily="34" charset="0"/>
                    <a:ea typeface="+mn-ea"/>
                    <a:cs typeface="Arial" panose="020B0604020202020204" pitchFamily="34" charset="0"/>
                  </a:rPr>
                </a:br>
                <a:r>
                  <a:rPr lang="de-DE" sz="1200" b="0" i="0" kern="1200" dirty="0">
                    <a:solidFill>
                      <a:schemeClr val="tx1"/>
                    </a:solidFill>
                    <a:effectLst/>
                    <a:latin typeface="Arial" panose="020B0604020202020204" pitchFamily="34" charset="0"/>
                    <a:ea typeface="+mn-ea"/>
                    <a:cs typeface="Arial" panose="020B0604020202020204" pitchFamily="34" charset="0"/>
                  </a:rPr>
                  <a:t>❌ Overall efficiency can start to drop so optimum switching freq is needed </a:t>
                </a:r>
              </a:p>
              <a:p>
                <a:pPr lvl="0" fontAlgn="t"/>
                <a:r>
                  <a:rPr lang="de-DE" sz="1200" b="1" i="0" kern="1200" dirty="0">
                    <a:solidFill>
                      <a:schemeClr val="tx1"/>
                    </a:solidFill>
                    <a:effectLst/>
                    <a:latin typeface="Arial" panose="020B0604020202020204" pitchFamily="34" charset="0"/>
                    <a:ea typeface="+mn-ea"/>
                    <a:cs typeface="Arial" panose="020B0604020202020204" pitchFamily="34" charset="0"/>
                  </a:rPr>
                  <a:t>Low frequency losses</a:t>
                </a:r>
                <a:r>
                  <a:rPr lang="de-DE" sz="1200" b="0" i="0" kern="1200" dirty="0">
                    <a:solidFill>
                      <a:schemeClr val="tx1"/>
                    </a:solidFill>
                    <a:effectLst/>
                    <a:latin typeface="Arial" panose="020B0604020202020204" pitchFamily="34" charset="0"/>
                    <a:ea typeface="+mn-ea"/>
                    <a:cs typeface="Arial" panose="020B0604020202020204" pitchFamily="34" charset="0"/>
                  </a:rPr>
                  <a:t> → mainly hysteresis-related.</a:t>
                </a:r>
              </a:p>
              <a:p>
                <a:pPr lvl="0" fontAlgn="t"/>
                <a:r>
                  <a:rPr lang="de-DE" sz="1200" b="1" i="0" kern="1200" dirty="0">
                    <a:solidFill>
                      <a:schemeClr val="tx1"/>
                    </a:solidFill>
                    <a:effectLst/>
                    <a:latin typeface="Arial" panose="020B0604020202020204" pitchFamily="34" charset="0"/>
                    <a:ea typeface="+mn-ea"/>
                    <a:cs typeface="Arial" panose="020B0604020202020204" pitchFamily="34" charset="0"/>
                  </a:rPr>
                  <a:t>High frequency PWM harmonics</a:t>
                </a:r>
                <a:r>
                  <a:rPr lang="de-DE" sz="1200" b="0" i="0" kern="1200" dirty="0">
                    <a:solidFill>
                      <a:schemeClr val="tx1"/>
                    </a:solidFill>
                    <a:effectLst/>
                    <a:latin typeface="Arial" panose="020B0604020202020204" pitchFamily="34" charset="0"/>
                    <a:ea typeface="+mn-ea"/>
                    <a:cs typeface="Arial" panose="020B0604020202020204" pitchFamily="34" charset="0"/>
                  </a:rPr>
                  <a:t> → mainly eddy-current-related.</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Because </a:t>
                </a:r>
                <a:r>
                  <a:rPr lang="de-DE" sz="1200" b="1" i="0" kern="1200" dirty="0">
                    <a:solidFill>
                      <a:schemeClr val="tx1"/>
                    </a:solidFill>
                    <a:effectLst/>
                    <a:latin typeface="Arial" panose="020B0604020202020204" pitchFamily="34" charset="0"/>
                    <a:ea typeface="+mn-ea"/>
                    <a:cs typeface="Arial" panose="020B0604020202020204" pitchFamily="34" charset="0"/>
                  </a:rPr>
                  <a:t>eddy current loss varies with </a:t>
                </a:r>
                <a:r>
                  <a:rPr lang="de-DE" sz="1200" i="0" kern="1200">
                    <a:solidFill>
                      <a:schemeClr val="tx1"/>
                    </a:solidFill>
                    <a:latin typeface="Cambria Math" panose="02040503050406030204" pitchFamily="18" charset="0"/>
                    <a:ea typeface="+mn-ea"/>
                    <a:cs typeface="Arial" panose="020B0604020202020204" pitchFamily="34" charset="0"/>
                  </a:rPr>
                  <a:t>𝑓^2</a:t>
                </a:r>
                <a:r>
                  <a:rPr lang="de-DE" sz="1200" b="0" i="0" kern="1200" dirty="0">
                    <a:solidFill>
                      <a:schemeClr val="tx1"/>
                    </a:solidFill>
                    <a:effectLst/>
                    <a:latin typeface="Arial" panose="020B0604020202020204" pitchFamily="34" charset="0"/>
                    <a:ea typeface="+mn-ea"/>
                    <a:cs typeface="Arial" panose="020B0604020202020204" pitchFamily="34" charset="0"/>
                  </a:rPr>
                  <a:t>, increasing </a:t>
                </a:r>
                <a:r>
                  <a:rPr lang="de-DE" sz="1200" b="1" i="0" kern="1200" dirty="0">
                    <a:solidFill>
                      <a:schemeClr val="tx1"/>
                    </a:solidFill>
                    <a:effectLst/>
                    <a:latin typeface="Arial" panose="020B0604020202020204" pitchFamily="34" charset="0"/>
                    <a:ea typeface="+mn-ea"/>
                    <a:cs typeface="Arial" panose="020B0604020202020204" pitchFamily="34" charset="0"/>
                  </a:rPr>
                  <a:t>Fsw</a:t>
                </a:r>
                <a:r>
                  <a:rPr lang="de-DE" sz="1200" b="0" i="0" kern="1200" dirty="0">
                    <a:solidFill>
                      <a:schemeClr val="tx1"/>
                    </a:solidFill>
                    <a:effectLst/>
                    <a:latin typeface="Arial" panose="020B0604020202020204" pitchFamily="34" charset="0"/>
                    <a:ea typeface="+mn-ea"/>
                    <a:cs typeface="Arial" panose="020B0604020202020204" pitchFamily="34" charset="0"/>
                  </a:rPr>
                  <a:t> can make eddy-current losses become the dominant iron loss mechanism in a PMSM stator.</a:t>
                </a:r>
              </a:p>
              <a:p>
                <a:pPr fontAlgn="t"/>
                <a:r>
                  <a:rPr lang="de-DE" sz="1200" b="0" i="0" kern="1200" dirty="0">
                    <a:solidFill>
                      <a:schemeClr val="tx1"/>
                    </a:solidFill>
                    <a:effectLst/>
                    <a:latin typeface="Arial" panose="020B0604020202020204" pitchFamily="34" charset="0"/>
                    <a:ea typeface="+mn-ea"/>
                    <a:cs typeface="Arial" panose="020B0604020202020204" pitchFamily="34" charset="0"/>
                  </a:rPr>
                  <a:t>By using thin laminations:</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current paths become smaller</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eddy currents reduce</a:t>
                </a:r>
              </a:p>
              <a:p>
                <a:pPr lvl="0" fontAlgn="t"/>
                <a:r>
                  <a:rPr lang="de-DE" sz="1200" b="0" i="0" kern="1200" dirty="0">
                    <a:solidFill>
                      <a:schemeClr val="tx1"/>
                    </a:solidFill>
                    <a:effectLst/>
                    <a:latin typeface="Arial" panose="020B0604020202020204" pitchFamily="34" charset="0"/>
                    <a:ea typeface="+mn-ea"/>
                    <a:cs typeface="Arial" panose="020B0604020202020204" pitchFamily="34" charset="0"/>
                  </a:rPr>
                  <a:t>high-frequency losses reduce</a:t>
                </a:r>
              </a:p>
              <a:p>
                <a:pPr lvl="0" fontAlgn="t"/>
                <a:endParaRPr lang="de-DE" sz="1200" b="0" i="0" kern="1200" dirty="0">
                  <a:solidFill>
                    <a:schemeClr val="tx1"/>
                  </a:solidFill>
                  <a:effectLst/>
                  <a:latin typeface="Arial" panose="020B0604020202020204" pitchFamily="34" charset="0"/>
                  <a:ea typeface="+mn-ea"/>
                  <a:cs typeface="Arial" panose="020B0604020202020204" pitchFamily="34" charset="0"/>
                </a:endParaRPr>
              </a:p>
              <a:p>
                <a:endParaRPr lang="de-DE" dirty="0"/>
              </a:p>
            </p:txBody>
          </p:sp>
        </mc:Fallback>
      </mc:AlternateContent>
      <p:sp>
        <p:nvSpPr>
          <p:cNvPr id="4" name="IFXSHAPE"/>
          <p:cNvSpPr>
            <a:spLocks noGrp="1"/>
          </p:cNvSpPr>
          <p:nvPr>
            <p:ph type="hdr" sz="quarter" idx="10"/>
          </p:nvPr>
        </p:nvSpPr>
        <p:spPr/>
        <p:txBody>
          <a:bodyPr/>
          <a:lstStyle/>
          <a:p>
            <a:pPr>
              <a:defRPr/>
            </a:pPr>
            <a:endParaRPr lang="en-US" sz="1100" dirty="0">
              <a:solidFill>
                <a:srgbClr val="00214A"/>
              </a:solidFill>
              <a:latin typeface="Verdana" pitchFamily="34" charset="0"/>
            </a:endParaRPr>
          </a:p>
        </p:txBody>
      </p:sp>
      <p:sp>
        <p:nvSpPr>
          <p:cNvPr id="5" name="IFXSHAPE"/>
          <p:cNvSpPr>
            <a:spLocks noGrp="1"/>
          </p:cNvSpPr>
          <p:nvPr>
            <p:ph type="ftr" sz="quarter" idx="11"/>
          </p:nvPr>
        </p:nvSpPr>
        <p:spPr/>
        <p:txBody>
          <a:bodyPr/>
          <a:lstStyle/>
          <a:p>
            <a:pPr defTabSz="829898">
              <a:defRPr/>
            </a:pPr>
            <a:r>
              <a:rPr lang="en-US" sz="800" dirty="0">
                <a:solidFill>
                  <a:srgbClr val="000000"/>
                </a:solidFill>
              </a:rPr>
              <a:t>Copyright © Infineon Technologies AG 2021. All rights reserved.</a:t>
            </a:r>
          </a:p>
          <a:p>
            <a:pPr defTabSz="829898">
              <a:defRPr/>
            </a:pPr>
            <a:r>
              <a:rPr lang="en-US" sz="800" b="1" dirty="0">
                <a:solidFill>
                  <a:srgbClr val="E30034"/>
                </a:solidFill>
              </a:rPr>
              <a:t>confidential</a:t>
            </a:r>
          </a:p>
        </p:txBody>
      </p:sp>
      <p:sp>
        <p:nvSpPr>
          <p:cNvPr id="6" name="IFXSHAPE"/>
          <p:cNvSpPr>
            <a:spLocks noGrp="1"/>
          </p:cNvSpPr>
          <p:nvPr>
            <p:ph type="dt" idx="12"/>
          </p:nvPr>
        </p:nvSpPr>
        <p:spPr/>
        <p:txBody>
          <a:bodyPr/>
          <a:lstStyle/>
          <a:p>
            <a:pPr defTabSz="829898">
              <a:defRPr/>
            </a:pPr>
            <a:r>
              <a:rPr lang="en-US" sz="800" dirty="0">
                <a:solidFill>
                  <a:srgbClr val="000000"/>
                </a:solidFill>
                <a:latin typeface="Verdana" pitchFamily="34" charset="0"/>
              </a:rPr>
              <a:t>2021-02-03</a:t>
            </a:r>
          </a:p>
          <a:p>
            <a:pPr defTabSz="829898">
              <a:defRPr/>
            </a:pPr>
            <a:endParaRPr lang="en-US" sz="800" dirty="0">
              <a:solidFill>
                <a:srgbClr val="000000"/>
              </a:solidFill>
              <a:latin typeface="Verdana" pitchFamily="34" charset="0"/>
            </a:endParaRPr>
          </a:p>
        </p:txBody>
      </p:sp>
      <p:sp>
        <p:nvSpPr>
          <p:cNvPr id="7" name="IFXSHAPE"/>
          <p:cNvSpPr>
            <a:spLocks noGrp="1"/>
          </p:cNvSpPr>
          <p:nvPr>
            <p:ph type="sldNum" sz="quarter" idx="13"/>
          </p:nvPr>
        </p:nvSpPr>
        <p:spPr/>
        <p:txBody>
          <a:bodyPr/>
          <a:lstStyle/>
          <a:p>
            <a:pPr defTabSz="829898">
              <a:defRPr/>
            </a:pPr>
            <a:fld id="{769B9657-EC61-4382-88ED-46FE1DA4F841}" type="slidenum">
              <a:rPr lang="en-US">
                <a:solidFill>
                  <a:srgbClr val="000000"/>
                </a:solidFill>
              </a:rPr>
              <a:pPr defTabSz="829898">
                <a:defRPr/>
              </a:pPr>
              <a:t>14</a:t>
            </a:fld>
            <a:endParaRPr lang="en-US" dirty="0">
              <a:solidFill>
                <a:srgbClr val="000000"/>
              </a:solidFill>
            </a:endParaRPr>
          </a:p>
          <a:p>
            <a:pPr defTabSz="829898">
              <a:defRPr/>
            </a:pPr>
            <a:endParaRPr lang="en-US" dirty="0">
              <a:solidFill>
                <a:srgbClr val="000000"/>
              </a:solidFill>
            </a:endParaRPr>
          </a:p>
        </p:txBody>
      </p:sp>
    </p:spTree>
    <p:extLst>
      <p:ext uri="{BB962C8B-B14F-4D97-AF65-F5344CB8AC3E}">
        <p14:creationId xmlns:p14="http://schemas.microsoft.com/office/powerpoint/2010/main" val="94691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One-minute summary. Left: BOY2P is an evolution of BOY2 (same architecture, more of everything plus new peripherals). Middle: BOY2P is NOT a BOY4 - there is no PPCA. Customers who needed the 25-Msps ADC array / EPU / CLB for very high-frequency digital power loops stay on BOY4. Right: the common platform means drivers, TrustZone setup, TCPWM/MOTIF/CORDIC IP and tools carry over.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anchor: BOY2P doubles memory, comparators and 32-bit HRPWM versus BOY2 and adds two DACs; BOY4 remains the throughput leader (4 ADCs at 25 Msps). Values from datasheet page 1 / detailed features of each device.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FAE watch-out #1: the headline features (USB, 3P3Z, 9 CSG, CORDIC, MOTIF, PSA L3) are NOT on every OPN. Always select the part number against the matrix before promising a feature. The workbook's 'peripheral inventory' treats these as device-level counts; the ordering table shows they are variant-dependent.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picture left to right. Memory (1-3), then security column (4-6: SVGS, AES, CryptoLite), then the new communication blocks (7-8: USB, I3C), real-time control (9) and the HPPASS (10-14). 15: only one DPLL. 16: GPIO. Unchanged blocks (ROM, IPC, SCB count, CAN FD, CORDIC, LPComp, debug) are intentionally unmarked.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BOY2P picture, this time scored against BOY4. Memory, AES and SVGS are identical. HPPASS differs fundamentally: BOY4 does this inside the PPCA. BOY2P-only items: USB, I3C, OpAmps, Smart I/O.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Packages: the workbook says 'Smallest package E-LQFP-64 is BOY2P-unique' - factual but it is a drop of small-package options; call this out as a migration limitation for cost-sensitive BOY2 designs.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migration as a pull (more memory and analog) with four planning items: package, ADC timing, clocking, and variant selection.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Selection guide: BOY2P sits between BOY2 and BOY4. Position it as the integration step-up from BOY2 (analog + connectivity + security) rather than a BOY4 replacement.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these as a Q&amp;A cheat-sheet. Each answer corresponds to a verified statement in this deck.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454025" y="1012825"/>
            <a:ext cx="6191250" cy="3482975"/>
          </a:xfrm>
        </p:spPr>
      </p:sp>
      <p:sp>
        <p:nvSpPr>
          <p:cNvPr id="3" name="IFXSHAPE"/>
          <p:cNvSpPr>
            <a:spLocks noGrp="1"/>
          </p:cNvSpPr>
          <p:nvPr>
            <p:ph type="body" idx="1"/>
          </p:nvPr>
        </p:nvSpPr>
        <p:spPr/>
        <p:txBody>
          <a:bodyPr/>
          <a:lstStyle/>
          <a:p>
            <a:r>
              <a:rPr lang="en-US" sz="1800" dirty="0">
                <a:effectLst/>
                <a:latin typeface="Source Sans 3" panose="020B0503030403020204" pitchFamily="34" charset="0"/>
                <a:ea typeface="Arial" panose="020B0604020202020204" pitchFamily="34" charset="0"/>
                <a:cs typeface="Times New Roman" panose="02020603050405020304" pitchFamily="18" charset="0"/>
              </a:rPr>
              <a:t>ModusToolbox™ Software is a modern, extensible development environment supporting a wide range of Infineon microcontroller devices.</a:t>
            </a:r>
          </a:p>
          <a:p>
            <a:endParaRPr lang="de-DE" dirty="0"/>
          </a:p>
          <a:p>
            <a:pPr marL="0" marR="0">
              <a:lnSpc>
                <a:spcPts val="1400"/>
              </a:lnSpc>
              <a:spcBef>
                <a:spcPts val="0"/>
              </a:spcBef>
              <a:spcAft>
                <a:spcPts val="0"/>
              </a:spcAft>
            </a:pPr>
            <a:r>
              <a:rPr lang="en-US" sz="1800" dirty="0">
                <a:effectLst/>
                <a:latin typeface="Source Sans 3" panose="020B0503030403020204" pitchFamily="34" charset="0"/>
                <a:ea typeface="Arial" panose="020B0604020202020204" pitchFamily="34" charset="0"/>
                <a:cs typeface="Times New Roman" panose="02020603050405020304" pitchFamily="18" charset="0"/>
              </a:rPr>
              <a:t>ModusToolbox™ is more than a singular Integrated Development Environment (IDE) or SDK delivery mechanism.  There are two main parts to ModusToolbox™ that work together to achieve an effective embedded ecosystem.  These primary parts are the desktop applications or development tools and the embedded run-time software assets.</a:t>
            </a:r>
            <a:br>
              <a:rPr lang="en-US" sz="1800" dirty="0">
                <a:effectLst/>
                <a:latin typeface="Source Sans 3" panose="020B0503030403020204" pitchFamily="34" charset="0"/>
                <a:ea typeface="Arial" panose="020B0604020202020204" pitchFamily="34" charset="0"/>
                <a:cs typeface="Times New Roman" panose="02020603050405020304" pitchFamily="18" charset="0"/>
              </a:rPr>
            </a:br>
            <a:endParaRPr lang="en-US" sz="1800" dirty="0">
              <a:effectLst/>
              <a:latin typeface="Source Sans 3" panose="020B0503030403020204" pitchFamily="34" charset="0"/>
              <a:ea typeface="Arial" panose="020B0604020202020204" pitchFamily="34" charset="0"/>
              <a:cs typeface="Times New Roman" panose="02020603050405020304" pitchFamily="18" charset="0"/>
            </a:endParaRPr>
          </a:p>
          <a:p>
            <a:pPr marL="0" marR="0">
              <a:lnSpc>
                <a:spcPts val="1400"/>
              </a:lnSpc>
              <a:spcBef>
                <a:spcPts val="0"/>
              </a:spcBef>
              <a:spcAft>
                <a:spcPts val="0"/>
              </a:spcAft>
            </a:pPr>
            <a:r>
              <a:rPr lang="en-US" sz="1800" dirty="0">
                <a:effectLst/>
                <a:latin typeface="Source Sans 3" panose="020B0503030403020204" pitchFamily="34" charset="0"/>
                <a:ea typeface="Arial" panose="020B0604020202020204" pitchFamily="34" charset="0"/>
                <a:cs typeface="Times New Roman" panose="02020603050405020304" pitchFamily="18" charset="0"/>
              </a:rPr>
              <a:t>Development tools, supporting Windows, Linux, and macOS, are available as a tools installation package from the Infineon Developer Center. These desktop applications enable the creation of new embedded applications, managing software components, configuring device peripherals and middleware, and embedded development tools for compiling, programming, and debugging.  The ModusToolbox™ development tools interface directly with the available run-time software repositories, providing easy access to the latest development resources.  </a:t>
            </a:r>
            <a:br>
              <a:rPr lang="en-US" sz="1800" dirty="0">
                <a:effectLst/>
                <a:latin typeface="Source Sans 3" panose="020B0503030403020204" pitchFamily="34" charset="0"/>
                <a:ea typeface="Arial" panose="020B0604020202020204" pitchFamily="34" charset="0"/>
                <a:cs typeface="Times New Roman" panose="02020603050405020304" pitchFamily="18" charset="0"/>
              </a:rPr>
            </a:br>
            <a:endParaRPr lang="en-US" sz="1800" dirty="0">
              <a:effectLst/>
              <a:latin typeface="Source Sans 3" panose="020B0503030403020204" pitchFamily="34" charset="0"/>
              <a:ea typeface="Arial" panose="020B0604020202020204" pitchFamily="34" charset="0"/>
              <a:cs typeface="Times New Roman" panose="02020603050405020304" pitchFamily="18" charset="0"/>
            </a:endParaRPr>
          </a:p>
          <a:p>
            <a:pPr marL="0" marR="0">
              <a:lnSpc>
                <a:spcPts val="1400"/>
              </a:lnSpc>
              <a:spcBef>
                <a:spcPts val="0"/>
              </a:spcBef>
              <a:spcAft>
                <a:spcPts val="0"/>
              </a:spcAft>
            </a:pPr>
            <a:r>
              <a:rPr lang="en-US" sz="1800" dirty="0">
                <a:effectLst/>
                <a:latin typeface="Source Sans 3" panose="020B0503030403020204" pitchFamily="34" charset="0"/>
                <a:ea typeface="Arial" panose="020B0604020202020204" pitchFamily="34" charset="0"/>
                <a:cs typeface="Times New Roman" panose="02020603050405020304" pitchFamily="18" charset="0"/>
              </a:rPr>
              <a:t>Run-time software comprised of middleware, board support packages, device drivers, and code examples is provided via an extensive collection of GitHub-hosted repositories.  GitHub repositories allow Infineon and partners to rapidly respond to and distribute updated code releases.</a:t>
            </a:r>
          </a:p>
          <a:p>
            <a:endParaRPr lang="de-DE" dirty="0"/>
          </a:p>
        </p:txBody>
      </p:sp>
      <p:sp>
        <p:nvSpPr>
          <p:cNvPr id="4" name="IFXSHAPE"/>
          <p:cNvSpPr>
            <a:spLocks noGrp="1"/>
          </p:cNvSpPr>
          <p:nvPr>
            <p:ph type="hdr" sz="quarter" idx="10"/>
          </p:nvPr>
        </p:nvSpPr>
        <p:spPr/>
        <p:txBody>
          <a:bodyPr/>
          <a:lstStyle/>
          <a:p>
            <a:endParaRPr lang="en-US" dirty="0"/>
          </a:p>
        </p:txBody>
      </p:sp>
      <p:sp>
        <p:nvSpPr>
          <p:cNvPr id="5" name="IFXSHAPE"/>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Copyright © Infineon Technologies AG 2022. All rights reserved.</a:t>
            </a:r>
            <a:endParaRPr lang="en-US" b="1" dirty="0">
              <a:solidFill>
                <a:srgbClr val="E30034"/>
              </a:solidFill>
              <a:latin typeface="Arial" panose="020B0604020202020204" pitchFamily="34" charset="0"/>
              <a:cs typeface="Arial" panose="020B0604020202020204" pitchFamily="34" charset="0"/>
            </a:endParaRPr>
          </a:p>
        </p:txBody>
      </p:sp>
      <p:sp>
        <p:nvSpPr>
          <p:cNvPr id="6" name="IFXSHAPE"/>
          <p:cNvSpPr>
            <a:spLocks noGrp="1"/>
          </p:cNvSpPr>
          <p:nvPr>
            <p:ph type="dt" idx="12"/>
          </p:nvPr>
        </p:nvSpPr>
        <p:spPr/>
        <p:txBody>
          <a:bodyPr/>
          <a:lstStyle/>
          <a:p>
            <a:r>
              <a:rPr lang="en-US"/>
              <a:t>2022-05-24</a:t>
            </a:r>
          </a:p>
        </p:txBody>
      </p:sp>
      <p:sp>
        <p:nvSpPr>
          <p:cNvPr id="7" name="IFXSHAPE"/>
          <p:cNvSpPr>
            <a:spLocks noGrp="1"/>
          </p:cNvSpPr>
          <p:nvPr>
            <p:ph type="sldNum" sz="quarter" idx="13"/>
          </p:nvPr>
        </p:nvSpPr>
        <p:spPr/>
        <p:txBody>
          <a:bodyPr/>
          <a:lstStyle/>
          <a:p>
            <a:fld id="{1F556357-F95E-42BB-B503-F81551D238FE}" type="slidenum">
              <a:rPr lang="en-US" smtClean="0">
                <a:latin typeface="Arial" panose="020B0604020202020204" pitchFamily="34" charset="0"/>
                <a:cs typeface="Arial" panose="020B0604020202020204" pitchFamily="34" charset="0"/>
              </a:rPr>
              <a:t>26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7151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454025" y="1012825"/>
            <a:ext cx="6191250" cy="3482975"/>
          </a:xfrm>
        </p:spPr>
      </p:sp>
      <p:sp>
        <p:nvSpPr>
          <p:cNvPr id="3" name="IFXSHAPE"/>
          <p:cNvSpPr>
            <a:spLocks noGrp="1"/>
          </p:cNvSpPr>
          <p:nvPr>
            <p:ph type="body" idx="1"/>
          </p:nvPr>
        </p:nvSpPr>
        <p:spPr/>
        <p:txBody>
          <a:bodyPr/>
          <a:lstStyle/>
          <a:p>
            <a:pPr marL="0" marR="0">
              <a:lnSpc>
                <a:spcPts val="1400"/>
              </a:lnSpc>
              <a:spcBef>
                <a:spcPts val="0"/>
              </a:spcBef>
              <a:spcAft>
                <a:spcPts val="0"/>
              </a:spcAft>
            </a:pPr>
            <a:r>
              <a:rPr lang="en-US" sz="1800" b="0" dirty="0">
                <a:effectLst/>
                <a:latin typeface="Source Sans 3" panose="020B0503030403020204" pitchFamily="34" charset="0"/>
                <a:ea typeface="Arial" panose="020B0604020202020204" pitchFamily="34" charset="0"/>
                <a:cs typeface="Times New Roman" panose="02020603050405020304" pitchFamily="18" charset="0"/>
              </a:rPr>
              <a:t>ModusToolbox provides a comprehensive collection of resources to enable development of embedded applications.</a:t>
            </a:r>
          </a:p>
          <a:p>
            <a:pPr marL="0" marR="0">
              <a:lnSpc>
                <a:spcPts val="1400"/>
              </a:lnSpc>
              <a:spcBef>
                <a:spcPts val="0"/>
              </a:spcBef>
              <a:spcAft>
                <a:spcPts val="0"/>
              </a:spcAft>
            </a:pPr>
            <a:endParaRPr lang="en-US" sz="1800" b="1" dirty="0">
              <a:effectLst/>
              <a:latin typeface="Source Sans 3" panose="020B0503030403020204" pitchFamily="34" charset="0"/>
              <a:ea typeface="Arial" panose="020B0604020202020204" pitchFamily="34" charset="0"/>
              <a:cs typeface="Times New Roman" panose="02020603050405020304" pitchFamily="18" charset="0"/>
            </a:endParaRPr>
          </a:p>
          <a:p>
            <a:pPr marL="0" marR="0">
              <a:lnSpc>
                <a:spcPts val="1400"/>
              </a:lnSpc>
              <a:spcBef>
                <a:spcPts val="0"/>
              </a:spcBef>
              <a:spcAft>
                <a:spcPts val="0"/>
              </a:spcAft>
            </a:pPr>
            <a:r>
              <a:rPr lang="en-US" sz="1800" b="1" dirty="0">
                <a:effectLst/>
                <a:latin typeface="Source Sans 3" panose="020B0503030403020204" pitchFamily="34" charset="0"/>
                <a:ea typeface="Arial" panose="020B0604020202020204" pitchFamily="34" charset="0"/>
                <a:cs typeface="Times New Roman" panose="02020603050405020304" pitchFamily="18" charset="0"/>
              </a:rPr>
              <a:t>IDEs –</a:t>
            </a:r>
            <a:r>
              <a:rPr lang="en-US" sz="1800" b="0" dirty="0">
                <a:effectLst/>
                <a:latin typeface="Source Sans 3" panose="020B0503030403020204" pitchFamily="34" charset="0"/>
                <a:ea typeface="Arial" panose="020B0604020202020204" pitchFamily="34" charset="0"/>
                <a:cs typeface="Times New Roman" panose="02020603050405020304" pitchFamily="18" charset="0"/>
              </a:rPr>
              <a:t> ModusToolbox works out of the box with industry leading IDEs, including Microsoft VS Code, IAR Embedded Workbench, Arm MDK with Keil </a:t>
            </a:r>
            <a:r>
              <a:rPr lang="en-US" sz="1800" b="0" dirty="0" err="1">
                <a:effectLst/>
                <a:latin typeface="Source Sans 3" panose="020B0503030403020204" pitchFamily="34" charset="0"/>
                <a:ea typeface="Arial" panose="020B0604020202020204" pitchFamily="34" charset="0"/>
                <a:cs typeface="Times New Roman" panose="02020603050405020304" pitchFamily="18" charset="0"/>
              </a:rPr>
              <a:t>uVision</a:t>
            </a:r>
            <a:r>
              <a:rPr lang="en-US" sz="1800" b="0" dirty="0">
                <a:effectLst/>
                <a:latin typeface="Source Sans 3" panose="020B0503030403020204" pitchFamily="34" charset="0"/>
                <a:ea typeface="Arial" panose="020B0604020202020204" pitchFamily="34" charset="0"/>
                <a:cs typeface="Times New Roman" panose="02020603050405020304" pitchFamily="18" charset="0"/>
              </a:rPr>
              <a:t> IDE, or an Eclipse IDE available in ModusToolbox Setup.</a:t>
            </a:r>
          </a:p>
          <a:p>
            <a:pPr marL="0" marR="0">
              <a:lnSpc>
                <a:spcPts val="1400"/>
              </a:lnSpc>
              <a:spcBef>
                <a:spcPts val="0"/>
              </a:spcBef>
              <a:spcAft>
                <a:spcPts val="0"/>
              </a:spcAft>
            </a:pPr>
            <a:endParaRPr lang="en-US" sz="800" b="1" kern="1400" dirty="0">
              <a:effectLst/>
              <a:latin typeface="Source Sans 3 SemiBold" panose="020B0603030403020204" pitchFamily="34" charset="0"/>
              <a:ea typeface="Times New Roman" panose="02020603050405020304" pitchFamily="18" charset="0"/>
              <a:cs typeface="Arial" panose="020B0604020202020204" pitchFamily="34" charset="0"/>
            </a:endParaRP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sz="800" b="1" kern="1400" dirty="0">
                <a:effectLst/>
                <a:latin typeface="Source Sans 3 SemiBold" panose="020B0603030403020204" pitchFamily="34" charset="0"/>
                <a:ea typeface="Times New Roman" panose="02020603050405020304" pitchFamily="18" charset="0"/>
                <a:cs typeface="Arial" panose="020B0604020202020204" pitchFamily="34" charset="0"/>
              </a:rPr>
              <a:t>Configurators</a:t>
            </a:r>
            <a:r>
              <a:rPr lang="en-US" sz="800" b="0" kern="1400" dirty="0">
                <a:effectLst/>
                <a:latin typeface="Source Sans 3 SemiBold" panose="020B0603030403020204" pitchFamily="34" charset="0"/>
                <a:ea typeface="Times New Roman" panose="02020603050405020304" pitchFamily="18" charset="0"/>
                <a:cs typeface="Arial" panose="020B0604020202020204" pitchFamily="34" charset="0"/>
              </a:rPr>
              <a:t> – Graphical applications that support device initialization and generated for configuration parameters.  </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sz="1800" dirty="0">
                <a:effectLst/>
                <a:latin typeface="Source Sans 3" panose="020B0503030403020204" pitchFamily="34" charset="0"/>
                <a:ea typeface="Arial" panose="020B0604020202020204" pitchFamily="34" charset="0"/>
                <a:cs typeface="Times New Roman" panose="02020603050405020304" pitchFamily="18" charset="0"/>
              </a:rPr>
              <a:t>BSP-level configurators generate code and data structures that are specific to the hardware and the implementation of the physical connections to the device. </a:t>
            </a:r>
            <a:endParaRPr lang="en-US" sz="800" b="1" kern="1400" dirty="0">
              <a:effectLst/>
              <a:latin typeface="Source Sans 3 SemiBold" panose="020B0603030403020204" pitchFamily="34" charset="0"/>
              <a:ea typeface="Times New Roman" panose="02020603050405020304" pitchFamily="18" charset="0"/>
              <a:cs typeface="Arial" panose="020B0604020202020204" pitchFamily="34" charset="0"/>
            </a:endParaRP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sz="800" b="1" kern="1400" dirty="0">
              <a:effectLst/>
              <a:latin typeface="Source Sans 3 SemiBold" panose="020B0603030403020204" pitchFamily="34" charset="0"/>
              <a:ea typeface="Times New Roman" panose="02020603050405020304" pitchFamily="18" charset="0"/>
              <a:cs typeface="Arial" panose="020B0604020202020204" pitchFamily="34" charset="0"/>
            </a:endParaRP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b="1" dirty="0"/>
              <a:t>BSPs</a:t>
            </a:r>
            <a:r>
              <a:rPr lang="en-US" dirty="0"/>
              <a:t> - These resources include board support packages (BSPs) that encompass device support for the wide range of supported microcontrollers, programmable power delivery controllers, Wi-Fi devices, and Bluetooth® SoCs.  In additional to the device level support, these BSP targets provide a starting reference for development kits from Infineon and partners supporting ModusToolbox.</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dirty="0"/>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b="1" dirty="0"/>
              <a:t>Middleware</a:t>
            </a:r>
            <a:r>
              <a:rPr lang="en-US" dirty="0"/>
              <a:t> - The next resource available within the ModusToolbox ecosystem are the middleware repositories including, but not limited to: Human-Machine Interface, Graphics, Connectivity, Security, Voice / Audio, Machine Learning, Wi-Fi, and Bluetooth. </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dirty="0"/>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b="1" dirty="0"/>
              <a:t>Apps</a:t>
            </a:r>
            <a:r>
              <a:rPr lang="en-US" dirty="0"/>
              <a:t> - Code examples and reference applications complete the list of available ModusToolbox resources, providing projects ranging from simple peripheral use case examples to complex connectivity references that can be used as starting points for application development.</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dirty="0"/>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b="1" dirty="0"/>
              <a:t>Documentation</a:t>
            </a:r>
            <a:r>
              <a:rPr lang="en-US" dirty="0"/>
              <a:t> for middleware and driver APIs are readily available and accessible directly with the IDE application.</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dirty="0"/>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r>
              <a:rPr lang="en-US" b="1" dirty="0"/>
              <a:t>Training modules and How-To Videos</a:t>
            </a:r>
            <a:r>
              <a:rPr lang="en-US" b="0" dirty="0"/>
              <a:t> – provide self-paced content to understanding ModusToolbox concepts and getting started with fundamental code exercises.</a:t>
            </a:r>
          </a:p>
          <a:p>
            <a:pPr marL="0" marR="0" lvl="0" indent="-152385">
              <a:lnSpc>
                <a:spcPts val="1440"/>
              </a:lnSpc>
              <a:spcBef>
                <a:spcPts val="0"/>
              </a:spcBef>
              <a:spcAft>
                <a:spcPts val="0"/>
              </a:spcAft>
              <a:buSzPts val="1200"/>
              <a:buFont typeface="Source Sans 3 SemiBold" panose="020B0603030403020204" pitchFamily="34" charset="0"/>
              <a:buNone/>
              <a:tabLst>
                <a:tab pos="848995" algn="l"/>
              </a:tabLst>
            </a:pPr>
            <a:endParaRPr lang="en-US" b="1" dirty="0"/>
          </a:p>
        </p:txBody>
      </p:sp>
      <p:sp>
        <p:nvSpPr>
          <p:cNvPr id="4" name="IFXSHAPE"/>
          <p:cNvSpPr>
            <a:spLocks noGrp="1"/>
          </p:cNvSpPr>
          <p:nvPr>
            <p:ph type="hdr" sz="quarter"/>
          </p:nvPr>
        </p:nvSpPr>
        <p:spPr/>
        <p:txBody>
          <a:bodyPr/>
          <a:lstStyle/>
          <a:p>
            <a:endParaRPr lang="en-US" dirty="0"/>
          </a:p>
        </p:txBody>
      </p:sp>
      <p:sp>
        <p:nvSpPr>
          <p:cNvPr id="5" name="IFXSHAPE"/>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2022. All rights reserved.</a:t>
            </a:r>
            <a:endParaRPr lang="en-US" b="1" dirty="0">
              <a:solidFill>
                <a:srgbClr val="E30034"/>
              </a:solidFill>
              <a:latin typeface="Arial" panose="020B0604020202020204" pitchFamily="34" charset="0"/>
              <a:cs typeface="Arial" panose="020B0604020202020204" pitchFamily="34" charset="0"/>
            </a:endParaRPr>
          </a:p>
        </p:txBody>
      </p:sp>
      <p:sp>
        <p:nvSpPr>
          <p:cNvPr id="6" name="IFXSHAPE"/>
          <p:cNvSpPr>
            <a:spLocks noGrp="1"/>
          </p:cNvSpPr>
          <p:nvPr>
            <p:ph type="dt" idx="1"/>
          </p:nvPr>
        </p:nvSpPr>
        <p:spPr/>
        <p:txBody>
          <a:bodyPr/>
          <a:lstStyle/>
          <a:p>
            <a:r>
              <a:rPr lang="en-US"/>
              <a:t>2022-05-24</a:t>
            </a:r>
          </a:p>
        </p:txBody>
      </p:sp>
      <p:sp>
        <p:nvSpPr>
          <p:cNvPr id="7" name="IFXSHAPE"/>
          <p:cNvSpPr>
            <a:spLocks noGrp="1"/>
          </p:cNvSpPr>
          <p:nvPr>
            <p:ph type="sldNum" sz="quarter" idx="5"/>
          </p:nvPr>
        </p:nvSpPr>
        <p:spPr/>
        <p:txBody>
          <a:bodyPr/>
          <a:lstStyle/>
          <a:p>
            <a:fld id="{6364A8BD-B079-4550-9FE0-B84F8EBED204}" type="slidenum">
              <a:rPr lang="en-US" smtClean="0">
                <a:latin typeface="Arial" panose="020B0604020202020204" pitchFamily="34" charset="0"/>
                <a:cs typeface="Arial" panose="020B0604020202020204" pitchFamily="34" charset="0"/>
              </a:rPr>
              <a:t>27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3601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454025" y="1012825"/>
            <a:ext cx="6191250" cy="3482975"/>
          </a:xfrm>
        </p:spPr>
      </p:sp>
      <p:sp>
        <p:nvSpPr>
          <p:cNvPr id="13" name="IFXSHAPE"/>
          <p:cNvSpPr>
            <a:spLocks noGrp="1"/>
          </p:cNvSpPr>
          <p:nvPr>
            <p:ph type="body" idx="3"/>
          </p:nvPr>
        </p:nvSpPr>
        <p:spPr>
          <a:xfrm>
            <a:off x="453306" y="4708042"/>
            <a:ext cx="6191968" cy="4832456"/>
          </a:xfrm>
        </p:spPr>
        <p:txBody>
          <a:bodyPr/>
          <a:lstStyle/>
          <a:p>
            <a:endParaRPr lang="en-US" dirty="0">
              <a:solidFill>
                <a:schemeClr val="tx1"/>
              </a:solidFill>
            </a:endParaRPr>
          </a:p>
        </p:txBody>
      </p:sp>
      <p:sp>
        <p:nvSpPr>
          <p:cNvPr id="14" name="IFXSHAPE"/>
          <p:cNvSpPr>
            <a:spLocks noGrp="1"/>
          </p:cNvSpPr>
          <p:nvPr>
            <p:ph type="hdr" sz="quarter"/>
          </p:nvPr>
        </p:nvSpPr>
        <p:spPr>
          <a:xfrm>
            <a:off x="454025" y="295163"/>
            <a:ext cx="4422857" cy="419422"/>
          </a:xfrm>
        </p:spPr>
        <p:txBody>
          <a:bodyPr/>
          <a:lstStyle/>
          <a:p>
            <a:endParaRPr lang="en-US" dirty="0"/>
          </a:p>
        </p:txBody>
      </p:sp>
      <p:sp>
        <p:nvSpPr>
          <p:cNvPr id="15" name="IFXSHAPE"/>
          <p:cNvSpPr>
            <a:spLocks noGrp="1"/>
          </p:cNvSpPr>
          <p:nvPr>
            <p:ph type="ftr" sz="quarter" idx="4"/>
          </p:nvPr>
        </p:nvSpPr>
        <p:spPr>
          <a:xfrm>
            <a:off x="1317625" y="9940925"/>
            <a:ext cx="4824411" cy="144933"/>
          </a:xfrm>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solidFill>
                <a:srgbClr val="E30034"/>
              </a:solidFill>
              <a:latin typeface="Arial" panose="020B0604020202020204" pitchFamily="34" charset="0"/>
              <a:cs typeface="Arial" panose="020B0604020202020204" pitchFamily="34" charset="0"/>
            </a:endParaRPr>
          </a:p>
        </p:txBody>
      </p:sp>
      <p:sp>
        <p:nvSpPr>
          <p:cNvPr id="16" name="IFXSHAPE"/>
          <p:cNvSpPr>
            <a:spLocks noGrp="1"/>
          </p:cNvSpPr>
          <p:nvPr>
            <p:ph type="dt" idx="1"/>
          </p:nvPr>
        </p:nvSpPr>
        <p:spPr>
          <a:xfrm>
            <a:off x="453306" y="9940925"/>
            <a:ext cx="864320" cy="144933"/>
          </a:xfrm>
        </p:spPr>
        <p:txBody>
          <a:bodyPr/>
          <a:lstStyle/>
          <a:p>
            <a:r>
              <a:rPr lang="en-US"/>
              <a:t>2020-09-29</a:t>
            </a:r>
          </a:p>
          <a:p>
            <a:endParaRPr lang="en-US" dirty="0"/>
          </a:p>
        </p:txBody>
      </p:sp>
      <p:sp>
        <p:nvSpPr>
          <p:cNvPr id="17" name="IFXSHAPE"/>
          <p:cNvSpPr>
            <a:spLocks noGrp="1"/>
          </p:cNvSpPr>
          <p:nvPr>
            <p:ph type="sldNum" sz="quarter" idx="5"/>
          </p:nvPr>
        </p:nvSpPr>
        <p:spPr>
          <a:xfrm>
            <a:off x="6142037" y="9940925"/>
            <a:ext cx="503237" cy="144933"/>
          </a:xfrm>
        </p:spPr>
        <p:txBody>
          <a:bodyPr/>
          <a:lstStyle/>
          <a:p>
            <a:fld id="{4165D906-55BD-49C5-997D-27A40DB53D15}" type="slidenum">
              <a:rPr lang="en-US" smtClean="0">
                <a:latin typeface="Arial" panose="020B0604020202020204" pitchFamily="34" charset="0"/>
                <a:cs typeface="Arial" panose="020B0604020202020204" pitchFamily="34" charset="0"/>
              </a:rPr>
              <a:pPr/>
              <a:t>29</a:t>
            </a:fld>
            <a:endParaRPr lang="en-US">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1260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of Infineon product families that are currently supported in ModusToolbox.  Devices are regularly added to ModusToolbox, please refer to the latest Release Notes or the ModusToolbox application directly to see the most out to date content.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6356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436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51382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7935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4267975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1012825"/>
            <a:ext cx="6880225" cy="3870325"/>
          </a:xfrm>
        </p:spPr>
      </p:sp>
      <p:sp>
        <p:nvSpPr>
          <p:cNvPr id="3" name="Notes Placeholder 2"/>
          <p:cNvSpPr>
            <a:spLocks noGrp="1"/>
          </p:cNvSpPr>
          <p:nvPr>
            <p:ph type="body" idx="1"/>
          </p:nvPr>
        </p:nvSpPr>
        <p:spPr/>
        <p:txBody>
          <a:bodyPr/>
          <a:lstStyle/>
          <a:p>
            <a:pPr fontAlgn="t"/>
            <a:r>
              <a:rPr lang="en-US" sz="1440" b="0" i="0" kern="1200" dirty="0">
                <a:solidFill>
                  <a:schemeClr val="tx1"/>
                </a:solidFill>
                <a:effectLst/>
                <a:latin typeface="Arial" panose="020B0604020202020204" pitchFamily="34" charset="0"/>
                <a:ea typeface="+mn-ea"/>
                <a:cs typeface="Arial" panose="020B0604020202020204" pitchFamily="34" charset="0"/>
              </a:rPr>
              <a:t>This slide provides a view of the clock distribution network and the corresponding performance limits.</a:t>
            </a:r>
          </a:p>
          <a:p>
            <a:pPr fontAlgn="t"/>
            <a:endParaRPr lang="en-US" sz="1440" b="0" i="0" kern="1200" dirty="0">
              <a:solidFill>
                <a:schemeClr val="tx1"/>
              </a:solidFill>
              <a:effectLst/>
              <a:latin typeface="Arial" panose="020B0604020202020204" pitchFamily="34" charset="0"/>
              <a:ea typeface="+mn-ea"/>
              <a:cs typeface="Arial" panose="020B0604020202020204" pitchFamily="34" charset="0"/>
            </a:endParaRPr>
          </a:p>
          <a:p>
            <a:pPr fontAlgn="t"/>
            <a:r>
              <a:rPr lang="en-US" sz="1440" b="0" i="0" kern="1200" dirty="0">
                <a:solidFill>
                  <a:schemeClr val="tx1"/>
                </a:solidFill>
                <a:effectLst/>
                <a:latin typeface="Arial" panose="020B0604020202020204" pitchFamily="34" charset="0"/>
                <a:ea typeface="+mn-ea"/>
                <a:cs typeface="Arial" panose="020B0604020202020204" pitchFamily="34" charset="0"/>
              </a:rPr>
              <a:t>When configuring clocks, it is important to ensure that both the CPU and peripherals operate within their specified maximum frequencies.</a:t>
            </a:r>
          </a:p>
          <a:p>
            <a:pPr fontAlgn="t"/>
            <a:endParaRPr lang="en-US" sz="1440" b="0" i="0" kern="1200" dirty="0">
              <a:solidFill>
                <a:schemeClr val="tx1"/>
              </a:solidFill>
              <a:effectLst/>
              <a:latin typeface="Arial" panose="020B0604020202020204" pitchFamily="34" charset="0"/>
              <a:ea typeface="+mn-ea"/>
              <a:cs typeface="Arial" panose="020B0604020202020204" pitchFamily="34" charset="0"/>
            </a:endParaRPr>
          </a:p>
          <a:p>
            <a:pPr fontAlgn="t"/>
            <a:r>
              <a:rPr lang="en-US" sz="1440" b="0" i="0" kern="1200" dirty="0">
                <a:solidFill>
                  <a:schemeClr val="tx1"/>
                </a:solidFill>
                <a:effectLst/>
                <a:latin typeface="Arial" panose="020B0604020202020204" pitchFamily="34" charset="0"/>
                <a:ea typeface="+mn-ea"/>
                <a:cs typeface="Arial" panose="020B0604020202020204" pitchFamily="34" charset="0"/>
              </a:rPr>
              <a:t>The clock tree should always be evaluated together with the performance specifications shown in the datasheet.</a:t>
            </a:r>
          </a:p>
          <a:p>
            <a:endParaRPr lang="en-US" dirty="0"/>
          </a:p>
        </p:txBody>
      </p:sp>
      <p:sp>
        <p:nvSpPr>
          <p:cNvPr id="4" name="Header Placeholder 3"/>
          <p:cNvSpPr>
            <a:spLocks noGrp="1"/>
          </p:cNvSpPr>
          <p:nvPr>
            <p:ph type="hdr" sz="quarter"/>
          </p:nvPr>
        </p:nvSpPr>
        <p:spPr/>
        <p:txBody>
          <a:bodyPr/>
          <a:lstStyle/>
          <a:p>
            <a:endParaRPr lang="en-US" dirty="0">
              <a:noFill/>
            </a:endParaRPr>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2020-09-29</a:t>
            </a:r>
          </a:p>
          <a:p>
            <a:endParaRPr lang="en-US"/>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6920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The high-performance programmable analog subsystem (HPPASS) can sense voltage and convert it to a digital code, post process the ADC, and hence make first-level decisions as close to the sensor as possible. </a:t>
            </a:r>
          </a:p>
          <a:p>
            <a:r>
              <a:rPr lang="en-US" altLang="zh-CN" dirty="0"/>
              <a:t>It can store the processed decision/data and autonomously stream the data to the CPU.</a:t>
            </a:r>
          </a:p>
          <a:p>
            <a:r>
              <a:rPr lang="en-US" altLang="zh-CN" dirty="0"/>
              <a:t>It can also operate autonomously (independent of the CPU).</a:t>
            </a:r>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760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882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E83C0-DD80-1EB5-274D-FCCCE2B0C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B0C25-F986-A1A8-866B-20D81B0FCE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1924E2-479F-DDE4-38FA-EE400545609C}"/>
              </a:ext>
            </a:extLst>
          </p:cNvPr>
          <p:cNvSpPr>
            <a:spLocks noGrp="1"/>
          </p:cNvSpPr>
          <p:nvPr>
            <p:ph type="body" idx="1"/>
          </p:nvPr>
        </p:nvSpPr>
        <p:spPr/>
        <p:txBody>
          <a:bodyPr/>
          <a:lstStyle/>
          <a:p>
            <a:endParaRPr lang="zh-CN" altLang="en-US" dirty="0"/>
          </a:p>
        </p:txBody>
      </p:sp>
      <p:sp>
        <p:nvSpPr>
          <p:cNvPr id="4" name="Header Placeholder 3">
            <a:extLst>
              <a:ext uri="{FF2B5EF4-FFF2-40B4-BE49-F238E27FC236}">
                <a16:creationId xmlns:a16="http://schemas.microsoft.com/office/drawing/2014/main" id="{01439BA6-50D6-6B10-577C-6B9D1A8CAAF7}"/>
              </a:ext>
            </a:extLst>
          </p:cNvPr>
          <p:cNvSpPr>
            <a:spLocks noGrp="1"/>
          </p:cNvSpPr>
          <p:nvPr>
            <p:ph type="hdr" sz="quarter"/>
          </p:nvPr>
        </p:nvSpPr>
        <p:spPr/>
        <p:txBody>
          <a:bodyPr/>
          <a:lstStyle/>
          <a:p>
            <a:endParaRPr lang="en-US" sz="100" dirty="0"/>
          </a:p>
        </p:txBody>
      </p:sp>
      <p:sp>
        <p:nvSpPr>
          <p:cNvPr id="5" name="Footer Placeholder 4">
            <a:extLst>
              <a:ext uri="{FF2B5EF4-FFF2-40B4-BE49-F238E27FC236}">
                <a16:creationId xmlns:a16="http://schemas.microsoft.com/office/drawing/2014/main" id="{22FB176D-565E-C712-CBA1-7C7A8F655BE6}"/>
              </a:ext>
            </a:extLst>
          </p:cNvPr>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D7094596-ED73-50EF-0756-ACEE6A4B1E78}"/>
              </a:ext>
            </a:extLst>
          </p:cNvPr>
          <p:cNvSpPr>
            <a:spLocks noGrp="1"/>
          </p:cNvSpPr>
          <p:nvPr>
            <p:ph type="dt" idx="1"/>
          </p:nvPr>
        </p:nvSpPr>
        <p:spPr/>
        <p:txBody>
          <a:bodyPr/>
          <a:lstStyle/>
          <a:p>
            <a:r>
              <a:rPr lang="en-US"/>
              <a:t>2020-09-28</a:t>
            </a:r>
          </a:p>
          <a:p>
            <a:endParaRPr lang="en-US" dirty="0"/>
          </a:p>
        </p:txBody>
      </p:sp>
      <p:sp>
        <p:nvSpPr>
          <p:cNvPr id="7" name="Slide Number Placeholder 6">
            <a:extLst>
              <a:ext uri="{FF2B5EF4-FFF2-40B4-BE49-F238E27FC236}">
                <a16:creationId xmlns:a16="http://schemas.microsoft.com/office/drawing/2014/main" id="{19FCBBC8-3055-5360-730F-DCA187D52CE3}"/>
              </a:ext>
            </a:extLst>
          </p:cNvPr>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6917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The key interfaces for the industrial application are triggers and interrupts</a:t>
            </a:r>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15912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To guarantee SAR ADC performance, select the external reference from the VAREF_EXT pin.</a:t>
            </a:r>
          </a:p>
          <a:p>
            <a:r>
              <a:rPr lang="en-US" altLang="zh-CN" dirty="0"/>
              <a:t>When the VDDA supply voltage is less than 2.7 V, the SAR ADC core maximum input frequency reduces to 120MHz, and the SAR ADC maximum sample rate reduces to 6 MSPS.</a:t>
            </a:r>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24719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672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This illustrates the high and low priority concept, but also exemplifies that once started, all the samplers in that group are completed, before any other group is started</a:t>
            </a:r>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57553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Pseudo differential: Based on a given channel configuration, two samplers can be specified as differential inputs which are sampled simultaneously, converted and subtracted in hardware and presented to the user as one channel result.</a:t>
            </a:r>
          </a:p>
          <a:p>
            <a:endParaRPr lang="en-US" altLang="zh-CN" dirty="0"/>
          </a:p>
          <a:p>
            <a:r>
              <a:rPr lang="en-US" altLang="zh-CN" dirty="0"/>
              <a:t>Averaging (accumulation of N results) can be set for any channel where N is one of {2, 4, 8, 16}. Note:  only accumulates, no shifting</a:t>
            </a:r>
          </a:p>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603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As shown in the following diagram, result interrupts are based on the SAR ADC groups. An interrupt is generated when the channels in a given SAR ADC group are completed and ready for reading from the </a:t>
            </a:r>
            <a:r>
              <a:rPr lang="en-US" altLang="zh-CN" dirty="0" err="1"/>
              <a:t>HPPASS_SAR_CFG_CHAN_RESULTx</a:t>
            </a:r>
            <a:r>
              <a:rPr lang="en-US" altLang="zh-CN" dirty="0"/>
              <a:t> registers. Similarly, the FIR has associated </a:t>
            </a:r>
            <a:r>
              <a:rPr lang="en-US" altLang="zh-CN" dirty="0" err="1"/>
              <a:t>HPPASS_SAR_CFG_FIR_RESULTx</a:t>
            </a:r>
            <a:r>
              <a:rPr lang="en-US" altLang="zh-CN" dirty="0"/>
              <a:t> registers and associated FIR_DONE status. </a:t>
            </a:r>
          </a:p>
          <a:p>
            <a:endParaRPr lang="en-US" altLang="zh-CN" dirty="0"/>
          </a:p>
          <a:p>
            <a:r>
              <a:rPr lang="en-US" altLang="zh-CN" dirty="0"/>
              <a:t>An individual interrupt provided for each group (</a:t>
            </a:r>
            <a:r>
              <a:rPr lang="en-US" altLang="zh-CN" dirty="0" err="1"/>
              <a:t>interrupt_sar_entry_done</a:t>
            </a:r>
            <a:r>
              <a:rPr lang="en-US" altLang="zh-CN" dirty="0"/>
              <a:t>[7:0]) or FIR done (</a:t>
            </a:r>
            <a:r>
              <a:rPr lang="en-US" altLang="zh-CN" dirty="0" err="1"/>
              <a:t>interrupt_sar_fir_done</a:t>
            </a:r>
            <a:r>
              <a:rPr lang="en-US" altLang="zh-CN" dirty="0"/>
              <a:t>[1:0]), as well as a combined result interrupt (</a:t>
            </a:r>
            <a:r>
              <a:rPr lang="en-US" altLang="zh-CN" dirty="0" err="1"/>
              <a:t>interrupt_sar_results</a:t>
            </a:r>
            <a:r>
              <a:rPr lang="en-US" altLang="zh-CN" dirty="0"/>
              <a:t>). If the combined interrupt is used, either the HPPASS_SAR_CFG_RESULT_UPDATED or HPPASS_SAR_CFG_SAR_RESULT_INTR registers must be read to determine the cause of the interrupt.</a:t>
            </a:r>
          </a:p>
          <a:p>
            <a:endParaRPr lang="en-US" altLang="zh-CN" dirty="0"/>
          </a:p>
          <a:p>
            <a:r>
              <a:rPr lang="en-US" altLang="zh-CN" dirty="0"/>
              <a:t>Limit detect interrupts generate when a channel or FIR result is above/below a threshold or inside/outside two thresholds. The individual interrupt (</a:t>
            </a:r>
            <a:r>
              <a:rPr lang="en-US" altLang="zh-CN" dirty="0" err="1"/>
              <a:t>interrupt_sar_range</a:t>
            </a:r>
            <a:r>
              <a:rPr lang="en-US" altLang="zh-CN" dirty="0"/>
              <a:t>[7:0]) provided for each limit detection resources and combined limit detect interrupt (</a:t>
            </a:r>
            <a:r>
              <a:rPr lang="en-US" altLang="zh-CN" dirty="0" err="1"/>
              <a:t>interrupt_sar_ranges</a:t>
            </a:r>
            <a:r>
              <a:rPr lang="en-US" altLang="zh-CN" dirty="0"/>
              <a:t>).</a:t>
            </a:r>
          </a:p>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74712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There are two logic partitions “wrapped” around the CSG analog subblock, one for the DAC code generation, and the other for comparator output post processing.</a:t>
            </a:r>
            <a:endParaRPr lang="en-IN" altLang="zh-CN"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0693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dirty="0"/>
              <a:t>An AHB-accessible DAC_VAL, which directly drives the DAC code</a:t>
            </a:r>
          </a:p>
          <a:p>
            <a:pPr marL="171450" indent="-171450">
              <a:buFont typeface="Arial" panose="020B0604020202020204" pitchFamily="34" charset="0"/>
              <a:buChar char="•"/>
            </a:pPr>
            <a:r>
              <a:rPr lang="en-US" altLang="zh-CN" dirty="0"/>
              <a:t>Two DAC buffers, DAC_VAL_A and DAC_VAL_B, the definition of which depends on the selected mode </a:t>
            </a:r>
          </a:p>
          <a:p>
            <a:pPr marL="171450" indent="-171450">
              <a:buFont typeface="Arial" panose="020B0604020202020204" pitchFamily="34" charset="0"/>
              <a:buChar char="•"/>
            </a:pPr>
            <a:r>
              <a:rPr lang="en-US" altLang="zh-CN" dirty="0"/>
              <a:t>A programmable slope generator with parameters START, END, DAC_STEP, DAC_PERIOD</a:t>
            </a:r>
          </a:p>
          <a:p>
            <a:pPr marL="171450" indent="-171450">
              <a:buFont typeface="Arial" panose="020B0604020202020204" pitchFamily="34" charset="0"/>
              <a:buChar char="•"/>
            </a:pPr>
            <a:r>
              <a:rPr lang="en-US" altLang="zh-CN" dirty="0"/>
              <a:t>A period counter with fractional capability to precisely modulate the slope of a given ramp or waveform</a:t>
            </a:r>
          </a:p>
          <a:p>
            <a:pPr marL="171450" indent="-171450">
              <a:buFont typeface="Arial" panose="020B0604020202020204" pitchFamily="34" charset="0"/>
              <a:buChar char="•"/>
            </a:pPr>
            <a:r>
              <a:rPr lang="en-US" altLang="zh-CN" dirty="0"/>
              <a:t>A START trigger (to start a configured mode) and UPDATE trigger (to advance to next code), which can be hardware, firmware, or AC (or PERIOD for UPDATE)</a:t>
            </a:r>
          </a:p>
          <a:p>
            <a:pPr marL="171450" indent="-171450">
              <a:buFont typeface="Arial" panose="020B0604020202020204" pitchFamily="34" charset="0"/>
              <a:buChar char="•"/>
            </a:pPr>
            <a:r>
              <a:rPr lang="en-US" altLang="zh-CN" dirty="0"/>
              <a:t>Status for HW_START, SLOPE_DONE and BUFFER_EMPTY for interrupt generation</a:t>
            </a:r>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19523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03515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7604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07545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Arial" panose="020B0604020202020204" pitchFamily="34" charset="0"/>
              </a:rPr>
              <a:t>The HPPASS analog front end (AFE) provides four configurable </a:t>
            </a:r>
            <a:r>
              <a:rPr lang="en-US" sz="1200" b="0" i="0" kern="1200" dirty="0" err="1">
                <a:solidFill>
                  <a:schemeClr val="tx1"/>
                </a:solidFill>
                <a:effectLst/>
                <a:latin typeface="Arial" panose="020B0604020202020204" pitchFamily="34" charset="0"/>
                <a:ea typeface="+mn-ea"/>
                <a:cs typeface="Arial" panose="020B0604020202020204" pitchFamily="34" charset="0"/>
              </a:rPr>
              <a:t>OpAmps</a:t>
            </a:r>
            <a:r>
              <a:rPr lang="en-US" sz="1200" b="0" i="0" kern="1200" dirty="0">
                <a:solidFill>
                  <a:schemeClr val="tx1"/>
                </a:solidFill>
                <a:effectLst/>
                <a:latin typeface="Arial" panose="020B0604020202020204" pitchFamily="34" charset="0"/>
                <a:ea typeface="+mn-ea"/>
                <a:cs typeface="Arial" panose="020B0604020202020204" pitchFamily="34" charset="0"/>
              </a:rPr>
              <a:t> for signal conditioning ahead of the ADC or an external load.</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76062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3938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zh-CN" dirty="0"/>
                  <a:t>The temperature sensor consists of a single bipolar junction transistor (BJT) in the form of a diode, the transistor is biased using the reference current from the analog reference block (AREF) with two bias currents 1uA and 8 </a:t>
                </a:r>
                <a:r>
                  <a:rPr lang="en-US" altLang="zh-CN" dirty="0" err="1"/>
                  <a:t>uA</a:t>
                </a:r>
                <a:r>
                  <a:rPr lang="en-US" altLang="zh-CN" dirty="0"/>
                  <a:t>. Its base-to-emitter voltage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𝑉</m:t>
                        </m:r>
                      </m:e>
                      <m:sub>
                        <m:r>
                          <a:rPr lang="en-US" altLang="zh-CN" b="0" i="1" smtClean="0">
                            <a:solidFill>
                              <a:schemeClr val="tx1"/>
                            </a:solidFill>
                            <a:latin typeface="Cambria Math" panose="02040503050406030204" pitchFamily="18" charset="0"/>
                          </a:rPr>
                          <m:t>𝐵𝐸</m:t>
                        </m:r>
                      </m:sub>
                    </m:sSub>
                  </m:oMath>
                </a14:m>
                <a:r>
                  <a:rPr lang="en-US" altLang="zh-CN" dirty="0"/>
                  <a:t>) has a strong dependence on temperature at a constant collector current and zero collector-base voltage.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This property is used to calculate the die temperature by measuring the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𝐵𝐸</m:t>
                        </m:r>
                      </m:sub>
                    </m:sSub>
                  </m:oMath>
                </a14:m>
                <a:r>
                  <a:rPr lang="en-US" altLang="zh-CN" dirty="0"/>
                  <a:t> of the transistor using the ADC.</a:t>
                </a:r>
              </a:p>
              <a:p>
                <a:endParaRPr lang="zh-CN" altLang="en-US" dirty="0"/>
              </a:p>
            </p:txBody>
          </p:sp>
        </mc:Choice>
        <mc:Fallback xmlns="">
          <p:sp>
            <p:nvSpPr>
              <p:cNvPr id="3" name="Notes Placeholder 2"/>
              <p:cNvSpPr>
                <a:spLocks noGrp="1"/>
              </p:cNvSpPr>
              <p:nvPr>
                <p:ph type="body" idx="1"/>
              </p:nvPr>
            </p:nvSpPr>
            <p:spPr/>
            <p:txBody>
              <a:bodyPr/>
              <a:lstStyle/>
              <a:p>
                <a:r>
                  <a:rPr lang="en-US" altLang="zh-CN" dirty="0"/>
                  <a:t>The temperature sensor consists of a single bipolar junction transistor (BJT) in the form of a diode, the transistor is biased using the reference current from the analog reference block (AREF) with two bias currents 1uA and 8 </a:t>
                </a:r>
                <a:r>
                  <a:rPr lang="en-US" altLang="zh-CN" dirty="0" err="1"/>
                  <a:t>uA</a:t>
                </a:r>
                <a:r>
                  <a:rPr lang="en-US" altLang="zh-CN" dirty="0"/>
                  <a:t>. Its base-to-emitter voltage (</a:t>
                </a:r>
                <a:r>
                  <a:rPr lang="en-US" altLang="zh-CN" b="0" i="0">
                    <a:solidFill>
                      <a:schemeClr val="tx1"/>
                    </a:solidFill>
                    <a:latin typeface="Cambria Math" panose="02040503050406030204" pitchFamily="18" charset="0"/>
                  </a:rPr>
                  <a:t>𝑉_𝐵𝐸</a:t>
                </a:r>
                <a:r>
                  <a:rPr lang="en-US" altLang="zh-CN" dirty="0"/>
                  <a:t>) has a strong dependence on temperature at a constant collector current and zero collector-base voltage.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This property is used to calculate the die temperature by measuring the </a:t>
                </a:r>
                <a:r>
                  <a:rPr lang="en-US" altLang="zh-CN" i="0">
                    <a:latin typeface="Cambria Math" panose="02040503050406030204" pitchFamily="18" charset="0"/>
                  </a:rPr>
                  <a:t>𝑉_𝐵𝐸</a:t>
                </a:r>
                <a:r>
                  <a:rPr lang="en-US" altLang="zh-CN" dirty="0"/>
                  <a:t> of the transistor using the ADC.</a:t>
                </a:r>
              </a:p>
              <a:p>
                <a:endParaRPr lang="zh-CN" altLang="en-US" dirty="0"/>
              </a:p>
            </p:txBody>
          </p:sp>
        </mc:Fallback>
      </mc:AlternateContent>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443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17417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the headlines: 16+8 counters, multi-phase PWM, HRPWM &lt;100 ps, 2x MOTIF, glitch filter, dithering and hardware KILL. Benefit story: flexible topologies, sensored BLDC in hardware, clean high-frequency waveforms and FET protection without CPU latency.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3313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85950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38260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60277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The USB device block consists of four primary components. The USB PHY handles physical signaling and bus monitoring. the serial interface engine, or SIE, manages USB protocol processing such as token decoding, CRC handling, and handshake responses. The arbiter controls memory access between the CPU, DMA, and USB hardware. Finally, the local SRAM buffer stores endpoint data during transfers.</a:t>
            </a:r>
            <a:r>
              <a:rPr lang="en-US" dirty="0"/>
              <a: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37761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Host controller consists of the USB PHY, host controller unit, endpoint buffers, DMA request logic, and interrupt logic.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r>
              <a:rPr lang="en-US" dirty="0"/>
              <a:t>The USB host block has two physical endpoints (EP1 and EP2). EP1 has a larger buffer (256 bytes) than EP2 (64 bytes), so high-throughput transfers should use EP1 as primary. </a:t>
            </a:r>
          </a:p>
          <a:p>
            <a:endParaRPr lang="en-US" dirty="0"/>
          </a:p>
          <a:p>
            <a:r>
              <a:rPr lang="en-US" dirty="0"/>
              <a:t>The DREQ control block generates independent DMA request signals for each endpoint.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10866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A USB transaction consists of three phases: Token, data, and handshake. Token packets initiate communication, data packets carry the payload, and handshake packets indicate transfer status. Common handshake responses include ACK for success, NAK for not ready, and STALL for endpoint halt conditions.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1190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Infineon provides SEGGER emUSB middleware packages through ModusToolbox. Developers can easily add either emUSB-Device or emUSB-Host using Library Manager and integrate USB functionality into their application project.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98943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examples cover HID, CDC, and Host-based communication use cases. The HID examples demonstrate USB peripheral implementation, while the CDC examples show virtual COM port communication. The Host CDC example demonstrates enumeration and communication with an external CDC device from the host side. These projects are excellent references for understanding USB software architecture and middleware integration.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47853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image" Target="../media/image2.png"/><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3.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image" Target="../media/image2.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4.jpg"/><Relationship Id="rId5" Type="http://schemas.openxmlformats.org/officeDocument/2006/relationships/tags" Target="../tags/tag21.xml"/><Relationship Id="rId10" Type="http://schemas.openxmlformats.org/officeDocument/2006/relationships/slideMaster" Target="../slideMasters/slideMaster1.xml"/><Relationship Id="rId4" Type="http://schemas.openxmlformats.org/officeDocument/2006/relationships/tags" Target="../tags/tag20.xml"/><Relationship Id="rId9" Type="http://schemas.openxmlformats.org/officeDocument/2006/relationships/tags" Target="../tags/tag25.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2.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slideMaster" Target="../slideMasters/slideMaster1.xml"/><Relationship Id="rId5" Type="http://schemas.openxmlformats.org/officeDocument/2006/relationships/tags" Target="../tags/tag3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tags" Target="../tags/tag73.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slideMaster" Target="../slideMasters/slideMaster1.xml"/><Relationship Id="rId5" Type="http://schemas.openxmlformats.org/officeDocument/2006/relationships/tags" Target="../tags/tag79.xml"/><Relationship Id="rId4" Type="http://schemas.openxmlformats.org/officeDocument/2006/relationships/tags" Target="../tags/tag78.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5.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tags" Target="../tags/tag94.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0" Type="http://schemas.openxmlformats.org/officeDocument/2006/relationships/tags" Target="../tags/tag92.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tags" Target="../tags/tag107.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0" Type="http://schemas.openxmlformats.org/officeDocument/2006/relationships/tags" Target="../tags/tag105.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tags" Target="../tags/tag160.xml"/><Relationship Id="rId3" Type="http://schemas.openxmlformats.org/officeDocument/2006/relationships/tags" Target="../tags/tag150.xml"/><Relationship Id="rId7" Type="http://schemas.openxmlformats.org/officeDocument/2006/relationships/tags" Target="../tags/tag154.xml"/><Relationship Id="rId12" Type="http://schemas.openxmlformats.org/officeDocument/2006/relationships/tags" Target="../tags/tag159.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tags" Target="../tags/tag158.xml"/><Relationship Id="rId5" Type="http://schemas.openxmlformats.org/officeDocument/2006/relationships/tags" Target="../tags/tag152.xml"/><Relationship Id="rId10" Type="http://schemas.openxmlformats.org/officeDocument/2006/relationships/tags" Target="../tags/tag157.xml"/><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tags" Target="../tags/tag173.xml"/><Relationship Id="rId3" Type="http://schemas.openxmlformats.org/officeDocument/2006/relationships/tags" Target="../tags/tag163.xml"/><Relationship Id="rId7" Type="http://schemas.openxmlformats.org/officeDocument/2006/relationships/tags" Target="../tags/tag167.xml"/><Relationship Id="rId12" Type="http://schemas.openxmlformats.org/officeDocument/2006/relationships/tags" Target="../tags/tag172.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tags" Target="../tags/tag171.xml"/><Relationship Id="rId5" Type="http://schemas.openxmlformats.org/officeDocument/2006/relationships/tags" Target="../tags/tag165.xml"/><Relationship Id="rId10" Type="http://schemas.openxmlformats.org/officeDocument/2006/relationships/tags" Target="../tags/tag170.xml"/><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slideMaster" Target="../slideMasters/slideMaster1.xml"/><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tags" Target="../tags/tag185.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5" Type="http://schemas.openxmlformats.org/officeDocument/2006/relationships/tags" Target="../tags/tag178.xml"/><Relationship Id="rId10" Type="http://schemas.openxmlformats.org/officeDocument/2006/relationships/tags" Target="../tags/tag183.xml"/><Relationship Id="rId4" Type="http://schemas.openxmlformats.org/officeDocument/2006/relationships/tags" Target="../tags/tag177.xml"/><Relationship Id="rId9" Type="http://schemas.openxmlformats.org/officeDocument/2006/relationships/tags" Target="../tags/tag18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slideMaster" Target="../slideMasters/slideMaster1.xml"/><Relationship Id="rId4" Type="http://schemas.openxmlformats.org/officeDocument/2006/relationships/tags" Target="../tags/tag18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92.xml"/><Relationship Id="rId7" Type="http://schemas.openxmlformats.org/officeDocument/2006/relationships/image" Target="../media/image2.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slideMaster" Target="../slideMasters/slideMaster1.xml"/><Relationship Id="rId5" Type="http://schemas.openxmlformats.org/officeDocument/2006/relationships/tags" Target="../tags/tag194.xml"/><Relationship Id="rId4" Type="http://schemas.openxmlformats.org/officeDocument/2006/relationships/tags" Target="../tags/tag19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2"/>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55361232"/>
      </p:ext>
    </p:extLst>
  </p:cSld>
  <p:clrMapOvr>
    <a:masterClrMapping/>
  </p:clrMapOvr>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1"/>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05BA39DF-1C65-465A-9ECA-C35A3F0705E9}"/>
              </a:ext>
            </a:extLst>
          </p:cNvPr>
          <p:cNvSpPr>
            <a:spLocks noGrp="1"/>
          </p:cNvSpPr>
          <p:nvPr>
            <p:ph type="ftr" sz="quarter" idx="20"/>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192423285"/>
      </p:ext>
    </p:extLst>
  </p:cSld>
  <p:clrMapOvr>
    <a:masterClrMapping/>
  </p:clrMapOvr>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281391533"/>
      </p:ext>
    </p:extLst>
  </p:cSld>
  <p:clrMapOvr>
    <a:masterClrMapping/>
  </p:clrMapOvr>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a:extLst>
              <a:ext uri="{FF2B5EF4-FFF2-40B4-BE49-F238E27FC236}">
                <a16:creationId xmlns:a16="http://schemas.microsoft.com/office/drawing/2014/main" id="{93F7048C-8316-453D-8883-8716B78B0306}"/>
              </a:ext>
            </a:extLst>
          </p:cNvPr>
          <p:cNvSpPr txBox="1"/>
          <p:nvPr>
            <p:custDataLst>
              <p:tags r:id="rId1"/>
            </p:custDataLst>
          </p:nvPr>
        </p:nvSpPr>
        <p:spPr bwMode="auto">
          <a:xfrm>
            <a:off x="2210043" y="6488550"/>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5257800" y="6483932"/>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2026.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Mai 2026</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280575"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5257800" y="64969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87074326"/>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114647271"/>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Mai 2026</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2026. All rights reserved.</a:t>
            </a: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Arial" charset="0"/>
                <a:ea typeface="+mn-ea"/>
                <a:cs typeface="+mn-cs"/>
              </a:rPr>
              <a:t>Mai 2026</a:t>
            </a:r>
            <a:endParaRPr lang="en-US" sz="800" kern="0" baseline="0" noProof="0" dirty="0">
              <a:solidFill>
                <a:schemeClr val="tx1"/>
              </a:solidFill>
              <a:latin typeface="Arial" charset="0"/>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2026. All rights reserved.</a:t>
            </a: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Mai 2026</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custDataLst>
              <p:tags r:id="rId12"/>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7469" userDrawn="1">
          <p15:clr>
            <a:srgbClr val="FBAE40"/>
          </p15:clr>
        </p15:guide>
        <p15:guide id="2" pos="211" userDrawn="1">
          <p15:clr>
            <a:srgbClr val="FBAE40"/>
          </p15:clr>
        </p15:guide>
        <p15:guide id="3" orient="horz" pos="4020" userDrawn="1">
          <p15:clr>
            <a:srgbClr val="FBAE40"/>
          </p15:clr>
        </p15:guide>
        <p15:guide id="4" orient="horz" pos="79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custDataLst>
              <p:tags r:id="rId4"/>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43257007"/>
      </p:ext>
    </p:extLst>
  </p:cSld>
  <p:clrMapOvr>
    <a:masterClrMapping/>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97727015"/>
      </p:ext>
    </p:extLst>
  </p:cSld>
  <p:clrMapOvr>
    <a:masterClrMapping/>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Content Placeholder 6"/>
          <p:cNvSpPr>
            <a:spLocks noGrp="1"/>
          </p:cNvSpPr>
          <p:nvPr>
            <p:ph sz="quarter" idx="11"/>
          </p:nvPr>
        </p:nvSpPr>
        <p:spPr>
          <a:xfrm>
            <a:off x="426722" y="812311"/>
            <a:ext cx="11448711" cy="323165"/>
          </a:xfrm>
          <a:noFill/>
        </p:spPr>
        <p:txBody>
          <a:bodyPr wrap="square" rtlCol="0">
            <a:spAutoFit/>
          </a:bodyPr>
          <a:lstStyle>
            <a:lvl1pPr marL="0" algn="l" defTabSz="457189" rtl="0" eaLnBrk="1" latinLnBrk="0" hangingPunct="1">
              <a:buNone/>
              <a:defRPr lang="en-US" sz="2100" b="1" kern="1200" smtClean="0">
                <a:solidFill>
                  <a:schemeClr val="tx2"/>
                </a:solidFill>
                <a:latin typeface="Arial" charset="0"/>
                <a:ea typeface="Arial" charset="0"/>
                <a:cs typeface="Arial" charset="0"/>
                <a:sym typeface="Arial" charset="0"/>
              </a:defRPr>
            </a:lvl1pPr>
          </a:lstStyle>
          <a:p>
            <a:pPr lvl="0"/>
            <a:r>
              <a:rPr lang="en-US" dirty="0"/>
              <a:t>Click to edit Master text styles</a:t>
            </a:r>
          </a:p>
        </p:txBody>
      </p:sp>
      <p:sp>
        <p:nvSpPr>
          <p:cNvPr id="10" name="Content Placeholder 9"/>
          <p:cNvSpPr>
            <a:spLocks noGrp="1"/>
          </p:cNvSpPr>
          <p:nvPr>
            <p:ph sz="quarter" idx="12"/>
          </p:nvPr>
        </p:nvSpPr>
        <p:spPr>
          <a:xfrm>
            <a:off x="426723" y="1328250"/>
            <a:ext cx="11330093" cy="499342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1961594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 Id="rId2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2960A1-7CB7-426F-A735-9CB7DAC74468}"/>
              </a:ext>
            </a:extLst>
          </p:cNvPr>
          <p:cNvGraphicFramePr>
            <a:graphicFrameLocks noChangeAspect="1"/>
          </p:cNvGraphicFramePr>
          <p:nvPr userDrawn="1">
            <p:custDataLst>
              <p:tags r:id="rId21"/>
            </p:custDataLst>
            <p:extLst>
              <p:ext uri="{D42A27DB-BD31-4B8C-83A1-F6EECF244321}">
                <p14:modId xmlns:p14="http://schemas.microsoft.com/office/powerpoint/2010/main" val="1212920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25" imgH="425" progId="TCLayout.ActiveDocument.1">
                  <p:embed/>
                </p:oleObj>
              </mc:Choice>
              <mc:Fallback>
                <p:oleObj name="think-cell Slide" r:id="rId26" imgW="425" imgH="425" progId="TCLayout.ActiveDocument.1">
                  <p:embed/>
                  <p:pic>
                    <p:nvPicPr>
                      <p:cNvPr id="8" name="think-cell data - do not delete" hidden="1">
                        <a:extLst>
                          <a:ext uri="{FF2B5EF4-FFF2-40B4-BE49-F238E27FC236}">
                            <a16:creationId xmlns:a16="http://schemas.microsoft.com/office/drawing/2014/main" id="{F72960A1-7CB7-426F-A735-9CB7DAC74468}"/>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userDrawn="1">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userDrawn="1"/>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de-DE"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de-DE"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55" r:id="rId2"/>
    <p:sldLayoutId id="2147483751" r:id="rId3"/>
    <p:sldLayoutId id="2147483729" r:id="rId4"/>
    <p:sldLayoutId id="2147483730" r:id="rId5"/>
    <p:sldLayoutId id="2147483731" r:id="rId6"/>
    <p:sldLayoutId id="2147483747" r:id="rId7"/>
    <p:sldLayoutId id="2147483756"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54" r:id="rId17"/>
    <p:sldLayoutId id="2147483753" r:id="rId18"/>
    <p:sldLayoutId id="2147483757" r:id="rId19"/>
  </p:sldLayoutIdLst>
  <p:hf hdr="0" dt="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3" Type="http://schemas.openxmlformats.org/officeDocument/2006/relationships/tags" Target="../tags/tag217.xml"/><Relationship Id="rId18" Type="http://schemas.openxmlformats.org/officeDocument/2006/relationships/tags" Target="../tags/tag222.xml"/><Relationship Id="rId26" Type="http://schemas.openxmlformats.org/officeDocument/2006/relationships/notesSlide" Target="../notesSlides/notesSlide3.xml"/><Relationship Id="rId3" Type="http://schemas.openxmlformats.org/officeDocument/2006/relationships/tags" Target="../tags/tag207.xml"/><Relationship Id="rId21" Type="http://schemas.openxmlformats.org/officeDocument/2006/relationships/tags" Target="../tags/tag225.xml"/><Relationship Id="rId34" Type="http://schemas.openxmlformats.org/officeDocument/2006/relationships/image" Target="../media/image13.png"/><Relationship Id="rId7" Type="http://schemas.openxmlformats.org/officeDocument/2006/relationships/tags" Target="../tags/tag211.xml"/><Relationship Id="rId12" Type="http://schemas.openxmlformats.org/officeDocument/2006/relationships/tags" Target="../tags/tag216.xml"/><Relationship Id="rId17" Type="http://schemas.openxmlformats.org/officeDocument/2006/relationships/tags" Target="../tags/tag221.xml"/><Relationship Id="rId25" Type="http://schemas.openxmlformats.org/officeDocument/2006/relationships/slideLayout" Target="../slideLayouts/slideLayout5.xml"/><Relationship Id="rId33" Type="http://schemas.openxmlformats.org/officeDocument/2006/relationships/image" Target="../media/image12.png"/><Relationship Id="rId2" Type="http://schemas.openxmlformats.org/officeDocument/2006/relationships/tags" Target="../tags/tag206.xml"/><Relationship Id="rId16" Type="http://schemas.openxmlformats.org/officeDocument/2006/relationships/tags" Target="../tags/tag220.xml"/><Relationship Id="rId20" Type="http://schemas.openxmlformats.org/officeDocument/2006/relationships/tags" Target="../tags/tag224.xml"/><Relationship Id="rId29" Type="http://schemas.openxmlformats.org/officeDocument/2006/relationships/image" Target="../media/image8.png"/><Relationship Id="rId1" Type="http://schemas.openxmlformats.org/officeDocument/2006/relationships/tags" Target="../tags/tag205.xml"/><Relationship Id="rId6" Type="http://schemas.openxmlformats.org/officeDocument/2006/relationships/tags" Target="../tags/tag210.xml"/><Relationship Id="rId11" Type="http://schemas.openxmlformats.org/officeDocument/2006/relationships/tags" Target="../tags/tag215.xml"/><Relationship Id="rId24" Type="http://schemas.openxmlformats.org/officeDocument/2006/relationships/tags" Target="../tags/tag228.xml"/><Relationship Id="rId32" Type="http://schemas.openxmlformats.org/officeDocument/2006/relationships/image" Target="../media/image11.svg"/><Relationship Id="rId5" Type="http://schemas.openxmlformats.org/officeDocument/2006/relationships/tags" Target="../tags/tag209.xml"/><Relationship Id="rId15" Type="http://schemas.openxmlformats.org/officeDocument/2006/relationships/tags" Target="../tags/tag219.xml"/><Relationship Id="rId23" Type="http://schemas.openxmlformats.org/officeDocument/2006/relationships/tags" Target="../tags/tag227.xml"/><Relationship Id="rId28" Type="http://schemas.openxmlformats.org/officeDocument/2006/relationships/image" Target="../media/image7.emf"/><Relationship Id="rId36" Type="http://schemas.openxmlformats.org/officeDocument/2006/relationships/chart" Target="../charts/chart2.xml"/><Relationship Id="rId10" Type="http://schemas.openxmlformats.org/officeDocument/2006/relationships/tags" Target="../tags/tag214.xml"/><Relationship Id="rId19" Type="http://schemas.openxmlformats.org/officeDocument/2006/relationships/tags" Target="../tags/tag223.xml"/><Relationship Id="rId31" Type="http://schemas.openxmlformats.org/officeDocument/2006/relationships/image" Target="../media/image10.svg"/><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 Id="rId22" Type="http://schemas.openxmlformats.org/officeDocument/2006/relationships/tags" Target="../tags/tag226.xml"/><Relationship Id="rId27" Type="http://schemas.openxmlformats.org/officeDocument/2006/relationships/oleObject" Target="../embeddings/oleObject2.bin"/><Relationship Id="rId30" Type="http://schemas.openxmlformats.org/officeDocument/2006/relationships/image" Target="../media/image9.svg"/><Relationship Id="rId35" Type="http://schemas.openxmlformats.org/officeDocument/2006/relationships/chart" Target="../charts/chart1.xml"/><Relationship Id="rId8" Type="http://schemas.openxmlformats.org/officeDocument/2006/relationships/tags" Target="../tags/tag212.xml"/></Relationships>
</file>

<file path=ppt/slides/_rels/slide5.xml.rels><?xml version="1.0" encoding="UTF-8" standalone="yes"?>
<Relationships xmlns="http://schemas.openxmlformats.org/package/2006/relationships"><Relationship Id="rId13" Type="http://schemas.openxmlformats.org/officeDocument/2006/relationships/tags" Target="../tags/tag241.xml"/><Relationship Id="rId18" Type="http://schemas.openxmlformats.org/officeDocument/2006/relationships/tags" Target="../tags/tag246.xml"/><Relationship Id="rId26" Type="http://schemas.openxmlformats.org/officeDocument/2006/relationships/tags" Target="../tags/tag254.xml"/><Relationship Id="rId39" Type="http://schemas.openxmlformats.org/officeDocument/2006/relationships/tags" Target="../tags/tag267.xml"/><Relationship Id="rId21" Type="http://schemas.openxmlformats.org/officeDocument/2006/relationships/tags" Target="../tags/tag249.xml"/><Relationship Id="rId34" Type="http://schemas.openxmlformats.org/officeDocument/2006/relationships/tags" Target="../tags/tag262.xml"/><Relationship Id="rId42" Type="http://schemas.openxmlformats.org/officeDocument/2006/relationships/tags" Target="../tags/tag270.xml"/><Relationship Id="rId47" Type="http://schemas.openxmlformats.org/officeDocument/2006/relationships/tags" Target="../tags/tag275.xml"/><Relationship Id="rId50" Type="http://schemas.openxmlformats.org/officeDocument/2006/relationships/tags" Target="../tags/tag278.xml"/><Relationship Id="rId55" Type="http://schemas.openxmlformats.org/officeDocument/2006/relationships/slideLayout" Target="../slideLayouts/slideLayout4.xml"/><Relationship Id="rId7" Type="http://schemas.openxmlformats.org/officeDocument/2006/relationships/tags" Target="../tags/tag235.xml"/><Relationship Id="rId2" Type="http://schemas.openxmlformats.org/officeDocument/2006/relationships/tags" Target="../tags/tag230.xml"/><Relationship Id="rId16" Type="http://schemas.openxmlformats.org/officeDocument/2006/relationships/tags" Target="../tags/tag244.xml"/><Relationship Id="rId29" Type="http://schemas.openxmlformats.org/officeDocument/2006/relationships/tags" Target="../tags/tag257.xml"/><Relationship Id="rId11" Type="http://schemas.openxmlformats.org/officeDocument/2006/relationships/tags" Target="../tags/tag239.xml"/><Relationship Id="rId24" Type="http://schemas.openxmlformats.org/officeDocument/2006/relationships/tags" Target="../tags/tag252.xml"/><Relationship Id="rId32" Type="http://schemas.openxmlformats.org/officeDocument/2006/relationships/tags" Target="../tags/tag260.xml"/><Relationship Id="rId37" Type="http://schemas.openxmlformats.org/officeDocument/2006/relationships/tags" Target="../tags/tag265.xml"/><Relationship Id="rId40" Type="http://schemas.openxmlformats.org/officeDocument/2006/relationships/tags" Target="../tags/tag268.xml"/><Relationship Id="rId45" Type="http://schemas.openxmlformats.org/officeDocument/2006/relationships/tags" Target="../tags/tag273.xml"/><Relationship Id="rId53" Type="http://schemas.openxmlformats.org/officeDocument/2006/relationships/tags" Target="../tags/tag281.xml"/><Relationship Id="rId58" Type="http://schemas.openxmlformats.org/officeDocument/2006/relationships/image" Target="../media/image7.emf"/><Relationship Id="rId5" Type="http://schemas.openxmlformats.org/officeDocument/2006/relationships/tags" Target="../tags/tag233.xml"/><Relationship Id="rId61" Type="http://schemas.openxmlformats.org/officeDocument/2006/relationships/image" Target="../media/image18.jpeg"/><Relationship Id="rId19" Type="http://schemas.openxmlformats.org/officeDocument/2006/relationships/tags" Target="../tags/tag247.xml"/><Relationship Id="rId14" Type="http://schemas.openxmlformats.org/officeDocument/2006/relationships/tags" Target="../tags/tag242.xml"/><Relationship Id="rId22" Type="http://schemas.openxmlformats.org/officeDocument/2006/relationships/tags" Target="../tags/tag250.xml"/><Relationship Id="rId27" Type="http://schemas.openxmlformats.org/officeDocument/2006/relationships/tags" Target="../tags/tag255.xml"/><Relationship Id="rId30" Type="http://schemas.openxmlformats.org/officeDocument/2006/relationships/tags" Target="../tags/tag258.xml"/><Relationship Id="rId35" Type="http://schemas.openxmlformats.org/officeDocument/2006/relationships/tags" Target="../tags/tag263.xml"/><Relationship Id="rId43" Type="http://schemas.openxmlformats.org/officeDocument/2006/relationships/tags" Target="../tags/tag271.xml"/><Relationship Id="rId48" Type="http://schemas.openxmlformats.org/officeDocument/2006/relationships/tags" Target="../tags/tag276.xml"/><Relationship Id="rId56" Type="http://schemas.openxmlformats.org/officeDocument/2006/relationships/notesSlide" Target="../notesSlides/notesSlide4.xml"/><Relationship Id="rId8" Type="http://schemas.openxmlformats.org/officeDocument/2006/relationships/tags" Target="../tags/tag236.xml"/><Relationship Id="rId51" Type="http://schemas.openxmlformats.org/officeDocument/2006/relationships/tags" Target="../tags/tag279.xml"/><Relationship Id="rId3" Type="http://schemas.openxmlformats.org/officeDocument/2006/relationships/tags" Target="../tags/tag231.xml"/><Relationship Id="rId12" Type="http://schemas.openxmlformats.org/officeDocument/2006/relationships/tags" Target="../tags/tag240.xml"/><Relationship Id="rId17" Type="http://schemas.openxmlformats.org/officeDocument/2006/relationships/tags" Target="../tags/tag245.xml"/><Relationship Id="rId25" Type="http://schemas.openxmlformats.org/officeDocument/2006/relationships/tags" Target="../tags/tag253.xml"/><Relationship Id="rId33" Type="http://schemas.openxmlformats.org/officeDocument/2006/relationships/tags" Target="../tags/tag261.xml"/><Relationship Id="rId38" Type="http://schemas.openxmlformats.org/officeDocument/2006/relationships/tags" Target="../tags/tag266.xml"/><Relationship Id="rId46" Type="http://schemas.openxmlformats.org/officeDocument/2006/relationships/tags" Target="../tags/tag274.xml"/><Relationship Id="rId59" Type="http://schemas.openxmlformats.org/officeDocument/2006/relationships/image" Target="../media/image16.jpeg"/><Relationship Id="rId20" Type="http://schemas.openxmlformats.org/officeDocument/2006/relationships/tags" Target="../tags/tag248.xml"/><Relationship Id="rId41" Type="http://schemas.openxmlformats.org/officeDocument/2006/relationships/tags" Target="../tags/tag269.xml"/><Relationship Id="rId54" Type="http://schemas.openxmlformats.org/officeDocument/2006/relationships/tags" Target="../tags/tag282.xml"/><Relationship Id="rId1" Type="http://schemas.openxmlformats.org/officeDocument/2006/relationships/tags" Target="../tags/tag229.xml"/><Relationship Id="rId6" Type="http://schemas.openxmlformats.org/officeDocument/2006/relationships/tags" Target="../tags/tag234.xml"/><Relationship Id="rId15" Type="http://schemas.openxmlformats.org/officeDocument/2006/relationships/tags" Target="../tags/tag243.xml"/><Relationship Id="rId23" Type="http://schemas.openxmlformats.org/officeDocument/2006/relationships/tags" Target="../tags/tag251.xml"/><Relationship Id="rId28" Type="http://schemas.openxmlformats.org/officeDocument/2006/relationships/tags" Target="../tags/tag256.xml"/><Relationship Id="rId36" Type="http://schemas.openxmlformats.org/officeDocument/2006/relationships/tags" Target="../tags/tag264.xml"/><Relationship Id="rId49" Type="http://schemas.openxmlformats.org/officeDocument/2006/relationships/tags" Target="../tags/tag277.xml"/><Relationship Id="rId57" Type="http://schemas.openxmlformats.org/officeDocument/2006/relationships/oleObject" Target="../embeddings/oleObject3.bin"/><Relationship Id="rId10" Type="http://schemas.openxmlformats.org/officeDocument/2006/relationships/tags" Target="../tags/tag238.xml"/><Relationship Id="rId31" Type="http://schemas.openxmlformats.org/officeDocument/2006/relationships/tags" Target="../tags/tag259.xml"/><Relationship Id="rId44" Type="http://schemas.openxmlformats.org/officeDocument/2006/relationships/tags" Target="../tags/tag272.xml"/><Relationship Id="rId52" Type="http://schemas.openxmlformats.org/officeDocument/2006/relationships/tags" Target="../tags/tag280.xml"/><Relationship Id="rId60" Type="http://schemas.openxmlformats.org/officeDocument/2006/relationships/image" Target="../media/image17.jpeg"/><Relationship Id="rId4" Type="http://schemas.openxmlformats.org/officeDocument/2006/relationships/tags" Target="../tags/tag232.xml"/><Relationship Id="rId9" Type="http://schemas.openxmlformats.org/officeDocument/2006/relationships/tags" Target="../tags/tag237.xml"/></Relationships>
</file>

<file path=ppt/slides/_rels/slide6.xml.rels><?xml version="1.0" encoding="UTF-8" standalone="yes"?>
<Relationships xmlns="http://schemas.openxmlformats.org/package/2006/relationships"><Relationship Id="rId13" Type="http://schemas.openxmlformats.org/officeDocument/2006/relationships/slideLayout" Target="../slideLayouts/slideLayout4.xml"/><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tags" Target="../tags/tag285.xml"/><Relationship Id="rId21" Type="http://schemas.openxmlformats.org/officeDocument/2006/relationships/image" Target="../media/image24.png"/><Relationship Id="rId34" Type="http://schemas.openxmlformats.org/officeDocument/2006/relationships/image" Target="../media/image37.png"/><Relationship Id="rId7" Type="http://schemas.openxmlformats.org/officeDocument/2006/relationships/tags" Target="../tags/tag289.xml"/><Relationship Id="rId12" Type="http://schemas.openxmlformats.org/officeDocument/2006/relationships/tags" Target="../tags/tag294.xml"/><Relationship Id="rId17" Type="http://schemas.microsoft.com/office/2007/relationships/hdphoto" Target="../media/hdphoto1.wdp"/><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tags" Target="../tags/tag284.xml"/><Relationship Id="rId16" Type="http://schemas.openxmlformats.org/officeDocument/2006/relationships/image" Target="../media/image20.png"/><Relationship Id="rId20" Type="http://schemas.openxmlformats.org/officeDocument/2006/relationships/image" Target="../media/image23.svg"/><Relationship Id="rId29" Type="http://schemas.openxmlformats.org/officeDocument/2006/relationships/image" Target="../media/image32.png"/><Relationship Id="rId1" Type="http://schemas.openxmlformats.org/officeDocument/2006/relationships/tags" Target="../tags/tag283.xml"/><Relationship Id="rId6" Type="http://schemas.openxmlformats.org/officeDocument/2006/relationships/tags" Target="../tags/tag288.xml"/><Relationship Id="rId11" Type="http://schemas.openxmlformats.org/officeDocument/2006/relationships/tags" Target="../tags/tag293.xml"/><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tags" Target="../tags/tag287.xml"/><Relationship Id="rId15" Type="http://schemas.openxmlformats.org/officeDocument/2006/relationships/image" Target="../media/image19.emf"/><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tags" Target="../tags/tag292.xml"/><Relationship Id="rId19" Type="http://schemas.openxmlformats.org/officeDocument/2006/relationships/image" Target="../media/image22.png"/><Relationship Id="rId31" Type="http://schemas.openxmlformats.org/officeDocument/2006/relationships/image" Target="../media/image34.svg"/><Relationship Id="rId4" Type="http://schemas.openxmlformats.org/officeDocument/2006/relationships/tags" Target="../tags/tag286.xml"/><Relationship Id="rId9" Type="http://schemas.openxmlformats.org/officeDocument/2006/relationships/tags" Target="../tags/tag291.xml"/><Relationship Id="rId14" Type="http://schemas.openxmlformats.org/officeDocument/2006/relationships/oleObject" Target="../embeddings/oleObject4.bin"/><Relationship Id="rId22" Type="http://schemas.openxmlformats.org/officeDocument/2006/relationships/image" Target="../media/image25.png"/><Relationship Id="rId27" Type="http://schemas.openxmlformats.org/officeDocument/2006/relationships/image" Target="../media/image30.svg"/><Relationship Id="rId30" Type="http://schemas.openxmlformats.org/officeDocument/2006/relationships/image" Target="../media/image33.png"/><Relationship Id="rId8" Type="http://schemas.openxmlformats.org/officeDocument/2006/relationships/tags" Target="../tags/tag290.xml"/></Relationships>
</file>

<file path=ppt/slides/_rels/slide7.xml.rels><?xml version="1.0" encoding="UTF-8" standalone="yes"?>
<Relationships xmlns="http://schemas.openxmlformats.org/package/2006/relationships"><Relationship Id="rId13" Type="http://schemas.openxmlformats.org/officeDocument/2006/relationships/tags" Target="../tags/tag307.xml"/><Relationship Id="rId18" Type="http://schemas.openxmlformats.org/officeDocument/2006/relationships/tags" Target="../tags/tag312.xml"/><Relationship Id="rId26" Type="http://schemas.openxmlformats.org/officeDocument/2006/relationships/tags" Target="../tags/tag320.xml"/><Relationship Id="rId39" Type="http://schemas.openxmlformats.org/officeDocument/2006/relationships/tags" Target="../tags/tag333.xml"/><Relationship Id="rId21" Type="http://schemas.openxmlformats.org/officeDocument/2006/relationships/tags" Target="../tags/tag315.xml"/><Relationship Id="rId34" Type="http://schemas.openxmlformats.org/officeDocument/2006/relationships/tags" Target="../tags/tag328.xml"/><Relationship Id="rId42" Type="http://schemas.openxmlformats.org/officeDocument/2006/relationships/tags" Target="../tags/tag336.xml"/><Relationship Id="rId47" Type="http://schemas.openxmlformats.org/officeDocument/2006/relationships/tags" Target="../tags/tag341.xml"/><Relationship Id="rId50" Type="http://schemas.openxmlformats.org/officeDocument/2006/relationships/tags" Target="../tags/tag344.xml"/><Relationship Id="rId55" Type="http://schemas.openxmlformats.org/officeDocument/2006/relationships/oleObject" Target="../embeddings/oleObject5.bin"/><Relationship Id="rId7" Type="http://schemas.openxmlformats.org/officeDocument/2006/relationships/tags" Target="../tags/tag301.xml"/><Relationship Id="rId2" Type="http://schemas.openxmlformats.org/officeDocument/2006/relationships/tags" Target="../tags/tag296.xml"/><Relationship Id="rId16" Type="http://schemas.openxmlformats.org/officeDocument/2006/relationships/tags" Target="../tags/tag310.xml"/><Relationship Id="rId29" Type="http://schemas.openxmlformats.org/officeDocument/2006/relationships/tags" Target="../tags/tag323.xml"/><Relationship Id="rId11" Type="http://schemas.openxmlformats.org/officeDocument/2006/relationships/tags" Target="../tags/tag305.xml"/><Relationship Id="rId24" Type="http://schemas.openxmlformats.org/officeDocument/2006/relationships/tags" Target="../tags/tag318.xml"/><Relationship Id="rId32" Type="http://schemas.openxmlformats.org/officeDocument/2006/relationships/tags" Target="../tags/tag326.xml"/><Relationship Id="rId37" Type="http://schemas.openxmlformats.org/officeDocument/2006/relationships/tags" Target="../tags/tag331.xml"/><Relationship Id="rId40" Type="http://schemas.openxmlformats.org/officeDocument/2006/relationships/tags" Target="../tags/tag334.xml"/><Relationship Id="rId45" Type="http://schemas.openxmlformats.org/officeDocument/2006/relationships/tags" Target="../tags/tag339.xml"/><Relationship Id="rId53" Type="http://schemas.openxmlformats.org/officeDocument/2006/relationships/tags" Target="../tags/tag347.xml"/><Relationship Id="rId5" Type="http://schemas.openxmlformats.org/officeDocument/2006/relationships/tags" Target="../tags/tag299.xml"/><Relationship Id="rId10" Type="http://schemas.openxmlformats.org/officeDocument/2006/relationships/tags" Target="../tags/tag304.xml"/><Relationship Id="rId19" Type="http://schemas.openxmlformats.org/officeDocument/2006/relationships/tags" Target="../tags/tag313.xml"/><Relationship Id="rId31" Type="http://schemas.openxmlformats.org/officeDocument/2006/relationships/tags" Target="../tags/tag325.xml"/><Relationship Id="rId44" Type="http://schemas.openxmlformats.org/officeDocument/2006/relationships/tags" Target="../tags/tag338.xml"/><Relationship Id="rId52" Type="http://schemas.openxmlformats.org/officeDocument/2006/relationships/tags" Target="../tags/tag346.xml"/><Relationship Id="rId4" Type="http://schemas.openxmlformats.org/officeDocument/2006/relationships/tags" Target="../tags/tag298.xml"/><Relationship Id="rId9" Type="http://schemas.openxmlformats.org/officeDocument/2006/relationships/tags" Target="../tags/tag303.xml"/><Relationship Id="rId14" Type="http://schemas.openxmlformats.org/officeDocument/2006/relationships/tags" Target="../tags/tag308.xml"/><Relationship Id="rId22" Type="http://schemas.openxmlformats.org/officeDocument/2006/relationships/tags" Target="../tags/tag316.xml"/><Relationship Id="rId27" Type="http://schemas.openxmlformats.org/officeDocument/2006/relationships/tags" Target="../tags/tag321.xml"/><Relationship Id="rId30" Type="http://schemas.openxmlformats.org/officeDocument/2006/relationships/tags" Target="../tags/tag324.xml"/><Relationship Id="rId35" Type="http://schemas.openxmlformats.org/officeDocument/2006/relationships/tags" Target="../tags/tag329.xml"/><Relationship Id="rId43" Type="http://schemas.openxmlformats.org/officeDocument/2006/relationships/tags" Target="../tags/tag337.xml"/><Relationship Id="rId48" Type="http://schemas.openxmlformats.org/officeDocument/2006/relationships/tags" Target="../tags/tag342.xml"/><Relationship Id="rId56" Type="http://schemas.openxmlformats.org/officeDocument/2006/relationships/image" Target="../media/image7.emf"/><Relationship Id="rId8" Type="http://schemas.openxmlformats.org/officeDocument/2006/relationships/tags" Target="../tags/tag302.xml"/><Relationship Id="rId51" Type="http://schemas.openxmlformats.org/officeDocument/2006/relationships/tags" Target="../tags/tag345.xml"/><Relationship Id="rId3" Type="http://schemas.openxmlformats.org/officeDocument/2006/relationships/tags" Target="../tags/tag297.xml"/><Relationship Id="rId12" Type="http://schemas.openxmlformats.org/officeDocument/2006/relationships/tags" Target="../tags/tag306.xml"/><Relationship Id="rId17" Type="http://schemas.openxmlformats.org/officeDocument/2006/relationships/tags" Target="../tags/tag311.xml"/><Relationship Id="rId25" Type="http://schemas.openxmlformats.org/officeDocument/2006/relationships/tags" Target="../tags/tag319.xml"/><Relationship Id="rId33" Type="http://schemas.openxmlformats.org/officeDocument/2006/relationships/tags" Target="../tags/tag327.xml"/><Relationship Id="rId38" Type="http://schemas.openxmlformats.org/officeDocument/2006/relationships/tags" Target="../tags/tag332.xml"/><Relationship Id="rId46" Type="http://schemas.openxmlformats.org/officeDocument/2006/relationships/tags" Target="../tags/tag340.xml"/><Relationship Id="rId20" Type="http://schemas.openxmlformats.org/officeDocument/2006/relationships/tags" Target="../tags/tag314.xml"/><Relationship Id="rId41" Type="http://schemas.openxmlformats.org/officeDocument/2006/relationships/tags" Target="../tags/tag335.xml"/><Relationship Id="rId54" Type="http://schemas.openxmlformats.org/officeDocument/2006/relationships/slideLayout" Target="../slideLayouts/slideLayout4.xml"/><Relationship Id="rId1" Type="http://schemas.openxmlformats.org/officeDocument/2006/relationships/tags" Target="../tags/tag295.xml"/><Relationship Id="rId6" Type="http://schemas.openxmlformats.org/officeDocument/2006/relationships/tags" Target="../tags/tag300.xml"/><Relationship Id="rId15" Type="http://schemas.openxmlformats.org/officeDocument/2006/relationships/tags" Target="../tags/tag309.xml"/><Relationship Id="rId23" Type="http://schemas.openxmlformats.org/officeDocument/2006/relationships/tags" Target="../tags/tag317.xml"/><Relationship Id="rId28" Type="http://schemas.openxmlformats.org/officeDocument/2006/relationships/tags" Target="../tags/tag322.xml"/><Relationship Id="rId36" Type="http://schemas.openxmlformats.org/officeDocument/2006/relationships/tags" Target="../tags/tag330.xml"/><Relationship Id="rId49" Type="http://schemas.openxmlformats.org/officeDocument/2006/relationships/tags" Target="../tags/tag343.xml"/></Relationships>
</file>

<file path=ppt/slides/_rels/slide8.xml.rels><?xml version="1.0" encoding="UTF-8" standalone="yes"?>
<Relationships xmlns="http://schemas.openxmlformats.org/package/2006/relationships"><Relationship Id="rId26" Type="http://schemas.openxmlformats.org/officeDocument/2006/relationships/tags" Target="../tags/tag373.xml"/><Relationship Id="rId21" Type="http://schemas.openxmlformats.org/officeDocument/2006/relationships/tags" Target="../tags/tag368.xml"/><Relationship Id="rId42" Type="http://schemas.openxmlformats.org/officeDocument/2006/relationships/tags" Target="../tags/tag389.xml"/><Relationship Id="rId47" Type="http://schemas.openxmlformats.org/officeDocument/2006/relationships/tags" Target="../tags/tag394.xml"/><Relationship Id="rId63" Type="http://schemas.openxmlformats.org/officeDocument/2006/relationships/tags" Target="../tags/tag410.xml"/><Relationship Id="rId68" Type="http://schemas.openxmlformats.org/officeDocument/2006/relationships/tags" Target="../tags/tag415.xml"/><Relationship Id="rId7" Type="http://schemas.openxmlformats.org/officeDocument/2006/relationships/tags" Target="../tags/tag354.xml"/><Relationship Id="rId71" Type="http://schemas.openxmlformats.org/officeDocument/2006/relationships/oleObject" Target="../embeddings/oleObject6.bin"/><Relationship Id="rId2" Type="http://schemas.openxmlformats.org/officeDocument/2006/relationships/tags" Target="../tags/tag349.xml"/><Relationship Id="rId16" Type="http://schemas.openxmlformats.org/officeDocument/2006/relationships/tags" Target="../tags/tag363.xml"/><Relationship Id="rId29" Type="http://schemas.openxmlformats.org/officeDocument/2006/relationships/tags" Target="../tags/tag376.xml"/><Relationship Id="rId11" Type="http://schemas.openxmlformats.org/officeDocument/2006/relationships/tags" Target="../tags/tag358.xml"/><Relationship Id="rId24" Type="http://schemas.openxmlformats.org/officeDocument/2006/relationships/tags" Target="../tags/tag371.xml"/><Relationship Id="rId32" Type="http://schemas.openxmlformats.org/officeDocument/2006/relationships/tags" Target="../tags/tag379.xml"/><Relationship Id="rId37" Type="http://schemas.openxmlformats.org/officeDocument/2006/relationships/tags" Target="../tags/tag384.xml"/><Relationship Id="rId40" Type="http://schemas.openxmlformats.org/officeDocument/2006/relationships/tags" Target="../tags/tag387.xml"/><Relationship Id="rId45" Type="http://schemas.openxmlformats.org/officeDocument/2006/relationships/tags" Target="../tags/tag392.xml"/><Relationship Id="rId53" Type="http://schemas.openxmlformats.org/officeDocument/2006/relationships/tags" Target="../tags/tag400.xml"/><Relationship Id="rId58" Type="http://schemas.openxmlformats.org/officeDocument/2006/relationships/tags" Target="../tags/tag405.xml"/><Relationship Id="rId66" Type="http://schemas.openxmlformats.org/officeDocument/2006/relationships/tags" Target="../tags/tag413.xml"/><Relationship Id="rId5" Type="http://schemas.openxmlformats.org/officeDocument/2006/relationships/tags" Target="../tags/tag352.xml"/><Relationship Id="rId61" Type="http://schemas.openxmlformats.org/officeDocument/2006/relationships/tags" Target="../tags/tag408.xml"/><Relationship Id="rId19" Type="http://schemas.openxmlformats.org/officeDocument/2006/relationships/tags" Target="../tags/tag366.xml"/><Relationship Id="rId14" Type="http://schemas.openxmlformats.org/officeDocument/2006/relationships/tags" Target="../tags/tag361.xml"/><Relationship Id="rId22" Type="http://schemas.openxmlformats.org/officeDocument/2006/relationships/tags" Target="../tags/tag369.xml"/><Relationship Id="rId27" Type="http://schemas.openxmlformats.org/officeDocument/2006/relationships/tags" Target="../tags/tag374.xml"/><Relationship Id="rId30" Type="http://schemas.openxmlformats.org/officeDocument/2006/relationships/tags" Target="../tags/tag377.xml"/><Relationship Id="rId35" Type="http://schemas.openxmlformats.org/officeDocument/2006/relationships/tags" Target="../tags/tag382.xml"/><Relationship Id="rId43" Type="http://schemas.openxmlformats.org/officeDocument/2006/relationships/tags" Target="../tags/tag390.xml"/><Relationship Id="rId48" Type="http://schemas.openxmlformats.org/officeDocument/2006/relationships/tags" Target="../tags/tag395.xml"/><Relationship Id="rId56" Type="http://schemas.openxmlformats.org/officeDocument/2006/relationships/tags" Target="../tags/tag403.xml"/><Relationship Id="rId64" Type="http://schemas.openxmlformats.org/officeDocument/2006/relationships/tags" Target="../tags/tag411.xml"/><Relationship Id="rId69" Type="http://schemas.openxmlformats.org/officeDocument/2006/relationships/tags" Target="../tags/tag416.xml"/><Relationship Id="rId8" Type="http://schemas.openxmlformats.org/officeDocument/2006/relationships/tags" Target="../tags/tag355.xml"/><Relationship Id="rId51" Type="http://schemas.openxmlformats.org/officeDocument/2006/relationships/tags" Target="../tags/tag398.xml"/><Relationship Id="rId72" Type="http://schemas.openxmlformats.org/officeDocument/2006/relationships/image" Target="../media/image38.emf"/><Relationship Id="rId3" Type="http://schemas.openxmlformats.org/officeDocument/2006/relationships/tags" Target="../tags/tag350.xml"/><Relationship Id="rId12" Type="http://schemas.openxmlformats.org/officeDocument/2006/relationships/tags" Target="../tags/tag359.xml"/><Relationship Id="rId17" Type="http://schemas.openxmlformats.org/officeDocument/2006/relationships/tags" Target="../tags/tag364.xml"/><Relationship Id="rId25" Type="http://schemas.openxmlformats.org/officeDocument/2006/relationships/tags" Target="../tags/tag372.xml"/><Relationship Id="rId33" Type="http://schemas.openxmlformats.org/officeDocument/2006/relationships/tags" Target="../tags/tag380.xml"/><Relationship Id="rId38" Type="http://schemas.openxmlformats.org/officeDocument/2006/relationships/tags" Target="../tags/tag385.xml"/><Relationship Id="rId46" Type="http://schemas.openxmlformats.org/officeDocument/2006/relationships/tags" Target="../tags/tag393.xml"/><Relationship Id="rId59" Type="http://schemas.openxmlformats.org/officeDocument/2006/relationships/tags" Target="../tags/tag406.xml"/><Relationship Id="rId67" Type="http://schemas.openxmlformats.org/officeDocument/2006/relationships/tags" Target="../tags/tag414.xml"/><Relationship Id="rId20" Type="http://schemas.openxmlformats.org/officeDocument/2006/relationships/tags" Target="../tags/tag367.xml"/><Relationship Id="rId41" Type="http://schemas.openxmlformats.org/officeDocument/2006/relationships/tags" Target="../tags/tag388.xml"/><Relationship Id="rId54" Type="http://schemas.openxmlformats.org/officeDocument/2006/relationships/tags" Target="../tags/tag401.xml"/><Relationship Id="rId62" Type="http://schemas.openxmlformats.org/officeDocument/2006/relationships/tags" Target="../tags/tag409.xml"/><Relationship Id="rId70" Type="http://schemas.openxmlformats.org/officeDocument/2006/relationships/slideLayout" Target="../slideLayouts/slideLayout4.xml"/><Relationship Id="rId1" Type="http://schemas.openxmlformats.org/officeDocument/2006/relationships/tags" Target="../tags/tag348.xml"/><Relationship Id="rId6" Type="http://schemas.openxmlformats.org/officeDocument/2006/relationships/tags" Target="../tags/tag353.xml"/><Relationship Id="rId15" Type="http://schemas.openxmlformats.org/officeDocument/2006/relationships/tags" Target="../tags/tag362.xml"/><Relationship Id="rId23" Type="http://schemas.openxmlformats.org/officeDocument/2006/relationships/tags" Target="../tags/tag370.xml"/><Relationship Id="rId28" Type="http://schemas.openxmlformats.org/officeDocument/2006/relationships/tags" Target="../tags/tag375.xml"/><Relationship Id="rId36" Type="http://schemas.openxmlformats.org/officeDocument/2006/relationships/tags" Target="../tags/tag383.xml"/><Relationship Id="rId49" Type="http://schemas.openxmlformats.org/officeDocument/2006/relationships/tags" Target="../tags/tag396.xml"/><Relationship Id="rId57" Type="http://schemas.openxmlformats.org/officeDocument/2006/relationships/tags" Target="../tags/tag404.xml"/><Relationship Id="rId10" Type="http://schemas.openxmlformats.org/officeDocument/2006/relationships/tags" Target="../tags/tag357.xml"/><Relationship Id="rId31" Type="http://schemas.openxmlformats.org/officeDocument/2006/relationships/tags" Target="../tags/tag378.xml"/><Relationship Id="rId44" Type="http://schemas.openxmlformats.org/officeDocument/2006/relationships/tags" Target="../tags/tag391.xml"/><Relationship Id="rId52" Type="http://schemas.openxmlformats.org/officeDocument/2006/relationships/tags" Target="../tags/tag399.xml"/><Relationship Id="rId60" Type="http://schemas.openxmlformats.org/officeDocument/2006/relationships/tags" Target="../tags/tag407.xml"/><Relationship Id="rId65" Type="http://schemas.openxmlformats.org/officeDocument/2006/relationships/tags" Target="../tags/tag412.xml"/><Relationship Id="rId4" Type="http://schemas.openxmlformats.org/officeDocument/2006/relationships/tags" Target="../tags/tag351.xml"/><Relationship Id="rId9" Type="http://schemas.openxmlformats.org/officeDocument/2006/relationships/tags" Target="../tags/tag356.xml"/><Relationship Id="rId13" Type="http://schemas.openxmlformats.org/officeDocument/2006/relationships/tags" Target="../tags/tag360.xml"/><Relationship Id="rId18" Type="http://schemas.openxmlformats.org/officeDocument/2006/relationships/tags" Target="../tags/tag365.xml"/><Relationship Id="rId39" Type="http://schemas.openxmlformats.org/officeDocument/2006/relationships/tags" Target="../tags/tag386.xml"/><Relationship Id="rId34" Type="http://schemas.openxmlformats.org/officeDocument/2006/relationships/tags" Target="../tags/tag381.xml"/><Relationship Id="rId50" Type="http://schemas.openxmlformats.org/officeDocument/2006/relationships/tags" Target="../tags/tag397.xml"/><Relationship Id="rId55" Type="http://schemas.openxmlformats.org/officeDocument/2006/relationships/tags" Target="../tags/tag402.xml"/></Relationships>
</file>

<file path=ppt/slides/_rels/slide9.xml.rels><?xml version="1.0" encoding="UTF-8" standalone="yes"?>
<Relationships xmlns="http://schemas.openxmlformats.org/package/2006/relationships"><Relationship Id="rId8" Type="http://schemas.openxmlformats.org/officeDocument/2006/relationships/tags" Target="../tags/tag424.xml"/><Relationship Id="rId13" Type="http://schemas.openxmlformats.org/officeDocument/2006/relationships/tags" Target="../tags/tag429.xml"/><Relationship Id="rId18" Type="http://schemas.openxmlformats.org/officeDocument/2006/relationships/tags" Target="../tags/tag434.xml"/><Relationship Id="rId26" Type="http://schemas.openxmlformats.org/officeDocument/2006/relationships/tags" Target="../tags/tag442.xml"/><Relationship Id="rId3" Type="http://schemas.openxmlformats.org/officeDocument/2006/relationships/tags" Target="../tags/tag419.xml"/><Relationship Id="rId21" Type="http://schemas.openxmlformats.org/officeDocument/2006/relationships/tags" Target="../tags/tag437.xml"/><Relationship Id="rId7" Type="http://schemas.openxmlformats.org/officeDocument/2006/relationships/tags" Target="../tags/tag423.xml"/><Relationship Id="rId12" Type="http://schemas.openxmlformats.org/officeDocument/2006/relationships/tags" Target="../tags/tag428.xml"/><Relationship Id="rId17" Type="http://schemas.openxmlformats.org/officeDocument/2006/relationships/tags" Target="../tags/tag433.xml"/><Relationship Id="rId25" Type="http://schemas.openxmlformats.org/officeDocument/2006/relationships/tags" Target="../tags/tag441.xml"/><Relationship Id="rId2" Type="http://schemas.openxmlformats.org/officeDocument/2006/relationships/tags" Target="../tags/tag418.xml"/><Relationship Id="rId16" Type="http://schemas.openxmlformats.org/officeDocument/2006/relationships/tags" Target="../tags/tag432.xml"/><Relationship Id="rId20" Type="http://schemas.openxmlformats.org/officeDocument/2006/relationships/tags" Target="../tags/tag436.xml"/><Relationship Id="rId29" Type="http://schemas.openxmlformats.org/officeDocument/2006/relationships/slideLayout" Target="../slideLayouts/slideLayout4.xml"/><Relationship Id="rId1" Type="http://schemas.openxmlformats.org/officeDocument/2006/relationships/tags" Target="../tags/tag417.xml"/><Relationship Id="rId6" Type="http://schemas.openxmlformats.org/officeDocument/2006/relationships/tags" Target="../tags/tag422.xml"/><Relationship Id="rId11" Type="http://schemas.openxmlformats.org/officeDocument/2006/relationships/tags" Target="../tags/tag427.xml"/><Relationship Id="rId24" Type="http://schemas.openxmlformats.org/officeDocument/2006/relationships/tags" Target="../tags/tag440.xml"/><Relationship Id="rId5" Type="http://schemas.openxmlformats.org/officeDocument/2006/relationships/tags" Target="../tags/tag421.xml"/><Relationship Id="rId15" Type="http://schemas.openxmlformats.org/officeDocument/2006/relationships/tags" Target="../tags/tag431.xml"/><Relationship Id="rId23" Type="http://schemas.openxmlformats.org/officeDocument/2006/relationships/tags" Target="../tags/tag439.xml"/><Relationship Id="rId28" Type="http://schemas.openxmlformats.org/officeDocument/2006/relationships/tags" Target="../tags/tag444.xml"/><Relationship Id="rId10" Type="http://schemas.openxmlformats.org/officeDocument/2006/relationships/tags" Target="../tags/tag426.xml"/><Relationship Id="rId19" Type="http://schemas.openxmlformats.org/officeDocument/2006/relationships/tags" Target="../tags/tag435.xml"/><Relationship Id="rId31" Type="http://schemas.openxmlformats.org/officeDocument/2006/relationships/image" Target="../media/image7.emf"/><Relationship Id="rId4" Type="http://schemas.openxmlformats.org/officeDocument/2006/relationships/tags" Target="../tags/tag420.xml"/><Relationship Id="rId9" Type="http://schemas.openxmlformats.org/officeDocument/2006/relationships/tags" Target="../tags/tag425.xml"/><Relationship Id="rId14" Type="http://schemas.openxmlformats.org/officeDocument/2006/relationships/tags" Target="../tags/tag430.xml"/><Relationship Id="rId22" Type="http://schemas.openxmlformats.org/officeDocument/2006/relationships/tags" Target="../tags/tag438.xml"/><Relationship Id="rId27" Type="http://schemas.openxmlformats.org/officeDocument/2006/relationships/tags" Target="../tags/tag443.xml"/><Relationship Id="rId30"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13" Type="http://schemas.openxmlformats.org/officeDocument/2006/relationships/tags" Target="../tags/tag457.xml"/><Relationship Id="rId18" Type="http://schemas.openxmlformats.org/officeDocument/2006/relationships/tags" Target="../tags/tag462.xml"/><Relationship Id="rId26" Type="http://schemas.openxmlformats.org/officeDocument/2006/relationships/tags" Target="../tags/tag470.xml"/><Relationship Id="rId39" Type="http://schemas.openxmlformats.org/officeDocument/2006/relationships/tags" Target="../tags/tag483.xml"/><Relationship Id="rId21" Type="http://schemas.openxmlformats.org/officeDocument/2006/relationships/tags" Target="../tags/tag465.xml"/><Relationship Id="rId34" Type="http://schemas.openxmlformats.org/officeDocument/2006/relationships/tags" Target="../tags/tag478.xml"/><Relationship Id="rId42" Type="http://schemas.openxmlformats.org/officeDocument/2006/relationships/tags" Target="../tags/tag486.xml"/><Relationship Id="rId47" Type="http://schemas.openxmlformats.org/officeDocument/2006/relationships/tags" Target="../tags/tag491.xml"/><Relationship Id="rId50" Type="http://schemas.openxmlformats.org/officeDocument/2006/relationships/notesSlide" Target="../notesSlides/notesSlide5.xml"/><Relationship Id="rId7" Type="http://schemas.openxmlformats.org/officeDocument/2006/relationships/tags" Target="../tags/tag451.xml"/><Relationship Id="rId2" Type="http://schemas.openxmlformats.org/officeDocument/2006/relationships/tags" Target="../tags/tag446.xml"/><Relationship Id="rId16" Type="http://schemas.openxmlformats.org/officeDocument/2006/relationships/tags" Target="../tags/tag460.xml"/><Relationship Id="rId29" Type="http://schemas.openxmlformats.org/officeDocument/2006/relationships/tags" Target="../tags/tag473.xml"/><Relationship Id="rId11" Type="http://schemas.openxmlformats.org/officeDocument/2006/relationships/tags" Target="../tags/tag455.xml"/><Relationship Id="rId24" Type="http://schemas.openxmlformats.org/officeDocument/2006/relationships/tags" Target="../tags/tag468.xml"/><Relationship Id="rId32" Type="http://schemas.openxmlformats.org/officeDocument/2006/relationships/tags" Target="../tags/tag476.xml"/><Relationship Id="rId37" Type="http://schemas.openxmlformats.org/officeDocument/2006/relationships/tags" Target="../tags/tag481.xml"/><Relationship Id="rId40" Type="http://schemas.openxmlformats.org/officeDocument/2006/relationships/tags" Target="../tags/tag484.xml"/><Relationship Id="rId45" Type="http://schemas.openxmlformats.org/officeDocument/2006/relationships/tags" Target="../tags/tag489.xml"/><Relationship Id="rId5" Type="http://schemas.openxmlformats.org/officeDocument/2006/relationships/tags" Target="../tags/tag449.xml"/><Relationship Id="rId15" Type="http://schemas.openxmlformats.org/officeDocument/2006/relationships/tags" Target="../tags/tag459.xml"/><Relationship Id="rId23" Type="http://schemas.openxmlformats.org/officeDocument/2006/relationships/tags" Target="../tags/tag467.xml"/><Relationship Id="rId28" Type="http://schemas.openxmlformats.org/officeDocument/2006/relationships/tags" Target="../tags/tag472.xml"/><Relationship Id="rId36" Type="http://schemas.openxmlformats.org/officeDocument/2006/relationships/tags" Target="../tags/tag480.xml"/><Relationship Id="rId49" Type="http://schemas.openxmlformats.org/officeDocument/2006/relationships/slideLayout" Target="../slideLayouts/slideLayout4.xml"/><Relationship Id="rId10" Type="http://schemas.openxmlformats.org/officeDocument/2006/relationships/tags" Target="../tags/tag454.xml"/><Relationship Id="rId19" Type="http://schemas.openxmlformats.org/officeDocument/2006/relationships/tags" Target="../tags/tag463.xml"/><Relationship Id="rId31" Type="http://schemas.openxmlformats.org/officeDocument/2006/relationships/tags" Target="../tags/tag475.xml"/><Relationship Id="rId44" Type="http://schemas.openxmlformats.org/officeDocument/2006/relationships/tags" Target="../tags/tag488.xml"/><Relationship Id="rId52" Type="http://schemas.openxmlformats.org/officeDocument/2006/relationships/image" Target="../media/image7.emf"/><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 Id="rId22" Type="http://schemas.openxmlformats.org/officeDocument/2006/relationships/tags" Target="../tags/tag466.xml"/><Relationship Id="rId27" Type="http://schemas.openxmlformats.org/officeDocument/2006/relationships/tags" Target="../tags/tag471.xml"/><Relationship Id="rId30" Type="http://schemas.openxmlformats.org/officeDocument/2006/relationships/tags" Target="../tags/tag474.xml"/><Relationship Id="rId35" Type="http://schemas.openxmlformats.org/officeDocument/2006/relationships/tags" Target="../tags/tag479.xml"/><Relationship Id="rId43" Type="http://schemas.openxmlformats.org/officeDocument/2006/relationships/tags" Target="../tags/tag487.xml"/><Relationship Id="rId48" Type="http://schemas.openxmlformats.org/officeDocument/2006/relationships/tags" Target="../tags/tag492.xml"/><Relationship Id="rId8" Type="http://schemas.openxmlformats.org/officeDocument/2006/relationships/tags" Target="../tags/tag452.xml"/><Relationship Id="rId51" Type="http://schemas.openxmlformats.org/officeDocument/2006/relationships/oleObject" Target="../embeddings/oleObject8.bin"/><Relationship Id="rId3" Type="http://schemas.openxmlformats.org/officeDocument/2006/relationships/tags" Target="../tags/tag447.xml"/><Relationship Id="rId12" Type="http://schemas.openxmlformats.org/officeDocument/2006/relationships/tags" Target="../tags/tag456.xml"/><Relationship Id="rId17" Type="http://schemas.openxmlformats.org/officeDocument/2006/relationships/tags" Target="../tags/tag461.xml"/><Relationship Id="rId25" Type="http://schemas.openxmlformats.org/officeDocument/2006/relationships/tags" Target="../tags/tag469.xml"/><Relationship Id="rId33" Type="http://schemas.openxmlformats.org/officeDocument/2006/relationships/tags" Target="../tags/tag477.xml"/><Relationship Id="rId38" Type="http://schemas.openxmlformats.org/officeDocument/2006/relationships/tags" Target="../tags/tag482.xml"/><Relationship Id="rId46" Type="http://schemas.openxmlformats.org/officeDocument/2006/relationships/tags" Target="../tags/tag490.xml"/><Relationship Id="rId20" Type="http://schemas.openxmlformats.org/officeDocument/2006/relationships/tags" Target="../tags/tag464.xml"/><Relationship Id="rId41" Type="http://schemas.openxmlformats.org/officeDocument/2006/relationships/tags" Target="../tags/tag485.xml"/><Relationship Id="rId1" Type="http://schemas.openxmlformats.org/officeDocument/2006/relationships/tags" Target="../tags/tag445.xml"/><Relationship Id="rId6" Type="http://schemas.openxmlformats.org/officeDocument/2006/relationships/tags" Target="../tags/tag450.xml"/></Relationships>
</file>

<file path=ppt/slides/_rels/slide11.xml.rels><?xml version="1.0" encoding="UTF-8" standalone="yes"?>
<Relationships xmlns="http://schemas.openxmlformats.org/package/2006/relationships"><Relationship Id="rId2" Type="http://schemas.openxmlformats.org/officeDocument/2006/relationships/hyperlink" Target="https://www.infineon.com/products/microcontroller/32-bit-psoc-arm-cortex/32-bit-psoc-control-arm-cortex-m33-mcu/psoc-control-c3-entry-line"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43.jpeg"/><Relationship Id="rId13" Type="http://schemas.openxmlformats.org/officeDocument/2006/relationships/chart" Target="../charts/chart4.xml"/><Relationship Id="rId18" Type="http://schemas.openxmlformats.org/officeDocument/2006/relationships/image" Target="../media/image51.emf"/><Relationship Id="rId26" Type="http://schemas.openxmlformats.org/officeDocument/2006/relationships/image" Target="../media/image54.emf"/><Relationship Id="rId3" Type="http://schemas.openxmlformats.org/officeDocument/2006/relationships/notesSlide" Target="../notesSlides/notesSlide6.xml"/><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0.emf"/><Relationship Id="rId25" Type="http://schemas.openxmlformats.org/officeDocument/2006/relationships/image" Target="../media/image53.emf"/><Relationship Id="rId2" Type="http://schemas.openxmlformats.org/officeDocument/2006/relationships/slideLayout" Target="../slideLayouts/slideLayout4.xml"/><Relationship Id="rId16" Type="http://schemas.openxmlformats.org/officeDocument/2006/relationships/image" Target="../media/image49.jpg"/><Relationship Id="rId29" Type="http://schemas.openxmlformats.org/officeDocument/2006/relationships/image" Target="../media/image154.png"/><Relationship Id="rId1" Type="http://schemas.openxmlformats.org/officeDocument/2006/relationships/tags" Target="../tags/tag493.xml"/><Relationship Id="rId6" Type="http://schemas.openxmlformats.org/officeDocument/2006/relationships/image" Target="../media/image41.emf"/><Relationship Id="rId11" Type="http://schemas.openxmlformats.org/officeDocument/2006/relationships/image" Target="../media/image46.svg"/><Relationship Id="rId24" Type="http://schemas.openxmlformats.org/officeDocument/2006/relationships/image" Target="../media/image1250.png"/><Relationship Id="rId32" Type="http://schemas.microsoft.com/office/2007/relationships/hdphoto" Target="../media/hdphoto2.wdp"/><Relationship Id="rId5" Type="http://schemas.openxmlformats.org/officeDocument/2006/relationships/image" Target="../media/image40.emf"/><Relationship Id="rId15" Type="http://schemas.openxmlformats.org/officeDocument/2006/relationships/image" Target="../media/image48.jpg"/><Relationship Id="rId28" Type="http://schemas.openxmlformats.org/officeDocument/2006/relationships/image" Target="../media/image55.emf"/><Relationship Id="rId10" Type="http://schemas.openxmlformats.org/officeDocument/2006/relationships/image" Target="../media/image45.jpeg"/><Relationship Id="rId19" Type="http://schemas.openxmlformats.org/officeDocument/2006/relationships/image" Target="../media/image52.jpg"/><Relationship Id="rId31" Type="http://schemas.openxmlformats.org/officeDocument/2006/relationships/image" Target="../media/image56.png"/><Relationship Id="rId4" Type="http://schemas.openxmlformats.org/officeDocument/2006/relationships/oleObject" Target="../embeddings/oleObject9.bin"/><Relationship Id="rId9" Type="http://schemas.openxmlformats.org/officeDocument/2006/relationships/image" Target="../media/image44.jpeg"/><Relationship Id="rId14" Type="http://schemas.openxmlformats.org/officeDocument/2006/relationships/chart" Target="../charts/chart5.xml"/><Relationship Id="rId27" Type="http://schemas.openxmlformats.org/officeDocument/2006/relationships/image" Target="../media/image152.png"/><Relationship Id="rId30" Type="http://schemas.openxmlformats.org/officeDocument/2006/relationships/image" Target="../media/image13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chart" Target="../charts/chart9.xml"/><Relationship Id="rId5" Type="http://schemas.openxmlformats.org/officeDocument/2006/relationships/chart" Target="../charts/chart8.xml"/><Relationship Id="rId10" Type="http://schemas.openxmlformats.org/officeDocument/2006/relationships/chart" Target="../charts/chart13.xml"/><Relationship Id="rId4" Type="http://schemas.openxmlformats.org/officeDocument/2006/relationships/chart" Target="../charts/chart7.xml"/><Relationship Id="rId9" Type="http://schemas.openxmlformats.org/officeDocument/2006/relationships/chart" Target="../charts/char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infineon.com/MTBVSCodeUserGuide"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hyperlink" Target="https://www.infineon.com/MTBuVisionUserGuide" TargetMode="External"/><Relationship Id="rId5" Type="http://schemas.openxmlformats.org/officeDocument/2006/relationships/hyperlink" Target="https://www.infineon.com/MTBIARUserGuide" TargetMode="External"/><Relationship Id="rId4" Type="http://schemas.openxmlformats.org/officeDocument/2006/relationships/hyperlink" Target="https://www.infineon.com/MTBEclipseIDEUserguide"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0.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69.png"/><Relationship Id="rId2" Type="http://schemas.openxmlformats.org/officeDocument/2006/relationships/image" Target="../media/image60.png"/><Relationship Id="rId16" Type="http://schemas.openxmlformats.org/officeDocument/2006/relationships/image" Target="../media/image73.png"/><Relationship Id="rId1" Type="http://schemas.openxmlformats.org/officeDocument/2006/relationships/slideLayout" Target="../slideLayouts/slideLayout4.xml"/><Relationship Id="rId6" Type="http://schemas.openxmlformats.org/officeDocument/2006/relationships/image" Target="../media/image64.png"/><Relationship Id="rId11" Type="http://schemas.openxmlformats.org/officeDocument/2006/relationships/image" Target="../media/image8.png"/><Relationship Id="rId5" Type="http://schemas.openxmlformats.org/officeDocument/2006/relationships/image" Target="../media/image63.png"/><Relationship Id="rId15" Type="http://schemas.openxmlformats.org/officeDocument/2006/relationships/image" Target="../media/image72.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1.png"/></Relationships>
</file>

<file path=ppt/slides/_rels/slide29.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notesSlide" Target="../notesSlides/notesSlide18.xml"/><Relationship Id="rId7" Type="http://schemas.openxmlformats.org/officeDocument/2006/relationships/image" Target="../media/image77.png"/><Relationship Id="rId2" Type="http://schemas.openxmlformats.org/officeDocument/2006/relationships/slideLayout" Target="../slideLayouts/slideLayout4.xml"/><Relationship Id="rId1" Type="http://schemas.openxmlformats.org/officeDocument/2006/relationships/tags" Target="../tags/tag494.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tags" Target="../tags/tag497.xml"/><Relationship Id="rId7" Type="http://schemas.openxmlformats.org/officeDocument/2006/relationships/notesSlide" Target="../notesSlides/notesSlide20.xml"/><Relationship Id="rId2" Type="http://schemas.openxmlformats.org/officeDocument/2006/relationships/tags" Target="../tags/tag496.xml"/><Relationship Id="rId1" Type="http://schemas.openxmlformats.org/officeDocument/2006/relationships/tags" Target="../tags/tag495.xml"/><Relationship Id="rId6" Type="http://schemas.openxmlformats.org/officeDocument/2006/relationships/slideLayout" Target="../slideLayouts/slideLayout5.xml"/><Relationship Id="rId5" Type="http://schemas.openxmlformats.org/officeDocument/2006/relationships/tags" Target="../tags/tag499.xml"/><Relationship Id="rId4" Type="http://schemas.openxmlformats.org/officeDocument/2006/relationships/tags" Target="../tags/tag498.xml"/></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hyperlink" Target="https://www.infineon.com/psocdeveloper/discover"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1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106.emf"/><Relationship Id="rId4" Type="http://schemas.openxmlformats.org/officeDocument/2006/relationships/image" Target="../media/image105.emf"/></Relationships>
</file>

<file path=ppt/slides/_rels/slide58.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01.xml"/><Relationship Id="rId1" Type="http://schemas.openxmlformats.org/officeDocument/2006/relationships/tags" Target="../tags/tag500.xml"/><Relationship Id="rId4"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502.xml"/><Relationship Id="rId4" Type="http://schemas.openxmlformats.org/officeDocument/2006/relationships/image" Target="../media/image110.emf"/></Relationships>
</file>

<file path=ppt/slides/_rels/slide63.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15.svg"/></Relationships>
</file>

<file path=ppt/slides/_rels/slide67.xml.rels><?xml version="1.0" encoding="UTF-8" standalone="yes"?>
<Relationships xmlns="http://schemas.openxmlformats.org/package/2006/relationships"><Relationship Id="rId3" Type="http://schemas.openxmlformats.org/officeDocument/2006/relationships/image" Target="../media/image116.sv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118.sv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119.sv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120.svg"/></Relationships>
</file>

<file path=ppt/slides/_rels/slide71.xml.rels><?xml version="1.0" encoding="UTF-8" standalone="yes"?>
<Relationships xmlns="http://schemas.openxmlformats.org/package/2006/relationships"><Relationship Id="rId2" Type="http://schemas.openxmlformats.org/officeDocument/2006/relationships/image" Target="../media/image121.sv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127.svg"/></Relationships>
</file>

<file path=ppt/slides/_rels/slide76.xml.rels><?xml version="1.0" encoding="UTF-8" standalone="yes"?>
<Relationships xmlns="http://schemas.openxmlformats.org/package/2006/relationships"><Relationship Id="rId3" Type="http://schemas.openxmlformats.org/officeDocument/2006/relationships/image" Target="../media/image128.sv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7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hyperlink" Target="https://github.com/Infineon/mtb-example-ce243300-adc-hw3p3z-tcpwm-hw-path" TargetMode="External"/><Relationship Id="rId1" Type="http://schemas.openxmlformats.org/officeDocument/2006/relationships/slideLayout" Target="../slideLayouts/slideLayout5.xml"/><Relationship Id="rId4" Type="http://schemas.openxmlformats.org/officeDocument/2006/relationships/image" Target="../media/image130.png"/></Relationships>
</file>

<file path=ppt/slides/_rels/slide7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5.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4.xml"/><Relationship Id="rId4" Type="http://schemas.openxmlformats.org/officeDocument/2006/relationships/image" Target="../media/image142.png"/></Relationships>
</file>

<file path=ppt/slides/_rels/slide8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4.xml"/><Relationship Id="rId4" Type="http://schemas.openxmlformats.org/officeDocument/2006/relationships/image" Target="../media/image153.png"/></Relationships>
</file>

<file path=ppt/slides/_rels/slide91.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hyperlink" Target="https://github.com/Infineon/mtb-example-ce239819-hppass-adc-basic" TargetMode="External"/><Relationship Id="rId2" Type="http://schemas.openxmlformats.org/officeDocument/2006/relationships/notesSlide" Target="../notesSlides/notesSlide46.xml"/><Relationship Id="rId1" Type="http://schemas.openxmlformats.org/officeDocument/2006/relationships/slideLayout" Target="../slideLayouts/slideLayout5.xml"/><Relationship Id="rId6" Type="http://schemas.openxmlformats.org/officeDocument/2006/relationships/hyperlink" Target="https://github.com/Infineon/mtb-example-ce240435-hppass-temperature-sensor" TargetMode="External"/><Relationship Id="rId5" Type="http://schemas.openxmlformats.org/officeDocument/2006/relationships/hyperlink" Target="https://github.com/Infineon/mtb-example-ce240267-hppass-adc-diff-measurement" TargetMode="External"/><Relationship Id="rId4" Type="http://schemas.openxmlformats.org/officeDocument/2006/relationships/hyperlink" Target="https://github.com/Infineon/mtb-example-ce240486-hppass-csg-kill-pwm" TargetMode="External"/></Relationships>
</file>

<file path=ppt/slides/_rels/slide96.xml.rels><?xml version="1.0" encoding="UTF-8" standalone="yes"?>
<Relationships xmlns="http://schemas.openxmlformats.org/package/2006/relationships"><Relationship Id="rId3" Type="http://schemas.openxmlformats.org/officeDocument/2006/relationships/hyperlink" Target="https://github.com/Infineon/mtb-example-ce242695-afe" TargetMode="External"/><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hyperlink" Target="https://github.com/Infineon/mtb-example-ce242673-dac" TargetMode="External"/><Relationship Id="rId4" Type="http://schemas.openxmlformats.org/officeDocument/2006/relationships/hyperlink" Target="https://github.com/Infineon/mtb-example-ce243301-hw3p3z-as-filter"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hyperlink" Target="https://github.com/Infineon/mtb-example-ce242695-afe" TargetMode="Externa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hyperlink" Target="https://github.com/Infineon/mtb-example-ce242673-dac" TargetMode="External"/><Relationship Id="rId1" Type="http://schemas.openxmlformats.org/officeDocument/2006/relationships/slideLayout" Target="../slideLayouts/slideLayout5.xml"/><Relationship Id="rId4" Type="http://schemas.openxmlformats.org/officeDocument/2006/relationships/image" Target="../media/image162.png"/></Relationships>
</file>

<file path=ppt/slides/_rels/slide100.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165.sv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166.sv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sv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image" Target="../media/image169.svg"/><Relationship Id="rId1" Type="http://schemas.openxmlformats.org/officeDocument/2006/relationships/slideLayout" Target="../slideLayouts/slideLayout5.xml"/><Relationship Id="rId4" Type="http://schemas.openxmlformats.org/officeDocument/2006/relationships/image" Target="../media/image171.emf"/></Relationships>
</file>

<file path=ppt/slides/_rels/slide107.xml.rels><?xml version="1.0" encoding="UTF-8" standalone="yes"?>
<Relationships xmlns="http://schemas.openxmlformats.org/package/2006/relationships"><Relationship Id="rId2" Type="http://schemas.openxmlformats.org/officeDocument/2006/relationships/image" Target="../media/image172.emf"/><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173.tmp"/><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177.sv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78.sv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3" Type="http://schemas.openxmlformats.org/officeDocument/2006/relationships/hyperlink" Target="https://infineon.github.io/emusb-device/html/index.html" TargetMode="External"/><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179.png"/></Relationships>
</file>

<file path=ppt/slides/_rels/slide119.xml.rels><?xml version="1.0" encoding="UTF-8" standalone="yes"?>
<Relationships xmlns="http://schemas.openxmlformats.org/package/2006/relationships"><Relationship Id="rId3" Type="http://schemas.openxmlformats.org/officeDocument/2006/relationships/hyperlink" Target="https://github.com/Infineon/mtb-example-ce242723-usb-device-hid-mouse" TargetMode="External"/><Relationship Id="rId2" Type="http://schemas.openxmlformats.org/officeDocument/2006/relationships/notesSlide" Target="../notesSlides/notesSlide52.xml"/><Relationship Id="rId1" Type="http://schemas.openxmlformats.org/officeDocument/2006/relationships/slideLayout" Target="../slideLayouts/slideLayout5.xml"/><Relationship Id="rId6" Type="http://schemas.openxmlformats.org/officeDocument/2006/relationships/hyperlink" Target="https://github.com/Infineon/mtb-example-ce243187-usb-host-cdc-echo" TargetMode="External"/><Relationship Id="rId5" Type="http://schemas.openxmlformats.org/officeDocument/2006/relationships/hyperlink" Target="https://github.com/Infineon/mtb-example-ce243186-usb-device-cdc-echo" TargetMode="External"/><Relationship Id="rId4" Type="http://schemas.openxmlformats.org/officeDocument/2006/relationships/hyperlink" Target="https://github.com/Infineon/mtb-example-ce242882-usb-device-hid-generic" TargetMode="External"/></Relationships>
</file>

<file path=ppt/slides/_rels/slide12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hyperlink" Target="https://github.com/Infineon/mtb-example-ce242723-usb-device-hid-mouse" TargetMode="External"/><Relationship Id="rId1" Type="http://schemas.openxmlformats.org/officeDocument/2006/relationships/slideLayout" Target="../slideLayouts/slideLayout5.xml"/><Relationship Id="rId4" Type="http://schemas.openxmlformats.org/officeDocument/2006/relationships/image" Target="../media/image18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1589B28-D26E-44F4-8C62-FEE4AAED4A70}"/>
              </a:ext>
            </a:extLst>
          </p:cNvPr>
          <p:cNvSpPr>
            <a:spLocks noGrp="1"/>
          </p:cNvSpPr>
          <p:nvPr>
            <p:ph type="pic" sz="quarter" idx="15"/>
          </p:nvPr>
        </p:nvSpPr>
        <p:spPr/>
        <p:txBody>
          <a:bodyPr/>
          <a:lstStyle/>
          <a:p>
            <a:endParaRPr lang="en-US" dirty="0"/>
          </a:p>
        </p:txBody>
      </p:sp>
      <p:sp>
        <p:nvSpPr>
          <p:cNvPr id="8" name="Subtitle 7">
            <a:extLst>
              <a:ext uri="{FF2B5EF4-FFF2-40B4-BE49-F238E27FC236}">
                <a16:creationId xmlns:a16="http://schemas.microsoft.com/office/drawing/2014/main" id="{0FB27639-D1FE-4EB7-81D0-019FC186FBB5}"/>
              </a:ext>
            </a:extLst>
          </p:cNvPr>
          <p:cNvSpPr>
            <a:spLocks noGrp="1"/>
          </p:cNvSpPr>
          <p:nvPr>
            <p:ph type="subTitle" idx="1"/>
          </p:nvPr>
        </p:nvSpPr>
        <p:spPr>
          <a:xfrm>
            <a:off x="624000" y="5553304"/>
            <a:ext cx="8280000" cy="612000"/>
          </a:xfrm>
        </p:spPr>
        <p:txBody>
          <a:bodyPr/>
          <a:lstStyle/>
          <a:p>
            <a:endParaRPr lang="en-US" sz="2000" dirty="0"/>
          </a:p>
        </p:txBody>
      </p:sp>
      <p:sp>
        <p:nvSpPr>
          <p:cNvPr id="7" name="Title 6">
            <a:extLst>
              <a:ext uri="{FF2B5EF4-FFF2-40B4-BE49-F238E27FC236}">
                <a16:creationId xmlns:a16="http://schemas.microsoft.com/office/drawing/2014/main" id="{3FB1C68C-D054-4F8D-AA7A-F778CCFFFD34}"/>
              </a:ext>
            </a:extLst>
          </p:cNvPr>
          <p:cNvSpPr>
            <a:spLocks noGrp="1"/>
          </p:cNvSpPr>
          <p:nvPr>
            <p:ph type="ctrTitle"/>
          </p:nvPr>
        </p:nvSpPr>
        <p:spPr>
          <a:xfrm>
            <a:off x="624000" y="3573016"/>
            <a:ext cx="11160632" cy="1899941"/>
          </a:xfrm>
        </p:spPr>
        <p:txBody>
          <a:bodyPr anchor="t">
            <a:normAutofit fontScale="90000"/>
          </a:bodyPr>
          <a:lstStyle/>
          <a:p>
            <a:r>
              <a:rPr lang="en-IN" dirty="0"/>
              <a:t>Customer Training Workshop</a:t>
            </a:r>
            <a:br>
              <a:rPr lang="en-IN" dirty="0"/>
            </a:br>
            <a:r>
              <a:rPr lang="en-IN" dirty="0"/>
              <a:t>PSOC™ Control C3- PSC3M/P6</a:t>
            </a:r>
            <a:br>
              <a:rPr lang="en-IN" dirty="0"/>
            </a:br>
            <a:r>
              <a:rPr lang="en-IN" dirty="0"/>
              <a:t>-</a:t>
            </a:r>
            <a:r>
              <a:rPr lang="en-IN" sz="2000" dirty="0"/>
              <a:t>Overview, Portfolio positioning, Architecture, Peripherals for Real time application and </a:t>
            </a:r>
            <a:r>
              <a:rPr lang="en-IN" sz="2000" dirty="0" err="1"/>
              <a:t>HandsON</a:t>
            </a:r>
            <a:endParaRPr lang="en-US" sz="2000" dirty="0"/>
          </a:p>
        </p:txBody>
      </p:sp>
      <p:sp>
        <p:nvSpPr>
          <p:cNvPr id="3" name="Footer Placeholder 2">
            <a:extLst>
              <a:ext uri="{FF2B5EF4-FFF2-40B4-BE49-F238E27FC236}">
                <a16:creationId xmlns:a16="http://schemas.microsoft.com/office/drawing/2014/main" id="{DC495CAC-98C4-4644-9488-E90C0476D9D8}"/>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913701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9A08-B983-492B-BF60-186DB105E3DB}"/>
              </a:ext>
            </a:extLst>
          </p:cNvPr>
          <p:cNvSpPr>
            <a:spLocks noGrp="1"/>
          </p:cNvSpPr>
          <p:nvPr>
            <p:ph type="title"/>
          </p:nvPr>
        </p:nvSpPr>
        <p:spPr>
          <a:xfrm>
            <a:off x="407368" y="692696"/>
            <a:ext cx="8137525" cy="683369"/>
          </a:xfrm>
        </p:spPr>
        <p:txBody>
          <a:bodyPr/>
          <a:lstStyle/>
          <a:p>
            <a:r>
              <a:rPr lang="en-US" sz="2800" dirty="0" err="1"/>
              <a:t>Platinium</a:t>
            </a:r>
            <a:r>
              <a:rPr lang="en-US" sz="2800" dirty="0"/>
              <a:t> Training Objective –  PSOC</a:t>
            </a:r>
            <a:r>
              <a:rPr lang="en-IN" sz="2800" dirty="0"/>
              <a:t>™</a:t>
            </a:r>
            <a:r>
              <a:rPr lang="en-US" sz="2800" dirty="0"/>
              <a:t> C3M/P6</a:t>
            </a:r>
            <a:br>
              <a:rPr lang="en-US" sz="2800" dirty="0"/>
            </a:br>
            <a:r>
              <a:rPr lang="en-US" sz="2800" dirty="0"/>
              <a:t>Duration : 4hour</a:t>
            </a:r>
          </a:p>
        </p:txBody>
      </p:sp>
      <p:sp>
        <p:nvSpPr>
          <p:cNvPr id="3" name="Inhaltsplatzhalter 1">
            <a:extLst>
              <a:ext uri="{FF2B5EF4-FFF2-40B4-BE49-F238E27FC236}">
                <a16:creationId xmlns:a16="http://schemas.microsoft.com/office/drawing/2014/main" id="{ACB20777-3155-47BD-91E5-1969C4154148}"/>
              </a:ext>
            </a:extLst>
          </p:cNvPr>
          <p:cNvSpPr txBox="1">
            <a:spLocks/>
          </p:cNvSpPr>
          <p:nvPr/>
        </p:nvSpPr>
        <p:spPr>
          <a:xfrm>
            <a:off x="351613" y="1484784"/>
            <a:ext cx="8336675" cy="5113337"/>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de-DE" dirty="0"/>
              <a:t>Understand where PSC3M/P6x fits and identify its major enhancements</a:t>
            </a:r>
          </a:p>
          <a:p>
            <a:r>
              <a:rPr lang="de-DE" dirty="0"/>
              <a:t>Become productive with the development flow, tools and available technical resources.</a:t>
            </a:r>
            <a:endParaRPr lang="de-DE" b="0" i="0" dirty="0">
              <a:effectLst/>
              <a:latin typeface="Segoe UI" panose="020B0502040204020203" pitchFamily="34" charset="0"/>
            </a:endParaRPr>
          </a:p>
          <a:p>
            <a:r>
              <a:rPr lang="de-DE" dirty="0"/>
              <a:t>Understand how architectural enhancements affect real-time control performance.</a:t>
            </a:r>
          </a:p>
          <a:p>
            <a:r>
              <a:rPr lang="de-DE" dirty="0"/>
              <a:t>Gain practical experience with key communication interfaces</a:t>
            </a:r>
          </a:p>
          <a:p>
            <a:r>
              <a:rPr lang="de-DE" b="0" i="0" dirty="0">
                <a:effectLst/>
                <a:latin typeface="Segoe UI" panose="020B0502040204020203" pitchFamily="34" charset="0"/>
              </a:rPr>
              <a:t>Understand HPPASS /TCPWM and apply it for </a:t>
            </a:r>
            <a:r>
              <a:rPr lang="de-DE" dirty="0"/>
              <a:t>advanced digital-power and motor-control resources</a:t>
            </a:r>
            <a:endParaRPr lang="de-DE" b="0" i="0" dirty="0">
              <a:effectLst/>
              <a:latin typeface="Segoe UI" panose="020B0502040204020203" pitchFamily="34" charset="0"/>
            </a:endParaRPr>
          </a:p>
          <a:p>
            <a:r>
              <a:rPr lang="de-DE" b="0" i="0" dirty="0">
                <a:effectLst/>
                <a:latin typeface="Segoe UI" panose="020B0502040204020203" pitchFamily="34" charset="0"/>
              </a:rPr>
              <a:t>Train-the-trainer. Attendees should be able to deliver same training to customers /FAEs</a:t>
            </a:r>
          </a:p>
          <a:p>
            <a:endParaRPr lang="en-US" kern="0" dirty="0"/>
          </a:p>
        </p:txBody>
      </p:sp>
    </p:spTree>
    <p:extLst>
      <p:ext uri="{BB962C8B-B14F-4D97-AF65-F5344CB8AC3E}">
        <p14:creationId xmlns:p14="http://schemas.microsoft.com/office/powerpoint/2010/main" val="621039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AEC8-D149-9EA4-F3D5-BE181EDA7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FC50F-74D7-A393-53E8-87CFE74CB9B3}"/>
              </a:ext>
            </a:extLst>
          </p:cNvPr>
          <p:cNvSpPr>
            <a:spLocks noGrp="1"/>
          </p:cNvSpPr>
          <p:nvPr>
            <p:ph type="title"/>
          </p:nvPr>
        </p:nvSpPr>
        <p:spPr>
          <a:xfrm>
            <a:off x="335360" y="2853581"/>
            <a:ext cx="8732440" cy="683369"/>
          </a:xfrm>
        </p:spPr>
        <p:txBody>
          <a:bodyPr/>
          <a:lstStyle/>
          <a:p>
            <a:br>
              <a:rPr lang="de-DE" dirty="0"/>
            </a:br>
            <a:br>
              <a:rPr lang="de-DE" dirty="0"/>
            </a:br>
            <a:r>
              <a:rPr lang="de-DE" dirty="0"/>
              <a:t>PSOC Control C3:</a:t>
            </a:r>
            <a:br>
              <a:rPr lang="de-DE" dirty="0"/>
            </a:br>
            <a:br>
              <a:rPr lang="de-DE" dirty="0"/>
            </a:br>
            <a:r>
              <a:rPr lang="de-DE" dirty="0"/>
              <a:t>Overview, portfolio positioning, value prepositions and comparasion of PSC3M5/M6/M8 devices </a:t>
            </a:r>
            <a:endParaRPr dirty="0"/>
          </a:p>
        </p:txBody>
      </p:sp>
      <p:sp>
        <p:nvSpPr>
          <p:cNvPr id="4" name="Footer Placeholder 3">
            <a:extLst>
              <a:ext uri="{FF2B5EF4-FFF2-40B4-BE49-F238E27FC236}">
                <a16:creationId xmlns:a16="http://schemas.microsoft.com/office/drawing/2014/main" id="{9FFFEDC7-67C5-83CA-50F5-660277FE7C9C}"/>
              </a:ext>
            </a:extLst>
          </p:cNvPr>
          <p:cNvSpPr>
            <a:spLocks noGrp="1"/>
          </p:cNvSpPr>
          <p:nvPr>
            <p:ph type="ftr" sz="quarter" idx="11"/>
          </p:nvPr>
        </p:nvSpPr>
        <p:spPr/>
        <p:txBody>
          <a:bodyPr/>
          <a:lstStyle/>
          <a:p>
            <a:r>
              <a:rPr lang="en-US"/>
              <a:t>Sep 2026</a:t>
            </a:r>
            <a:endParaRPr lang="en-US" dirty="0"/>
          </a:p>
        </p:txBody>
      </p:sp>
    </p:spTree>
    <p:extLst>
      <p:ext uri="{BB962C8B-B14F-4D97-AF65-F5344CB8AC3E}">
        <p14:creationId xmlns:p14="http://schemas.microsoft.com/office/powerpoint/2010/main" val="1501880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03" name="Rechteck 7">
            <a:extLst>
              <a:ext uri="{FF2B5EF4-FFF2-40B4-BE49-F238E27FC236}">
                <a16:creationId xmlns:a16="http://schemas.microsoft.com/office/drawing/2014/main" id="{DC1CF162-33E7-184E-211A-506550974268}"/>
              </a:ext>
            </a:extLst>
          </p:cNvPr>
          <p:cNvSpPr>
            <a:spLocks noGrp="1" noRot="1" noEditPoints="1" noAdjustHandles="1" noChangeArrowheads="1" noChangeShapeType="1"/>
          </p:cNvSpPr>
          <p:nvPr>
            <p:custDataLst>
              <p:tags r:id="rId1"/>
            </p:custDataLst>
          </p:nvPr>
        </p:nvSpPr>
        <p:spPr>
          <a:xfrm>
            <a:off x="8153505" y="4221518"/>
            <a:ext cx="2707531" cy="1722082"/>
          </a:xfrm>
          <a:prstGeom prst="rect">
            <a:avLst/>
          </a:prstGeom>
          <a:noFill/>
          <a:ln w="0" cap="flat" cmpd="sng" algn="ctr">
            <a:solidFill>
              <a:prstClr val="black">
                <a:alpha val="0"/>
              </a:prst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495300" rtl="0" eaLnBrk="1" fontAlgn="auto" hangingPunct="1">
              <a:lnSpc>
                <a:spcPct val="100000"/>
              </a:lnSpc>
              <a:spcBef>
                <a:spcPts val="0"/>
              </a:spcBef>
              <a:spcAft>
                <a:spcPts val="0"/>
              </a:spcAft>
            </a:pPr>
            <a:r>
              <a:rPr lang="en-US" sz="1600" b="0" i="0" u="none" baseline="0">
                <a:solidFill>
                  <a:srgbClr val="000000"/>
                </a:solidFill>
                <a:latin typeface="Arial" panose="020B0604020202020204" pitchFamily="34" charset="0"/>
                <a:cs typeface="Segoe UI Light" panose="020B0502040204020203" pitchFamily="34" charset="0"/>
              </a:rPr>
              <a:t>​</a:t>
            </a:r>
            <a:endParaRPr lang="en-US" sz="1600" b="0" i="0" u="none" baseline="0" dirty="0">
              <a:solidFill>
                <a:srgbClr val="000000"/>
              </a:solidFill>
              <a:latin typeface="Arial" panose="020B0604020202020204" pitchFamily="34" charset="0"/>
              <a:cs typeface="Segoe UI Light" panose="020B0502040204020203" pitchFamily="34" charset="0"/>
            </a:endParaRPr>
          </a:p>
        </p:txBody>
      </p:sp>
      <p:sp>
        <p:nvSpPr>
          <p:cNvPr id="5" name="Rechteck 7">
            <a:extLst>
              <a:ext uri="{FF2B5EF4-FFF2-40B4-BE49-F238E27FC236}">
                <a16:creationId xmlns:a16="http://schemas.microsoft.com/office/drawing/2014/main" id="{C9704916-749A-5D09-92A7-3CD9F53EFF50}"/>
              </a:ext>
            </a:extLst>
          </p:cNvPr>
          <p:cNvSpPr>
            <a:spLocks noGrp="1" noRot="1" noEditPoints="1" noAdjustHandles="1" noChangeArrowheads="1" noChangeShapeType="1"/>
          </p:cNvSpPr>
          <p:nvPr>
            <p:custDataLst>
              <p:tags r:id="rId2"/>
            </p:custDataLst>
          </p:nvPr>
        </p:nvSpPr>
        <p:spPr>
          <a:xfrm>
            <a:off x="8145884" y="2209800"/>
            <a:ext cx="3416191" cy="1569676"/>
          </a:xfrm>
          <a:prstGeom prst="rect">
            <a:avLst/>
          </a:prstGeom>
          <a:noFill/>
          <a:ln w="0" cap="flat" cmpd="sng" algn="ctr">
            <a:solidFill>
              <a:prstClr val="black">
                <a:alpha val="0"/>
              </a:prst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eaLnBrk="1" fontAlgn="auto" hangingPunct="1">
              <a:lnSpc>
                <a:spcPct val="100000"/>
              </a:lnSpc>
              <a:spcBef>
                <a:spcPts val="0"/>
              </a:spcBef>
              <a:spcAft>
                <a:spcPts val="0"/>
              </a:spcAft>
            </a:pPr>
            <a:endParaRPr lang="de-DE" sz="1600" b="0" i="0" u="none" baseline="0" dirty="0">
              <a:solidFill>
                <a:srgbClr val="000000"/>
              </a:solidFill>
              <a:latin typeface="Segoe UI Light" panose="020B0502040204020203" pitchFamily="34" charset="0"/>
              <a:cs typeface="Segoe UI Light" panose="020B0502040204020203" pitchFamily="34" charset="0"/>
            </a:endParaRPr>
          </a:p>
        </p:txBody>
      </p:sp>
      <p:graphicFrame>
        <p:nvGraphicFramePr>
          <p:cNvPr id="49155" name="think-cell data - do not delete" hidden="1">
            <a:extLst>
              <a:ext uri="{FF2B5EF4-FFF2-40B4-BE49-F238E27FC236}">
                <a16:creationId xmlns:a16="http://schemas.microsoft.com/office/drawing/2014/main" id="{1591BF71-11A6-8D9B-0690-EB2EF07DA86D}"/>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60" imgH="360" progId="TCLayout.ActiveDocument.1">
                  <p:embed/>
                </p:oleObj>
              </mc:Choice>
              <mc:Fallback>
                <p:oleObj name="think-cell Slide" r:id="rId27" imgW="360" imgH="360" progId="TCLayout.ActiveDocument.1">
                  <p:embed/>
                  <p:pic>
                    <p:nvPicPr>
                      <p:cNvPr id="49155" name="think-cell data - do not delete" hidden="1">
                        <a:extLst>
                          <a:ext uri="{FF2B5EF4-FFF2-40B4-BE49-F238E27FC236}">
                            <a16:creationId xmlns:a16="http://schemas.microsoft.com/office/drawing/2014/main" id="{1591BF71-11A6-8D9B-0690-EB2EF07DA86D}"/>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D2BF12D5-2938-4FA1-85B0-EB482C9FF1AA}"/>
              </a:ext>
            </a:extLst>
          </p:cNvPr>
          <p:cNvSpPr/>
          <p:nvPr>
            <p:custDataLst>
              <p:tags r:id="rId4"/>
            </p:custDataLst>
          </p:nvPr>
        </p:nvSpPr>
        <p:spPr bwMode="auto">
          <a:xfrm>
            <a:off x="336556" y="1579104"/>
            <a:ext cx="2194560" cy="2103239"/>
          </a:xfrm>
          <a:prstGeom prst="rect">
            <a:avLst/>
          </a:prstGeom>
          <a:solidFill>
            <a:schemeClr val="tx2"/>
          </a:solidFill>
          <a:ln w="9525">
            <a:noFill/>
            <a:miter lim="800000"/>
            <a:headEnd/>
            <a:tailEnd/>
          </a:ln>
        </p:spPr>
        <p:txBody>
          <a:bodyPr wrap="square" lIns="72000" tIns="219456" rIns="72000" bIns="72000" rtlCol="0" anchor="t"/>
          <a:lstStyle/>
          <a:p>
            <a:pPr marL="515938" defTabSz="576000" eaLnBrk="0" fontAlgn="auto" hangingPunct="0">
              <a:lnSpc>
                <a:spcPct val="110000"/>
              </a:lnSpc>
              <a:spcBef>
                <a:spcPts val="0"/>
              </a:spcBef>
              <a:spcAft>
                <a:spcPts val="800"/>
              </a:spcAft>
              <a:buClr>
                <a:srgbClr val="FFFFFF"/>
              </a:buClr>
              <a:defRPr/>
            </a:pPr>
            <a:r>
              <a:rPr lang="en-US" sz="1500" b="1" kern="0" dirty="0">
                <a:solidFill>
                  <a:srgbClr val="FFFFFF"/>
                </a:solidFill>
                <a:latin typeface="Arial"/>
                <a:cs typeface="Arial"/>
              </a:rPr>
              <a:t>1. Motor Control</a:t>
            </a:r>
          </a:p>
          <a:p>
            <a:pPr marL="250825" marR="0" lvl="0" indent="-192088" algn="l" defTabSz="576000" rtl="0" eaLnBrk="0" fontAlgn="auto" latinLnBrk="0" hangingPunct="0">
              <a:lnSpc>
                <a:spcPct val="110000"/>
              </a:lnSpc>
              <a:spcBef>
                <a:spcPts val="0"/>
              </a:spcBef>
              <a:spcAft>
                <a:spcPts val="400"/>
              </a:spcAft>
              <a:buClr>
                <a:srgbClr val="FFFFFF"/>
              </a:buClr>
              <a:buSzTx/>
              <a:buFont typeface="Arial" panose="020B0604020202020204" pitchFamily="34" charset="0"/>
              <a:buChar char="‒"/>
              <a:tabLst/>
              <a:defRPr/>
            </a:pPr>
            <a:r>
              <a:rPr kumimoji="0" lang="en-US" sz="1300" b="0" i="0" u="none" strike="noStrike" kern="0" cap="none" spc="0" normalizeH="0" baseline="0" noProof="0" dirty="0">
                <a:ln>
                  <a:noFill/>
                </a:ln>
                <a:solidFill>
                  <a:srgbClr val="FFFFFF"/>
                </a:solidFill>
                <a:effectLst/>
                <a:uLnTx/>
                <a:uFillTx/>
                <a:latin typeface="Arial"/>
                <a:cs typeface="Arial"/>
              </a:rPr>
              <a:t>Higher system efficiency (performance, power, integration, ML)</a:t>
            </a:r>
          </a:p>
          <a:p>
            <a:pPr marL="250825" marR="0" lvl="0" indent="-192088" algn="l" defTabSz="576000" rtl="0" eaLnBrk="0" fontAlgn="auto" latinLnBrk="0" hangingPunct="0">
              <a:lnSpc>
                <a:spcPct val="110000"/>
              </a:lnSpc>
              <a:spcBef>
                <a:spcPts val="0"/>
              </a:spcBef>
              <a:spcAft>
                <a:spcPts val="400"/>
              </a:spcAft>
              <a:buClr>
                <a:srgbClr val="FFFFFF"/>
              </a:buClr>
              <a:buSzTx/>
              <a:buFont typeface="Arial" panose="020B0604020202020204" pitchFamily="34" charset="0"/>
              <a:buChar char="‒"/>
              <a:tabLst/>
              <a:defRPr/>
            </a:pPr>
            <a:r>
              <a:rPr kumimoji="0" lang="en-US" sz="1300" b="0" i="0" u="none" strike="noStrike" kern="0" cap="none" spc="0" normalizeH="0" baseline="0" noProof="0" dirty="0">
                <a:ln>
                  <a:noFill/>
                </a:ln>
                <a:solidFill>
                  <a:srgbClr val="FFFFFF"/>
                </a:solidFill>
                <a:effectLst/>
                <a:uLnTx/>
                <a:uFillTx/>
                <a:latin typeface="Arial"/>
                <a:cs typeface="Arial"/>
              </a:rPr>
              <a:t>Growth driven by Robotics and Home Appliance applications</a:t>
            </a:r>
            <a:endParaRPr lang="en-US" sz="1300" baseline="0" dirty="0">
              <a:solidFill>
                <a:schemeClr val="bg1"/>
              </a:solidFill>
              <a:latin typeface="+mn-lt"/>
              <a:ea typeface="+mn-ea"/>
              <a:cs typeface="+mn-cs"/>
            </a:endParaRPr>
          </a:p>
        </p:txBody>
      </p:sp>
      <p:sp>
        <p:nvSpPr>
          <p:cNvPr id="4" name="Title 3">
            <a:extLst>
              <a:ext uri="{FF2B5EF4-FFF2-40B4-BE49-F238E27FC236}">
                <a16:creationId xmlns:a16="http://schemas.microsoft.com/office/drawing/2014/main" id="{376EA6DF-E114-49DD-A9A3-4DA9C0F992FF}"/>
              </a:ext>
            </a:extLst>
          </p:cNvPr>
          <p:cNvSpPr>
            <a:spLocks noGrp="1"/>
          </p:cNvSpPr>
          <p:nvPr>
            <p:ph type="title"/>
          </p:nvPr>
        </p:nvSpPr>
        <p:spPr>
          <a:xfrm>
            <a:off x="335359" y="188720"/>
            <a:ext cx="10561241" cy="720000"/>
          </a:xfrm>
          <a:noFill/>
          <a:ln/>
          <a:extLst>
            <a:ext uri="{909E8E84-426E-40DD-AFC4-6F175D3DCCD1}">
              <a14:hiddenFill xmlns:a14="http://schemas.microsoft.com/office/drawing/2010/main">
                <a:solidFill>
                  <a:srgbClr val="FFFFFF">
                    <a:alpha val="0"/>
                  </a:srgbClr>
                </a:solidFill>
              </a14:hiddenFill>
            </a:ext>
          </a:extLst>
        </p:spPr>
        <p:txBody>
          <a:bodyPr vert="horz" lIns="0" tIns="0" rIns="0" bIns="10800" anchor="b">
            <a:noAutofit/>
          </a:bodyPr>
          <a:lstStyle/>
          <a:p>
            <a:r>
              <a:rPr lang="en-US" sz="2200" dirty="0">
                <a:solidFill>
                  <a:srgbClr val="0A8276"/>
                </a:solidFill>
                <a:latin typeface="Arial" panose="020B0604020202020204" pitchFamily="34" charset="0"/>
              </a:rPr>
              <a:t>Industrial MCU markets are growing with an increasing need for higher efficiency. PSOC</a:t>
            </a:r>
            <a:r>
              <a:rPr lang="en-US" sz="2200" baseline="30000" dirty="0">
                <a:solidFill>
                  <a:srgbClr val="0A8276"/>
                </a:solidFill>
                <a:latin typeface="Arial" panose="020B0604020202020204" pitchFamily="34" charset="0"/>
              </a:rPr>
              <a:t>TM</a:t>
            </a:r>
            <a:r>
              <a:rPr lang="en-US" sz="2200" dirty="0">
                <a:solidFill>
                  <a:srgbClr val="0A8276"/>
                </a:solidFill>
                <a:latin typeface="Arial" panose="020B0604020202020204" pitchFamily="34" charset="0"/>
              </a:rPr>
              <a:t> Control targets motor control and power conversion</a:t>
            </a:r>
          </a:p>
        </p:txBody>
      </p:sp>
      <p:sp>
        <p:nvSpPr>
          <p:cNvPr id="44" name="Rechteck 14">
            <a:extLst>
              <a:ext uri="{FF2B5EF4-FFF2-40B4-BE49-F238E27FC236}">
                <a16:creationId xmlns:a16="http://schemas.microsoft.com/office/drawing/2014/main" id="{887B6893-54BD-4E3A-B511-F6851487C40E}"/>
              </a:ext>
            </a:extLst>
          </p:cNvPr>
          <p:cNvSpPr/>
          <p:nvPr>
            <p:custDataLst>
              <p:tags r:id="rId5"/>
            </p:custDataLst>
          </p:nvPr>
        </p:nvSpPr>
        <p:spPr bwMode="auto">
          <a:xfrm>
            <a:off x="7924801" y="1269405"/>
            <a:ext cx="3931010" cy="210527"/>
          </a:xfrm>
          <a:prstGeom prst="rect">
            <a:avLst/>
          </a:prstGeom>
          <a:noFill/>
          <a:ln w="9525">
            <a:noFill/>
            <a:miter lim="800000"/>
            <a:headEnd/>
            <a:tailEnd/>
          </a:ln>
        </p:spPr>
        <p:txBody>
          <a:bodyPr wrap="square" lIns="0" tIns="0" rIns="0" bIns="0" rtlCol="0" anchor="b" anchorCtr="0">
            <a:noAutofit/>
          </a:bodyPr>
          <a:lstStyle/>
          <a:p>
            <a:pPr eaLnBrk="0" hangingPunct="0"/>
            <a:r>
              <a:rPr lang="en-US" sz="1800" b="1" dirty="0">
                <a:solidFill>
                  <a:schemeClr val="accent1"/>
                </a:solidFill>
                <a:latin typeface="Arial" panose="020B0604020202020204" pitchFamily="34" charset="0"/>
                <a:ea typeface="Verdana" pitchFamily="34" charset="0"/>
                <a:cs typeface="Arial" panose="020B0604020202020204" pitchFamily="34" charset="0"/>
              </a:rPr>
              <a:t>Target MCU Market Outlook </a:t>
            </a:r>
            <a:r>
              <a:rPr lang="en-US" sz="1800" dirty="0">
                <a:solidFill>
                  <a:schemeClr val="accent1"/>
                </a:solidFill>
                <a:latin typeface="Arial" panose="020B0604020202020204" pitchFamily="34" charset="0"/>
                <a:ea typeface="Verdana" pitchFamily="34" charset="0"/>
                <a:cs typeface="Arial" panose="020B0604020202020204" pitchFamily="34" charset="0"/>
              </a:rPr>
              <a:t>(in bn €)</a:t>
            </a:r>
          </a:p>
        </p:txBody>
      </p:sp>
      <p:sp>
        <p:nvSpPr>
          <p:cNvPr id="45" name="Textfeld 16">
            <a:extLst>
              <a:ext uri="{FF2B5EF4-FFF2-40B4-BE49-F238E27FC236}">
                <a16:creationId xmlns:a16="http://schemas.microsoft.com/office/drawing/2014/main" id="{5C18227E-4F99-4763-A3AB-072C1FB18773}"/>
              </a:ext>
            </a:extLst>
          </p:cNvPr>
          <p:cNvSpPr txBox="1"/>
          <p:nvPr>
            <p:custDataLst>
              <p:tags r:id="rId6"/>
            </p:custDataLst>
          </p:nvPr>
        </p:nvSpPr>
        <p:spPr bwMode="auto">
          <a:xfrm>
            <a:off x="7924801" y="1624823"/>
            <a:ext cx="3932237" cy="4756931"/>
          </a:xfrm>
          <a:prstGeom prst="rect">
            <a:avLst/>
          </a:prstGeom>
          <a:ln w="9525">
            <a:solidFill>
              <a:schemeClr val="bg2"/>
            </a:solidFill>
          </a:ln>
        </p:spPr>
        <p:txBody>
          <a:bodyPr vert="horz" lIns="72000" tIns="72000" rIns="72000" bIns="72000" rtlCol="0">
            <a:noAutofit/>
          </a:bodyPr>
          <a:lstStyle>
            <a:defPPr>
              <a:defRPr lang="en-US"/>
            </a:defPPr>
            <a:lvl1pPr marL="252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504000" lvl="1"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lvl="2"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853200" indent="-2844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853200" indent="-2844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853200" indent="-2844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pPr marL="0" lvl="2" indent="0">
              <a:buNone/>
            </a:pPr>
            <a:endParaRPr lang="en-US" dirty="0"/>
          </a:p>
        </p:txBody>
      </p:sp>
      <p:sp>
        <p:nvSpPr>
          <p:cNvPr id="47" name="Rectangle 46">
            <a:extLst>
              <a:ext uri="{FF2B5EF4-FFF2-40B4-BE49-F238E27FC236}">
                <a16:creationId xmlns:a16="http://schemas.microsoft.com/office/drawing/2014/main" id="{352A9391-C3DF-4CCB-B425-F06CAEADB1BB}"/>
              </a:ext>
            </a:extLst>
          </p:cNvPr>
          <p:cNvSpPr/>
          <p:nvPr>
            <p:custDataLst>
              <p:tags r:id="rId7"/>
            </p:custDataLst>
          </p:nvPr>
        </p:nvSpPr>
        <p:spPr>
          <a:xfrm>
            <a:off x="8051801" y="6002338"/>
            <a:ext cx="3710564" cy="276999"/>
          </a:xfrm>
          <a:prstGeom prst="rect">
            <a:avLst/>
          </a:prstGeom>
        </p:spPr>
        <p:txBody>
          <a:bodyPr wrap="square" lIns="72000" tIns="0" rIns="72000" bIns="0">
            <a:spAutoFit/>
          </a:bodyPr>
          <a:lstStyle/>
          <a:p>
            <a:r>
              <a:rPr lang="en-GB" altLang="en-US" sz="800" kern="0" dirty="0">
                <a:solidFill>
                  <a:srgbClr val="1D1D1D"/>
                </a:solidFill>
                <a:latin typeface="Arial"/>
                <a:cs typeface="Arial" panose="020B0604020202020204" pitchFamily="34" charset="0"/>
              </a:rPr>
              <a:t> </a:t>
            </a:r>
          </a:p>
          <a:p>
            <a:r>
              <a:rPr lang="en-GB" altLang="en-US" sz="1000" kern="0" dirty="0">
                <a:solidFill>
                  <a:srgbClr val="1D1D1D"/>
                </a:solidFill>
                <a:latin typeface="Arial"/>
                <a:cs typeface="Arial" panose="020B0604020202020204" pitchFamily="34" charset="0"/>
              </a:rPr>
              <a:t>Source: </a:t>
            </a:r>
            <a:r>
              <a:rPr lang="en-US" altLang="en-US" sz="1000" kern="0" dirty="0">
                <a:solidFill>
                  <a:srgbClr val="1D1D1D"/>
                </a:solidFill>
                <a:latin typeface="Arial"/>
                <a:cs typeface="Arial" panose="020B0604020202020204" pitchFamily="34" charset="0"/>
              </a:rPr>
              <a:t>Infineon Market Model 2026</a:t>
            </a:r>
            <a:endParaRPr lang="en-GB" altLang="en-US" sz="1000" kern="0" dirty="0">
              <a:solidFill>
                <a:srgbClr val="1D1D1D"/>
              </a:solidFill>
              <a:latin typeface="Arial"/>
              <a:cs typeface="Arial" panose="020B0604020202020204" pitchFamily="34" charset="0"/>
            </a:endParaRPr>
          </a:p>
        </p:txBody>
      </p:sp>
      <p:sp>
        <p:nvSpPr>
          <p:cNvPr id="3" name="Rechteck 14">
            <a:extLst>
              <a:ext uri="{FF2B5EF4-FFF2-40B4-BE49-F238E27FC236}">
                <a16:creationId xmlns:a16="http://schemas.microsoft.com/office/drawing/2014/main" id="{960A2D9A-CE4D-4639-D3DE-28E0B2C91D1D}"/>
              </a:ext>
            </a:extLst>
          </p:cNvPr>
          <p:cNvSpPr/>
          <p:nvPr>
            <p:custDataLst>
              <p:tags r:id="rId8"/>
            </p:custDataLst>
          </p:nvPr>
        </p:nvSpPr>
        <p:spPr bwMode="auto">
          <a:xfrm>
            <a:off x="336190" y="1274564"/>
            <a:ext cx="5616000" cy="210527"/>
          </a:xfrm>
          <a:prstGeom prst="rect">
            <a:avLst/>
          </a:prstGeom>
          <a:noFill/>
          <a:ln w="9525">
            <a:noFill/>
            <a:miter lim="800000"/>
            <a:headEnd/>
            <a:tailEnd/>
          </a:ln>
        </p:spPr>
        <p:txBody>
          <a:bodyPr wrap="square" lIns="0" tIns="0" rIns="0" bIns="0" rtlCol="0" anchor="b" anchorCtr="0">
            <a:noAutofit/>
          </a:bodyPr>
          <a:lstStyle/>
          <a:p>
            <a:pPr eaLnBrk="0" hangingPunct="0"/>
            <a:r>
              <a:rPr lang="de-DE" sz="1800" b="1" dirty="0">
                <a:solidFill>
                  <a:schemeClr val="accent1"/>
                </a:solidFill>
                <a:latin typeface="Arial" panose="020B0604020202020204" pitchFamily="34" charset="0"/>
                <a:ea typeface="Verdana" pitchFamily="34" charset="0"/>
                <a:cs typeface="Arial" panose="020B0604020202020204" pitchFamily="34" charset="0"/>
              </a:rPr>
              <a:t>Industrial Microcontroller Market Segments</a:t>
            </a:r>
          </a:p>
        </p:txBody>
      </p:sp>
      <p:pic>
        <p:nvPicPr>
          <p:cNvPr id="49154" name="Picture 2">
            <a:extLst>
              <a:ext uri="{FF2B5EF4-FFF2-40B4-BE49-F238E27FC236}">
                <a16:creationId xmlns:a16="http://schemas.microsoft.com/office/drawing/2014/main" id="{41002137-426E-D18A-68C7-D40CDFDD9B5B}"/>
              </a:ext>
            </a:extLst>
          </p:cNvPr>
          <p:cNvPicPr>
            <a:picLocks noChangeAspect="1" noChangeArrowheads="1"/>
          </p:cNvPicPr>
          <p:nvPr/>
        </p:nvPicPr>
        <p:blipFill>
          <a:blip r:embed="rId29">
            <a:biLevel thresh="25000"/>
            <a:extLst>
              <a:ext uri="{28A0092B-C50C-407E-A947-70E740481C1C}">
                <a14:useLocalDpi xmlns:a14="http://schemas.microsoft.com/office/drawing/2010/main" val="0"/>
              </a:ext>
            </a:extLst>
          </a:blip>
          <a:srcRect/>
          <a:stretch>
            <a:fillRect/>
          </a:stretch>
        </p:blipFill>
        <p:spPr bwMode="auto">
          <a:xfrm>
            <a:off x="428049" y="1708749"/>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49303" name="Content">
            <a:extLst>
              <a:ext uri="{FF2B5EF4-FFF2-40B4-BE49-F238E27FC236}">
                <a16:creationId xmlns:a16="http://schemas.microsoft.com/office/drawing/2014/main" id="{7828B9B6-34E4-3B8F-8C47-85A0F8ECA4FC}"/>
              </a:ext>
            </a:extLst>
          </p:cNvPr>
          <p:cNvSpPr>
            <a:spLocks noGrp="1"/>
          </p:cNvSpPr>
          <p:nvPr>
            <p:custDataLst>
              <p:tags r:id="rId9"/>
            </p:custDataLst>
          </p:nvPr>
        </p:nvSpPr>
        <p:spPr bwMode="auto">
          <a:xfrm>
            <a:off x="8124825" y="1905000"/>
            <a:ext cx="673100"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756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lvl="0" indent="0">
              <a:spcBef>
                <a:spcPct val="0"/>
              </a:spcBef>
              <a:spcAft>
                <a:spcPct val="0"/>
              </a:spcAft>
              <a:buNone/>
            </a:pPr>
            <a:r>
              <a:rPr lang="de-DE" sz="1400" b="1" kern="0" noProof="0" dirty="0"/>
              <a:t>Motor Control</a:t>
            </a:r>
            <a:r>
              <a:rPr lang="de-DE" sz="1200" kern="0" noProof="0" dirty="0"/>
              <a:t> </a:t>
            </a:r>
            <a:endParaRPr lang="de-DE" sz="1400" kern="0" noProof="0" dirty="0"/>
          </a:p>
        </p:txBody>
      </p:sp>
      <p:sp>
        <p:nvSpPr>
          <p:cNvPr id="49304" name="Content">
            <a:extLst>
              <a:ext uri="{FF2B5EF4-FFF2-40B4-BE49-F238E27FC236}">
                <a16:creationId xmlns:a16="http://schemas.microsoft.com/office/drawing/2014/main" id="{63064B90-20E6-1EA4-0B07-EF8254984C5B}"/>
              </a:ext>
            </a:extLst>
          </p:cNvPr>
          <p:cNvSpPr>
            <a:spLocks noGrp="1"/>
          </p:cNvSpPr>
          <p:nvPr>
            <p:custDataLst>
              <p:tags r:id="rId10"/>
            </p:custDataLst>
          </p:nvPr>
        </p:nvSpPr>
        <p:spPr bwMode="auto">
          <a:xfrm>
            <a:off x="8124825" y="3928652"/>
            <a:ext cx="673100" cy="2190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t">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756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756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lvl="0" indent="0">
              <a:spcBef>
                <a:spcPct val="0"/>
              </a:spcBef>
              <a:spcAft>
                <a:spcPct val="0"/>
              </a:spcAft>
              <a:buNone/>
            </a:pPr>
            <a:r>
              <a:rPr lang="de-DE" sz="1400" b="1" kern="0" noProof="0" dirty="0"/>
              <a:t>Power Conversion</a:t>
            </a:r>
            <a:r>
              <a:rPr lang="de-DE" sz="1200" kern="0" noProof="0" dirty="0"/>
              <a:t> </a:t>
            </a:r>
            <a:endParaRPr lang="de-DE" sz="1400" b="1" kern="0" noProof="0" dirty="0"/>
          </a:p>
        </p:txBody>
      </p:sp>
      <p:pic>
        <p:nvPicPr>
          <p:cNvPr id="49309" name="Network">
            <a:extLst>
              <a:ext uri="{FF2B5EF4-FFF2-40B4-BE49-F238E27FC236}">
                <a16:creationId xmlns:a16="http://schemas.microsoft.com/office/drawing/2014/main" id="{BBC2CCC3-6F48-9D44-72FC-73B583D3C6E7}"/>
              </a:ext>
            </a:extLst>
          </p:cNvPr>
          <p:cNvPicPr>
            <a:picLocks noChangeAspect="1"/>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51584" y="5468722"/>
            <a:ext cx="312274" cy="312274"/>
          </a:xfrm>
          <a:prstGeom prst="rect">
            <a:avLst/>
          </a:prstGeom>
        </p:spPr>
      </p:pic>
      <p:pic>
        <p:nvPicPr>
          <p:cNvPr id="49310" name="Security shield">
            <a:extLst>
              <a:ext uri="{FF2B5EF4-FFF2-40B4-BE49-F238E27FC236}">
                <a16:creationId xmlns:a16="http://schemas.microsoft.com/office/drawing/2014/main" id="{47C947D0-C5B0-DB3E-92EB-7138A8F2C608}"/>
              </a:ext>
            </a:extLst>
          </p:cNvPr>
          <p:cNvPicPr>
            <a:picLocks noChangeAspect="1"/>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54828" y="5880974"/>
            <a:ext cx="305787" cy="305787"/>
          </a:xfrm>
          <a:prstGeom prst="rect">
            <a:avLst/>
          </a:prstGeom>
        </p:spPr>
      </p:pic>
      <p:pic>
        <p:nvPicPr>
          <p:cNvPr id="49311" name="Heart hashtag">
            <a:extLst>
              <a:ext uri="{FF2B5EF4-FFF2-40B4-BE49-F238E27FC236}">
                <a16:creationId xmlns:a16="http://schemas.microsoft.com/office/drawing/2014/main" id="{A7F0B9E7-8B41-CE3D-44C9-81A8A80DDC1E}"/>
              </a:ext>
            </a:extLst>
          </p:cNvPr>
          <p:cNvPicPr>
            <a:picLocks noChangeAspect="1"/>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551584" y="5091013"/>
            <a:ext cx="312274" cy="312274"/>
          </a:xfrm>
          <a:prstGeom prst="rect">
            <a:avLst/>
          </a:prstGeom>
        </p:spPr>
      </p:pic>
      <p:sp>
        <p:nvSpPr>
          <p:cNvPr id="54" name="Textfeld 16">
            <a:extLst>
              <a:ext uri="{FF2B5EF4-FFF2-40B4-BE49-F238E27FC236}">
                <a16:creationId xmlns:a16="http://schemas.microsoft.com/office/drawing/2014/main" id="{1EB44F0B-A77C-4ACF-B0DD-27E39FCF79C7}"/>
              </a:ext>
            </a:extLst>
          </p:cNvPr>
          <p:cNvSpPr txBox="1"/>
          <p:nvPr>
            <p:custDataLst>
              <p:tags r:id="rId14"/>
            </p:custDataLst>
          </p:nvPr>
        </p:nvSpPr>
        <p:spPr bwMode="auto">
          <a:xfrm>
            <a:off x="350290" y="4572000"/>
            <a:ext cx="6718661" cy="1885299"/>
          </a:xfrm>
          <a:prstGeom prst="rect">
            <a:avLst/>
          </a:prstGeom>
          <a:ln w="9525">
            <a:noFill/>
          </a:ln>
        </p:spPr>
        <p:txBody>
          <a:bodyPr vert="horz" lIns="0" tIns="182880" rIns="274320" bIns="72000" rtlCol="0">
            <a:noAutofit/>
          </a:bodyPr>
          <a:lstStyle>
            <a:defPPr>
              <a:defRPr lang="en-US"/>
            </a:defPPr>
            <a:lvl1pPr marL="252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504000" lvl="1"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lvl="2"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853200" indent="-2844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853200" indent="-2844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853200" indent="-2844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853200" indent="-2844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pPr marL="0" lvl="2" indent="0" eaLnBrk="0" hangingPunct="0">
              <a:lnSpc>
                <a:spcPct val="110000"/>
              </a:lnSpc>
              <a:spcAft>
                <a:spcPts val="800"/>
              </a:spcAft>
              <a:buNone/>
            </a:pPr>
            <a:r>
              <a:rPr lang="en-US" sz="1600" b="1" dirty="0">
                <a:latin typeface="Arial" panose="020B0604020202020204" pitchFamily="34" charset="0"/>
                <a:ea typeface="Verdana" pitchFamily="34" charset="0"/>
                <a:cs typeface="Arial" panose="020B0604020202020204" pitchFamily="34" charset="0"/>
              </a:rPr>
              <a:t>Key trends and drivers across all Industrial MCU segments</a:t>
            </a:r>
          </a:p>
          <a:p>
            <a:pPr marL="625475" lvl="2" indent="0">
              <a:lnSpc>
                <a:spcPct val="110000"/>
              </a:lnSpc>
              <a:spcAft>
                <a:spcPts val="1200"/>
              </a:spcAft>
              <a:buNone/>
            </a:pPr>
            <a:r>
              <a:rPr lang="en-US" sz="1500" dirty="0"/>
              <a:t>Common </a:t>
            </a:r>
            <a:r>
              <a:rPr lang="en-US" sz="1500" b="1" dirty="0">
                <a:solidFill>
                  <a:schemeClr val="tx2"/>
                </a:solidFill>
              </a:rPr>
              <a:t>Software &amp; Tool environments (incl. more AI/ML)</a:t>
            </a:r>
          </a:p>
          <a:p>
            <a:pPr marL="625475" lvl="2" indent="0">
              <a:lnSpc>
                <a:spcPct val="110000"/>
              </a:lnSpc>
              <a:spcAft>
                <a:spcPts val="1200"/>
              </a:spcAft>
              <a:buNone/>
            </a:pPr>
            <a:r>
              <a:rPr lang="en-US" sz="1500" dirty="0"/>
              <a:t>Strong and exhaustive </a:t>
            </a:r>
            <a:r>
              <a:rPr lang="en-US" sz="1500" b="1" dirty="0">
                <a:solidFill>
                  <a:schemeClr val="tx2"/>
                </a:solidFill>
              </a:rPr>
              <a:t>Ecosystems</a:t>
            </a:r>
          </a:p>
          <a:p>
            <a:pPr marL="625475" lvl="2" indent="0">
              <a:lnSpc>
                <a:spcPct val="110000"/>
              </a:lnSpc>
              <a:spcAft>
                <a:spcPts val="1200"/>
              </a:spcAft>
              <a:buNone/>
            </a:pPr>
            <a:r>
              <a:rPr lang="en-US" sz="1500" b="1" dirty="0">
                <a:solidFill>
                  <a:schemeClr val="tx2"/>
                </a:solidFill>
              </a:rPr>
              <a:t>Functional Safety </a:t>
            </a:r>
            <a:r>
              <a:rPr lang="en-US" sz="1500" dirty="0"/>
              <a:t>and </a:t>
            </a:r>
            <a:r>
              <a:rPr lang="en-US" sz="1500" b="1" dirty="0">
                <a:solidFill>
                  <a:schemeClr val="tx2"/>
                </a:solidFill>
              </a:rPr>
              <a:t>Advanced Security</a:t>
            </a:r>
          </a:p>
        </p:txBody>
      </p:sp>
      <p:sp>
        <p:nvSpPr>
          <p:cNvPr id="12" name="Rectangle 11">
            <a:extLst>
              <a:ext uri="{FF2B5EF4-FFF2-40B4-BE49-F238E27FC236}">
                <a16:creationId xmlns:a16="http://schemas.microsoft.com/office/drawing/2014/main" id="{C243A76D-3CCC-CBA3-B521-E03E8E4D1729}"/>
              </a:ext>
            </a:extLst>
          </p:cNvPr>
          <p:cNvSpPr/>
          <p:nvPr>
            <p:custDataLst>
              <p:tags r:id="rId15"/>
            </p:custDataLst>
          </p:nvPr>
        </p:nvSpPr>
        <p:spPr bwMode="auto">
          <a:xfrm>
            <a:off x="2721615" y="1579104"/>
            <a:ext cx="2194560" cy="2103239"/>
          </a:xfrm>
          <a:prstGeom prst="rect">
            <a:avLst/>
          </a:prstGeom>
          <a:solidFill>
            <a:schemeClr val="tx2"/>
          </a:solidFill>
          <a:ln w="9525">
            <a:noFill/>
            <a:miter lim="800000"/>
            <a:headEnd/>
            <a:tailEnd/>
          </a:ln>
        </p:spPr>
        <p:txBody>
          <a:bodyPr wrap="square" lIns="72000" tIns="91440" rIns="72000" bIns="72000" rtlCol="0" anchor="t"/>
          <a:lstStyle/>
          <a:p>
            <a:pPr marL="515938" marR="0" lvl="0" algn="l" defTabSz="576000" rtl="0" eaLnBrk="0" fontAlgn="auto" latinLnBrk="0" hangingPunct="0">
              <a:spcBef>
                <a:spcPts val="0"/>
              </a:spcBef>
              <a:spcAft>
                <a:spcPts val="800"/>
              </a:spcAft>
              <a:buClr>
                <a:srgbClr val="FFFFFF"/>
              </a:buClr>
              <a:buSzTx/>
              <a:tabLst/>
              <a:defRPr/>
            </a:pPr>
            <a:r>
              <a:rPr kumimoji="0" lang="en-US" sz="1500" b="1" i="0" u="none" strike="noStrike" kern="0" cap="none" spc="0" normalizeH="0" baseline="0" noProof="0" dirty="0">
                <a:ln>
                  <a:noFill/>
                </a:ln>
                <a:solidFill>
                  <a:srgbClr val="FFFFFF"/>
                </a:solidFill>
                <a:effectLst/>
                <a:uLnTx/>
                <a:uFillTx/>
                <a:latin typeface="Arial"/>
                <a:cs typeface="Arial"/>
              </a:rPr>
              <a:t>2. Power Conversion</a:t>
            </a:r>
          </a:p>
          <a:p>
            <a:pPr marL="250825" marR="0" lvl="0" indent="-192088" algn="l" defTabSz="576000" rtl="0" eaLnBrk="0" fontAlgn="auto" latinLnBrk="0" hangingPunct="0">
              <a:lnSpc>
                <a:spcPct val="110000"/>
              </a:lnSpc>
              <a:spcBef>
                <a:spcPts val="0"/>
              </a:spcBef>
              <a:spcAft>
                <a:spcPts val="400"/>
              </a:spcAft>
              <a:buClr>
                <a:srgbClr val="FFFFFF"/>
              </a:buClr>
              <a:buSzTx/>
              <a:buFont typeface="Arial" panose="020B0604020202020204" pitchFamily="34" charset="0"/>
              <a:buChar char="‒"/>
              <a:tabLst/>
              <a:defRPr/>
            </a:pPr>
            <a:r>
              <a:rPr kumimoji="0" lang="en-US" sz="1300" b="0" i="0" u="none" strike="noStrike" kern="0" cap="none" spc="0" normalizeH="0" baseline="0" noProof="0" dirty="0">
                <a:ln>
                  <a:noFill/>
                </a:ln>
                <a:solidFill>
                  <a:srgbClr val="FFFFFF"/>
                </a:solidFill>
                <a:effectLst/>
                <a:uLnTx/>
                <a:uFillTx/>
                <a:latin typeface="Arial"/>
                <a:cs typeface="Arial"/>
              </a:rPr>
              <a:t>Higher efficiency and performance enabled by WBG (</a:t>
            </a:r>
            <a:r>
              <a:rPr kumimoji="0" lang="en-US" sz="1300" b="0" i="0" u="none" strike="noStrike" kern="0" cap="none" spc="0" normalizeH="0" baseline="0" noProof="0" dirty="0" err="1">
                <a:ln>
                  <a:noFill/>
                </a:ln>
                <a:solidFill>
                  <a:srgbClr val="FFFFFF"/>
                </a:solidFill>
                <a:effectLst/>
                <a:uLnTx/>
                <a:uFillTx/>
                <a:latin typeface="Arial"/>
                <a:cs typeface="Arial"/>
              </a:rPr>
              <a:t>SiC</a:t>
            </a:r>
            <a:r>
              <a:rPr kumimoji="0" lang="en-US" sz="1300" b="0" i="0" u="none" strike="noStrike" kern="0" cap="none" spc="0" normalizeH="0" baseline="0" noProof="0" dirty="0">
                <a:ln>
                  <a:noFill/>
                </a:ln>
                <a:solidFill>
                  <a:srgbClr val="FFFFFF"/>
                </a:solidFill>
                <a:effectLst/>
                <a:uLnTx/>
                <a:uFillTx/>
                <a:latin typeface="Arial"/>
                <a:cs typeface="Arial"/>
              </a:rPr>
              <a:t>/</a:t>
            </a:r>
            <a:r>
              <a:rPr kumimoji="0" lang="en-US" sz="1300" b="0" i="0" u="none" strike="noStrike" kern="0" cap="none" spc="0" normalizeH="0" baseline="0" noProof="0" dirty="0" err="1">
                <a:ln>
                  <a:noFill/>
                </a:ln>
                <a:solidFill>
                  <a:srgbClr val="FFFFFF"/>
                </a:solidFill>
                <a:effectLst/>
                <a:uLnTx/>
                <a:uFillTx/>
                <a:latin typeface="Arial"/>
                <a:cs typeface="Arial"/>
              </a:rPr>
              <a:t>GaN</a:t>
            </a:r>
            <a:r>
              <a:rPr kumimoji="0" lang="en-US" sz="1300" b="0" i="0" u="none" strike="noStrike" kern="0" cap="none" spc="0" normalizeH="0" baseline="0" noProof="0" dirty="0">
                <a:ln>
                  <a:noFill/>
                </a:ln>
                <a:solidFill>
                  <a:srgbClr val="FFFFFF"/>
                </a:solidFill>
                <a:effectLst/>
                <a:uLnTx/>
                <a:uFillTx/>
                <a:latin typeface="Arial"/>
                <a:cs typeface="Arial"/>
              </a:rPr>
              <a:t>)</a:t>
            </a:r>
          </a:p>
          <a:p>
            <a:pPr marL="250825" marR="0" lvl="0" indent="-192088" algn="l" defTabSz="576000" rtl="0" eaLnBrk="0" fontAlgn="auto" latinLnBrk="0" hangingPunct="0">
              <a:lnSpc>
                <a:spcPct val="110000"/>
              </a:lnSpc>
              <a:spcBef>
                <a:spcPts val="0"/>
              </a:spcBef>
              <a:spcAft>
                <a:spcPts val="400"/>
              </a:spcAft>
              <a:buClr>
                <a:srgbClr val="FFFFFF"/>
              </a:buClr>
              <a:buSzTx/>
              <a:buFont typeface="Arial" panose="020B0604020202020204" pitchFamily="34" charset="0"/>
              <a:buChar char="‒"/>
              <a:tabLst/>
              <a:defRPr/>
            </a:pPr>
            <a:r>
              <a:rPr kumimoji="0" lang="en-US" sz="1300" b="0" i="0" u="none" strike="noStrike" kern="0" cap="none" spc="0" normalizeH="0" baseline="0" noProof="0" dirty="0">
                <a:ln>
                  <a:noFill/>
                </a:ln>
                <a:solidFill>
                  <a:srgbClr val="FFFFFF"/>
                </a:solidFill>
                <a:effectLst/>
                <a:uLnTx/>
                <a:uFillTx/>
                <a:latin typeface="Arial"/>
                <a:cs typeface="Arial"/>
              </a:rPr>
              <a:t>Optimized MCU products needed for WBG solutions</a:t>
            </a:r>
          </a:p>
        </p:txBody>
      </p:sp>
      <p:pic>
        <p:nvPicPr>
          <p:cNvPr id="49152" name="Picture 49151">
            <a:extLst>
              <a:ext uri="{FF2B5EF4-FFF2-40B4-BE49-F238E27FC236}">
                <a16:creationId xmlns:a16="http://schemas.microsoft.com/office/drawing/2014/main" id="{E5474D51-EA5D-FE7A-54DC-AE311D1267EC}"/>
              </a:ext>
            </a:extLst>
          </p:cNvPr>
          <p:cNvPicPr>
            <a:picLocks noChangeAspect="1"/>
          </p:cNvPicPr>
          <p:nvPr/>
        </p:nvPicPr>
        <p:blipFill>
          <a:blip r:embed="rId33">
            <a:biLevel thresh="25000"/>
            <a:extLst>
              <a:ext uri="{28A0092B-C50C-407E-A947-70E740481C1C}">
                <a14:useLocalDpi xmlns:a14="http://schemas.microsoft.com/office/drawing/2010/main" val="0"/>
              </a:ext>
            </a:extLst>
          </a:blip>
          <a:stretch>
            <a:fillRect/>
          </a:stretch>
        </p:blipFill>
        <p:spPr>
          <a:xfrm>
            <a:off x="2796975" y="1745023"/>
            <a:ext cx="365760" cy="365760"/>
          </a:xfrm>
          <a:prstGeom prst="rect">
            <a:avLst/>
          </a:prstGeom>
        </p:spPr>
      </p:pic>
      <p:sp>
        <p:nvSpPr>
          <p:cNvPr id="17" name="Rectangle 16">
            <a:extLst>
              <a:ext uri="{FF2B5EF4-FFF2-40B4-BE49-F238E27FC236}">
                <a16:creationId xmlns:a16="http://schemas.microsoft.com/office/drawing/2014/main" id="{5D656352-BE30-E02F-8FE5-286EE4177A6C}"/>
              </a:ext>
            </a:extLst>
          </p:cNvPr>
          <p:cNvSpPr/>
          <p:nvPr>
            <p:custDataLst>
              <p:tags r:id="rId16"/>
            </p:custDataLst>
          </p:nvPr>
        </p:nvSpPr>
        <p:spPr bwMode="auto">
          <a:xfrm>
            <a:off x="5108573" y="1579104"/>
            <a:ext cx="2194560" cy="2103239"/>
          </a:xfrm>
          <a:prstGeom prst="rect">
            <a:avLst/>
          </a:prstGeom>
          <a:solidFill>
            <a:schemeClr val="bg2"/>
          </a:solidFill>
          <a:ln w="9525">
            <a:noFill/>
            <a:miter lim="800000"/>
            <a:headEnd/>
            <a:tailEnd/>
          </a:ln>
        </p:spPr>
        <p:txBody>
          <a:bodyPr wrap="square" lIns="72000" tIns="91440" rIns="72000" bIns="72000" rtlCol="0" anchor="t"/>
          <a:lstStyle/>
          <a:p>
            <a:pPr marL="515938" defTabSz="576000" eaLnBrk="0" fontAlgn="auto" hangingPunct="0">
              <a:spcBef>
                <a:spcPts val="0"/>
              </a:spcBef>
              <a:spcAft>
                <a:spcPts val="800"/>
              </a:spcAft>
              <a:buClr>
                <a:srgbClr val="FFFFFF"/>
              </a:buClr>
              <a:defRPr/>
            </a:pPr>
            <a:r>
              <a:rPr lang="en-US" sz="1500" b="1" kern="0" dirty="0">
                <a:solidFill>
                  <a:srgbClr val="FFFFFF"/>
                </a:solidFill>
                <a:latin typeface="Arial"/>
                <a:cs typeface="Arial"/>
              </a:rPr>
              <a:t>3. Industrial</a:t>
            </a:r>
            <a:br>
              <a:rPr lang="en-US" sz="1500" b="1" kern="0" dirty="0">
                <a:solidFill>
                  <a:srgbClr val="FFFFFF"/>
                </a:solidFill>
                <a:latin typeface="Arial"/>
                <a:cs typeface="Arial"/>
              </a:rPr>
            </a:br>
            <a:r>
              <a:rPr lang="en-US" sz="1500" b="1" kern="0" dirty="0">
                <a:solidFill>
                  <a:srgbClr val="FFFFFF"/>
                </a:solidFill>
                <a:latin typeface="Arial"/>
                <a:cs typeface="Arial"/>
              </a:rPr>
              <a:t>Communication</a:t>
            </a:r>
          </a:p>
          <a:p>
            <a:pPr marL="250825" marR="0" lvl="0" indent="-192088" algn="l" defTabSz="576000" rtl="0" eaLnBrk="0" fontAlgn="auto" latinLnBrk="0" hangingPunct="0">
              <a:lnSpc>
                <a:spcPct val="110000"/>
              </a:lnSpc>
              <a:spcBef>
                <a:spcPts val="0"/>
              </a:spcBef>
              <a:spcAft>
                <a:spcPts val="400"/>
              </a:spcAft>
              <a:buClr>
                <a:srgbClr val="FFFFFF"/>
              </a:buClr>
              <a:buSzTx/>
              <a:buFont typeface="Arial" panose="020B0604020202020204" pitchFamily="34" charset="0"/>
              <a:buChar char="‒"/>
              <a:tabLst/>
              <a:defRPr/>
            </a:pPr>
            <a:r>
              <a:rPr kumimoji="0" lang="en-US" sz="1300" b="0" i="0" u="none" strike="noStrike" kern="0" cap="none" spc="0" normalizeH="0" baseline="0" noProof="0" dirty="0">
                <a:ln>
                  <a:noFill/>
                </a:ln>
                <a:solidFill>
                  <a:srgbClr val="FFFFFF"/>
                </a:solidFill>
                <a:effectLst/>
                <a:uLnTx/>
                <a:uFillTx/>
                <a:latin typeface="Arial"/>
                <a:cs typeface="Arial"/>
              </a:rPr>
              <a:t>Evolving communication standards and user interfaces</a:t>
            </a:r>
          </a:p>
        </p:txBody>
      </p:sp>
      <p:pic>
        <p:nvPicPr>
          <p:cNvPr id="63" name="Grafik 74">
            <a:extLst>
              <a:ext uri="{FF2B5EF4-FFF2-40B4-BE49-F238E27FC236}">
                <a16:creationId xmlns:a16="http://schemas.microsoft.com/office/drawing/2014/main" id="{9BBFB4B5-9906-068E-9FF6-1F6D0BD15D2D}"/>
              </a:ext>
            </a:extLst>
          </p:cNvPr>
          <p:cNvPicPr>
            <a:picLocks noChangeAspect="1"/>
          </p:cNvPicPr>
          <p:nvPr/>
        </p:nvPicPr>
        <p:blipFill>
          <a:blip r:embed="rId34" cstate="email">
            <a:biLevel thresh="25000"/>
            <a:extLst>
              <a:ext uri="{28A0092B-C50C-407E-A947-70E740481C1C}">
                <a14:useLocalDpi xmlns:a14="http://schemas.microsoft.com/office/drawing/2010/main"/>
              </a:ext>
            </a:extLst>
          </a:blip>
          <a:stretch>
            <a:fillRect/>
          </a:stretch>
        </p:blipFill>
        <p:spPr>
          <a:xfrm>
            <a:off x="5211638" y="1745023"/>
            <a:ext cx="365760" cy="365760"/>
          </a:xfrm>
          <a:prstGeom prst="rect">
            <a:avLst/>
          </a:prstGeom>
        </p:spPr>
      </p:pic>
      <p:sp>
        <p:nvSpPr>
          <p:cNvPr id="6" name="TextBox 5">
            <a:extLst>
              <a:ext uri="{FF2B5EF4-FFF2-40B4-BE49-F238E27FC236}">
                <a16:creationId xmlns:a16="http://schemas.microsoft.com/office/drawing/2014/main" id="{9898ADBE-6151-333D-8654-207C56529335}"/>
              </a:ext>
            </a:extLst>
          </p:cNvPr>
          <p:cNvSpPr txBox="1"/>
          <p:nvPr>
            <p:custDataLst>
              <p:tags r:id="rId17"/>
            </p:custDataLst>
          </p:nvPr>
        </p:nvSpPr>
        <p:spPr bwMode="auto">
          <a:xfrm>
            <a:off x="1155700" y="4108347"/>
            <a:ext cx="2950464" cy="23474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b="1" kern="0" baseline="0" dirty="0">
                <a:solidFill>
                  <a:schemeClr val="tx2"/>
                </a:solidFill>
                <a:latin typeface="+mn-lt"/>
                <a:ea typeface="+mn-ea"/>
                <a:cs typeface="+mn-cs"/>
              </a:rPr>
              <a:t>PSOC</a:t>
            </a:r>
            <a:r>
              <a:rPr lang="en-US" b="1" kern="0" baseline="30000" dirty="0">
                <a:solidFill>
                  <a:schemeClr val="tx2"/>
                </a:solidFill>
                <a:latin typeface="+mn-lt"/>
                <a:ea typeface="+mn-ea"/>
                <a:cs typeface="+mn-cs"/>
              </a:rPr>
              <a:t>TM</a:t>
            </a:r>
            <a:r>
              <a:rPr lang="en-US" b="1" kern="0" baseline="0" dirty="0">
                <a:solidFill>
                  <a:schemeClr val="tx2"/>
                </a:solidFill>
                <a:latin typeface="+mn-lt"/>
                <a:ea typeface="+mn-ea"/>
                <a:cs typeface="+mn-cs"/>
              </a:rPr>
              <a:t> Control C3</a:t>
            </a:r>
          </a:p>
        </p:txBody>
      </p:sp>
      <p:sp>
        <p:nvSpPr>
          <p:cNvPr id="7" name="Right Brace 6">
            <a:extLst>
              <a:ext uri="{FF2B5EF4-FFF2-40B4-BE49-F238E27FC236}">
                <a16:creationId xmlns:a16="http://schemas.microsoft.com/office/drawing/2014/main" id="{1D92E138-C08A-0139-B277-0EC5C9BFE0D6}"/>
              </a:ext>
            </a:extLst>
          </p:cNvPr>
          <p:cNvSpPr/>
          <p:nvPr>
            <p:custDataLst>
              <p:tags r:id="rId18"/>
            </p:custDataLst>
          </p:nvPr>
        </p:nvSpPr>
        <p:spPr>
          <a:xfrm rot="5400000">
            <a:off x="2574108" y="1787253"/>
            <a:ext cx="115024" cy="4572000"/>
          </a:xfrm>
          <a:prstGeom prst="rightBrac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8" name="Stacked Bars" descr="Chart">
            <a:extLst>
              <a:ext uri="{FF2B5EF4-FFF2-40B4-BE49-F238E27FC236}">
                <a16:creationId xmlns:a16="http://schemas.microsoft.com/office/drawing/2014/main" id="{881682EA-7C08-59DF-B426-6B48369C788A}"/>
              </a:ext>
            </a:extLst>
          </p:cNvPr>
          <p:cNvGraphicFramePr>
            <a:graphicFrameLocks/>
          </p:cNvGraphicFramePr>
          <p:nvPr>
            <p:custDataLst>
              <p:tags r:id="rId19"/>
            </p:custDataLst>
            <p:extLst>
              <p:ext uri="{D42A27DB-BD31-4B8C-83A1-F6EECF244321}">
                <p14:modId xmlns:p14="http://schemas.microsoft.com/office/powerpoint/2010/main" val="369316050"/>
              </p:ext>
            </p:extLst>
          </p:nvPr>
        </p:nvGraphicFramePr>
        <p:xfrm>
          <a:off x="8145884" y="2209800"/>
          <a:ext cx="3416191" cy="1569676"/>
        </p:xfrm>
        <a:graphic>
          <a:graphicData uri="http://schemas.openxmlformats.org/drawingml/2006/chart">
            <c:chart xmlns:c="http://schemas.openxmlformats.org/drawingml/2006/chart" xmlns:r="http://schemas.openxmlformats.org/officeDocument/2006/relationships" r:id="rId35"/>
          </a:graphicData>
        </a:graphic>
      </p:graphicFrame>
      <p:sp>
        <p:nvSpPr>
          <p:cNvPr id="49242" name="Content">
            <a:extLst>
              <a:ext uri="{FF2B5EF4-FFF2-40B4-BE49-F238E27FC236}">
                <a16:creationId xmlns:a16="http://schemas.microsoft.com/office/drawing/2014/main" id="{69416061-AC8A-46AA-B369-B17DE9973547}"/>
              </a:ext>
            </a:extLst>
          </p:cNvPr>
          <p:cNvSpPr>
            <a:spLocks noGrp="1"/>
          </p:cNvSpPr>
          <p:nvPr>
            <p:custDataLst>
              <p:tags r:id="rId20"/>
            </p:custDataLst>
          </p:nvPr>
        </p:nvSpPr>
        <p:spPr bwMode="auto">
          <a:xfrm>
            <a:off x="11097419" y="2529058"/>
            <a:ext cx="577850" cy="40957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lvl="0" indent="0" algn="ctr">
              <a:lnSpc>
                <a:spcPct val="100000"/>
              </a:lnSpc>
              <a:spcBef>
                <a:spcPct val="0"/>
              </a:spcBef>
              <a:spcAft>
                <a:spcPct val="0"/>
              </a:spcAft>
              <a:buNone/>
            </a:pPr>
            <a:r>
              <a:rPr lang="en-US" sz="1200" b="1" kern="0" noProof="0" dirty="0"/>
              <a:t>5%</a:t>
            </a:r>
            <a:br>
              <a:rPr lang="en-US" sz="1200" b="1" kern="0" noProof="0" dirty="0"/>
            </a:br>
            <a:r>
              <a:rPr lang="en-US" sz="600" kern="0" noProof="0" dirty="0"/>
              <a:t>CAGR</a:t>
            </a:r>
            <a:r>
              <a:rPr lang="en-US" sz="600" kern="0" baseline="-25000" noProof="0" dirty="0"/>
              <a:t>26-31</a:t>
            </a:r>
            <a:endParaRPr lang="en-US" sz="900" b="1" kern="0" noProof="0" dirty="0"/>
          </a:p>
        </p:txBody>
      </p:sp>
      <p:graphicFrame>
        <p:nvGraphicFramePr>
          <p:cNvPr id="49202" name="Stacked Bars" descr="Chart">
            <a:extLst>
              <a:ext uri="{FF2B5EF4-FFF2-40B4-BE49-F238E27FC236}">
                <a16:creationId xmlns:a16="http://schemas.microsoft.com/office/drawing/2014/main" id="{91F7A453-3FF3-0A0E-D9B3-359CF596E7FB}"/>
              </a:ext>
            </a:extLst>
          </p:cNvPr>
          <p:cNvGraphicFramePr>
            <a:graphicFrameLocks/>
          </p:cNvGraphicFramePr>
          <p:nvPr>
            <p:custDataLst>
              <p:tags r:id="rId21"/>
            </p:custDataLst>
            <p:extLst>
              <p:ext uri="{D42A27DB-BD31-4B8C-83A1-F6EECF244321}">
                <p14:modId xmlns:p14="http://schemas.microsoft.com/office/powerpoint/2010/main" val="308158988"/>
              </p:ext>
            </p:extLst>
          </p:nvPr>
        </p:nvGraphicFramePr>
        <p:xfrm>
          <a:off x="8153505" y="4221518"/>
          <a:ext cx="2707531" cy="1722082"/>
        </p:xfrm>
        <a:graphic>
          <a:graphicData uri="http://schemas.openxmlformats.org/drawingml/2006/chart">
            <c:chart xmlns:c="http://schemas.openxmlformats.org/drawingml/2006/chart" xmlns:r="http://schemas.openxmlformats.org/officeDocument/2006/relationships" r:id="rId36"/>
          </a:graphicData>
        </a:graphic>
      </p:graphicFrame>
      <p:sp>
        <p:nvSpPr>
          <p:cNvPr id="49394" name="Content">
            <a:extLst>
              <a:ext uri="{FF2B5EF4-FFF2-40B4-BE49-F238E27FC236}">
                <a16:creationId xmlns:a16="http://schemas.microsoft.com/office/drawing/2014/main" id="{97F5B4C0-601F-A6C1-6E17-31D06026F54E}"/>
              </a:ext>
            </a:extLst>
          </p:cNvPr>
          <p:cNvSpPr>
            <a:spLocks noGrp="1"/>
          </p:cNvSpPr>
          <p:nvPr>
            <p:custDataLst>
              <p:tags r:id="rId22"/>
            </p:custDataLst>
          </p:nvPr>
        </p:nvSpPr>
        <p:spPr bwMode="auto">
          <a:xfrm>
            <a:off x="10403999" y="4519249"/>
            <a:ext cx="577850" cy="409575"/>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lvl="0" indent="0" algn="ctr">
              <a:lnSpc>
                <a:spcPct val="100000"/>
              </a:lnSpc>
              <a:spcBef>
                <a:spcPct val="0"/>
              </a:spcBef>
              <a:spcAft>
                <a:spcPct val="0"/>
              </a:spcAft>
              <a:buNone/>
            </a:pPr>
            <a:r>
              <a:rPr lang="en-US" sz="1200" b="1" kern="0" noProof="0" dirty="0"/>
              <a:t>6%</a:t>
            </a:r>
            <a:br>
              <a:rPr lang="en-US" sz="1200" b="1" kern="0" noProof="0" dirty="0"/>
            </a:br>
            <a:r>
              <a:rPr lang="en-US" sz="600" kern="0" noProof="0" dirty="0"/>
              <a:t>CAGR</a:t>
            </a:r>
            <a:r>
              <a:rPr lang="en-US" sz="600" kern="0" baseline="-25000" noProof="0" dirty="0"/>
              <a:t>26-31</a:t>
            </a:r>
            <a:endParaRPr lang="en-US" sz="900" b="1" kern="0" noProof="0" dirty="0"/>
          </a:p>
        </p:txBody>
      </p:sp>
      <p:sp>
        <p:nvSpPr>
          <p:cNvPr id="11" name="TextBox 10">
            <a:extLst>
              <a:ext uri="{FF2B5EF4-FFF2-40B4-BE49-F238E27FC236}">
                <a16:creationId xmlns:a16="http://schemas.microsoft.com/office/drawing/2014/main" id="{376FEA15-223B-C90A-2568-9B6BC48A28DF}"/>
              </a:ext>
            </a:extLst>
          </p:cNvPr>
          <p:cNvSpPr txBox="1"/>
          <p:nvPr>
            <p:custDataLst>
              <p:tags r:id="rId23"/>
            </p:custDataLst>
          </p:nvPr>
        </p:nvSpPr>
        <p:spPr bwMode="auto">
          <a:xfrm>
            <a:off x="423826" y="3799112"/>
            <a:ext cx="2015206" cy="20127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sz="1200" b="1" kern="0" baseline="0" dirty="0">
                <a:solidFill>
                  <a:schemeClr val="tx2"/>
                </a:solidFill>
                <a:latin typeface="+mn-lt"/>
                <a:ea typeface="+mn-ea"/>
                <a:cs typeface="+mn-cs"/>
              </a:rPr>
              <a:t>PSOC</a:t>
            </a:r>
            <a:r>
              <a:rPr lang="en-US" sz="1200" b="1" kern="0" baseline="30000" dirty="0">
                <a:solidFill>
                  <a:schemeClr val="tx2"/>
                </a:solidFill>
                <a:latin typeface="+mn-lt"/>
                <a:ea typeface="+mn-ea"/>
                <a:cs typeface="+mn-cs"/>
              </a:rPr>
              <a:t>TM</a:t>
            </a:r>
            <a:r>
              <a:rPr lang="en-US" sz="1200" b="1" kern="0" baseline="0" dirty="0">
                <a:solidFill>
                  <a:schemeClr val="tx2"/>
                </a:solidFill>
                <a:latin typeface="+mn-lt"/>
                <a:ea typeface="+mn-ea"/>
                <a:cs typeface="+mn-cs"/>
              </a:rPr>
              <a:t> Control C1</a:t>
            </a:r>
          </a:p>
        </p:txBody>
      </p:sp>
      <p:sp>
        <p:nvSpPr>
          <p:cNvPr id="13" name="Right Brace 12">
            <a:extLst>
              <a:ext uri="{FF2B5EF4-FFF2-40B4-BE49-F238E27FC236}">
                <a16:creationId xmlns:a16="http://schemas.microsoft.com/office/drawing/2014/main" id="{0CD9E555-21D9-3DE6-0783-92793E514727}"/>
              </a:ext>
            </a:extLst>
          </p:cNvPr>
          <p:cNvSpPr/>
          <p:nvPr>
            <p:custDataLst>
              <p:tags r:id="rId24"/>
            </p:custDataLst>
          </p:nvPr>
        </p:nvSpPr>
        <p:spPr>
          <a:xfrm rot="5400000">
            <a:off x="1373917" y="2655474"/>
            <a:ext cx="115024" cy="2196000"/>
          </a:xfrm>
          <a:prstGeom prst="rightBrac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81123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ED6F-8192-69F9-BC19-2B2358B17305}"/>
            </a:ext>
          </a:extLst>
        </p:cNvPr>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9D65D7FB-E3A3-0EC4-307A-CE907D4EE2B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347" imgH="348" progId="TCLayout.ActiveDocument.1">
                  <p:embed/>
                </p:oleObj>
              </mc:Choice>
              <mc:Fallback>
                <p:oleObj name="think-cell Slide" r:id="rId57" imgW="347" imgH="348" progId="TCLayout.ActiveDocument.1">
                  <p:embed/>
                  <p:pic>
                    <p:nvPicPr>
                      <p:cNvPr id="42" name="think-cell data - do not delete" hidden="1">
                        <a:extLst>
                          <a:ext uri="{FF2B5EF4-FFF2-40B4-BE49-F238E27FC236}">
                            <a16:creationId xmlns:a16="http://schemas.microsoft.com/office/drawing/2014/main" id="{9D65D7FB-E3A3-0EC4-307A-CE907D4EE2B8}"/>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graphicFrame>
        <p:nvGraphicFramePr>
          <p:cNvPr id="18" name="Table 17">
            <a:extLst>
              <a:ext uri="{FF2B5EF4-FFF2-40B4-BE49-F238E27FC236}">
                <a16:creationId xmlns:a16="http://schemas.microsoft.com/office/drawing/2014/main" id="{04062C05-E318-6D2B-8A2B-92E9F1A4D78A}"/>
              </a:ext>
            </a:extLst>
          </p:cNvPr>
          <p:cNvGraphicFramePr>
            <a:graphicFrameLocks noGrp="1"/>
          </p:cNvGraphicFramePr>
          <p:nvPr>
            <p:custDataLst>
              <p:tags r:id="rId2"/>
            </p:custDataLst>
          </p:nvPr>
        </p:nvGraphicFramePr>
        <p:xfrm>
          <a:off x="2516208" y="1239080"/>
          <a:ext cx="9326208" cy="5390320"/>
        </p:xfrm>
        <a:graphic>
          <a:graphicData uri="http://schemas.openxmlformats.org/drawingml/2006/table">
            <a:tbl>
              <a:tblPr>
                <a:tableStyleId>{5C22544A-7EE6-4342-B048-85BDC9FD1C3A}</a:tableStyleId>
              </a:tblPr>
              <a:tblGrid>
                <a:gridCol w="3108960">
                  <a:extLst>
                    <a:ext uri="{9D8B030D-6E8A-4147-A177-3AD203B41FA5}">
                      <a16:colId xmlns:a16="http://schemas.microsoft.com/office/drawing/2014/main" val="2682394029"/>
                    </a:ext>
                  </a:extLst>
                </a:gridCol>
                <a:gridCol w="1554312">
                  <a:extLst>
                    <a:ext uri="{9D8B030D-6E8A-4147-A177-3AD203B41FA5}">
                      <a16:colId xmlns:a16="http://schemas.microsoft.com/office/drawing/2014/main" val="1305870319"/>
                    </a:ext>
                  </a:extLst>
                </a:gridCol>
                <a:gridCol w="1554312">
                  <a:extLst>
                    <a:ext uri="{9D8B030D-6E8A-4147-A177-3AD203B41FA5}">
                      <a16:colId xmlns:a16="http://schemas.microsoft.com/office/drawing/2014/main" val="1973198111"/>
                    </a:ext>
                  </a:extLst>
                </a:gridCol>
                <a:gridCol w="1554312">
                  <a:extLst>
                    <a:ext uri="{9D8B030D-6E8A-4147-A177-3AD203B41FA5}">
                      <a16:colId xmlns:a16="http://schemas.microsoft.com/office/drawing/2014/main" val="1959762846"/>
                    </a:ext>
                  </a:extLst>
                </a:gridCol>
                <a:gridCol w="1554312">
                  <a:extLst>
                    <a:ext uri="{9D8B030D-6E8A-4147-A177-3AD203B41FA5}">
                      <a16:colId xmlns:a16="http://schemas.microsoft.com/office/drawing/2014/main" val="2068044975"/>
                    </a:ext>
                  </a:extLst>
                </a:gridCol>
              </a:tblGrid>
              <a:tr h="2016224">
                <a:tc>
                  <a:txBody>
                    <a:bodyPr/>
                    <a:lstStyle/>
                    <a:p>
                      <a:endParaRPr lang="en-US" sz="1500" dirty="0"/>
                    </a:p>
                  </a:txBody>
                  <a:tcPr marL="82296" marR="82296" marT="41148" marB="41148">
                    <a:lnR w="9525" cap="flat" cmpd="sng" algn="ctr">
                      <a:solidFill>
                        <a:schemeClr val="accent1"/>
                      </a:solidFill>
                      <a:prstDash val="solid"/>
                      <a:round/>
                      <a:headEnd type="none" w="med" len="med"/>
                      <a:tailEnd type="none" w="med" len="med"/>
                    </a:lnR>
                    <a:lnB w="9525" cap="flat" cmpd="sng" algn="ctr">
                      <a:solidFill>
                        <a:schemeClr val="accent1"/>
                      </a:solidFill>
                      <a:prstDash val="sysDash"/>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B w="9525" cap="flat" cmpd="sng" algn="ctr">
                      <a:solidFill>
                        <a:schemeClr val="accent1"/>
                      </a:solidFill>
                      <a:prstDash val="sysDash"/>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B w="9525" cap="flat" cmpd="sng" algn="ctr">
                      <a:solidFill>
                        <a:schemeClr val="accent1"/>
                      </a:solidFill>
                      <a:prstDash val="sysDash"/>
                      <a:round/>
                      <a:headEnd type="none" w="med" len="med"/>
                      <a:tailEnd type="none" w="med" len="med"/>
                    </a:lnB>
                    <a:no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B w="9525" cap="flat" cmpd="sng" algn="ctr">
                      <a:solidFill>
                        <a:schemeClr val="accent1"/>
                      </a:solidFill>
                      <a:prstDash val="sysDash"/>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B w="9525" cap="flat" cmpd="sng" algn="ctr">
                      <a:solidFill>
                        <a:schemeClr val="accent1"/>
                      </a:solidFill>
                      <a:prstDash val="sysDash"/>
                      <a:round/>
                      <a:headEnd type="none" w="med" len="med"/>
                      <a:tailEnd type="none" w="med" len="med"/>
                    </a:lnB>
                    <a:solidFill>
                      <a:schemeClr val="bg1"/>
                    </a:solidFill>
                  </a:tcPr>
                </a:tc>
                <a:extLst>
                  <a:ext uri="{0D108BD9-81ED-4DB2-BD59-A6C34878D82A}">
                    <a16:rowId xmlns:a16="http://schemas.microsoft.com/office/drawing/2014/main" val="2229848190"/>
                  </a:ext>
                </a:extLst>
              </a:tr>
              <a:tr h="2880320">
                <a:tc>
                  <a:txBody>
                    <a:bodyPr/>
                    <a:lstStyle/>
                    <a:p>
                      <a:endParaRPr lang="en-US" sz="1500" dirty="0"/>
                    </a:p>
                  </a:txBody>
                  <a:tcPr marL="82296" marR="82296" marT="41148" marB="41148">
                    <a:lnR w="9525" cap="flat" cmpd="sng" algn="ctr">
                      <a:solidFill>
                        <a:schemeClr val="accent1"/>
                      </a:solidFill>
                      <a:prstDash val="solid"/>
                      <a:round/>
                      <a:headEnd type="none" w="med" len="med"/>
                      <a:tailEnd type="none" w="med" len="med"/>
                    </a:lnR>
                    <a:lnT w="9525" cap="flat" cmpd="sng" algn="ctr">
                      <a:solidFill>
                        <a:schemeClr val="accent1"/>
                      </a:solidFill>
                      <a:prstDash val="sysDash"/>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ysDash"/>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ysDash"/>
                      <a:round/>
                      <a:headEnd type="none" w="med" len="med"/>
                      <a:tailEnd type="none" w="med" len="med"/>
                    </a:lnT>
                    <a:lnB w="12700" cap="flat" cmpd="sng" algn="ctr">
                      <a:solidFill>
                        <a:schemeClr val="accent1"/>
                      </a:solidFill>
                      <a:prstDash val="solid"/>
                      <a:round/>
                      <a:headEnd type="none" w="med" len="med"/>
                      <a:tailEnd type="none" w="med" len="med"/>
                    </a:lnB>
                    <a:solidFill>
                      <a:srgbClr val="B8DEDA"/>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ysDash"/>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endParaRPr lang="en-US" sz="1500" dirty="0"/>
                    </a:p>
                  </a:txBody>
                  <a:tcPr marL="82296" marR="82296" marT="41148" marB="41148">
                    <a:lnL w="9525" cap="flat" cmpd="sng" algn="ctr">
                      <a:solidFill>
                        <a:schemeClr val="accent1"/>
                      </a:solidFill>
                      <a:prstDash val="solid"/>
                      <a:round/>
                      <a:headEnd type="none" w="med" len="med"/>
                      <a:tailEnd type="none" w="med" len="med"/>
                    </a:lnL>
                    <a:lnT w="9525" cap="flat" cmpd="sng" algn="ctr">
                      <a:solidFill>
                        <a:schemeClr val="accent1"/>
                      </a:solidFill>
                      <a:prstDash val="sysDash"/>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62102897"/>
                  </a:ext>
                </a:extLst>
              </a:tr>
              <a:tr h="457200">
                <a:tc>
                  <a:txBody>
                    <a:bodyPr/>
                    <a:lstStyle/>
                    <a:p>
                      <a:pPr algn="ctr"/>
                      <a:r>
                        <a:rPr lang="en-US" sz="900" b="1" dirty="0"/>
                        <a:t>32-bit Arm</a:t>
                      </a:r>
                      <a:r>
                        <a:rPr lang="en-US" sz="900" b="1" baseline="30000" dirty="0"/>
                        <a:t>®</a:t>
                      </a:r>
                      <a:r>
                        <a:rPr lang="en-US" sz="900" b="1" dirty="0"/>
                        <a:t> Cortex</a:t>
                      </a:r>
                      <a:r>
                        <a:rPr lang="en-US" sz="900" b="1" baseline="30000" dirty="0"/>
                        <a:t>®</a:t>
                      </a:r>
                      <a:r>
                        <a:rPr lang="en-US" sz="900" b="1" dirty="0"/>
                        <a:t>-M0/M0+</a:t>
                      </a:r>
                    </a:p>
                  </a:txBody>
                  <a:tcPr marL="82296" marR="82296" marT="41148" marB="41148" anchor="ctr">
                    <a:lnT w="12700" cap="flat" cmpd="sng" algn="ctr">
                      <a:solidFill>
                        <a:schemeClr val="accent1"/>
                      </a:solidFill>
                      <a:prstDash val="solid"/>
                      <a:round/>
                      <a:headEnd type="none" w="med" len="med"/>
                      <a:tailEnd type="none" w="med" len="med"/>
                    </a:lnT>
                    <a:solidFill>
                      <a:schemeClr val="bg1"/>
                    </a:solidFill>
                  </a:tcPr>
                </a:tc>
                <a:tc gridSpan="2">
                  <a:txBody>
                    <a:bodyPr/>
                    <a:lstStyle/>
                    <a:p>
                      <a:pPr algn="ctr"/>
                      <a:r>
                        <a:rPr lang="en-US" sz="900" b="1" dirty="0"/>
                        <a:t>32-bit Arm</a:t>
                      </a:r>
                      <a:r>
                        <a:rPr lang="en-US" sz="900" b="1" baseline="30000" dirty="0"/>
                        <a:t>®</a:t>
                      </a:r>
                      <a:r>
                        <a:rPr lang="en-US" sz="900" b="1" dirty="0"/>
                        <a:t> </a:t>
                      </a:r>
                      <a:br>
                        <a:rPr lang="en-US" sz="900" b="1" dirty="0"/>
                      </a:br>
                      <a:r>
                        <a:rPr lang="en-US" sz="900" b="1" dirty="0"/>
                        <a:t>Cortex</a:t>
                      </a:r>
                      <a:r>
                        <a:rPr lang="en-US" sz="900" b="1" baseline="30000" dirty="0"/>
                        <a:t>®</a:t>
                      </a:r>
                      <a:r>
                        <a:rPr lang="en-US" sz="900" b="1" dirty="0"/>
                        <a:t>-M4/M33/M7</a:t>
                      </a:r>
                    </a:p>
                  </a:txBody>
                  <a:tcPr marL="82296" marR="82296" marT="41148" marB="41148" anchor="ctr">
                    <a:lnT w="12700" cap="flat" cmpd="sng" algn="ctr">
                      <a:solidFill>
                        <a:schemeClr val="accent1"/>
                      </a:solidFill>
                      <a:prstDash val="solid"/>
                      <a:round/>
                      <a:headEnd type="none" w="med" len="med"/>
                      <a:tailEnd type="none" w="med" len="med"/>
                    </a:lnT>
                    <a:solidFill>
                      <a:schemeClr val="bg1"/>
                    </a:solidFill>
                  </a:tcPr>
                </a:tc>
                <a:tc hMerge="1">
                  <a:txBody>
                    <a:bodyPr/>
                    <a:lstStyle/>
                    <a:p>
                      <a:pPr algn="ctr"/>
                      <a:endParaRPr lang="en-US" sz="900" b="1" dirty="0"/>
                    </a:p>
                  </a:txBody>
                  <a:tcPr marL="82296" marR="82296" marT="41148" marB="41148" anchor="ctr">
                    <a:solidFill>
                      <a:schemeClr val="bg2">
                        <a:lumMod val="40000"/>
                        <a:lumOff val="60000"/>
                      </a:schemeClr>
                    </a:solidFill>
                  </a:tcPr>
                </a:tc>
                <a:tc>
                  <a:txBody>
                    <a:bodyPr/>
                    <a:lstStyle/>
                    <a:p>
                      <a:pPr algn="ctr"/>
                      <a:r>
                        <a:rPr lang="en-US" sz="900" b="1" dirty="0"/>
                        <a:t>32-bit </a:t>
                      </a:r>
                      <a:r>
                        <a:rPr lang="en-US" sz="900" b="1" dirty="0" err="1"/>
                        <a:t>TriCore</a:t>
                      </a:r>
                      <a:r>
                        <a:rPr lang="en-US" sz="900" b="1" dirty="0"/>
                        <a:t>™</a:t>
                      </a:r>
                    </a:p>
                  </a:txBody>
                  <a:tcPr marL="82296" marR="82296" marT="41148" marB="41148" anchor="ctr">
                    <a:lnT w="12700" cap="flat" cmpd="sng" algn="ctr">
                      <a:solidFill>
                        <a:schemeClr val="accent1"/>
                      </a:solidFill>
                      <a:prstDash val="solid"/>
                      <a:round/>
                      <a:headEnd type="none" w="med" len="med"/>
                      <a:tailEnd type="none" w="med" len="med"/>
                    </a:lnT>
                    <a:solidFill>
                      <a:schemeClr val="bg1"/>
                    </a:solidFill>
                  </a:tcPr>
                </a:tc>
                <a:tc>
                  <a:txBody>
                    <a:bodyPr/>
                    <a:lstStyle/>
                    <a:p>
                      <a:pPr algn="ctr"/>
                      <a:r>
                        <a:rPr lang="en-US" sz="900" b="1" dirty="0"/>
                        <a:t>32-bit Arm</a:t>
                      </a:r>
                      <a:r>
                        <a:rPr lang="en-US" sz="900" b="1" baseline="30000" dirty="0"/>
                        <a:t>®</a:t>
                      </a:r>
                      <a:r>
                        <a:rPr lang="en-US" sz="900" b="1" dirty="0"/>
                        <a:t> </a:t>
                      </a:r>
                      <a:br>
                        <a:rPr lang="en-US" sz="900" b="1" dirty="0"/>
                      </a:br>
                      <a:r>
                        <a:rPr lang="en-US" sz="900" b="1" dirty="0"/>
                        <a:t>Cortex</a:t>
                      </a:r>
                      <a:r>
                        <a:rPr lang="en-US" sz="900" b="1" baseline="30000" dirty="0"/>
                        <a:t>®</a:t>
                      </a:r>
                      <a:r>
                        <a:rPr lang="en-US" sz="900" b="1" dirty="0"/>
                        <a:t>-M55/M85, U55, M33 with ML accelerators</a:t>
                      </a:r>
                    </a:p>
                  </a:txBody>
                  <a:tcPr marL="82296" marR="82296" marT="41148" marB="41148" anchor="ctr">
                    <a:lnT w="12700" cap="flat" cmpd="sng" algn="ctr">
                      <a:solidFill>
                        <a:schemeClr val="accent1"/>
                      </a:solidFill>
                      <a:prstDash val="solid"/>
                      <a:round/>
                      <a:headEnd type="none" w="med" len="med"/>
                      <a:tailEnd type="none" w="med" len="med"/>
                    </a:lnT>
                    <a:solidFill>
                      <a:schemeClr val="bg1"/>
                    </a:solidFill>
                  </a:tcPr>
                </a:tc>
                <a:extLst>
                  <a:ext uri="{0D108BD9-81ED-4DB2-BD59-A6C34878D82A}">
                    <a16:rowId xmlns:a16="http://schemas.microsoft.com/office/drawing/2014/main" val="3368877190"/>
                  </a:ext>
                </a:extLst>
              </a:tr>
            </a:tbl>
          </a:graphicData>
        </a:graphic>
      </p:graphicFrame>
      <p:sp>
        <p:nvSpPr>
          <p:cNvPr id="2" name="Title 1">
            <a:extLst>
              <a:ext uri="{FF2B5EF4-FFF2-40B4-BE49-F238E27FC236}">
                <a16:creationId xmlns:a16="http://schemas.microsoft.com/office/drawing/2014/main" id="{DCA3071B-1473-CBD7-F7BB-E831071E6EA2}"/>
              </a:ext>
            </a:extLst>
          </p:cNvPr>
          <p:cNvSpPr>
            <a:spLocks noGrp="1"/>
          </p:cNvSpPr>
          <p:nvPr>
            <p:ph type="title"/>
          </p:nvPr>
        </p:nvSpPr>
        <p:spPr/>
        <p:txBody>
          <a:bodyPr vert="horz"/>
          <a:lstStyle/>
          <a:p>
            <a:r>
              <a:rPr lang="en-US" dirty="0"/>
              <a:t>PSOC™ Control is the new Industrial MCU family in Infineon’s extensive microcontroller portfolio</a:t>
            </a:r>
          </a:p>
        </p:txBody>
      </p:sp>
      <p:sp>
        <p:nvSpPr>
          <p:cNvPr id="10" name="00 Plain textbox">
            <a:extLst>
              <a:ext uri="{FF2B5EF4-FFF2-40B4-BE49-F238E27FC236}">
                <a16:creationId xmlns:a16="http://schemas.microsoft.com/office/drawing/2014/main" id="{4B6205F2-EC36-9B0D-02EE-5C012B360DC3}"/>
              </a:ext>
            </a:extLst>
          </p:cNvPr>
          <p:cNvSpPr txBox="1"/>
          <p:nvPr>
            <p:custDataLst>
              <p:tags r:id="rId3"/>
            </p:custDataLst>
          </p:nvPr>
        </p:nvSpPr>
        <p:spPr bwMode="auto">
          <a:xfrm>
            <a:off x="334963" y="1278300"/>
            <a:ext cx="2103120" cy="240260"/>
          </a:xfrm>
          <a:prstGeom prst="rect">
            <a:avLst/>
          </a:prstGeom>
          <a:solidFill>
            <a:srgbClr val="575352"/>
          </a:solidFill>
          <a:ln w="9525">
            <a:noFill/>
            <a:miter lim="800000"/>
            <a:headEnd/>
            <a:tailEnd/>
          </a:ln>
        </p:spPr>
        <p:txBody>
          <a:bodyPr vert="horz" wrap="square" lIns="0" tIns="0" rIns="0" bIns="0" numCol="1" rtlCol="0" anchor="ctr" anchorCtr="0" compatLnSpc="1">
            <a:prstTxWarp prst="textNoShape">
              <a:avLst/>
            </a:prstTxWarp>
            <a:noAutofit/>
          </a:bodyPr>
          <a:lstStyle/>
          <a:p>
            <a:pPr marL="0" marR="0" lvl="0" indent="0" algn="ctr" defTabSz="822939" rtl="0" eaLnBrk="0" fontAlgn="base" latinLnBrk="0" hangingPunct="0">
              <a:lnSpc>
                <a:spcPct val="100000"/>
              </a:lnSpc>
              <a:spcBef>
                <a:spcPct val="35000"/>
              </a:spcBef>
              <a:spcAft>
                <a:spcPct val="15000"/>
              </a:spcAft>
              <a:buClr>
                <a:srgbClr val="FFE054"/>
              </a:buClr>
              <a:buSzTx/>
              <a:buFontTx/>
              <a:buNone/>
              <a:tabLst/>
              <a:defRPr/>
            </a:pPr>
            <a:r>
              <a:rPr kumimoji="0" lang="en-US" sz="1200" b="1" i="0" u="none" strike="noStrike" kern="0" cap="none" spc="0" normalizeH="0" baseline="0" noProof="0" dirty="0">
                <a:ln>
                  <a:noFill/>
                </a:ln>
                <a:solidFill>
                  <a:schemeClr val="bg1"/>
                </a:solidFill>
                <a:effectLst/>
                <a:uLnTx/>
                <a:uFillTx/>
                <a:latin typeface="Arial" panose="020B0604020202020204" pitchFamily="34" charset="0"/>
                <a:cs typeface="Arial"/>
              </a:rPr>
              <a:t>Auto / Functional Safety</a:t>
            </a:r>
          </a:p>
        </p:txBody>
      </p:sp>
      <p:grpSp>
        <p:nvGrpSpPr>
          <p:cNvPr id="63" name="Group 62">
            <a:extLst>
              <a:ext uri="{FF2B5EF4-FFF2-40B4-BE49-F238E27FC236}">
                <a16:creationId xmlns:a16="http://schemas.microsoft.com/office/drawing/2014/main" id="{0520D09C-B903-0BA5-EF3B-B4BA5EACF5DF}"/>
              </a:ext>
            </a:extLst>
          </p:cNvPr>
          <p:cNvGrpSpPr/>
          <p:nvPr/>
        </p:nvGrpSpPr>
        <p:grpSpPr>
          <a:xfrm>
            <a:off x="4123764" y="2115309"/>
            <a:ext cx="1371600" cy="642188"/>
            <a:chOff x="4222005" y="1524886"/>
            <a:chExt cx="1371600" cy="642188"/>
          </a:xfrm>
        </p:grpSpPr>
        <p:sp>
          <p:nvSpPr>
            <p:cNvPr id="31" name="Rectangle 6">
              <a:extLst>
                <a:ext uri="{FF2B5EF4-FFF2-40B4-BE49-F238E27FC236}">
                  <a16:creationId xmlns:a16="http://schemas.microsoft.com/office/drawing/2014/main" id="{DD7D978C-3C0F-2638-AF73-8E085B85752E}"/>
                </a:ext>
              </a:extLst>
            </p:cNvPr>
            <p:cNvSpPr/>
            <p:nvPr>
              <p:custDataLst>
                <p:tags r:id="rId53"/>
              </p:custDataLst>
            </p:nvPr>
          </p:nvSpPr>
          <p:spPr bwMode="auto">
            <a:xfrm>
              <a:off x="4222005" y="1524886"/>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Auto PSOC™ </a:t>
              </a:r>
            </a:p>
          </p:txBody>
        </p:sp>
        <p:sp>
          <p:nvSpPr>
            <p:cNvPr id="14" name="Rectangle 6">
              <a:extLst>
                <a:ext uri="{FF2B5EF4-FFF2-40B4-BE49-F238E27FC236}">
                  <a16:creationId xmlns:a16="http://schemas.microsoft.com/office/drawing/2014/main" id="{95721A8D-AC22-95EE-6171-43C8C4CD42DD}"/>
                </a:ext>
              </a:extLst>
            </p:cNvPr>
            <p:cNvSpPr/>
            <p:nvPr>
              <p:custDataLst>
                <p:tags r:id="rId54"/>
              </p:custDataLst>
            </p:nvPr>
          </p:nvSpPr>
          <p:spPr bwMode="auto">
            <a:xfrm>
              <a:off x="4222005" y="1709874"/>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ASIL-B</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384KB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CAPSENSE</a:t>
              </a:r>
            </a:p>
          </p:txBody>
        </p:sp>
      </p:grpSp>
      <p:grpSp>
        <p:nvGrpSpPr>
          <p:cNvPr id="65" name="Group 64">
            <a:extLst>
              <a:ext uri="{FF2B5EF4-FFF2-40B4-BE49-F238E27FC236}">
                <a16:creationId xmlns:a16="http://schemas.microsoft.com/office/drawing/2014/main" id="{9E50E3FA-86E5-521C-5015-92250732BCB0}"/>
              </a:ext>
            </a:extLst>
          </p:cNvPr>
          <p:cNvGrpSpPr/>
          <p:nvPr/>
        </p:nvGrpSpPr>
        <p:grpSpPr>
          <a:xfrm>
            <a:off x="4123764" y="1281779"/>
            <a:ext cx="1371600" cy="636250"/>
            <a:chOff x="5534814" y="1144098"/>
            <a:chExt cx="1371600" cy="636250"/>
          </a:xfrm>
        </p:grpSpPr>
        <p:sp>
          <p:nvSpPr>
            <p:cNvPr id="40" name="Rectangle 6">
              <a:extLst>
                <a:ext uri="{FF2B5EF4-FFF2-40B4-BE49-F238E27FC236}">
                  <a16:creationId xmlns:a16="http://schemas.microsoft.com/office/drawing/2014/main" id="{CFA3C4F2-3FE0-EAAF-2E13-A95395823035}"/>
                </a:ext>
              </a:extLst>
            </p:cNvPr>
            <p:cNvSpPr/>
            <p:nvPr>
              <p:custDataLst>
                <p:tags r:id="rId51"/>
              </p:custDataLst>
            </p:nvPr>
          </p:nvSpPr>
          <p:spPr bwMode="auto">
            <a:xfrm>
              <a:off x="5534814" y="1144098"/>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MOTIX™ </a:t>
              </a:r>
            </a:p>
          </p:txBody>
        </p:sp>
        <p:sp>
          <p:nvSpPr>
            <p:cNvPr id="41" name="Rectangle 6">
              <a:extLst>
                <a:ext uri="{FF2B5EF4-FFF2-40B4-BE49-F238E27FC236}">
                  <a16:creationId xmlns:a16="http://schemas.microsoft.com/office/drawing/2014/main" id="{38C9DD21-7BB3-E9A8-4040-F5328628354D}"/>
                </a:ext>
              </a:extLst>
            </p:cNvPr>
            <p:cNvSpPr/>
            <p:nvPr>
              <p:custDataLst>
                <p:tags r:id="rId52"/>
              </p:custDataLst>
            </p:nvPr>
          </p:nvSpPr>
          <p:spPr bwMode="auto">
            <a:xfrm>
              <a:off x="5534814" y="1323148"/>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Cortex-M0</a:t>
              </a:r>
              <a:r>
                <a:rPr lang="en-US" sz="700" dirty="0">
                  <a:solidFill>
                    <a:srgbClr val="1D1D1D"/>
                  </a:solidFill>
                  <a:latin typeface="Arial"/>
                  <a:ea typeface="Verdana" pitchFamily="34" charset="0"/>
                  <a:cs typeface="Verdana" pitchFamily="34" charset="0"/>
                </a:rPr>
                <a:t> and </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M3, ASIL-B</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256</a:t>
              </a:r>
              <a:r>
                <a:rPr lang="en-US" sz="700" dirty="0">
                  <a:solidFill>
                    <a:srgbClr val="1D1D1D"/>
                  </a:solidFill>
                  <a:latin typeface="Arial"/>
                  <a:ea typeface="Verdana" pitchFamily="34" charset="0"/>
                  <a:cs typeface="Verdana" pitchFamily="34" charset="0"/>
                </a:rPr>
                <a:t>K</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Motor Control SoC</a:t>
              </a:r>
            </a:p>
          </p:txBody>
        </p:sp>
      </p:grpSp>
      <p:grpSp>
        <p:nvGrpSpPr>
          <p:cNvPr id="66" name="Group 65">
            <a:extLst>
              <a:ext uri="{FF2B5EF4-FFF2-40B4-BE49-F238E27FC236}">
                <a16:creationId xmlns:a16="http://schemas.microsoft.com/office/drawing/2014/main" id="{84BFEF77-2D82-09CB-0CF2-45DCA4F24A4E}"/>
              </a:ext>
            </a:extLst>
          </p:cNvPr>
          <p:cNvGrpSpPr/>
          <p:nvPr/>
        </p:nvGrpSpPr>
        <p:grpSpPr>
          <a:xfrm>
            <a:off x="5712993" y="1268413"/>
            <a:ext cx="1371601" cy="638785"/>
            <a:chOff x="7509027" y="2142544"/>
            <a:chExt cx="1371601" cy="638785"/>
          </a:xfrm>
        </p:grpSpPr>
        <p:sp>
          <p:nvSpPr>
            <p:cNvPr id="43" name="Rectangle 6">
              <a:extLst>
                <a:ext uri="{FF2B5EF4-FFF2-40B4-BE49-F238E27FC236}">
                  <a16:creationId xmlns:a16="http://schemas.microsoft.com/office/drawing/2014/main" id="{F48FC042-5CD1-EB8E-A6B4-494C016748D8}"/>
                </a:ext>
              </a:extLst>
            </p:cNvPr>
            <p:cNvSpPr/>
            <p:nvPr>
              <p:custDataLst>
                <p:tags r:id="rId49"/>
              </p:custDataLst>
            </p:nvPr>
          </p:nvSpPr>
          <p:spPr bwMode="auto">
            <a:xfrm>
              <a:off x="7509027" y="2142544"/>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TRAVEO™ T2G </a:t>
              </a:r>
            </a:p>
          </p:txBody>
        </p:sp>
        <p:sp>
          <p:nvSpPr>
            <p:cNvPr id="44" name="Rectangle 6">
              <a:extLst>
                <a:ext uri="{FF2B5EF4-FFF2-40B4-BE49-F238E27FC236}">
                  <a16:creationId xmlns:a16="http://schemas.microsoft.com/office/drawing/2014/main" id="{AABA056C-C837-63FA-B2DE-EEDF41E86F5B}"/>
                </a:ext>
              </a:extLst>
            </p:cNvPr>
            <p:cNvSpPr/>
            <p:nvPr>
              <p:custDataLst>
                <p:tags r:id="rId50"/>
              </p:custDataLst>
            </p:nvPr>
          </p:nvSpPr>
          <p:spPr bwMode="auto">
            <a:xfrm>
              <a:off x="7509028" y="2324129"/>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Dual Cortex-M4/M7 and M0+</a:t>
              </a:r>
              <a:endParaRPr lang="en-US" sz="700" dirty="0">
                <a:solidFill>
                  <a:srgbClr val="1D1D1D"/>
                </a:solidFill>
                <a:latin typeface="Arial"/>
                <a:ea typeface="Verdana" pitchFamily="34" charset="0"/>
                <a:cs typeface="Verdana" pitchFamily="34" charset="0"/>
              </a:endParaRP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ASIL-B, Up to 16MB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HSM, GPU (Cluster)</a:t>
              </a:r>
            </a:p>
          </p:txBody>
        </p:sp>
      </p:grpSp>
      <p:sp>
        <p:nvSpPr>
          <p:cNvPr id="27" name="Rectangle 6">
            <a:extLst>
              <a:ext uri="{FF2B5EF4-FFF2-40B4-BE49-F238E27FC236}">
                <a16:creationId xmlns:a16="http://schemas.microsoft.com/office/drawing/2014/main" id="{1721AD14-8435-E19D-4109-393AD4A00557}"/>
              </a:ext>
            </a:extLst>
          </p:cNvPr>
          <p:cNvSpPr/>
          <p:nvPr>
            <p:custDataLst>
              <p:tags r:id="rId4"/>
            </p:custDataLst>
          </p:nvPr>
        </p:nvSpPr>
        <p:spPr bwMode="auto">
          <a:xfrm>
            <a:off x="2647295" y="3786735"/>
            <a:ext cx="1371600" cy="161425"/>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Verdana" pitchFamily="34" charset="0"/>
              </a:rPr>
              <a:t>XMC1000</a:t>
            </a:r>
          </a:p>
        </p:txBody>
      </p:sp>
      <p:sp>
        <p:nvSpPr>
          <p:cNvPr id="3" name="TextBox 2">
            <a:extLst>
              <a:ext uri="{FF2B5EF4-FFF2-40B4-BE49-F238E27FC236}">
                <a16:creationId xmlns:a16="http://schemas.microsoft.com/office/drawing/2014/main" id="{471D0527-3AF9-1FCD-ABB3-08460256DB0E}"/>
              </a:ext>
            </a:extLst>
          </p:cNvPr>
          <p:cNvSpPr txBox="1"/>
          <p:nvPr>
            <p:custDataLst>
              <p:tags r:id="rId5"/>
            </p:custDataLst>
          </p:nvPr>
        </p:nvSpPr>
        <p:spPr bwMode="auto">
          <a:xfrm>
            <a:off x="2647294" y="3948161"/>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48MHz and 200KB Flash</a:t>
            </a:r>
          </a:p>
          <a:p>
            <a:r>
              <a:rPr lang="en-US" dirty="0"/>
              <a:t>CORDIC Math co-processor</a:t>
            </a:r>
          </a:p>
          <a:p>
            <a:r>
              <a:rPr lang="en-US" dirty="0"/>
              <a:t>CCU8 timer</a:t>
            </a:r>
          </a:p>
        </p:txBody>
      </p:sp>
      <p:sp>
        <p:nvSpPr>
          <p:cNvPr id="28" name="Rectangle 6">
            <a:extLst>
              <a:ext uri="{FF2B5EF4-FFF2-40B4-BE49-F238E27FC236}">
                <a16:creationId xmlns:a16="http://schemas.microsoft.com/office/drawing/2014/main" id="{CA8C7506-918E-FFF0-C4FE-884B1B74B0C2}"/>
              </a:ext>
            </a:extLst>
          </p:cNvPr>
          <p:cNvSpPr/>
          <p:nvPr>
            <p:custDataLst>
              <p:tags r:id="rId6"/>
            </p:custDataLst>
          </p:nvPr>
        </p:nvSpPr>
        <p:spPr bwMode="auto">
          <a:xfrm>
            <a:off x="5712993" y="3788549"/>
            <a:ext cx="1371600" cy="171304"/>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Verdana" pitchFamily="34" charset="0"/>
              </a:rPr>
              <a:t>XMC4000</a:t>
            </a:r>
          </a:p>
        </p:txBody>
      </p:sp>
      <p:sp>
        <p:nvSpPr>
          <p:cNvPr id="37" name="TextBox 36">
            <a:extLst>
              <a:ext uri="{FF2B5EF4-FFF2-40B4-BE49-F238E27FC236}">
                <a16:creationId xmlns:a16="http://schemas.microsoft.com/office/drawing/2014/main" id="{BD0CCA08-0893-0FC0-2793-FD3373774CB7}"/>
              </a:ext>
            </a:extLst>
          </p:cNvPr>
          <p:cNvSpPr txBox="1"/>
          <p:nvPr>
            <p:custDataLst>
              <p:tags r:id="rId7"/>
            </p:custDataLst>
          </p:nvPr>
        </p:nvSpPr>
        <p:spPr bwMode="auto">
          <a:xfrm>
            <a:off x="5712993" y="3959853"/>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144MHz and 2MB Flash</a:t>
            </a:r>
          </a:p>
          <a:p>
            <a:r>
              <a:rPr lang="en-US" dirty="0"/>
              <a:t>Motor and power control</a:t>
            </a:r>
          </a:p>
          <a:p>
            <a:endParaRPr lang="en-US" dirty="0"/>
          </a:p>
        </p:txBody>
      </p:sp>
      <p:sp>
        <p:nvSpPr>
          <p:cNvPr id="29" name="Rectangle 6">
            <a:extLst>
              <a:ext uri="{FF2B5EF4-FFF2-40B4-BE49-F238E27FC236}">
                <a16:creationId xmlns:a16="http://schemas.microsoft.com/office/drawing/2014/main" id="{C710BCBA-F0AE-E58F-99F2-078B41CF2E9F}"/>
              </a:ext>
            </a:extLst>
          </p:cNvPr>
          <p:cNvSpPr/>
          <p:nvPr>
            <p:custDataLst>
              <p:tags r:id="rId8"/>
            </p:custDataLst>
          </p:nvPr>
        </p:nvSpPr>
        <p:spPr bwMode="auto">
          <a:xfrm>
            <a:off x="5711627" y="2958665"/>
            <a:ext cx="1371600" cy="188612"/>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Verdana" pitchFamily="34" charset="0"/>
              </a:rPr>
              <a:t>XMC5000</a:t>
            </a:r>
          </a:p>
        </p:txBody>
      </p:sp>
      <p:sp>
        <p:nvSpPr>
          <p:cNvPr id="48" name="TextBox 47">
            <a:extLst>
              <a:ext uri="{FF2B5EF4-FFF2-40B4-BE49-F238E27FC236}">
                <a16:creationId xmlns:a16="http://schemas.microsoft.com/office/drawing/2014/main" id="{B19A974F-C6AC-BCCB-A396-935286A83053}"/>
              </a:ext>
            </a:extLst>
          </p:cNvPr>
          <p:cNvSpPr txBox="1"/>
          <p:nvPr>
            <p:custDataLst>
              <p:tags r:id="rId9"/>
            </p:custDataLst>
          </p:nvPr>
        </p:nvSpPr>
        <p:spPr bwMode="auto">
          <a:xfrm>
            <a:off x="5711627" y="3125044"/>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Dual Cortex-M4 and M0+ </a:t>
            </a:r>
            <a:br>
              <a:rPr lang="en-US" dirty="0"/>
            </a:br>
            <a:r>
              <a:rPr lang="en-US" dirty="0"/>
              <a:t>Up to 160MHz and 2MB Flash</a:t>
            </a:r>
          </a:p>
          <a:p>
            <a:r>
              <a:rPr lang="en-US" dirty="0"/>
              <a:t>Motor and power control</a:t>
            </a:r>
          </a:p>
        </p:txBody>
      </p:sp>
      <p:sp>
        <p:nvSpPr>
          <p:cNvPr id="24" name="Rectangle 6">
            <a:extLst>
              <a:ext uri="{FF2B5EF4-FFF2-40B4-BE49-F238E27FC236}">
                <a16:creationId xmlns:a16="http://schemas.microsoft.com/office/drawing/2014/main" id="{B25404E2-00A6-A03C-55E3-38C7292A3335}"/>
              </a:ext>
            </a:extLst>
          </p:cNvPr>
          <p:cNvSpPr/>
          <p:nvPr>
            <p:custDataLst>
              <p:tags r:id="rId10"/>
            </p:custDataLst>
          </p:nvPr>
        </p:nvSpPr>
        <p:spPr bwMode="auto">
          <a:xfrm>
            <a:off x="2647295" y="5409589"/>
            <a:ext cx="1371600" cy="152466"/>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FM0+</a:t>
            </a:r>
          </a:p>
        </p:txBody>
      </p:sp>
      <p:sp>
        <p:nvSpPr>
          <p:cNvPr id="49" name="TextBox 48">
            <a:extLst>
              <a:ext uri="{FF2B5EF4-FFF2-40B4-BE49-F238E27FC236}">
                <a16:creationId xmlns:a16="http://schemas.microsoft.com/office/drawing/2014/main" id="{21594E50-9F99-C892-6751-74E3BC4697F9}"/>
              </a:ext>
            </a:extLst>
          </p:cNvPr>
          <p:cNvSpPr txBox="1"/>
          <p:nvPr>
            <p:custDataLst>
              <p:tags r:id="rId11"/>
            </p:custDataLst>
          </p:nvPr>
        </p:nvSpPr>
        <p:spPr bwMode="auto">
          <a:xfrm>
            <a:off x="2647294" y="5561208"/>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40MHz and 128KB Flash</a:t>
            </a:r>
          </a:p>
          <a:p>
            <a:r>
              <a:rPr lang="en-US" dirty="0"/>
              <a:t>Entry level USB</a:t>
            </a:r>
          </a:p>
        </p:txBody>
      </p:sp>
      <p:sp>
        <p:nvSpPr>
          <p:cNvPr id="26" name="Rectangle 6">
            <a:extLst>
              <a:ext uri="{FF2B5EF4-FFF2-40B4-BE49-F238E27FC236}">
                <a16:creationId xmlns:a16="http://schemas.microsoft.com/office/drawing/2014/main" id="{86F62A15-3AB4-7CB4-B9B8-3DE34D65E154}"/>
              </a:ext>
            </a:extLst>
          </p:cNvPr>
          <p:cNvSpPr/>
          <p:nvPr>
            <p:custDataLst>
              <p:tags r:id="rId12"/>
            </p:custDataLst>
          </p:nvPr>
        </p:nvSpPr>
        <p:spPr bwMode="auto">
          <a:xfrm>
            <a:off x="5712993" y="5409589"/>
            <a:ext cx="1371600" cy="161424"/>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FM4</a:t>
            </a:r>
          </a:p>
        </p:txBody>
      </p:sp>
      <p:sp>
        <p:nvSpPr>
          <p:cNvPr id="54" name="TextBox 53">
            <a:extLst>
              <a:ext uri="{FF2B5EF4-FFF2-40B4-BE49-F238E27FC236}">
                <a16:creationId xmlns:a16="http://schemas.microsoft.com/office/drawing/2014/main" id="{EF385234-563D-6564-0346-BA2E89A1DE30}"/>
              </a:ext>
            </a:extLst>
          </p:cNvPr>
          <p:cNvSpPr txBox="1"/>
          <p:nvPr>
            <p:custDataLst>
              <p:tags r:id="rId13"/>
            </p:custDataLst>
          </p:nvPr>
        </p:nvSpPr>
        <p:spPr bwMode="auto">
          <a:xfrm>
            <a:off x="5712992" y="5563979"/>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200MHz and 2MB Flash</a:t>
            </a:r>
          </a:p>
          <a:p>
            <a:r>
              <a:rPr lang="en-US" dirty="0"/>
              <a:t>High-performance motor control</a:t>
            </a:r>
          </a:p>
        </p:txBody>
      </p:sp>
      <p:sp>
        <p:nvSpPr>
          <p:cNvPr id="20" name="Rectangle 6">
            <a:extLst>
              <a:ext uri="{FF2B5EF4-FFF2-40B4-BE49-F238E27FC236}">
                <a16:creationId xmlns:a16="http://schemas.microsoft.com/office/drawing/2014/main" id="{53B4CBAA-EE83-572C-18B7-3F1D2CB9FF5D}"/>
              </a:ext>
            </a:extLst>
          </p:cNvPr>
          <p:cNvSpPr/>
          <p:nvPr>
            <p:custDataLst>
              <p:tags r:id="rId14"/>
            </p:custDataLst>
          </p:nvPr>
        </p:nvSpPr>
        <p:spPr bwMode="auto">
          <a:xfrm>
            <a:off x="2647295" y="4602641"/>
            <a:ext cx="1371600" cy="152466"/>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4</a:t>
            </a:r>
          </a:p>
        </p:txBody>
      </p:sp>
      <p:sp>
        <p:nvSpPr>
          <p:cNvPr id="57" name="TextBox 56">
            <a:extLst>
              <a:ext uri="{FF2B5EF4-FFF2-40B4-BE49-F238E27FC236}">
                <a16:creationId xmlns:a16="http://schemas.microsoft.com/office/drawing/2014/main" id="{30BE1C3A-8412-DE4D-A9C7-FEA357A6F26D}"/>
              </a:ext>
            </a:extLst>
          </p:cNvPr>
          <p:cNvSpPr txBox="1"/>
          <p:nvPr>
            <p:custDataLst>
              <p:tags r:id="rId15"/>
            </p:custDataLst>
          </p:nvPr>
        </p:nvSpPr>
        <p:spPr bwMode="auto">
          <a:xfrm>
            <a:off x="2647294" y="4755107"/>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48MHz and 384KB Flash</a:t>
            </a:r>
          </a:p>
          <a:p>
            <a:r>
              <a:rPr lang="en-US" dirty="0"/>
              <a:t>Industry leading CAPSENSE™ Mixed-signal functionality</a:t>
            </a:r>
          </a:p>
        </p:txBody>
      </p:sp>
      <p:sp>
        <p:nvSpPr>
          <p:cNvPr id="19" name="Rectangle 6">
            <a:extLst>
              <a:ext uri="{FF2B5EF4-FFF2-40B4-BE49-F238E27FC236}">
                <a16:creationId xmlns:a16="http://schemas.microsoft.com/office/drawing/2014/main" id="{74CA01B4-716C-8066-0AF9-2D9A4B6C4DC8}"/>
              </a:ext>
            </a:extLst>
          </p:cNvPr>
          <p:cNvSpPr/>
          <p:nvPr>
            <p:custDataLst>
              <p:tags r:id="rId16"/>
            </p:custDataLst>
          </p:nvPr>
        </p:nvSpPr>
        <p:spPr bwMode="auto">
          <a:xfrm>
            <a:off x="5712993" y="4602641"/>
            <a:ext cx="1371600" cy="186634"/>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6</a:t>
            </a:r>
          </a:p>
        </p:txBody>
      </p:sp>
      <p:sp>
        <p:nvSpPr>
          <p:cNvPr id="59" name="TextBox 58">
            <a:extLst>
              <a:ext uri="{FF2B5EF4-FFF2-40B4-BE49-F238E27FC236}">
                <a16:creationId xmlns:a16="http://schemas.microsoft.com/office/drawing/2014/main" id="{412475FE-8D58-C2C3-4C46-E65CF09334A9}"/>
              </a:ext>
            </a:extLst>
          </p:cNvPr>
          <p:cNvSpPr txBox="1"/>
          <p:nvPr>
            <p:custDataLst>
              <p:tags r:id="rId17"/>
            </p:custDataLst>
          </p:nvPr>
        </p:nvSpPr>
        <p:spPr bwMode="auto">
          <a:xfrm>
            <a:off x="5712993" y="4784757"/>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Dual Cortex-M4 and M0+</a:t>
            </a:r>
          </a:p>
          <a:p>
            <a:r>
              <a:rPr lang="en-US" dirty="0"/>
              <a:t>Up to 150MHz and 2MB Flash</a:t>
            </a:r>
          </a:p>
          <a:p>
            <a:r>
              <a:rPr lang="en-US" dirty="0"/>
              <a:t>Ultra-low-power with security</a:t>
            </a:r>
          </a:p>
        </p:txBody>
      </p:sp>
      <p:grpSp>
        <p:nvGrpSpPr>
          <p:cNvPr id="64" name="Group 63">
            <a:extLst>
              <a:ext uri="{FF2B5EF4-FFF2-40B4-BE49-F238E27FC236}">
                <a16:creationId xmlns:a16="http://schemas.microsoft.com/office/drawing/2014/main" id="{5157D4EE-FA29-C960-9458-1DED3B2E92A7}"/>
              </a:ext>
            </a:extLst>
          </p:cNvPr>
          <p:cNvGrpSpPr/>
          <p:nvPr/>
        </p:nvGrpSpPr>
        <p:grpSpPr>
          <a:xfrm>
            <a:off x="4123764" y="2954777"/>
            <a:ext cx="1371600" cy="634678"/>
            <a:chOff x="4222005" y="2251817"/>
            <a:chExt cx="1371600" cy="634678"/>
          </a:xfrm>
        </p:grpSpPr>
        <p:sp>
          <p:nvSpPr>
            <p:cNvPr id="30" name="Rectangle 6">
              <a:extLst>
                <a:ext uri="{FF2B5EF4-FFF2-40B4-BE49-F238E27FC236}">
                  <a16:creationId xmlns:a16="http://schemas.microsoft.com/office/drawing/2014/main" id="{60FA7F7D-98B2-8F38-E004-7663F8F7AC94}"/>
                </a:ext>
              </a:extLst>
            </p:cNvPr>
            <p:cNvSpPr/>
            <p:nvPr>
              <p:custDataLst>
                <p:tags r:id="rId47"/>
              </p:custDataLst>
            </p:nvPr>
          </p:nvSpPr>
          <p:spPr bwMode="auto">
            <a:xfrm>
              <a:off x="4222005" y="2251817"/>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Auto PSOC™ HV</a:t>
              </a:r>
            </a:p>
          </p:txBody>
        </p:sp>
        <p:sp>
          <p:nvSpPr>
            <p:cNvPr id="32" name="Rectangle 6">
              <a:extLst>
                <a:ext uri="{FF2B5EF4-FFF2-40B4-BE49-F238E27FC236}">
                  <a16:creationId xmlns:a16="http://schemas.microsoft.com/office/drawing/2014/main" id="{669CAAB8-AF22-6F2A-B3F8-214B18151270}"/>
                </a:ext>
              </a:extLst>
            </p:cNvPr>
            <p:cNvSpPr/>
            <p:nvPr>
              <p:custDataLst>
                <p:tags r:id="rId48"/>
              </p:custDataLst>
            </p:nvPr>
          </p:nvSpPr>
          <p:spPr bwMode="auto">
            <a:xfrm>
              <a:off x="4222005" y="2429295"/>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ASIL-C</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384KB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42V tolerant MCU </a:t>
              </a:r>
            </a:p>
          </p:txBody>
        </p:sp>
      </p:grpSp>
      <p:grpSp>
        <p:nvGrpSpPr>
          <p:cNvPr id="61" name="Group 60">
            <a:extLst>
              <a:ext uri="{FF2B5EF4-FFF2-40B4-BE49-F238E27FC236}">
                <a16:creationId xmlns:a16="http://schemas.microsoft.com/office/drawing/2014/main" id="{06287E87-7213-A5FE-68BC-B62382C46F84}"/>
              </a:ext>
            </a:extLst>
          </p:cNvPr>
          <p:cNvGrpSpPr/>
          <p:nvPr/>
        </p:nvGrpSpPr>
        <p:grpSpPr>
          <a:xfrm>
            <a:off x="2640077" y="2105684"/>
            <a:ext cx="1371600" cy="617668"/>
            <a:chOff x="2639616" y="1753475"/>
            <a:chExt cx="1371600" cy="617668"/>
          </a:xfrm>
        </p:grpSpPr>
        <p:sp>
          <p:nvSpPr>
            <p:cNvPr id="6" name="Rectangle 6">
              <a:extLst>
                <a:ext uri="{FF2B5EF4-FFF2-40B4-BE49-F238E27FC236}">
                  <a16:creationId xmlns:a16="http://schemas.microsoft.com/office/drawing/2014/main" id="{AB2656C0-7FEE-F3FE-7493-B8CDFBDA0520}"/>
                </a:ext>
              </a:extLst>
            </p:cNvPr>
            <p:cNvSpPr/>
            <p:nvPr>
              <p:custDataLst>
                <p:tags r:id="rId45"/>
              </p:custDataLst>
            </p:nvPr>
          </p:nvSpPr>
          <p:spPr bwMode="auto">
            <a:xfrm>
              <a:off x="2639616" y="1753475"/>
              <a:ext cx="1371471" cy="201641"/>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Multitouch </a:t>
              </a:r>
            </a:p>
          </p:txBody>
        </p:sp>
        <p:sp>
          <p:nvSpPr>
            <p:cNvPr id="7" name="Rectangle 6">
              <a:extLst>
                <a:ext uri="{FF2B5EF4-FFF2-40B4-BE49-F238E27FC236}">
                  <a16:creationId xmlns:a16="http://schemas.microsoft.com/office/drawing/2014/main" id="{C912A06B-94B2-6608-326D-A2AC6E97FE1E}"/>
                </a:ext>
              </a:extLst>
            </p:cNvPr>
            <p:cNvSpPr/>
            <p:nvPr>
              <p:custDataLst>
                <p:tags r:id="rId46"/>
              </p:custDataLst>
            </p:nvPr>
          </p:nvSpPr>
          <p:spPr bwMode="auto">
            <a:xfrm>
              <a:off x="2639616" y="1951712"/>
              <a:ext cx="1371600" cy="419431"/>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Touch controller SoC</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Touchscreen, Slider, Touchpad</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Wet-finger tracking</a:t>
              </a:r>
            </a:p>
          </p:txBody>
        </p:sp>
      </p:grpSp>
      <p:grpSp>
        <p:nvGrpSpPr>
          <p:cNvPr id="62" name="Group 61">
            <a:extLst>
              <a:ext uri="{FF2B5EF4-FFF2-40B4-BE49-F238E27FC236}">
                <a16:creationId xmlns:a16="http://schemas.microsoft.com/office/drawing/2014/main" id="{79A6110D-2753-0D33-CF1C-207F7C823DDE}"/>
              </a:ext>
            </a:extLst>
          </p:cNvPr>
          <p:cNvGrpSpPr/>
          <p:nvPr/>
        </p:nvGrpSpPr>
        <p:grpSpPr>
          <a:xfrm>
            <a:off x="2643321" y="2954777"/>
            <a:ext cx="1371601" cy="634678"/>
            <a:chOff x="2642166" y="2544750"/>
            <a:chExt cx="1371601" cy="634678"/>
          </a:xfrm>
        </p:grpSpPr>
        <p:sp>
          <p:nvSpPr>
            <p:cNvPr id="15" name="Rectangle 6">
              <a:extLst>
                <a:ext uri="{FF2B5EF4-FFF2-40B4-BE49-F238E27FC236}">
                  <a16:creationId xmlns:a16="http://schemas.microsoft.com/office/drawing/2014/main" id="{175B530B-4595-B57C-72BD-4F15705B1A4C}"/>
                </a:ext>
              </a:extLst>
            </p:cNvPr>
            <p:cNvSpPr/>
            <p:nvPr>
              <p:custDataLst>
                <p:tags r:id="rId43"/>
              </p:custDataLst>
            </p:nvPr>
          </p:nvSpPr>
          <p:spPr bwMode="auto">
            <a:xfrm>
              <a:off x="2642167" y="2544750"/>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Fingerprint </a:t>
              </a:r>
            </a:p>
          </p:txBody>
        </p:sp>
        <p:sp>
          <p:nvSpPr>
            <p:cNvPr id="16" name="Rectangle 6">
              <a:extLst>
                <a:ext uri="{FF2B5EF4-FFF2-40B4-BE49-F238E27FC236}">
                  <a16:creationId xmlns:a16="http://schemas.microsoft.com/office/drawing/2014/main" id="{3AC49853-5C61-5C7A-E3E0-F8DD9658C87B}"/>
                </a:ext>
              </a:extLst>
            </p:cNvPr>
            <p:cNvSpPr/>
            <p:nvPr>
              <p:custDataLst>
                <p:tags r:id="rId44"/>
              </p:custDataLst>
            </p:nvPr>
          </p:nvSpPr>
          <p:spPr bwMode="auto">
            <a:xfrm>
              <a:off x="2642166" y="2722228"/>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Touch controller SoC</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Capacitive fingerprint solution</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Support multi-surface solution</a:t>
              </a:r>
            </a:p>
          </p:txBody>
        </p:sp>
      </p:grpSp>
      <p:grpSp>
        <p:nvGrpSpPr>
          <p:cNvPr id="69" name="Group 68">
            <a:extLst>
              <a:ext uri="{FF2B5EF4-FFF2-40B4-BE49-F238E27FC236}">
                <a16:creationId xmlns:a16="http://schemas.microsoft.com/office/drawing/2014/main" id="{18102490-8D3D-A821-8502-67FBC13836EE}"/>
              </a:ext>
            </a:extLst>
          </p:cNvPr>
          <p:cNvGrpSpPr/>
          <p:nvPr/>
        </p:nvGrpSpPr>
        <p:grpSpPr>
          <a:xfrm>
            <a:off x="8832304" y="2924537"/>
            <a:ext cx="1372911" cy="643161"/>
            <a:chOff x="8909546" y="3697031"/>
            <a:chExt cx="1372911" cy="643161"/>
          </a:xfrm>
        </p:grpSpPr>
        <p:sp>
          <p:nvSpPr>
            <p:cNvPr id="46" name="Rectangle 6">
              <a:extLst>
                <a:ext uri="{FF2B5EF4-FFF2-40B4-BE49-F238E27FC236}">
                  <a16:creationId xmlns:a16="http://schemas.microsoft.com/office/drawing/2014/main" id="{57BF8C10-91FA-CDEA-ADE9-215462FB4863}"/>
                </a:ext>
              </a:extLst>
            </p:cNvPr>
            <p:cNvSpPr/>
            <p:nvPr>
              <p:custDataLst>
                <p:tags r:id="rId41"/>
              </p:custDataLst>
            </p:nvPr>
          </p:nvSpPr>
          <p:spPr bwMode="auto">
            <a:xfrm>
              <a:off x="8909546" y="3697031"/>
              <a:ext cx="1371600" cy="188613"/>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AURIX™ TC2x</a:t>
              </a:r>
            </a:p>
          </p:txBody>
        </p:sp>
        <p:sp>
          <p:nvSpPr>
            <p:cNvPr id="47" name="Rectangle 6">
              <a:extLst>
                <a:ext uri="{FF2B5EF4-FFF2-40B4-BE49-F238E27FC236}">
                  <a16:creationId xmlns:a16="http://schemas.microsoft.com/office/drawing/2014/main" id="{6E9B3828-45E2-ADB7-7C37-85C2414D9BD4}"/>
                </a:ext>
              </a:extLst>
            </p:cNvPr>
            <p:cNvSpPr/>
            <p:nvPr>
              <p:custDataLst>
                <p:tags r:id="rId42"/>
              </p:custDataLst>
            </p:nvPr>
          </p:nvSpPr>
          <p:spPr bwMode="auto">
            <a:xfrm>
              <a:off x="8910857" y="3882992"/>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3x </a:t>
              </a:r>
              <a:r>
                <a:rPr kumimoji="0" lang="en-US" sz="700" b="0" i="0" u="none" strike="noStrike" kern="1200" cap="none" spc="0" normalizeH="0" baseline="0" noProof="0" dirty="0" err="1">
                  <a:ln>
                    <a:noFill/>
                  </a:ln>
                  <a:solidFill>
                    <a:srgbClr val="1D1D1D"/>
                  </a:solidFill>
                  <a:effectLst/>
                  <a:uLnTx/>
                  <a:uFillTx/>
                  <a:latin typeface="Arial"/>
                  <a:ea typeface="Verdana" pitchFamily="34" charset="0"/>
                  <a:cs typeface="Verdana" pitchFamily="34" charset="0"/>
                </a:rPr>
                <a:t>Tricore</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 ASIL-D</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8MB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HSM, ETH, Lockstep, CAN FD</a:t>
              </a:r>
            </a:p>
          </p:txBody>
        </p:sp>
      </p:grpSp>
      <p:grpSp>
        <p:nvGrpSpPr>
          <p:cNvPr id="68" name="Group 67">
            <a:extLst>
              <a:ext uri="{FF2B5EF4-FFF2-40B4-BE49-F238E27FC236}">
                <a16:creationId xmlns:a16="http://schemas.microsoft.com/office/drawing/2014/main" id="{819B6FAC-F8D9-E6CC-9C6F-7CDBB09DFF1B}"/>
              </a:ext>
            </a:extLst>
          </p:cNvPr>
          <p:cNvGrpSpPr/>
          <p:nvPr/>
        </p:nvGrpSpPr>
        <p:grpSpPr>
          <a:xfrm>
            <a:off x="8833615" y="2172182"/>
            <a:ext cx="1371601" cy="648538"/>
            <a:chOff x="9019830" y="2187543"/>
            <a:chExt cx="1371601" cy="648538"/>
          </a:xfrm>
        </p:grpSpPr>
        <p:sp>
          <p:nvSpPr>
            <p:cNvPr id="52" name="Rectangle 6">
              <a:extLst>
                <a:ext uri="{FF2B5EF4-FFF2-40B4-BE49-F238E27FC236}">
                  <a16:creationId xmlns:a16="http://schemas.microsoft.com/office/drawing/2014/main" id="{CE0DE620-0445-0279-C9A7-A70A2D6A6C61}"/>
                </a:ext>
              </a:extLst>
            </p:cNvPr>
            <p:cNvSpPr/>
            <p:nvPr>
              <p:custDataLst>
                <p:tags r:id="rId39"/>
              </p:custDataLst>
            </p:nvPr>
          </p:nvSpPr>
          <p:spPr bwMode="auto">
            <a:xfrm>
              <a:off x="9019831" y="2187543"/>
              <a:ext cx="1371600" cy="191338"/>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AURIX™ TC3x</a:t>
              </a:r>
            </a:p>
          </p:txBody>
        </p:sp>
        <p:sp>
          <p:nvSpPr>
            <p:cNvPr id="53" name="Rectangle 6">
              <a:extLst>
                <a:ext uri="{FF2B5EF4-FFF2-40B4-BE49-F238E27FC236}">
                  <a16:creationId xmlns:a16="http://schemas.microsoft.com/office/drawing/2014/main" id="{73DEC817-05EE-C425-103A-EEFCEFECCE05}"/>
                </a:ext>
              </a:extLst>
            </p:cNvPr>
            <p:cNvSpPr/>
            <p:nvPr>
              <p:custDataLst>
                <p:tags r:id="rId40"/>
              </p:custDataLst>
            </p:nvPr>
          </p:nvSpPr>
          <p:spPr bwMode="auto">
            <a:xfrm>
              <a:off x="9019830" y="2378881"/>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6x </a:t>
              </a:r>
              <a:r>
                <a:rPr kumimoji="0" lang="en-US" sz="700" b="0" i="0" u="none" strike="noStrike" kern="1200" cap="none" spc="0" normalizeH="0" baseline="0" noProof="0" dirty="0" err="1">
                  <a:ln>
                    <a:noFill/>
                  </a:ln>
                  <a:solidFill>
                    <a:srgbClr val="1D1D1D"/>
                  </a:solidFill>
                  <a:effectLst/>
                  <a:uLnTx/>
                  <a:uFillTx/>
                  <a:latin typeface="Arial"/>
                  <a:ea typeface="Verdana" pitchFamily="34" charset="0"/>
                  <a:cs typeface="Verdana" pitchFamily="34" charset="0"/>
                </a:rPr>
                <a:t>Tricore</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 ASIL-D</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16MB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HSM, ETH, Lockstep, CAN FD</a:t>
              </a:r>
            </a:p>
          </p:txBody>
        </p:sp>
      </p:grpSp>
      <p:grpSp>
        <p:nvGrpSpPr>
          <p:cNvPr id="67" name="Group 66">
            <a:extLst>
              <a:ext uri="{FF2B5EF4-FFF2-40B4-BE49-F238E27FC236}">
                <a16:creationId xmlns:a16="http://schemas.microsoft.com/office/drawing/2014/main" id="{BFA74018-E9FC-DAFD-AB6C-25DF1B23B6D4}"/>
              </a:ext>
            </a:extLst>
          </p:cNvPr>
          <p:cNvGrpSpPr/>
          <p:nvPr/>
        </p:nvGrpSpPr>
        <p:grpSpPr>
          <a:xfrm>
            <a:off x="8833616" y="1425204"/>
            <a:ext cx="1371601" cy="648538"/>
            <a:chOff x="9027074" y="1555942"/>
            <a:chExt cx="1371601" cy="648538"/>
          </a:xfrm>
        </p:grpSpPr>
        <p:sp>
          <p:nvSpPr>
            <p:cNvPr id="34" name="Rectangle 6">
              <a:extLst>
                <a:ext uri="{FF2B5EF4-FFF2-40B4-BE49-F238E27FC236}">
                  <a16:creationId xmlns:a16="http://schemas.microsoft.com/office/drawing/2014/main" id="{E8A1193C-F6EC-D4D0-427C-84A86FA26F82}"/>
                </a:ext>
              </a:extLst>
            </p:cNvPr>
            <p:cNvSpPr/>
            <p:nvPr>
              <p:custDataLst>
                <p:tags r:id="rId37"/>
              </p:custDataLst>
            </p:nvPr>
          </p:nvSpPr>
          <p:spPr bwMode="auto">
            <a:xfrm>
              <a:off x="9027075" y="1555942"/>
              <a:ext cx="1371600" cy="191338"/>
            </a:xfrm>
            <a:prstGeom prst="rect">
              <a:avLst/>
            </a:prstGeom>
            <a:solidFill>
              <a:schemeClr val="bg2"/>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AURIX™ TC4x</a:t>
              </a:r>
            </a:p>
          </p:txBody>
        </p:sp>
        <p:sp>
          <p:nvSpPr>
            <p:cNvPr id="35" name="Rectangle 6">
              <a:extLst>
                <a:ext uri="{FF2B5EF4-FFF2-40B4-BE49-F238E27FC236}">
                  <a16:creationId xmlns:a16="http://schemas.microsoft.com/office/drawing/2014/main" id="{427B7D37-D047-DB7C-CF38-BC56B2050535}"/>
                </a:ext>
              </a:extLst>
            </p:cNvPr>
            <p:cNvSpPr/>
            <p:nvPr>
              <p:custDataLst>
                <p:tags r:id="rId38"/>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6x </a:t>
              </a:r>
              <a:r>
                <a:rPr kumimoji="0" lang="en-US" sz="700" b="0" i="0" u="none" strike="noStrike" kern="1200" cap="none" spc="0" normalizeH="0" baseline="0" noProof="0" dirty="0" err="1">
                  <a:ln>
                    <a:noFill/>
                  </a:ln>
                  <a:solidFill>
                    <a:srgbClr val="1D1D1D"/>
                  </a:solidFill>
                  <a:effectLst/>
                  <a:uLnTx/>
                  <a:uFillTx/>
                  <a:latin typeface="Arial"/>
                  <a:ea typeface="Verdana" pitchFamily="34" charset="0"/>
                  <a:cs typeface="Verdana" pitchFamily="34" charset="0"/>
                </a:rPr>
                <a:t>Tricore</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 ASIL-D</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24MB Flash</a:t>
              </a:r>
            </a:p>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PPU, SRM, Lockstep, PCIe</a:t>
              </a:r>
            </a:p>
          </p:txBody>
        </p:sp>
      </p:grpSp>
      <p:grpSp>
        <p:nvGrpSpPr>
          <p:cNvPr id="80" name="Group 79">
            <a:extLst>
              <a:ext uri="{FF2B5EF4-FFF2-40B4-BE49-F238E27FC236}">
                <a16:creationId xmlns:a16="http://schemas.microsoft.com/office/drawing/2014/main" id="{1D6FB1AD-6EB3-2A75-0F52-8B9430D71629}"/>
              </a:ext>
            </a:extLst>
          </p:cNvPr>
          <p:cNvGrpSpPr/>
          <p:nvPr/>
        </p:nvGrpSpPr>
        <p:grpSpPr>
          <a:xfrm>
            <a:off x="10379085" y="3260627"/>
            <a:ext cx="1371601" cy="648538"/>
            <a:chOff x="9027074" y="1555942"/>
            <a:chExt cx="1371601" cy="648538"/>
          </a:xfrm>
        </p:grpSpPr>
        <p:sp>
          <p:nvSpPr>
            <p:cNvPr id="81" name="Rectangle 6">
              <a:extLst>
                <a:ext uri="{FF2B5EF4-FFF2-40B4-BE49-F238E27FC236}">
                  <a16:creationId xmlns:a16="http://schemas.microsoft.com/office/drawing/2014/main" id="{11A0E1E9-3534-7840-7B63-7AB63129EB0F}"/>
                </a:ext>
              </a:extLst>
            </p:cNvPr>
            <p:cNvSpPr/>
            <p:nvPr>
              <p:custDataLst>
                <p:tags r:id="rId35"/>
              </p:custDataLst>
            </p:nvPr>
          </p:nvSpPr>
          <p:spPr bwMode="auto">
            <a:xfrm>
              <a:off x="9027075" y="1555942"/>
              <a:ext cx="1371600" cy="191338"/>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Edge E86</a:t>
              </a:r>
            </a:p>
          </p:txBody>
        </p:sp>
        <p:sp>
          <p:nvSpPr>
            <p:cNvPr id="82" name="Rectangle 6">
              <a:extLst>
                <a:ext uri="{FF2B5EF4-FFF2-40B4-BE49-F238E27FC236}">
                  <a16:creationId xmlns:a16="http://schemas.microsoft.com/office/drawing/2014/main" id="{8EA4402A-917D-DBF5-E9EC-46574004050D}"/>
                </a:ext>
              </a:extLst>
            </p:cNvPr>
            <p:cNvSpPr/>
            <p:nvPr>
              <p:custDataLst>
                <p:tags r:id="rId36"/>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400MHz M55/U55</a:t>
              </a:r>
              <a:r>
                <a:rPr lang="en-US" sz="700" dirty="0">
                  <a:solidFill>
                    <a:srgbClr val="1D1D1D"/>
                  </a:solidFill>
                  <a:latin typeface="Arial"/>
                  <a:ea typeface="Verdana" pitchFamily="34" charset="0"/>
                  <a:cs typeface="Verdana" pitchFamily="34" charset="0"/>
                </a:rPr>
                <a:t> and M33</a:t>
              </a:r>
              <a:endPar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endParaRP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Up to 9.5MB SRAM, 4MB NVM</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Camera, GPU, Audio, Analog</a:t>
              </a:r>
              <a:endPar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endParaRPr>
            </a:p>
          </p:txBody>
        </p:sp>
      </p:grpSp>
      <p:grpSp>
        <p:nvGrpSpPr>
          <p:cNvPr id="83" name="Group 82">
            <a:extLst>
              <a:ext uri="{FF2B5EF4-FFF2-40B4-BE49-F238E27FC236}">
                <a16:creationId xmlns:a16="http://schemas.microsoft.com/office/drawing/2014/main" id="{7F9D3BB0-5276-C897-AE34-50654A6726C1}"/>
              </a:ext>
            </a:extLst>
          </p:cNvPr>
          <p:cNvGrpSpPr/>
          <p:nvPr/>
        </p:nvGrpSpPr>
        <p:grpSpPr>
          <a:xfrm>
            <a:off x="10373802" y="3962392"/>
            <a:ext cx="1371601" cy="648538"/>
            <a:chOff x="9027074" y="1555942"/>
            <a:chExt cx="1371601" cy="648538"/>
          </a:xfrm>
        </p:grpSpPr>
        <p:sp>
          <p:nvSpPr>
            <p:cNvPr id="84" name="Rectangle 6">
              <a:extLst>
                <a:ext uri="{FF2B5EF4-FFF2-40B4-BE49-F238E27FC236}">
                  <a16:creationId xmlns:a16="http://schemas.microsoft.com/office/drawing/2014/main" id="{093F82F6-DE9F-A21D-46DD-4C178FF70550}"/>
                </a:ext>
              </a:extLst>
            </p:cNvPr>
            <p:cNvSpPr/>
            <p:nvPr>
              <p:custDataLst>
                <p:tags r:id="rId33"/>
              </p:custDataLst>
            </p:nvPr>
          </p:nvSpPr>
          <p:spPr bwMode="auto">
            <a:xfrm>
              <a:off x="9027075" y="1555942"/>
              <a:ext cx="1371600" cy="191338"/>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Edge E84</a:t>
              </a:r>
            </a:p>
          </p:txBody>
        </p:sp>
        <p:sp>
          <p:nvSpPr>
            <p:cNvPr id="85" name="Rectangle 6">
              <a:extLst>
                <a:ext uri="{FF2B5EF4-FFF2-40B4-BE49-F238E27FC236}">
                  <a16:creationId xmlns:a16="http://schemas.microsoft.com/office/drawing/2014/main" id="{4A981F8A-DDE2-B254-C072-0A7F213D8092}"/>
                </a:ext>
              </a:extLst>
            </p:cNvPr>
            <p:cNvSpPr/>
            <p:nvPr>
              <p:custDataLst>
                <p:tags r:id="rId34"/>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lvl="0" defTabSz="822858" eaLnBrk="0" hangingPunct="0">
                <a:defRPr/>
              </a:pPr>
              <a:r>
                <a:rPr lang="en-US" sz="700" dirty="0">
                  <a:solidFill>
                    <a:srgbClr val="1D1D1D"/>
                  </a:solidFill>
                  <a:latin typeface="Arial"/>
                  <a:ea typeface="Verdana" pitchFamily="34" charset="0"/>
                  <a:cs typeface="Verdana" pitchFamily="34" charset="0"/>
                </a:rPr>
                <a:t>400MHz M55/U55 and M33</a:t>
              </a:r>
            </a:p>
            <a:p>
              <a:pPr lvl="0" defTabSz="822858" eaLnBrk="0" hangingPunct="0">
                <a:defRPr/>
              </a:pPr>
              <a:r>
                <a:rPr lang="en-US" sz="700" dirty="0">
                  <a:solidFill>
                    <a:srgbClr val="1D1D1D"/>
                  </a:solidFill>
                  <a:latin typeface="Arial"/>
                  <a:ea typeface="Verdana" pitchFamily="34" charset="0"/>
                  <a:cs typeface="Verdana" pitchFamily="34" charset="0"/>
                </a:rPr>
                <a:t>Up to 6.5MB SRAM, </a:t>
              </a:r>
              <a:r>
                <a:rPr lang="en-US" sz="700" spc="-60" dirty="0">
                  <a:solidFill>
                    <a:srgbClr val="1D1D1D"/>
                  </a:solidFill>
                  <a:latin typeface="Arial"/>
                  <a:ea typeface="Verdana" pitchFamily="34" charset="0"/>
                  <a:cs typeface="Verdana" pitchFamily="34" charset="0"/>
                </a:rPr>
                <a:t>0.5MB NVM</a:t>
              </a:r>
            </a:p>
            <a:p>
              <a:pPr lvl="0" defTabSz="822858" eaLnBrk="0" hangingPunct="0">
                <a:defRPr/>
              </a:pPr>
              <a:r>
                <a:rPr lang="en-US" sz="700" dirty="0">
                  <a:solidFill>
                    <a:srgbClr val="1D1D1D"/>
                  </a:solidFill>
                  <a:latin typeface="Arial"/>
                  <a:ea typeface="Verdana" pitchFamily="34" charset="0"/>
                  <a:cs typeface="Verdana" pitchFamily="34" charset="0"/>
                </a:rPr>
                <a:t>GPU, Audio, Analog</a:t>
              </a:r>
            </a:p>
          </p:txBody>
        </p:sp>
      </p:grpSp>
      <p:grpSp>
        <p:nvGrpSpPr>
          <p:cNvPr id="86" name="Group 85">
            <a:extLst>
              <a:ext uri="{FF2B5EF4-FFF2-40B4-BE49-F238E27FC236}">
                <a16:creationId xmlns:a16="http://schemas.microsoft.com/office/drawing/2014/main" id="{D7BC14A4-F406-97FA-DF27-761AA26D0AA7}"/>
              </a:ext>
            </a:extLst>
          </p:cNvPr>
          <p:cNvGrpSpPr/>
          <p:nvPr/>
        </p:nvGrpSpPr>
        <p:grpSpPr>
          <a:xfrm>
            <a:off x="10373801" y="4664157"/>
            <a:ext cx="1371601" cy="648538"/>
            <a:chOff x="9027074" y="1555942"/>
            <a:chExt cx="1371601" cy="648538"/>
          </a:xfrm>
        </p:grpSpPr>
        <p:sp>
          <p:nvSpPr>
            <p:cNvPr id="87" name="Rectangle 6">
              <a:extLst>
                <a:ext uri="{FF2B5EF4-FFF2-40B4-BE49-F238E27FC236}">
                  <a16:creationId xmlns:a16="http://schemas.microsoft.com/office/drawing/2014/main" id="{5EA9FEFC-D7C3-2776-4C82-38BEF7337851}"/>
                </a:ext>
              </a:extLst>
            </p:cNvPr>
            <p:cNvSpPr/>
            <p:nvPr>
              <p:custDataLst>
                <p:tags r:id="rId31"/>
              </p:custDataLst>
            </p:nvPr>
          </p:nvSpPr>
          <p:spPr bwMode="auto">
            <a:xfrm>
              <a:off x="9027075" y="1555942"/>
              <a:ext cx="1371600" cy="191338"/>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Edge E83</a:t>
              </a:r>
            </a:p>
          </p:txBody>
        </p:sp>
        <p:sp>
          <p:nvSpPr>
            <p:cNvPr id="88" name="Rectangle 6">
              <a:extLst>
                <a:ext uri="{FF2B5EF4-FFF2-40B4-BE49-F238E27FC236}">
                  <a16:creationId xmlns:a16="http://schemas.microsoft.com/office/drawing/2014/main" id="{B03C53EC-5FF5-82FC-A4C9-316CBBA25091}"/>
                </a:ext>
              </a:extLst>
            </p:cNvPr>
            <p:cNvSpPr/>
            <p:nvPr>
              <p:custDataLst>
                <p:tags r:id="rId32"/>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lvl="0" defTabSz="822858" eaLnBrk="0" hangingPunct="0">
                <a:defRPr/>
              </a:pPr>
              <a:r>
                <a:rPr lang="en-US" sz="700" dirty="0">
                  <a:solidFill>
                    <a:srgbClr val="1D1D1D"/>
                  </a:solidFill>
                  <a:latin typeface="Arial"/>
                  <a:ea typeface="Verdana" pitchFamily="34" charset="0"/>
                  <a:cs typeface="Verdana" pitchFamily="34" charset="0"/>
                </a:rPr>
                <a:t>400MHz M55/U55 and M33</a:t>
              </a:r>
            </a:p>
            <a:p>
              <a:pPr defTabSz="822858" eaLnBrk="0" hangingPunct="0">
                <a:defRPr/>
              </a:pPr>
              <a:r>
                <a:rPr lang="en-US" sz="700" dirty="0">
                  <a:solidFill>
                    <a:srgbClr val="1D1D1D"/>
                  </a:solidFill>
                  <a:latin typeface="Arial"/>
                  <a:ea typeface="Verdana" pitchFamily="34" charset="0"/>
                  <a:cs typeface="Verdana" pitchFamily="34" charset="0"/>
                </a:rPr>
                <a:t>Up to 5.5MB SRAM, </a:t>
              </a:r>
              <a:r>
                <a:rPr lang="en-US" sz="700" spc="-60" dirty="0">
                  <a:solidFill>
                    <a:srgbClr val="1D1D1D"/>
                  </a:solidFill>
                  <a:latin typeface="Arial"/>
                  <a:ea typeface="Verdana" pitchFamily="34" charset="0"/>
                  <a:cs typeface="Verdana" pitchFamily="34" charset="0"/>
                </a:rPr>
                <a:t>0.5MB NVM</a:t>
              </a:r>
              <a:endParaRPr lang="en-US" sz="700" dirty="0">
                <a:solidFill>
                  <a:srgbClr val="1D1D1D"/>
                </a:solidFill>
                <a:latin typeface="Arial"/>
                <a:ea typeface="Verdana" pitchFamily="34" charset="0"/>
                <a:cs typeface="Verdana" pitchFamily="34" charset="0"/>
              </a:endParaRPr>
            </a:p>
            <a:p>
              <a:pPr lvl="0" defTabSz="822858" eaLnBrk="0" hangingPunct="0">
                <a:defRPr/>
              </a:pPr>
              <a:r>
                <a:rPr lang="en-US" sz="700" dirty="0">
                  <a:solidFill>
                    <a:srgbClr val="1D1D1D"/>
                  </a:solidFill>
                  <a:latin typeface="Arial"/>
                  <a:ea typeface="Verdana" pitchFamily="34" charset="0"/>
                  <a:cs typeface="Verdana" pitchFamily="34" charset="0"/>
                </a:rPr>
                <a:t>Audio, Analog</a:t>
              </a:r>
            </a:p>
          </p:txBody>
        </p:sp>
      </p:grpSp>
      <p:grpSp>
        <p:nvGrpSpPr>
          <p:cNvPr id="91" name="Group 90">
            <a:extLst>
              <a:ext uri="{FF2B5EF4-FFF2-40B4-BE49-F238E27FC236}">
                <a16:creationId xmlns:a16="http://schemas.microsoft.com/office/drawing/2014/main" id="{51CAC44D-0145-4B2F-95E9-584225A22037}"/>
              </a:ext>
            </a:extLst>
          </p:cNvPr>
          <p:cNvGrpSpPr/>
          <p:nvPr/>
        </p:nvGrpSpPr>
        <p:grpSpPr>
          <a:xfrm>
            <a:off x="10373801" y="5373729"/>
            <a:ext cx="1371601" cy="648538"/>
            <a:chOff x="9027074" y="1555942"/>
            <a:chExt cx="1371601" cy="648538"/>
          </a:xfrm>
        </p:grpSpPr>
        <p:sp>
          <p:nvSpPr>
            <p:cNvPr id="92" name="Rectangle 6">
              <a:extLst>
                <a:ext uri="{FF2B5EF4-FFF2-40B4-BE49-F238E27FC236}">
                  <a16:creationId xmlns:a16="http://schemas.microsoft.com/office/drawing/2014/main" id="{740C48BE-0676-4321-88C9-64056E9E68B8}"/>
                </a:ext>
              </a:extLst>
            </p:cNvPr>
            <p:cNvSpPr/>
            <p:nvPr>
              <p:custDataLst>
                <p:tags r:id="rId29"/>
              </p:custDataLst>
            </p:nvPr>
          </p:nvSpPr>
          <p:spPr bwMode="auto">
            <a:xfrm>
              <a:off x="9027075" y="1555942"/>
              <a:ext cx="1371600" cy="191338"/>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Arial"/>
                </a:rPr>
                <a:t>PSOC™  Edge E81</a:t>
              </a:r>
            </a:p>
          </p:txBody>
        </p:sp>
        <p:sp>
          <p:nvSpPr>
            <p:cNvPr id="93" name="Rectangle 6">
              <a:extLst>
                <a:ext uri="{FF2B5EF4-FFF2-40B4-BE49-F238E27FC236}">
                  <a16:creationId xmlns:a16="http://schemas.microsoft.com/office/drawing/2014/main" id="{158C5680-C7DC-4E08-9975-6425780B168E}"/>
                </a:ext>
              </a:extLst>
            </p:cNvPr>
            <p:cNvSpPr/>
            <p:nvPr>
              <p:custDataLst>
                <p:tags r:id="rId30"/>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lvl="0" defTabSz="822858" eaLnBrk="0" hangingPunct="0">
                <a:defRPr/>
              </a:pPr>
              <a:r>
                <a:rPr lang="en-US" sz="700" dirty="0">
                  <a:solidFill>
                    <a:srgbClr val="1D1D1D"/>
                  </a:solidFill>
                  <a:latin typeface="Arial"/>
                  <a:ea typeface="Verdana" pitchFamily="34" charset="0"/>
                  <a:cs typeface="Verdana" pitchFamily="34" charset="0"/>
                </a:rPr>
                <a:t>400MHz M55 and M33</a:t>
              </a:r>
            </a:p>
            <a:p>
              <a:pPr defTabSz="822858" eaLnBrk="0" hangingPunct="0">
                <a:defRPr/>
              </a:pPr>
              <a:r>
                <a:rPr lang="en-US" sz="700" dirty="0">
                  <a:solidFill>
                    <a:srgbClr val="1D1D1D"/>
                  </a:solidFill>
                  <a:latin typeface="Arial"/>
                  <a:ea typeface="Verdana" pitchFamily="34" charset="0"/>
                  <a:cs typeface="Verdana" pitchFamily="34" charset="0"/>
                </a:rPr>
                <a:t>Up to 5.5MB SRAM, </a:t>
              </a:r>
              <a:r>
                <a:rPr lang="en-US" sz="700" spc="-60" dirty="0">
                  <a:solidFill>
                    <a:srgbClr val="1D1D1D"/>
                  </a:solidFill>
                  <a:latin typeface="Arial"/>
                  <a:ea typeface="Verdana" pitchFamily="34" charset="0"/>
                  <a:cs typeface="Verdana" pitchFamily="34" charset="0"/>
                </a:rPr>
                <a:t>0.5MB NVM</a:t>
              </a:r>
              <a:endParaRPr lang="en-US" sz="700" dirty="0">
                <a:solidFill>
                  <a:srgbClr val="1D1D1D"/>
                </a:solidFill>
                <a:latin typeface="Arial"/>
                <a:ea typeface="Verdana" pitchFamily="34" charset="0"/>
                <a:cs typeface="Verdana" pitchFamily="34" charset="0"/>
              </a:endParaRPr>
            </a:p>
            <a:p>
              <a:pPr lvl="0" defTabSz="822858" eaLnBrk="0" hangingPunct="0">
                <a:defRPr/>
              </a:pPr>
              <a:r>
                <a:rPr lang="en-US" sz="700" dirty="0">
                  <a:solidFill>
                    <a:srgbClr val="1D1D1D"/>
                  </a:solidFill>
                  <a:latin typeface="Arial"/>
                  <a:ea typeface="Verdana" pitchFamily="34" charset="0"/>
                  <a:cs typeface="Verdana" pitchFamily="34" charset="0"/>
                </a:rPr>
                <a:t>Audio, Analog</a:t>
              </a:r>
            </a:p>
          </p:txBody>
        </p:sp>
      </p:grpSp>
      <p:cxnSp>
        <p:nvCxnSpPr>
          <p:cNvPr id="13" name="Straight Arrow Connector 12">
            <a:extLst>
              <a:ext uri="{FF2B5EF4-FFF2-40B4-BE49-F238E27FC236}">
                <a16:creationId xmlns:a16="http://schemas.microsoft.com/office/drawing/2014/main" id="{A6566CA5-48CC-FE41-ACD1-78827791CC67}"/>
              </a:ext>
            </a:extLst>
          </p:cNvPr>
          <p:cNvCxnSpPr>
            <a:cxnSpLocks/>
          </p:cNvCxnSpPr>
          <p:nvPr/>
        </p:nvCxnSpPr>
        <p:spPr>
          <a:xfrm flipV="1">
            <a:off x="2516208" y="1146680"/>
            <a:ext cx="0" cy="5004000"/>
          </a:xfrm>
          <a:prstGeom prst="straightConnector1">
            <a:avLst/>
          </a:prstGeom>
          <a:ln w="1270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00 Plain textbox">
            <a:extLst>
              <a:ext uri="{FF2B5EF4-FFF2-40B4-BE49-F238E27FC236}">
                <a16:creationId xmlns:a16="http://schemas.microsoft.com/office/drawing/2014/main" id="{890B0D37-584E-E41D-B6BE-06DFA162D140}"/>
              </a:ext>
            </a:extLst>
          </p:cNvPr>
          <p:cNvSpPr txBox="1"/>
          <p:nvPr>
            <p:custDataLst>
              <p:tags r:id="rId18"/>
            </p:custDataLst>
          </p:nvPr>
        </p:nvSpPr>
        <p:spPr bwMode="auto">
          <a:xfrm>
            <a:off x="334963" y="4507485"/>
            <a:ext cx="2103120" cy="240260"/>
          </a:xfrm>
          <a:prstGeom prst="rect">
            <a:avLst/>
          </a:prstGeom>
          <a:solidFill>
            <a:schemeClr val="accent1"/>
          </a:solidFill>
          <a:ln w="9525">
            <a:noFill/>
            <a:miter lim="800000"/>
            <a:headEnd/>
            <a:tailEnd/>
          </a:ln>
        </p:spPr>
        <p:txBody>
          <a:bodyPr vert="horz" wrap="square" lIns="0" tIns="0" rIns="0" bIns="0" numCol="1" rtlCol="0" anchor="ctr" anchorCtr="0" compatLnSpc="1">
            <a:prstTxWarp prst="textNoShape">
              <a:avLst/>
            </a:prstTxWarp>
            <a:noAutofit/>
          </a:bodyPr>
          <a:lstStyle/>
          <a:p>
            <a:pPr marL="0" marR="0" lvl="0" indent="0" algn="ctr" defTabSz="822939" rtl="0" eaLnBrk="0" fontAlgn="base" latinLnBrk="0" hangingPunct="0">
              <a:lnSpc>
                <a:spcPct val="100000"/>
              </a:lnSpc>
              <a:spcBef>
                <a:spcPct val="35000"/>
              </a:spcBef>
              <a:spcAft>
                <a:spcPct val="15000"/>
              </a:spcAft>
              <a:buClr>
                <a:srgbClr val="FFE054"/>
              </a:buClr>
              <a:buSzTx/>
              <a:buFontTx/>
              <a:buNone/>
              <a:tabLst/>
              <a:defRPr/>
            </a:pPr>
            <a:r>
              <a:rPr kumimoji="0" lang="en-US" sz="1200" b="1" i="0" u="none" strike="noStrike" kern="0" cap="none" spc="0" normalizeH="0" baseline="0" noProof="0" dirty="0">
                <a:ln>
                  <a:noFill/>
                </a:ln>
                <a:solidFill>
                  <a:schemeClr val="bg1"/>
                </a:solidFill>
                <a:effectLst/>
                <a:uLnTx/>
                <a:uFillTx/>
                <a:latin typeface="Arial" panose="020B0604020202020204" pitchFamily="34" charset="0"/>
                <a:cs typeface="Arial"/>
              </a:rPr>
              <a:t>Consumer / Industrial</a:t>
            </a:r>
          </a:p>
        </p:txBody>
      </p:sp>
      <p:pic>
        <p:nvPicPr>
          <p:cNvPr id="11" name="Picture 10" descr="A white car driving on a road&#10;&#10;Description automatically generated">
            <a:extLst>
              <a:ext uri="{FF2B5EF4-FFF2-40B4-BE49-F238E27FC236}">
                <a16:creationId xmlns:a16="http://schemas.microsoft.com/office/drawing/2014/main" id="{6A974241-D6F4-3753-3E24-7CB932D799B5}"/>
              </a:ext>
            </a:extLst>
          </p:cNvPr>
          <p:cNvPicPr>
            <a:picLocks noChangeAspect="1"/>
          </p:cNvPicPr>
          <p:nvPr/>
        </p:nvPicPr>
        <p:blipFill rotWithShape="1">
          <a:blip r:embed="rId59" cstate="screen">
            <a:extLst>
              <a:ext uri="{28A0092B-C50C-407E-A947-70E740481C1C}">
                <a14:useLocalDpi xmlns:a14="http://schemas.microsoft.com/office/drawing/2010/main"/>
              </a:ext>
            </a:extLst>
          </a:blip>
          <a:srcRect/>
          <a:stretch/>
        </p:blipFill>
        <p:spPr>
          <a:xfrm>
            <a:off x="335360" y="1518017"/>
            <a:ext cx="2102723" cy="1133305"/>
          </a:xfrm>
          <a:prstGeom prst="rect">
            <a:avLst/>
          </a:prstGeom>
        </p:spPr>
      </p:pic>
      <p:pic>
        <p:nvPicPr>
          <p:cNvPr id="36" name="Picture 35" descr="A person in a vest working on a machine&#10;&#10;Description automatically generated">
            <a:extLst>
              <a:ext uri="{FF2B5EF4-FFF2-40B4-BE49-F238E27FC236}">
                <a16:creationId xmlns:a16="http://schemas.microsoft.com/office/drawing/2014/main" id="{2F5CB548-6605-203D-BC4C-BAF37A044F51}"/>
              </a:ext>
            </a:extLst>
          </p:cNvPr>
          <p:cNvPicPr>
            <a:picLocks noChangeAspect="1"/>
          </p:cNvPicPr>
          <p:nvPr/>
        </p:nvPicPr>
        <p:blipFill rotWithShape="1">
          <a:blip r:embed="rId60" cstate="screen">
            <a:extLst>
              <a:ext uri="{28A0092B-C50C-407E-A947-70E740481C1C}">
                <a14:useLocalDpi xmlns:a14="http://schemas.microsoft.com/office/drawing/2010/main"/>
              </a:ext>
            </a:extLst>
          </a:blip>
          <a:srcRect/>
          <a:stretch/>
        </p:blipFill>
        <p:spPr>
          <a:xfrm>
            <a:off x="1396130" y="4742825"/>
            <a:ext cx="1041953" cy="1279442"/>
          </a:xfrm>
          <a:prstGeom prst="rect">
            <a:avLst/>
          </a:prstGeom>
        </p:spPr>
      </p:pic>
      <p:pic>
        <p:nvPicPr>
          <p:cNvPr id="45" name="Picture 44" descr="A person sitting on a couch&#10;&#10;Description automatically generated">
            <a:extLst>
              <a:ext uri="{FF2B5EF4-FFF2-40B4-BE49-F238E27FC236}">
                <a16:creationId xmlns:a16="http://schemas.microsoft.com/office/drawing/2014/main" id="{BCB11FD7-D5F7-3BCF-66EE-D1B8154082D2}"/>
              </a:ext>
            </a:extLst>
          </p:cNvPr>
          <p:cNvPicPr>
            <a:picLocks noChangeAspect="1"/>
          </p:cNvPicPr>
          <p:nvPr/>
        </p:nvPicPr>
        <p:blipFill rotWithShape="1">
          <a:blip r:embed="rId61" cstate="screen">
            <a:extLst>
              <a:ext uri="{28A0092B-C50C-407E-A947-70E740481C1C}">
                <a14:useLocalDpi xmlns:a14="http://schemas.microsoft.com/office/drawing/2010/main"/>
              </a:ext>
            </a:extLst>
          </a:blip>
          <a:srcRect/>
          <a:stretch/>
        </p:blipFill>
        <p:spPr>
          <a:xfrm>
            <a:off x="338967" y="4747745"/>
            <a:ext cx="1095211" cy="1279443"/>
          </a:xfrm>
          <a:prstGeom prst="rect">
            <a:avLst/>
          </a:prstGeom>
        </p:spPr>
      </p:pic>
      <p:sp>
        <p:nvSpPr>
          <p:cNvPr id="78" name="Rectangle 6">
            <a:extLst>
              <a:ext uri="{FF2B5EF4-FFF2-40B4-BE49-F238E27FC236}">
                <a16:creationId xmlns:a16="http://schemas.microsoft.com/office/drawing/2014/main" id="{F7CC61D7-E64C-C7CB-E7B7-5BFE504E756B}"/>
              </a:ext>
            </a:extLst>
          </p:cNvPr>
          <p:cNvSpPr/>
          <p:nvPr>
            <p:custDataLst>
              <p:tags r:id="rId19"/>
            </p:custDataLst>
          </p:nvPr>
        </p:nvSpPr>
        <p:spPr bwMode="auto">
          <a:xfrm>
            <a:off x="7244085" y="4696526"/>
            <a:ext cx="1403907" cy="191338"/>
          </a:xfrm>
          <a:prstGeom prst="rect">
            <a:avLst/>
          </a:prstGeom>
          <a:solidFill>
            <a:schemeClr val="accent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a:ea typeface="Verdana" pitchFamily="34" charset="0"/>
                <a:cs typeface="Arial"/>
              </a:rPr>
              <a:t>PSOC™ C3 Entry</a:t>
            </a:r>
          </a:p>
        </p:txBody>
      </p:sp>
      <p:sp>
        <p:nvSpPr>
          <p:cNvPr id="79" name="Rectangle 6">
            <a:extLst>
              <a:ext uri="{FF2B5EF4-FFF2-40B4-BE49-F238E27FC236}">
                <a16:creationId xmlns:a16="http://schemas.microsoft.com/office/drawing/2014/main" id="{AEC7AF8B-7B21-05BF-B1A0-7A4FF8A9C4ED}"/>
              </a:ext>
            </a:extLst>
          </p:cNvPr>
          <p:cNvSpPr/>
          <p:nvPr>
            <p:custDataLst>
              <p:tags r:id="rId20"/>
            </p:custDataLst>
          </p:nvPr>
        </p:nvSpPr>
        <p:spPr bwMode="auto">
          <a:xfrm>
            <a:off x="7244084" y="4887864"/>
            <a:ext cx="1403907"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100MHz M33</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Up to 6Msps </a:t>
            </a:r>
            <a:r>
              <a:rPr kumimoji="0" lang="en-US" sz="70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ADCs</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CORDIC Math co-processor</a:t>
            </a:r>
            <a:endParaRPr kumimoji="0" lang="en-US" sz="700" i="0" u="none" strike="noStrike" kern="1200" cap="none" spc="0" normalizeH="0" baseline="0" noProof="0" dirty="0">
              <a:ln>
                <a:noFill/>
              </a:ln>
              <a:solidFill>
                <a:srgbClr val="1D1D1D"/>
              </a:solidFill>
              <a:effectLst/>
              <a:uLnTx/>
              <a:uFillTx/>
              <a:latin typeface="Arial"/>
              <a:ea typeface="Verdana" pitchFamily="34" charset="0"/>
              <a:cs typeface="Verdana" pitchFamily="34" charset="0"/>
            </a:endParaRPr>
          </a:p>
        </p:txBody>
      </p:sp>
      <p:grpSp>
        <p:nvGrpSpPr>
          <p:cNvPr id="17" name="Group 16">
            <a:extLst>
              <a:ext uri="{FF2B5EF4-FFF2-40B4-BE49-F238E27FC236}">
                <a16:creationId xmlns:a16="http://schemas.microsoft.com/office/drawing/2014/main" id="{11507AA8-EF91-F730-FADF-CE2BB84385C9}"/>
              </a:ext>
            </a:extLst>
          </p:cNvPr>
          <p:cNvGrpSpPr/>
          <p:nvPr/>
        </p:nvGrpSpPr>
        <p:grpSpPr>
          <a:xfrm>
            <a:off x="7244083" y="3982286"/>
            <a:ext cx="1403908" cy="648538"/>
            <a:chOff x="9027074" y="1555942"/>
            <a:chExt cx="1371601" cy="648538"/>
          </a:xfrm>
        </p:grpSpPr>
        <p:sp>
          <p:nvSpPr>
            <p:cNvPr id="21" name="Rectangle 6">
              <a:extLst>
                <a:ext uri="{FF2B5EF4-FFF2-40B4-BE49-F238E27FC236}">
                  <a16:creationId xmlns:a16="http://schemas.microsoft.com/office/drawing/2014/main" id="{9FA84824-C8BF-EB1A-A222-E3A582556F94}"/>
                </a:ext>
              </a:extLst>
            </p:cNvPr>
            <p:cNvSpPr/>
            <p:nvPr>
              <p:custDataLst>
                <p:tags r:id="rId27"/>
              </p:custDataLst>
            </p:nvPr>
          </p:nvSpPr>
          <p:spPr bwMode="auto">
            <a:xfrm>
              <a:off x="9027075" y="1555942"/>
              <a:ext cx="1371600" cy="191338"/>
            </a:xfrm>
            <a:prstGeom prst="rect">
              <a:avLst/>
            </a:prstGeom>
            <a:solidFill>
              <a:schemeClr val="accent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a:ea typeface="Verdana" pitchFamily="34" charset="0"/>
                  <a:cs typeface="Arial"/>
                </a:rPr>
                <a:t>PSOC™ C3 Main</a:t>
              </a:r>
            </a:p>
          </p:txBody>
        </p:sp>
        <p:sp>
          <p:nvSpPr>
            <p:cNvPr id="22" name="Rectangle 6">
              <a:extLst>
                <a:ext uri="{FF2B5EF4-FFF2-40B4-BE49-F238E27FC236}">
                  <a16:creationId xmlns:a16="http://schemas.microsoft.com/office/drawing/2014/main" id="{06DA210C-9575-2D3F-101B-5AF8A13312C4}"/>
                </a:ext>
              </a:extLst>
            </p:cNvPr>
            <p:cNvSpPr/>
            <p:nvPr>
              <p:custDataLst>
                <p:tags r:id="rId28"/>
              </p:custDataLst>
            </p:nvPr>
          </p:nvSpPr>
          <p:spPr bwMode="auto">
            <a:xfrm>
              <a:off x="9027074" y="1747280"/>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Up to 180MHz M33</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Up to 12Msps </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ADCs</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CORDIC Math co-processor</a:t>
              </a:r>
              <a:endPar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endParaRPr>
            </a:p>
          </p:txBody>
        </p:sp>
      </p:grpSp>
      <p:grpSp>
        <p:nvGrpSpPr>
          <p:cNvPr id="23" name="Group 22">
            <a:extLst>
              <a:ext uri="{FF2B5EF4-FFF2-40B4-BE49-F238E27FC236}">
                <a16:creationId xmlns:a16="http://schemas.microsoft.com/office/drawing/2014/main" id="{F9BF3E57-42D1-2E27-0D98-A9DC464A9C3A}"/>
              </a:ext>
            </a:extLst>
          </p:cNvPr>
          <p:cNvGrpSpPr/>
          <p:nvPr/>
        </p:nvGrpSpPr>
        <p:grpSpPr>
          <a:xfrm>
            <a:off x="7244082" y="3285949"/>
            <a:ext cx="1403908" cy="648538"/>
            <a:chOff x="9027074" y="-887245"/>
            <a:chExt cx="1371601" cy="648538"/>
          </a:xfrm>
        </p:grpSpPr>
        <p:sp>
          <p:nvSpPr>
            <p:cNvPr id="25" name="Rectangle 6">
              <a:extLst>
                <a:ext uri="{FF2B5EF4-FFF2-40B4-BE49-F238E27FC236}">
                  <a16:creationId xmlns:a16="http://schemas.microsoft.com/office/drawing/2014/main" id="{F5B6EC02-2EBA-F174-D2D5-EAB22AFDCCE6}"/>
                </a:ext>
              </a:extLst>
            </p:cNvPr>
            <p:cNvSpPr/>
            <p:nvPr>
              <p:custDataLst>
                <p:tags r:id="rId25"/>
              </p:custDataLst>
            </p:nvPr>
          </p:nvSpPr>
          <p:spPr bwMode="auto">
            <a:xfrm>
              <a:off x="9027075" y="-887245"/>
              <a:ext cx="1371600" cy="191338"/>
            </a:xfrm>
            <a:prstGeom prst="rect">
              <a:avLst/>
            </a:prstGeom>
            <a:solidFill>
              <a:schemeClr val="accent1"/>
            </a:solidFill>
            <a:ln w="9525" cap="sq" cmpd="sng" algn="ctr">
              <a:solidFill>
                <a:schemeClr val="tx1"/>
              </a:solidFill>
              <a:prstDash val="solid"/>
              <a:round/>
              <a:headEnd type="none" w="med" len="med"/>
              <a:tailEnd type="none" w="med" len="med"/>
            </a:ln>
          </p:spPr>
          <p:txBody>
            <a:bodyPr wrap="square" lIns="0" tIns="64800" rIns="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a:ea typeface="Verdana" pitchFamily="34" charset="0"/>
                  <a:cs typeface="Arial"/>
                </a:rPr>
                <a:t>PSOC™ C3 Performance</a:t>
              </a:r>
            </a:p>
          </p:txBody>
        </p:sp>
        <p:sp>
          <p:nvSpPr>
            <p:cNvPr id="33" name="Rectangle 6">
              <a:extLst>
                <a:ext uri="{FF2B5EF4-FFF2-40B4-BE49-F238E27FC236}">
                  <a16:creationId xmlns:a16="http://schemas.microsoft.com/office/drawing/2014/main" id="{848AF69B-7552-8014-0B66-D2E018EBC22D}"/>
                </a:ext>
              </a:extLst>
            </p:cNvPr>
            <p:cNvSpPr/>
            <p:nvPr>
              <p:custDataLst>
                <p:tags r:id="rId26"/>
              </p:custDataLst>
            </p:nvPr>
          </p:nvSpPr>
          <p:spPr bwMode="auto">
            <a:xfrm>
              <a:off x="9027074" y="-695907"/>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1</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80MHz M33 + PPCA</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25Msps </a:t>
              </a:r>
              <a:r>
                <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rPr>
                <a:t>ADCs</a:t>
              </a:r>
            </a:p>
            <a:p>
              <a:pPr marL="0" marR="0" lvl="0" indent="0" algn="l" defTabSz="822858" rtl="0" eaLnBrk="0" fontAlgn="base" latinLnBrk="0" hangingPunct="0">
                <a:lnSpc>
                  <a:spcPct val="100000"/>
                </a:lnSpc>
                <a:spcBef>
                  <a:spcPct val="0"/>
                </a:spcBef>
                <a:spcAft>
                  <a:spcPct val="0"/>
                </a:spcAft>
                <a:buClrTx/>
                <a:buSzTx/>
                <a:buFontTx/>
                <a:buNone/>
                <a:tabLst/>
                <a:defRPr/>
              </a:pPr>
              <a:r>
                <a:rPr lang="en-US" sz="700" dirty="0">
                  <a:solidFill>
                    <a:srgbClr val="1D1D1D"/>
                  </a:solidFill>
                  <a:latin typeface="Arial"/>
                  <a:ea typeface="Verdana" pitchFamily="34" charset="0"/>
                  <a:cs typeface="Verdana" pitchFamily="34" charset="0"/>
                </a:rPr>
                <a:t>CORDIC Math co-processor</a:t>
              </a:r>
              <a:endParaRPr kumimoji="0" lang="en-US" sz="700" b="0" i="0" u="none" strike="noStrike" kern="1200" cap="none" spc="0" normalizeH="0" baseline="0" noProof="0" dirty="0">
                <a:ln>
                  <a:noFill/>
                </a:ln>
                <a:solidFill>
                  <a:srgbClr val="1D1D1D"/>
                </a:solidFill>
                <a:effectLst/>
                <a:uLnTx/>
                <a:uFillTx/>
                <a:latin typeface="Arial"/>
                <a:ea typeface="Verdana" pitchFamily="34" charset="0"/>
                <a:cs typeface="Verdana" pitchFamily="34" charset="0"/>
              </a:endParaRPr>
            </a:p>
          </p:txBody>
        </p:sp>
      </p:grpSp>
      <p:sp>
        <p:nvSpPr>
          <p:cNvPr id="90" name="Rectangle 6">
            <a:extLst>
              <a:ext uri="{FF2B5EF4-FFF2-40B4-BE49-F238E27FC236}">
                <a16:creationId xmlns:a16="http://schemas.microsoft.com/office/drawing/2014/main" id="{2EC87AF9-7BC7-4FBD-ACA2-7BE52353BD5A}"/>
              </a:ext>
            </a:extLst>
          </p:cNvPr>
          <p:cNvSpPr/>
          <p:nvPr>
            <p:custDataLst>
              <p:tags r:id="rId21"/>
            </p:custDataLst>
          </p:nvPr>
        </p:nvSpPr>
        <p:spPr bwMode="auto">
          <a:xfrm>
            <a:off x="5716956" y="2123856"/>
            <a:ext cx="1371600" cy="188612"/>
          </a:xfrm>
          <a:prstGeom prst="rect">
            <a:avLst/>
          </a:prstGeom>
          <a:solidFill>
            <a:srgbClr val="3B9B9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Verdana" pitchFamily="34" charset="0"/>
              </a:rPr>
              <a:t>XMC7000</a:t>
            </a:r>
          </a:p>
        </p:txBody>
      </p:sp>
      <p:sp>
        <p:nvSpPr>
          <p:cNvPr id="94" name="TextBox 93">
            <a:extLst>
              <a:ext uri="{FF2B5EF4-FFF2-40B4-BE49-F238E27FC236}">
                <a16:creationId xmlns:a16="http://schemas.microsoft.com/office/drawing/2014/main" id="{C2DE32E4-F21B-4ACB-AA1E-ED9426459666}"/>
              </a:ext>
            </a:extLst>
          </p:cNvPr>
          <p:cNvSpPr txBox="1"/>
          <p:nvPr>
            <p:custDataLst>
              <p:tags r:id="rId22"/>
            </p:custDataLst>
          </p:nvPr>
        </p:nvSpPr>
        <p:spPr bwMode="auto">
          <a:xfrm>
            <a:off x="5716956" y="2290235"/>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Dual Cortex-M7 and M0+ </a:t>
            </a:r>
          </a:p>
          <a:p>
            <a:r>
              <a:rPr lang="en-US" dirty="0"/>
              <a:t>Up to 350MHz and 8MB Flash</a:t>
            </a:r>
          </a:p>
          <a:p>
            <a:r>
              <a:rPr lang="en-US" dirty="0"/>
              <a:t>Motor and power control</a:t>
            </a:r>
          </a:p>
        </p:txBody>
      </p:sp>
      <p:sp>
        <p:nvSpPr>
          <p:cNvPr id="9" name="Rectangle 8">
            <a:extLst>
              <a:ext uri="{FF2B5EF4-FFF2-40B4-BE49-F238E27FC236}">
                <a16:creationId xmlns:a16="http://schemas.microsoft.com/office/drawing/2014/main" id="{48C38EA4-0878-A535-5B09-FB843116BC44}"/>
              </a:ext>
            </a:extLst>
          </p:cNvPr>
          <p:cNvSpPr/>
          <p:nvPr/>
        </p:nvSpPr>
        <p:spPr bwMode="auto">
          <a:xfrm>
            <a:off x="4064895" y="3741792"/>
            <a:ext cx="1548000" cy="718103"/>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5" name="Rectangle 6">
            <a:extLst>
              <a:ext uri="{FF2B5EF4-FFF2-40B4-BE49-F238E27FC236}">
                <a16:creationId xmlns:a16="http://schemas.microsoft.com/office/drawing/2014/main" id="{D6117681-9447-9CBA-70BC-1299CFC13D8A}"/>
              </a:ext>
            </a:extLst>
          </p:cNvPr>
          <p:cNvSpPr/>
          <p:nvPr>
            <p:custDataLst>
              <p:tags r:id="rId23"/>
            </p:custDataLst>
          </p:nvPr>
        </p:nvSpPr>
        <p:spPr bwMode="auto">
          <a:xfrm>
            <a:off x="4123765" y="3786735"/>
            <a:ext cx="1371600" cy="161425"/>
          </a:xfrm>
          <a:prstGeom prst="rect">
            <a:avLst/>
          </a:prstGeom>
          <a:solidFill>
            <a:schemeClr val="accent1"/>
          </a:solidFill>
          <a:ln w="9525" cap="sq" cmpd="sng" algn="ctr">
            <a:solidFill>
              <a:schemeClr val="tx1"/>
            </a:solidFill>
            <a:prstDash val="solid"/>
            <a:round/>
            <a:headEnd type="none" w="med" len="med"/>
            <a:tailEnd type="none" w="med" len="med"/>
          </a:ln>
        </p:spPr>
        <p:txBody>
          <a:bodyPr wrap="square" lIns="64800" tIns="64800" rIns="64800" bIns="64800" rtlCol="0" anchor="ctr"/>
          <a:lstStyle/>
          <a:p>
            <a:pPr marL="0" marR="0" lvl="0" indent="0" algn="ctr" defTabSz="822858"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a:ea typeface="Verdana" pitchFamily="34" charset="0"/>
                <a:cs typeface="Verdana" pitchFamily="34" charset="0"/>
              </a:rPr>
              <a:t>PSOC C1</a:t>
            </a:r>
          </a:p>
        </p:txBody>
      </p:sp>
      <p:sp>
        <p:nvSpPr>
          <p:cNvPr id="8" name="TextBox 7">
            <a:extLst>
              <a:ext uri="{FF2B5EF4-FFF2-40B4-BE49-F238E27FC236}">
                <a16:creationId xmlns:a16="http://schemas.microsoft.com/office/drawing/2014/main" id="{9BA2D782-43D4-6E35-8AB3-C3531891C193}"/>
              </a:ext>
            </a:extLst>
          </p:cNvPr>
          <p:cNvSpPr txBox="1"/>
          <p:nvPr>
            <p:custDataLst>
              <p:tags r:id="rId24"/>
            </p:custDataLst>
          </p:nvPr>
        </p:nvSpPr>
        <p:spPr bwMode="auto">
          <a:xfrm>
            <a:off x="4123764" y="3948161"/>
            <a:ext cx="1371600" cy="457200"/>
          </a:xfrm>
          <a:prstGeom prst="rect">
            <a:avLst/>
          </a:prstGeom>
          <a:solidFill>
            <a:srgbClr val="FFFFFF"/>
          </a:solidFill>
          <a:ln w="9525" cap="flat" cmpd="sng" algn="ctr">
            <a:solidFill>
              <a:schemeClr val="tx1"/>
            </a:solidFill>
            <a:prstDash val="solid"/>
            <a:miter lim="800000"/>
            <a:headEnd type="none" w="med" len="med"/>
            <a:tailEnd type="none" w="med" len="med"/>
          </a:ln>
        </p:spPr>
        <p:txBody>
          <a:bodyPr wrap="square" lIns="64800" tIns="64800" rIns="64800" bIns="64800" rtlCol="0" anchor="ctr"/>
          <a:lstStyle>
            <a:defPPr>
              <a:defRPr lang="en-US"/>
            </a:defPPr>
            <a:lvl1pPr marL="0" marR="0" lvl="0" indent="0" defTabSz="822858" eaLnBrk="0" latinLnBrk="0" hangingPunct="0">
              <a:lnSpc>
                <a:spcPct val="100000"/>
              </a:lnSpc>
              <a:buClrTx/>
              <a:buSzTx/>
              <a:buFontTx/>
              <a:buNone/>
              <a:tabLst/>
              <a:defRPr kumimoji="0" sz="700" i="0" u="none" strike="noStrike" cap="none" spc="0" normalizeH="0" baseline="0">
                <a:ln>
                  <a:noFill/>
                </a:ln>
                <a:solidFill>
                  <a:srgbClr val="1D1D1D"/>
                </a:solidFill>
                <a:effectLst/>
                <a:uLnTx/>
                <a:uFillTx/>
                <a:latin typeface="Arial"/>
                <a:ea typeface="Verdana" pitchFamily="34" charset="0"/>
                <a:cs typeface="Verdana" pitchFamily="34" charset="0"/>
              </a:defRPr>
            </a:lvl1pPr>
          </a:lstStyle>
          <a:p>
            <a:r>
              <a:rPr lang="en-US" dirty="0"/>
              <a:t>Up to 48MHz and 200KB Flash</a:t>
            </a:r>
          </a:p>
          <a:p>
            <a:r>
              <a:rPr lang="en-US" dirty="0"/>
              <a:t>CORDIC Math co-processor</a:t>
            </a:r>
          </a:p>
          <a:p>
            <a:r>
              <a:rPr lang="en-US" dirty="0"/>
              <a:t>CAN</a:t>
            </a:r>
          </a:p>
        </p:txBody>
      </p:sp>
    </p:spTree>
    <p:extLst>
      <p:ext uri="{BB962C8B-B14F-4D97-AF65-F5344CB8AC3E}">
        <p14:creationId xmlns:p14="http://schemas.microsoft.com/office/powerpoint/2010/main" val="3255245729"/>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26DAF94-7A5D-4331-A30A-AE68D20778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1" imgH="340" progId="TCLayout.ActiveDocument.1">
                  <p:embed/>
                </p:oleObj>
              </mc:Choice>
              <mc:Fallback>
                <p:oleObj name="think-cell Slide" r:id="rId14" imgW="341" imgH="340" progId="TCLayout.ActiveDocument.1">
                  <p:embed/>
                  <p:pic>
                    <p:nvPicPr>
                      <p:cNvPr id="5" name="think-cell data - do not delete" hidden="1">
                        <a:extLst>
                          <a:ext uri="{FF2B5EF4-FFF2-40B4-BE49-F238E27FC236}">
                            <a16:creationId xmlns:a16="http://schemas.microsoft.com/office/drawing/2014/main" id="{226DAF94-7A5D-4331-A30A-AE68D2077845}"/>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8B2530-EBB0-4C20-B69E-E73D9AA5F708}"/>
              </a:ext>
            </a:extLst>
          </p:cNvPr>
          <p:cNvSpPr>
            <a:spLocks noGrp="1"/>
          </p:cNvSpPr>
          <p:nvPr>
            <p:ph type="title"/>
          </p:nvPr>
        </p:nvSpPr>
        <p:spPr/>
        <p:txBody>
          <a:bodyPr vert="horz"/>
          <a:lstStyle/>
          <a:p>
            <a:r>
              <a:rPr lang="en-US" dirty="0"/>
              <a:t>PSOC™ Control – Infineon’s new microcontroller family for a variety of motor control and power conversion applications</a:t>
            </a:r>
          </a:p>
        </p:txBody>
      </p:sp>
      <p:grpSp>
        <p:nvGrpSpPr>
          <p:cNvPr id="31" name="Group 30">
            <a:extLst>
              <a:ext uri="{FF2B5EF4-FFF2-40B4-BE49-F238E27FC236}">
                <a16:creationId xmlns:a16="http://schemas.microsoft.com/office/drawing/2014/main" id="{2CC5E9B6-C7DE-4D7C-BAED-571866FE69F2}"/>
              </a:ext>
            </a:extLst>
          </p:cNvPr>
          <p:cNvGrpSpPr/>
          <p:nvPr/>
        </p:nvGrpSpPr>
        <p:grpSpPr>
          <a:xfrm>
            <a:off x="414897" y="3429000"/>
            <a:ext cx="11220571" cy="2831863"/>
            <a:chOff x="569180" y="3073772"/>
            <a:chExt cx="7080887" cy="2501995"/>
          </a:xfrm>
        </p:grpSpPr>
        <p:sp>
          <p:nvSpPr>
            <p:cNvPr id="32" name="TextBox 31">
              <a:extLst>
                <a:ext uri="{FF2B5EF4-FFF2-40B4-BE49-F238E27FC236}">
                  <a16:creationId xmlns:a16="http://schemas.microsoft.com/office/drawing/2014/main" id="{CE0CCA05-7818-4F0B-851F-439CDAD477E9}"/>
                </a:ext>
              </a:extLst>
            </p:cNvPr>
            <p:cNvSpPr txBox="1"/>
            <p:nvPr>
              <p:custDataLst>
                <p:tags r:id="rId11"/>
              </p:custDataLst>
            </p:nvPr>
          </p:nvSpPr>
          <p:spPr bwMode="auto">
            <a:xfrm>
              <a:off x="692050" y="5344630"/>
              <a:ext cx="817479" cy="231137"/>
            </a:xfrm>
            <a:prstGeom prst="rect">
              <a:avLst/>
            </a:prstGeom>
            <a:noFill/>
            <a:ln w="9525">
              <a:noFill/>
              <a:miter lim="800000"/>
              <a:headEnd/>
              <a:tailEnd/>
            </a:ln>
            <a:effectLst/>
          </p:spPr>
          <p:txBody>
            <a:bodyPr wrap="square">
              <a:spAutoFit/>
            </a:bodyPr>
            <a:lstStyle/>
            <a:p>
              <a:pPr lvl="0" defTabSz="914126" eaLnBrk="0" fontAlgn="auto" hangingPunct="0">
                <a:spcBef>
                  <a:spcPts val="0"/>
                </a:spcBef>
                <a:spcAft>
                  <a:spcPts val="200"/>
                </a:spcAft>
                <a:buClr>
                  <a:schemeClr val="accent2"/>
                </a:buClr>
                <a:defRPr/>
              </a:pPr>
              <a:r>
                <a:rPr lang="de-DE" sz="1100" b="1" dirty="0">
                  <a:solidFill>
                    <a:schemeClr val="bg2"/>
                  </a:solidFill>
                </a:rPr>
                <a:t>Core Frequency</a:t>
              </a:r>
              <a:endParaRPr lang="de-DE" sz="1100" dirty="0">
                <a:solidFill>
                  <a:schemeClr val="bg2"/>
                </a:solidFill>
              </a:endParaRPr>
            </a:p>
          </p:txBody>
        </p:sp>
        <p:cxnSp>
          <p:nvCxnSpPr>
            <p:cNvPr id="33" name="Straight Arrow Connector 32">
              <a:extLst>
                <a:ext uri="{FF2B5EF4-FFF2-40B4-BE49-F238E27FC236}">
                  <a16:creationId xmlns:a16="http://schemas.microsoft.com/office/drawing/2014/main" id="{05E72EBE-F0D1-4F65-B899-0DAADE629C67}"/>
                </a:ext>
              </a:extLst>
            </p:cNvPr>
            <p:cNvCxnSpPr>
              <a:cxnSpLocks/>
            </p:cNvCxnSpPr>
            <p:nvPr/>
          </p:nvCxnSpPr>
          <p:spPr>
            <a:xfrm flipV="1">
              <a:off x="651725" y="3073772"/>
              <a:ext cx="0" cy="942536"/>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846E8A5-C1AA-45D5-A883-C4FE86C1A0D5}"/>
                </a:ext>
              </a:extLst>
            </p:cNvPr>
            <p:cNvCxnSpPr>
              <a:cxnSpLocks/>
            </p:cNvCxnSpPr>
            <p:nvPr/>
          </p:nvCxnSpPr>
          <p:spPr>
            <a:xfrm>
              <a:off x="1557616" y="5465609"/>
              <a:ext cx="6092451" cy="0"/>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57764C7-36B4-4825-A6EA-5AD313A4767B}"/>
                </a:ext>
              </a:extLst>
            </p:cNvPr>
            <p:cNvSpPr txBox="1"/>
            <p:nvPr>
              <p:custDataLst>
                <p:tags r:id="rId12"/>
              </p:custDataLst>
            </p:nvPr>
          </p:nvSpPr>
          <p:spPr bwMode="auto">
            <a:xfrm rot="16200000">
              <a:off x="12149" y="4573337"/>
              <a:ext cx="1279153" cy="165092"/>
            </a:xfrm>
            <a:prstGeom prst="rect">
              <a:avLst/>
            </a:prstGeom>
            <a:solidFill>
              <a:schemeClr val="bg1"/>
            </a:solidFill>
            <a:ln w="9525">
              <a:noFill/>
              <a:miter lim="800000"/>
              <a:headEnd/>
              <a:tailEnd/>
            </a:ln>
            <a:effectLst/>
          </p:spPr>
          <p:txBody>
            <a:bodyPr wrap="square">
              <a:spAutoFit/>
            </a:bodyPr>
            <a:lstStyle/>
            <a:p>
              <a:pPr marL="0" marR="0" lvl="0" indent="0" algn="l" defTabSz="914126" rtl="0" eaLnBrk="0" fontAlgn="auto" latinLnBrk="0" hangingPunct="0">
                <a:spcBef>
                  <a:spcPts val="0"/>
                </a:spcBef>
                <a:spcAft>
                  <a:spcPts val="200"/>
                </a:spcAft>
                <a:buClr>
                  <a:schemeClr val="accent2"/>
                </a:buClr>
                <a:buSzTx/>
                <a:buFont typeface="Wingdings" panose="05000000000000000000" pitchFamily="2" charset="2"/>
                <a:buNone/>
                <a:tabLst/>
                <a:defRPr/>
              </a:pPr>
              <a:r>
                <a:rPr kumimoji="0" lang="de-DE" sz="1100" b="1" i="0" u="none" strike="noStrike" kern="1200" cap="none" spc="0" normalizeH="0" baseline="0" noProof="0" dirty="0">
                  <a:ln>
                    <a:noFill/>
                  </a:ln>
                  <a:solidFill>
                    <a:schemeClr val="bg2"/>
                  </a:solidFill>
                  <a:effectLst/>
                  <a:uLnTx/>
                  <a:uFillTx/>
                  <a:latin typeface="+mn-lt"/>
                  <a:ea typeface="+mn-ea"/>
                  <a:cs typeface="+mn-cs"/>
                </a:rPr>
                <a:t>Feature integration</a:t>
              </a:r>
              <a:endParaRPr kumimoji="0" lang="de-DE" sz="1100" i="0" u="none" strike="noStrike" kern="1200" cap="none" spc="0" normalizeH="0" noProof="0" dirty="0">
                <a:ln>
                  <a:noFill/>
                </a:ln>
                <a:solidFill>
                  <a:schemeClr val="bg2"/>
                </a:solidFill>
                <a:effectLst/>
                <a:uLnTx/>
                <a:uFillTx/>
                <a:latin typeface="+mn-lt"/>
                <a:ea typeface="+mn-ea"/>
                <a:cs typeface="+mn-cs"/>
              </a:endParaRPr>
            </a:p>
          </p:txBody>
        </p:sp>
      </p:grpSp>
      <p:sp>
        <p:nvSpPr>
          <p:cNvPr id="41" name="Rectangle 40">
            <a:extLst>
              <a:ext uri="{FF2B5EF4-FFF2-40B4-BE49-F238E27FC236}">
                <a16:creationId xmlns:a16="http://schemas.microsoft.com/office/drawing/2014/main" id="{611B2915-EF67-41B3-9B53-DAE5DF9C4061}"/>
              </a:ext>
            </a:extLst>
          </p:cNvPr>
          <p:cNvSpPr/>
          <p:nvPr>
            <p:custDataLst>
              <p:tags r:id="rId2"/>
            </p:custDataLst>
          </p:nvPr>
        </p:nvSpPr>
        <p:spPr bwMode="auto">
          <a:xfrm>
            <a:off x="2498348" y="1204212"/>
            <a:ext cx="4411223" cy="1285885"/>
          </a:xfrm>
          <a:prstGeom prst="rect">
            <a:avLst/>
          </a:prstGeom>
          <a:noFill/>
          <a:ln w="9525">
            <a:noFill/>
            <a:miter lim="800000"/>
            <a:headEnd/>
            <a:tailEnd/>
          </a:ln>
        </p:spPr>
        <p:txBody>
          <a:bodyPr wrap="square" lIns="72000" tIns="72000" rIns="73152" bIns="72000" rtlCol="0" anchor="t"/>
          <a:lstStyle/>
          <a:p>
            <a:pPr defTabSz="576000" eaLnBrk="0" hangingPunct="0">
              <a:lnSpc>
                <a:spcPct val="110000"/>
              </a:lnSpc>
              <a:spcBef>
                <a:spcPts val="0"/>
              </a:spcBef>
              <a:spcAft>
                <a:spcPts val="300"/>
              </a:spcAft>
              <a:defRPr/>
            </a:pPr>
            <a:r>
              <a:rPr lang="en-US" b="1" dirty="0">
                <a:solidFill>
                  <a:srgbClr val="0A8276"/>
                </a:solidFill>
                <a:latin typeface="Arial"/>
                <a:cs typeface="Arial"/>
              </a:rPr>
              <a:t>PSOC™ Control C3</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Arm® Cortex®-M33 up to 180 MHz </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Single core (+PPCA) </a:t>
            </a:r>
            <a:r>
              <a:rPr lang="en-US" altLang="en-US" sz="1050" dirty="0"/>
              <a:t>with up to 512KB Flash and 128KB RAM</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t>40- to 100-pin QFN and QFP packages</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t>First products available, full portfolio by end of 2026</a:t>
            </a:r>
            <a:endParaRPr lang="en-US" altLang="en-US" sz="1050" dirty="0">
              <a:latin typeface="+mn-lt"/>
            </a:endParaRP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Lead applications:</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endParaRPr lang="en-US" sz="1100" dirty="0">
              <a:solidFill>
                <a:srgbClr val="1D1D1D"/>
              </a:solidFill>
              <a:latin typeface="Arial"/>
            </a:endParaRPr>
          </a:p>
        </p:txBody>
      </p:sp>
      <p:sp>
        <p:nvSpPr>
          <p:cNvPr id="42" name="Rectangle 41">
            <a:extLst>
              <a:ext uri="{FF2B5EF4-FFF2-40B4-BE49-F238E27FC236}">
                <a16:creationId xmlns:a16="http://schemas.microsoft.com/office/drawing/2014/main" id="{9E0ED164-B73B-4A60-BBE9-7CB71413FA88}"/>
              </a:ext>
            </a:extLst>
          </p:cNvPr>
          <p:cNvSpPr/>
          <p:nvPr>
            <p:custDataLst>
              <p:tags r:id="rId3"/>
            </p:custDataLst>
          </p:nvPr>
        </p:nvSpPr>
        <p:spPr bwMode="auto">
          <a:xfrm>
            <a:off x="7152821" y="1204212"/>
            <a:ext cx="2873355" cy="1285885"/>
          </a:xfrm>
          <a:prstGeom prst="rect">
            <a:avLst/>
          </a:prstGeom>
          <a:noFill/>
          <a:ln w="9525">
            <a:noFill/>
            <a:miter lim="800000"/>
            <a:headEnd/>
            <a:tailEnd/>
          </a:ln>
        </p:spPr>
        <p:txBody>
          <a:bodyPr wrap="square" lIns="72000" tIns="72000" rIns="73152" bIns="72000" rtlCol="0" anchor="t"/>
          <a:lstStyle/>
          <a:p>
            <a:pPr defTabSz="576000" eaLnBrk="0" hangingPunct="0">
              <a:lnSpc>
                <a:spcPct val="110000"/>
              </a:lnSpc>
              <a:spcBef>
                <a:spcPts val="0"/>
              </a:spcBef>
              <a:spcAft>
                <a:spcPts val="300"/>
              </a:spcAft>
              <a:defRPr/>
            </a:pPr>
            <a:r>
              <a:rPr lang="en-US" b="1" dirty="0">
                <a:solidFill>
                  <a:srgbClr val="0A8276"/>
                </a:solidFill>
                <a:latin typeface="Arial"/>
                <a:cs typeface="Arial"/>
              </a:rPr>
              <a:t>PSOC™ Control C4</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Arm® Cortex®-M33 up to 250 MHz </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Single and dual core with up to 2MB Flash and 512KB RAM</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err="1">
                <a:latin typeface="+mn-lt"/>
              </a:rPr>
              <a:t>EtherCAT</a:t>
            </a:r>
            <a:r>
              <a:rPr lang="en-US" altLang="en-US" sz="1050" dirty="0">
                <a:latin typeface="+mn-lt"/>
              </a:rPr>
              <a:t>, SPE and Ethernet TSN</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Lead applications:</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endParaRPr lang="en-US" sz="1100" dirty="0">
              <a:solidFill>
                <a:srgbClr val="1D1D1D"/>
              </a:solidFill>
              <a:latin typeface="Arial"/>
            </a:endParaRPr>
          </a:p>
        </p:txBody>
      </p:sp>
      <p:sp>
        <p:nvSpPr>
          <p:cNvPr id="43" name="Rectangle 42">
            <a:extLst>
              <a:ext uri="{FF2B5EF4-FFF2-40B4-BE49-F238E27FC236}">
                <a16:creationId xmlns:a16="http://schemas.microsoft.com/office/drawing/2014/main" id="{CF411EA3-4423-4A8F-AA10-C8E3ADDE994E}"/>
              </a:ext>
            </a:extLst>
          </p:cNvPr>
          <p:cNvSpPr/>
          <p:nvPr>
            <p:custDataLst>
              <p:tags r:id="rId4"/>
            </p:custDataLst>
          </p:nvPr>
        </p:nvSpPr>
        <p:spPr bwMode="auto">
          <a:xfrm>
            <a:off x="9949341" y="1204212"/>
            <a:ext cx="2037611" cy="1285885"/>
          </a:xfrm>
          <a:prstGeom prst="rect">
            <a:avLst/>
          </a:prstGeom>
          <a:noFill/>
          <a:ln w="9525">
            <a:noFill/>
            <a:miter lim="800000"/>
            <a:headEnd/>
            <a:tailEnd/>
          </a:ln>
        </p:spPr>
        <p:txBody>
          <a:bodyPr wrap="square" lIns="72000" tIns="72000" rIns="73152" bIns="72000" rtlCol="0" anchor="t"/>
          <a:lstStyle/>
          <a:p>
            <a:pPr defTabSz="576000" eaLnBrk="0" hangingPunct="0">
              <a:lnSpc>
                <a:spcPct val="110000"/>
              </a:lnSpc>
              <a:spcBef>
                <a:spcPts val="0"/>
              </a:spcBef>
              <a:spcAft>
                <a:spcPts val="300"/>
              </a:spcAft>
              <a:defRPr/>
            </a:pPr>
            <a:r>
              <a:rPr lang="en-US" b="1" dirty="0">
                <a:solidFill>
                  <a:srgbClr val="0A8276"/>
                </a:solidFill>
                <a:latin typeface="Arial"/>
                <a:cs typeface="Arial"/>
              </a:rPr>
              <a:t>PSOC™ Control C8</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t>Arm® Cortex®-M85</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err="1"/>
              <a:t>EtherCAT</a:t>
            </a:r>
            <a:r>
              <a:rPr lang="en-US" altLang="en-US" sz="1050" dirty="0"/>
              <a:t> and Ethernet</a:t>
            </a:r>
          </a:p>
        </p:txBody>
      </p:sp>
      <p:cxnSp>
        <p:nvCxnSpPr>
          <p:cNvPr id="44" name="Straight Connector 43">
            <a:extLst>
              <a:ext uri="{FF2B5EF4-FFF2-40B4-BE49-F238E27FC236}">
                <a16:creationId xmlns:a16="http://schemas.microsoft.com/office/drawing/2014/main" id="{E7C1D8E6-23A0-49A9-BA2E-E1644B0312BC}"/>
              </a:ext>
            </a:extLst>
          </p:cNvPr>
          <p:cNvCxnSpPr>
            <a:cxnSpLocks/>
          </p:cNvCxnSpPr>
          <p:nvPr/>
        </p:nvCxnSpPr>
        <p:spPr>
          <a:xfrm flipV="1">
            <a:off x="7042051" y="1276403"/>
            <a:ext cx="0" cy="486000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1F3AB1A-A34A-4551-B3BA-18A42ABBFE8A}"/>
              </a:ext>
            </a:extLst>
          </p:cNvPr>
          <p:cNvCxnSpPr>
            <a:cxnSpLocks/>
          </p:cNvCxnSpPr>
          <p:nvPr/>
        </p:nvCxnSpPr>
        <p:spPr>
          <a:xfrm flipV="1">
            <a:off x="9894664" y="1276403"/>
            <a:ext cx="0" cy="486000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BDAA5819-A02A-471D-BA73-D2210AE0342C}"/>
              </a:ext>
            </a:extLst>
          </p:cNvPr>
          <p:cNvSpPr/>
          <p:nvPr>
            <p:custDataLst>
              <p:tags r:id="rId5"/>
            </p:custDataLst>
          </p:nvPr>
        </p:nvSpPr>
        <p:spPr bwMode="auto">
          <a:xfrm>
            <a:off x="9327290" y="6151690"/>
            <a:ext cx="1134747" cy="329985"/>
          </a:xfrm>
          <a:prstGeom prst="rect">
            <a:avLst/>
          </a:prstGeom>
          <a:noFill/>
          <a:ln w="9525">
            <a:noFill/>
            <a:miter lim="800000"/>
            <a:headEnd/>
            <a:tailEnd/>
          </a:ln>
        </p:spPr>
        <p:txBody>
          <a:bodyPr wrap="square" lIns="72000" tIns="72000" rIns="72000" bIns="72000" rtlCol="0" anchor="t"/>
          <a:lstStyle/>
          <a:p>
            <a:pPr algn="ctr" defTabSz="914332" eaLnBrk="0" hangingPunct="0"/>
            <a:r>
              <a:rPr lang="en-US" sz="1067" dirty="0">
                <a:solidFill>
                  <a:srgbClr val="000000"/>
                </a:solidFill>
                <a:latin typeface="Arial"/>
                <a:cs typeface="Arial"/>
              </a:rPr>
              <a:t>&gt;400 MHz</a:t>
            </a:r>
          </a:p>
        </p:txBody>
      </p:sp>
      <p:sp>
        <p:nvSpPr>
          <p:cNvPr id="50" name="Rectangle 49">
            <a:extLst>
              <a:ext uri="{FF2B5EF4-FFF2-40B4-BE49-F238E27FC236}">
                <a16:creationId xmlns:a16="http://schemas.microsoft.com/office/drawing/2014/main" id="{34DDD5BB-3B37-4565-BE41-3274C6A5F39D}"/>
              </a:ext>
            </a:extLst>
          </p:cNvPr>
          <p:cNvSpPr/>
          <p:nvPr>
            <p:custDataLst>
              <p:tags r:id="rId6"/>
            </p:custDataLst>
          </p:nvPr>
        </p:nvSpPr>
        <p:spPr bwMode="auto">
          <a:xfrm>
            <a:off x="1901069" y="6151690"/>
            <a:ext cx="1134747" cy="329985"/>
          </a:xfrm>
          <a:prstGeom prst="rect">
            <a:avLst/>
          </a:prstGeom>
          <a:noFill/>
          <a:ln w="9525">
            <a:noFill/>
            <a:miter lim="800000"/>
            <a:headEnd/>
            <a:tailEnd/>
          </a:ln>
        </p:spPr>
        <p:txBody>
          <a:bodyPr wrap="square" lIns="72000" tIns="72000" rIns="72000" bIns="72000" rtlCol="0" anchor="t"/>
          <a:lstStyle/>
          <a:p>
            <a:pPr algn="ctr" defTabSz="914332" eaLnBrk="0" hangingPunct="0"/>
            <a:r>
              <a:rPr lang="en-US" sz="1067" dirty="0">
                <a:solidFill>
                  <a:srgbClr val="000000"/>
                </a:solidFill>
                <a:latin typeface="Arial"/>
                <a:cs typeface="Arial"/>
              </a:rPr>
              <a:t>&gt;100 MHz</a:t>
            </a:r>
          </a:p>
        </p:txBody>
      </p:sp>
      <p:sp>
        <p:nvSpPr>
          <p:cNvPr id="51" name="Rectangle 50">
            <a:extLst>
              <a:ext uri="{FF2B5EF4-FFF2-40B4-BE49-F238E27FC236}">
                <a16:creationId xmlns:a16="http://schemas.microsoft.com/office/drawing/2014/main" id="{BBF86EB5-7E34-40D0-AF7A-0EDA74CBACF9}"/>
              </a:ext>
            </a:extLst>
          </p:cNvPr>
          <p:cNvSpPr/>
          <p:nvPr>
            <p:custDataLst>
              <p:tags r:id="rId7"/>
            </p:custDataLst>
          </p:nvPr>
        </p:nvSpPr>
        <p:spPr bwMode="auto">
          <a:xfrm>
            <a:off x="6474677" y="6151690"/>
            <a:ext cx="1134747" cy="329985"/>
          </a:xfrm>
          <a:prstGeom prst="rect">
            <a:avLst/>
          </a:prstGeom>
          <a:noFill/>
          <a:ln w="9525">
            <a:noFill/>
            <a:miter lim="800000"/>
            <a:headEnd/>
            <a:tailEnd/>
          </a:ln>
        </p:spPr>
        <p:txBody>
          <a:bodyPr wrap="square" lIns="72000" tIns="72000" rIns="72000" bIns="72000" rtlCol="0" anchor="t"/>
          <a:lstStyle/>
          <a:p>
            <a:pPr algn="ctr" defTabSz="914332" eaLnBrk="0" hangingPunct="0"/>
            <a:r>
              <a:rPr lang="en-US" sz="1067" dirty="0">
                <a:solidFill>
                  <a:srgbClr val="000000"/>
                </a:solidFill>
                <a:latin typeface="Arial"/>
                <a:cs typeface="Arial"/>
              </a:rPr>
              <a:t>&gt;200 MHz</a:t>
            </a:r>
          </a:p>
        </p:txBody>
      </p:sp>
      <p:grpSp>
        <p:nvGrpSpPr>
          <p:cNvPr id="56" name="Group 55">
            <a:extLst>
              <a:ext uri="{FF2B5EF4-FFF2-40B4-BE49-F238E27FC236}">
                <a16:creationId xmlns:a16="http://schemas.microsoft.com/office/drawing/2014/main" id="{F4463620-5A2F-4A4E-B558-81B96AFDCCAE}"/>
              </a:ext>
            </a:extLst>
          </p:cNvPr>
          <p:cNvGrpSpPr>
            <a:grpSpLocks/>
          </p:cNvGrpSpPr>
          <p:nvPr/>
        </p:nvGrpSpPr>
        <p:grpSpPr>
          <a:xfrm>
            <a:off x="2804945" y="4915064"/>
            <a:ext cx="725165" cy="743758"/>
            <a:chOff x="213298" y="1174954"/>
            <a:chExt cx="797682" cy="818134"/>
          </a:xfrm>
          <a:solidFill>
            <a:srgbClr val="3B9B91"/>
          </a:solidFill>
        </p:grpSpPr>
        <p:sp>
          <p:nvSpPr>
            <p:cNvPr id="57" name="Rectangle: Rounded Corners 56">
              <a:extLst>
                <a:ext uri="{FF2B5EF4-FFF2-40B4-BE49-F238E27FC236}">
                  <a16:creationId xmlns:a16="http://schemas.microsoft.com/office/drawing/2014/main" id="{80A816DB-0F0E-4564-9A4F-E8E5D8954CB6}"/>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C3M/P1</a:t>
              </a:r>
              <a:endParaRPr lang="en-US" sz="1050" b="1" dirty="0">
                <a:ln w="19050">
                  <a:noFill/>
                  <a:prstDash val="solid"/>
                </a:ln>
                <a:solidFill>
                  <a:schemeClr val="bg1"/>
                </a:solidFill>
              </a:endParaRPr>
            </a:p>
          </p:txBody>
        </p:sp>
        <p:pic>
          <p:nvPicPr>
            <p:cNvPr id="59" name="Picture 58" descr="A blue and white sign with white text&#10;&#10;Description automatically generated">
              <a:extLst>
                <a:ext uri="{FF2B5EF4-FFF2-40B4-BE49-F238E27FC236}">
                  <a16:creationId xmlns:a16="http://schemas.microsoft.com/office/drawing/2014/main" id="{50728D84-5F11-47D6-BCBB-837067A548A3}"/>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67" name="Group 66">
            <a:extLst>
              <a:ext uri="{FF2B5EF4-FFF2-40B4-BE49-F238E27FC236}">
                <a16:creationId xmlns:a16="http://schemas.microsoft.com/office/drawing/2014/main" id="{D8087F37-3899-44CA-9013-B21041BD8B10}"/>
              </a:ext>
            </a:extLst>
          </p:cNvPr>
          <p:cNvGrpSpPr>
            <a:grpSpLocks/>
          </p:cNvGrpSpPr>
          <p:nvPr/>
        </p:nvGrpSpPr>
        <p:grpSpPr>
          <a:xfrm>
            <a:off x="3903676" y="4660232"/>
            <a:ext cx="725165" cy="743758"/>
            <a:chOff x="213298" y="1174954"/>
            <a:chExt cx="797682" cy="818134"/>
          </a:xfrm>
          <a:solidFill>
            <a:schemeClr val="tx2">
              <a:lumMod val="75000"/>
            </a:schemeClr>
          </a:solidFill>
        </p:grpSpPr>
        <p:sp>
          <p:nvSpPr>
            <p:cNvPr id="68" name="Rectangle: Rounded Corners 67">
              <a:extLst>
                <a:ext uri="{FF2B5EF4-FFF2-40B4-BE49-F238E27FC236}">
                  <a16:creationId xmlns:a16="http://schemas.microsoft.com/office/drawing/2014/main" id="{A14C0309-79E6-498C-AC9C-C95095E53A45}"/>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0" tIns="36000" rIns="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C3M/P2-5</a:t>
              </a:r>
              <a:endParaRPr lang="en-US" sz="1050" b="1" dirty="0">
                <a:ln w="19050">
                  <a:noFill/>
                  <a:prstDash val="solid"/>
                </a:ln>
                <a:solidFill>
                  <a:schemeClr val="bg1"/>
                </a:solidFill>
              </a:endParaRPr>
            </a:p>
          </p:txBody>
        </p:sp>
        <p:pic>
          <p:nvPicPr>
            <p:cNvPr id="69" name="Picture 68" descr="A blue and white sign with white text&#10;&#10;Description automatically generated">
              <a:extLst>
                <a:ext uri="{FF2B5EF4-FFF2-40B4-BE49-F238E27FC236}">
                  <a16:creationId xmlns:a16="http://schemas.microsoft.com/office/drawing/2014/main" id="{55567E3E-4B66-4F78-BCFC-F099A62246D3}"/>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70" name="Group 69">
            <a:extLst>
              <a:ext uri="{FF2B5EF4-FFF2-40B4-BE49-F238E27FC236}">
                <a16:creationId xmlns:a16="http://schemas.microsoft.com/office/drawing/2014/main" id="{6D43BD1F-8F13-40EB-8B43-09E7A483D215}"/>
              </a:ext>
            </a:extLst>
          </p:cNvPr>
          <p:cNvGrpSpPr>
            <a:grpSpLocks/>
          </p:cNvGrpSpPr>
          <p:nvPr/>
        </p:nvGrpSpPr>
        <p:grpSpPr>
          <a:xfrm>
            <a:off x="5002407" y="4405399"/>
            <a:ext cx="725165" cy="743758"/>
            <a:chOff x="213298" y="1174954"/>
            <a:chExt cx="797682" cy="818134"/>
          </a:xfrm>
          <a:solidFill>
            <a:schemeClr val="accent1">
              <a:lumMod val="75000"/>
            </a:schemeClr>
          </a:solidFill>
        </p:grpSpPr>
        <p:sp>
          <p:nvSpPr>
            <p:cNvPr id="71" name="Rectangle: Rounded Corners 70">
              <a:extLst>
                <a:ext uri="{FF2B5EF4-FFF2-40B4-BE49-F238E27FC236}">
                  <a16:creationId xmlns:a16="http://schemas.microsoft.com/office/drawing/2014/main" id="{B68E0070-46EF-4AC2-9B7F-318B0B2F5AC7}"/>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C3M/P6</a:t>
              </a:r>
              <a:endParaRPr lang="en-US" sz="1050" b="1" dirty="0">
                <a:ln w="19050">
                  <a:noFill/>
                  <a:prstDash val="solid"/>
                </a:ln>
                <a:solidFill>
                  <a:schemeClr val="bg1"/>
                </a:solidFill>
              </a:endParaRPr>
            </a:p>
          </p:txBody>
        </p:sp>
        <p:pic>
          <p:nvPicPr>
            <p:cNvPr id="72" name="Picture 71" descr="A blue and white sign with white text&#10;&#10;Description automatically generated">
              <a:extLst>
                <a:ext uri="{FF2B5EF4-FFF2-40B4-BE49-F238E27FC236}">
                  <a16:creationId xmlns:a16="http://schemas.microsoft.com/office/drawing/2014/main" id="{83660BCC-ADD0-433B-B988-1DA2154A8EDD}"/>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73" name="Group 72">
            <a:extLst>
              <a:ext uri="{FF2B5EF4-FFF2-40B4-BE49-F238E27FC236}">
                <a16:creationId xmlns:a16="http://schemas.microsoft.com/office/drawing/2014/main" id="{EA886CEA-323A-4AAA-A9F8-A68E0002F863}"/>
              </a:ext>
            </a:extLst>
          </p:cNvPr>
          <p:cNvGrpSpPr>
            <a:grpSpLocks/>
          </p:cNvGrpSpPr>
          <p:nvPr/>
        </p:nvGrpSpPr>
        <p:grpSpPr>
          <a:xfrm>
            <a:off x="6101139" y="4150566"/>
            <a:ext cx="725165" cy="743758"/>
            <a:chOff x="213298" y="1174954"/>
            <a:chExt cx="797682" cy="818134"/>
          </a:xfrm>
          <a:solidFill>
            <a:schemeClr val="tx2">
              <a:lumMod val="75000"/>
            </a:schemeClr>
          </a:solidFill>
        </p:grpSpPr>
        <p:sp>
          <p:nvSpPr>
            <p:cNvPr id="74" name="Rectangle: Rounded Corners 73">
              <a:extLst>
                <a:ext uri="{FF2B5EF4-FFF2-40B4-BE49-F238E27FC236}">
                  <a16:creationId xmlns:a16="http://schemas.microsoft.com/office/drawing/2014/main" id="{2400DA99-297E-44B3-801E-DC8AA8DC38DB}"/>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0" tIns="36000" rIns="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C3M/P7-8</a:t>
              </a:r>
              <a:endParaRPr lang="en-US" sz="1050" b="1" dirty="0">
                <a:ln w="19050">
                  <a:noFill/>
                  <a:prstDash val="solid"/>
                </a:ln>
                <a:solidFill>
                  <a:schemeClr val="bg1"/>
                </a:solidFill>
              </a:endParaRPr>
            </a:p>
          </p:txBody>
        </p:sp>
        <p:pic>
          <p:nvPicPr>
            <p:cNvPr id="75" name="Picture 74" descr="A blue and white sign with white text&#10;&#10;Description automatically generated">
              <a:extLst>
                <a:ext uri="{FF2B5EF4-FFF2-40B4-BE49-F238E27FC236}">
                  <a16:creationId xmlns:a16="http://schemas.microsoft.com/office/drawing/2014/main" id="{A4B57896-4430-4485-8C24-D244EE9B186F}"/>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76" name="Group 75">
            <a:extLst>
              <a:ext uri="{FF2B5EF4-FFF2-40B4-BE49-F238E27FC236}">
                <a16:creationId xmlns:a16="http://schemas.microsoft.com/office/drawing/2014/main" id="{69793696-5D9F-4930-B50B-1EA0EB5E5869}"/>
              </a:ext>
            </a:extLst>
          </p:cNvPr>
          <p:cNvGrpSpPr>
            <a:grpSpLocks/>
          </p:cNvGrpSpPr>
          <p:nvPr/>
        </p:nvGrpSpPr>
        <p:grpSpPr>
          <a:xfrm>
            <a:off x="8493538" y="3774405"/>
            <a:ext cx="725165" cy="743758"/>
            <a:chOff x="213298" y="1174954"/>
            <a:chExt cx="797682" cy="818134"/>
          </a:xfrm>
          <a:solidFill>
            <a:srgbClr val="82C0BA"/>
          </a:solidFill>
        </p:grpSpPr>
        <p:sp>
          <p:nvSpPr>
            <p:cNvPr id="77" name="Rectangle: Rounded Corners 76">
              <a:extLst>
                <a:ext uri="{FF2B5EF4-FFF2-40B4-BE49-F238E27FC236}">
                  <a16:creationId xmlns:a16="http://schemas.microsoft.com/office/drawing/2014/main" id="{A49B78CD-1009-4DB2-BC4A-0CFA3F7B0896}"/>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C4M/P5</a:t>
              </a:r>
              <a:endParaRPr lang="en-US" sz="1050" b="1" dirty="0">
                <a:ln w="19050">
                  <a:noFill/>
                  <a:prstDash val="solid"/>
                </a:ln>
                <a:solidFill>
                  <a:schemeClr val="bg1"/>
                </a:solidFill>
              </a:endParaRPr>
            </a:p>
          </p:txBody>
        </p:sp>
        <p:pic>
          <p:nvPicPr>
            <p:cNvPr id="78" name="Picture 77" descr="A blue and white sign with white text&#10;&#10;Description automatically generated">
              <a:extLst>
                <a:ext uri="{FF2B5EF4-FFF2-40B4-BE49-F238E27FC236}">
                  <a16:creationId xmlns:a16="http://schemas.microsoft.com/office/drawing/2014/main" id="{B9E2DD60-F6A1-47BB-B23A-19227E8016B5}"/>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79" name="Group 78">
            <a:extLst>
              <a:ext uri="{FF2B5EF4-FFF2-40B4-BE49-F238E27FC236}">
                <a16:creationId xmlns:a16="http://schemas.microsoft.com/office/drawing/2014/main" id="{E5EECE17-1CED-4612-8C00-EA05AA7FF9F9}"/>
              </a:ext>
            </a:extLst>
          </p:cNvPr>
          <p:cNvGrpSpPr>
            <a:grpSpLocks/>
          </p:cNvGrpSpPr>
          <p:nvPr/>
        </p:nvGrpSpPr>
        <p:grpSpPr>
          <a:xfrm>
            <a:off x="7429106" y="4074694"/>
            <a:ext cx="725165" cy="743758"/>
            <a:chOff x="213298" y="1174954"/>
            <a:chExt cx="797682" cy="818134"/>
          </a:xfrm>
          <a:solidFill>
            <a:schemeClr val="bg2"/>
          </a:solidFill>
        </p:grpSpPr>
        <p:sp>
          <p:nvSpPr>
            <p:cNvPr id="80" name="Rectangle: Rounded Corners 79">
              <a:extLst>
                <a:ext uri="{FF2B5EF4-FFF2-40B4-BE49-F238E27FC236}">
                  <a16:creationId xmlns:a16="http://schemas.microsoft.com/office/drawing/2014/main" id="{3E313200-4E6D-43D7-ABAC-75C95C2D5A88}"/>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C4M/P3</a:t>
              </a:r>
              <a:endParaRPr lang="en-US" sz="1050" b="1" dirty="0">
                <a:ln w="19050">
                  <a:noFill/>
                  <a:prstDash val="solid"/>
                </a:ln>
                <a:solidFill>
                  <a:schemeClr val="bg1"/>
                </a:solidFill>
              </a:endParaRPr>
            </a:p>
          </p:txBody>
        </p:sp>
        <p:pic>
          <p:nvPicPr>
            <p:cNvPr id="81" name="Picture 80" descr="A blue and white sign with white text&#10;&#10;Description automatically generated">
              <a:extLst>
                <a:ext uri="{FF2B5EF4-FFF2-40B4-BE49-F238E27FC236}">
                  <a16:creationId xmlns:a16="http://schemas.microsoft.com/office/drawing/2014/main" id="{CCA2B8DA-FE94-4171-8C8F-AF9AA81D5F64}"/>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82" name="Group 81">
            <a:extLst>
              <a:ext uri="{FF2B5EF4-FFF2-40B4-BE49-F238E27FC236}">
                <a16:creationId xmlns:a16="http://schemas.microsoft.com/office/drawing/2014/main" id="{B7CBD460-6A84-4112-A20F-E691FD30DB33}"/>
              </a:ext>
            </a:extLst>
          </p:cNvPr>
          <p:cNvGrpSpPr>
            <a:grpSpLocks/>
          </p:cNvGrpSpPr>
          <p:nvPr/>
        </p:nvGrpSpPr>
        <p:grpSpPr>
          <a:xfrm>
            <a:off x="10188881" y="3303972"/>
            <a:ext cx="725165" cy="743758"/>
            <a:chOff x="213298" y="1174954"/>
            <a:chExt cx="797682" cy="818134"/>
          </a:xfrm>
          <a:solidFill>
            <a:schemeClr val="bg2"/>
          </a:solidFill>
        </p:grpSpPr>
        <p:sp>
          <p:nvSpPr>
            <p:cNvPr id="83" name="Rectangle: Rounded Corners 82">
              <a:extLst>
                <a:ext uri="{FF2B5EF4-FFF2-40B4-BE49-F238E27FC236}">
                  <a16:creationId xmlns:a16="http://schemas.microsoft.com/office/drawing/2014/main" id="{BE63C883-DDC6-433C-880B-24509E2C476F}"/>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C8M/Px</a:t>
              </a:r>
              <a:endParaRPr lang="en-US" sz="1050" b="1" dirty="0">
                <a:ln w="19050">
                  <a:noFill/>
                  <a:prstDash val="solid"/>
                </a:ln>
                <a:solidFill>
                  <a:schemeClr val="bg1"/>
                </a:solidFill>
              </a:endParaRPr>
            </a:p>
          </p:txBody>
        </p:sp>
        <p:pic>
          <p:nvPicPr>
            <p:cNvPr id="84" name="Picture 83" descr="A blue and white sign with white text&#10;&#10;Description automatically generated">
              <a:extLst>
                <a:ext uri="{FF2B5EF4-FFF2-40B4-BE49-F238E27FC236}">
                  <a16:creationId xmlns:a16="http://schemas.microsoft.com/office/drawing/2014/main" id="{2FABC55A-82FE-4020-9C8B-D50FF0303DDD}"/>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grpSp>
        <p:nvGrpSpPr>
          <p:cNvPr id="85" name="Group 84">
            <a:extLst>
              <a:ext uri="{FF2B5EF4-FFF2-40B4-BE49-F238E27FC236}">
                <a16:creationId xmlns:a16="http://schemas.microsoft.com/office/drawing/2014/main" id="{D2F519A9-3959-4615-A37C-CE0B9D2DA781}"/>
              </a:ext>
            </a:extLst>
          </p:cNvPr>
          <p:cNvGrpSpPr>
            <a:grpSpLocks/>
          </p:cNvGrpSpPr>
          <p:nvPr/>
        </p:nvGrpSpPr>
        <p:grpSpPr>
          <a:xfrm>
            <a:off x="11109857" y="3098108"/>
            <a:ext cx="725165" cy="743758"/>
            <a:chOff x="213298" y="1174954"/>
            <a:chExt cx="797682" cy="818134"/>
          </a:xfrm>
          <a:solidFill>
            <a:schemeClr val="bg2"/>
          </a:solidFill>
        </p:grpSpPr>
        <p:sp>
          <p:nvSpPr>
            <p:cNvPr id="86" name="Rectangle: Rounded Corners 85">
              <a:extLst>
                <a:ext uri="{FF2B5EF4-FFF2-40B4-BE49-F238E27FC236}">
                  <a16:creationId xmlns:a16="http://schemas.microsoft.com/office/drawing/2014/main" id="{D09AFE9E-94EE-459D-A90E-361ABFD5342D}"/>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36000" tIns="36000" rIns="3600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C8M/Px</a:t>
              </a:r>
              <a:endParaRPr lang="en-US" sz="1050" b="1" dirty="0">
                <a:ln w="19050">
                  <a:noFill/>
                  <a:prstDash val="solid"/>
                </a:ln>
                <a:solidFill>
                  <a:schemeClr val="bg1"/>
                </a:solidFill>
              </a:endParaRPr>
            </a:p>
          </p:txBody>
        </p:sp>
        <p:pic>
          <p:nvPicPr>
            <p:cNvPr id="87" name="Picture 86" descr="A blue and white sign with white text&#10;&#10;Description automatically generated">
              <a:extLst>
                <a:ext uri="{FF2B5EF4-FFF2-40B4-BE49-F238E27FC236}">
                  <a16:creationId xmlns:a16="http://schemas.microsoft.com/office/drawing/2014/main" id="{076DCAE9-D9F5-4A97-973C-2B0F8263B0DE}"/>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sp>
        <p:nvSpPr>
          <p:cNvPr id="124" name="Rectangle: Rounded Corners 123">
            <a:extLst>
              <a:ext uri="{FF2B5EF4-FFF2-40B4-BE49-F238E27FC236}">
                <a16:creationId xmlns:a16="http://schemas.microsoft.com/office/drawing/2014/main" id="{4A5BBB16-DE0C-4464-8902-771EDC52DFEC}"/>
              </a:ext>
            </a:extLst>
          </p:cNvPr>
          <p:cNvSpPr>
            <a:spLocks noChangeAspect="1"/>
          </p:cNvSpPr>
          <p:nvPr/>
        </p:nvSpPr>
        <p:spPr bwMode="auto">
          <a:xfrm>
            <a:off x="10469308" y="5569651"/>
            <a:ext cx="173599" cy="178050"/>
          </a:xfrm>
          <a:prstGeom prst="roundRect">
            <a:avLst/>
          </a:prstGeom>
          <a:solidFill>
            <a:srgbClr val="82C0BA"/>
          </a:solidFill>
          <a:ln w="9525">
            <a:noFill/>
            <a:miter lim="800000"/>
            <a:headEnd/>
            <a:tailEnd/>
          </a:ln>
        </p:spPr>
        <p:txBody>
          <a:bodyPr wrap="square" lIns="36000" tIns="36000" rIns="36000" bIns="36000" rtlCol="0" anchor="b"/>
          <a:lstStyle/>
          <a:p>
            <a:pPr algn="ctr" defTabSz="576000" eaLnBrk="0" hangingPunct="0"/>
            <a:endParaRPr lang="en-US" sz="1050" b="1" dirty="0">
              <a:ln w="19050">
                <a:noFill/>
                <a:prstDash val="solid"/>
              </a:ln>
              <a:solidFill>
                <a:schemeClr val="bg1"/>
              </a:solidFill>
            </a:endParaRPr>
          </a:p>
        </p:txBody>
      </p:sp>
      <p:sp>
        <p:nvSpPr>
          <p:cNvPr id="126" name="Rectangle: Rounded Corners 125">
            <a:extLst>
              <a:ext uri="{FF2B5EF4-FFF2-40B4-BE49-F238E27FC236}">
                <a16:creationId xmlns:a16="http://schemas.microsoft.com/office/drawing/2014/main" id="{EA165821-2158-40EA-95CB-85C460D5D1D3}"/>
              </a:ext>
            </a:extLst>
          </p:cNvPr>
          <p:cNvSpPr>
            <a:spLocks noChangeAspect="1"/>
          </p:cNvSpPr>
          <p:nvPr/>
        </p:nvSpPr>
        <p:spPr bwMode="auto">
          <a:xfrm>
            <a:off x="10469308" y="5834223"/>
            <a:ext cx="173599" cy="178050"/>
          </a:xfrm>
          <a:prstGeom prst="roundRect">
            <a:avLst/>
          </a:prstGeom>
          <a:solidFill>
            <a:schemeClr val="bg2"/>
          </a:solidFill>
          <a:ln w="9525">
            <a:noFill/>
            <a:miter lim="800000"/>
            <a:headEnd/>
            <a:tailEnd/>
          </a:ln>
        </p:spPr>
        <p:txBody>
          <a:bodyPr wrap="square" lIns="36000" tIns="36000" rIns="36000" bIns="36000" rtlCol="0" anchor="b"/>
          <a:lstStyle/>
          <a:p>
            <a:pPr algn="ctr" defTabSz="576000" eaLnBrk="0" hangingPunct="0"/>
            <a:endParaRPr lang="en-US" sz="1050" b="1" dirty="0">
              <a:ln w="19050">
                <a:noFill/>
                <a:prstDash val="solid"/>
              </a:ln>
              <a:solidFill>
                <a:schemeClr val="bg1"/>
              </a:solidFill>
            </a:endParaRPr>
          </a:p>
        </p:txBody>
      </p:sp>
      <p:sp>
        <p:nvSpPr>
          <p:cNvPr id="127" name="Rectangle: Rounded Corners 126">
            <a:extLst>
              <a:ext uri="{FF2B5EF4-FFF2-40B4-BE49-F238E27FC236}">
                <a16:creationId xmlns:a16="http://schemas.microsoft.com/office/drawing/2014/main" id="{45B1FD61-6345-4B98-B47B-45ABA0B4B3C2}"/>
              </a:ext>
            </a:extLst>
          </p:cNvPr>
          <p:cNvSpPr>
            <a:spLocks noChangeAspect="1"/>
          </p:cNvSpPr>
          <p:nvPr/>
        </p:nvSpPr>
        <p:spPr bwMode="auto">
          <a:xfrm>
            <a:off x="10469308" y="5305080"/>
            <a:ext cx="173599" cy="178050"/>
          </a:xfrm>
          <a:prstGeom prst="roundRect">
            <a:avLst/>
          </a:prstGeom>
          <a:solidFill>
            <a:srgbClr val="3B9B91"/>
          </a:solidFill>
          <a:ln w="9525">
            <a:noFill/>
            <a:miter lim="800000"/>
            <a:headEnd/>
            <a:tailEnd/>
          </a:ln>
        </p:spPr>
        <p:txBody>
          <a:bodyPr wrap="square" lIns="36000" tIns="36000" rIns="36000" bIns="36000" rtlCol="0" anchor="b"/>
          <a:lstStyle/>
          <a:p>
            <a:pPr algn="ctr" defTabSz="576000" eaLnBrk="0" hangingPunct="0"/>
            <a:endParaRPr lang="en-US" sz="1050" b="1" dirty="0">
              <a:ln w="19050">
                <a:noFill/>
                <a:prstDash val="solid"/>
              </a:ln>
              <a:solidFill>
                <a:schemeClr val="bg1"/>
              </a:solidFill>
            </a:endParaRPr>
          </a:p>
        </p:txBody>
      </p:sp>
      <p:sp>
        <p:nvSpPr>
          <p:cNvPr id="128" name="Rectangle: Rounded Corners 127">
            <a:extLst>
              <a:ext uri="{FF2B5EF4-FFF2-40B4-BE49-F238E27FC236}">
                <a16:creationId xmlns:a16="http://schemas.microsoft.com/office/drawing/2014/main" id="{4DA0B549-0277-4B6A-94F1-8355323E9D2A}"/>
              </a:ext>
            </a:extLst>
          </p:cNvPr>
          <p:cNvSpPr>
            <a:spLocks noChangeAspect="1"/>
          </p:cNvSpPr>
          <p:nvPr>
            <p:custDataLst>
              <p:tags r:id="rId8"/>
            </p:custDataLst>
          </p:nvPr>
        </p:nvSpPr>
        <p:spPr bwMode="auto">
          <a:xfrm>
            <a:off x="10469308" y="5040509"/>
            <a:ext cx="173599" cy="178050"/>
          </a:xfrm>
          <a:prstGeom prst="roundRect">
            <a:avLst/>
          </a:prstGeom>
          <a:solidFill>
            <a:schemeClr val="tx2">
              <a:lumMod val="75000"/>
            </a:schemeClr>
          </a:solidFill>
          <a:ln w="9525">
            <a:noFill/>
            <a:miter lim="800000"/>
            <a:headEnd/>
            <a:tailEnd/>
          </a:ln>
        </p:spPr>
        <p:txBody>
          <a:bodyPr wrap="square" lIns="36000" tIns="36000" rIns="36000" bIns="36000" rtlCol="0" anchor="b"/>
          <a:lstStyle/>
          <a:p>
            <a:pPr algn="ctr" defTabSz="576000" eaLnBrk="0" hangingPunct="0"/>
            <a:endParaRPr lang="en-US" sz="1050" b="1" dirty="0">
              <a:ln w="19050">
                <a:noFill/>
                <a:prstDash val="solid"/>
              </a:ln>
              <a:solidFill>
                <a:schemeClr val="bg1"/>
              </a:solidFill>
            </a:endParaRPr>
          </a:p>
        </p:txBody>
      </p:sp>
      <p:sp>
        <p:nvSpPr>
          <p:cNvPr id="129" name="Rectangle 128">
            <a:extLst>
              <a:ext uri="{FF2B5EF4-FFF2-40B4-BE49-F238E27FC236}">
                <a16:creationId xmlns:a16="http://schemas.microsoft.com/office/drawing/2014/main" id="{00D7B001-BE50-4558-B782-DCF5B40312CC}"/>
              </a:ext>
            </a:extLst>
          </p:cNvPr>
          <p:cNvSpPr/>
          <p:nvPr>
            <p:custDataLst>
              <p:tags r:id="rId9"/>
            </p:custDataLst>
          </p:nvPr>
        </p:nvSpPr>
        <p:spPr bwMode="auto">
          <a:xfrm>
            <a:off x="10585615" y="4943808"/>
            <a:ext cx="1288048" cy="1054121"/>
          </a:xfrm>
          <a:prstGeom prst="rect">
            <a:avLst/>
          </a:prstGeom>
          <a:noFill/>
          <a:ln w="9525">
            <a:noFill/>
            <a:miter lim="800000"/>
            <a:headEnd/>
            <a:tailEnd/>
          </a:ln>
        </p:spPr>
        <p:txBody>
          <a:bodyPr wrap="square" lIns="72000" tIns="72000" rIns="73152" bIns="72000" rtlCol="0" anchor="t"/>
          <a:lstStyle/>
          <a:p>
            <a:pPr marL="58737" defTabSz="576000">
              <a:lnSpc>
                <a:spcPct val="150000"/>
              </a:lnSpc>
              <a:spcBef>
                <a:spcPts val="0"/>
              </a:spcBef>
              <a:spcAft>
                <a:spcPts val="300"/>
              </a:spcAft>
              <a:buClr>
                <a:srgbClr val="0A8276"/>
              </a:buClr>
              <a:buSzPct val="100000"/>
              <a:defRPr/>
            </a:pPr>
            <a:r>
              <a:rPr lang="en-US" altLang="en-US" sz="1000" dirty="0"/>
              <a:t>Available/Sampling</a:t>
            </a:r>
          </a:p>
          <a:p>
            <a:pPr marL="58737" defTabSz="576000">
              <a:lnSpc>
                <a:spcPct val="150000"/>
              </a:lnSpc>
              <a:spcBef>
                <a:spcPts val="0"/>
              </a:spcBef>
              <a:spcAft>
                <a:spcPts val="300"/>
              </a:spcAft>
              <a:buClr>
                <a:srgbClr val="0A8276"/>
              </a:buClr>
              <a:buSzPct val="100000"/>
              <a:defRPr/>
            </a:pPr>
            <a:r>
              <a:rPr lang="en-US" altLang="en-US" sz="1000" dirty="0"/>
              <a:t>In Development</a:t>
            </a:r>
          </a:p>
          <a:p>
            <a:pPr marL="58737" defTabSz="576000">
              <a:lnSpc>
                <a:spcPct val="150000"/>
              </a:lnSpc>
              <a:spcBef>
                <a:spcPts val="0"/>
              </a:spcBef>
              <a:spcAft>
                <a:spcPts val="300"/>
              </a:spcAft>
              <a:buClr>
                <a:srgbClr val="0A8276"/>
              </a:buClr>
              <a:buSzPct val="100000"/>
              <a:defRPr/>
            </a:pPr>
            <a:r>
              <a:rPr lang="en-US" altLang="en-US" sz="1000" dirty="0"/>
              <a:t>In Definition</a:t>
            </a:r>
          </a:p>
          <a:p>
            <a:pPr marL="58737" defTabSz="576000">
              <a:lnSpc>
                <a:spcPct val="150000"/>
              </a:lnSpc>
              <a:spcBef>
                <a:spcPts val="0"/>
              </a:spcBef>
              <a:spcAft>
                <a:spcPts val="300"/>
              </a:spcAft>
              <a:buClr>
                <a:srgbClr val="0A8276"/>
              </a:buClr>
              <a:buSzPct val="100000"/>
              <a:defRPr/>
            </a:pPr>
            <a:r>
              <a:rPr lang="en-US" altLang="en-US" sz="1000" dirty="0"/>
              <a:t>Planned</a:t>
            </a:r>
          </a:p>
        </p:txBody>
      </p:sp>
      <p:pic>
        <p:nvPicPr>
          <p:cNvPr id="94" name="Picture 93">
            <a:extLst>
              <a:ext uri="{FF2B5EF4-FFF2-40B4-BE49-F238E27FC236}">
                <a16:creationId xmlns:a16="http://schemas.microsoft.com/office/drawing/2014/main" id="{DF748F2B-395B-440B-A484-41B8F8BAEA3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017896" y="2823760"/>
            <a:ext cx="450309" cy="450309"/>
          </a:xfrm>
          <a:prstGeom prst="rect">
            <a:avLst/>
          </a:prstGeom>
        </p:spPr>
      </p:pic>
      <p:pic>
        <p:nvPicPr>
          <p:cNvPr id="95" name="Picture 94">
            <a:extLst>
              <a:ext uri="{FF2B5EF4-FFF2-40B4-BE49-F238E27FC236}">
                <a16:creationId xmlns:a16="http://schemas.microsoft.com/office/drawing/2014/main" id="{F6C3DE36-6351-4EC0-B8EA-D6ACCC275E6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003661" y="3321497"/>
            <a:ext cx="450309" cy="450309"/>
          </a:xfrm>
          <a:prstGeom prst="rect">
            <a:avLst/>
          </a:prstGeom>
        </p:spPr>
      </p:pic>
      <p:pic>
        <p:nvPicPr>
          <p:cNvPr id="96" name="Graphic 95">
            <a:extLst>
              <a:ext uri="{FF2B5EF4-FFF2-40B4-BE49-F238E27FC236}">
                <a16:creationId xmlns:a16="http://schemas.microsoft.com/office/drawing/2014/main" id="{2D6D532A-D663-45F7-BD86-DF19C0AD33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672859" y="3321497"/>
            <a:ext cx="450309" cy="450309"/>
          </a:xfrm>
          <a:prstGeom prst="rect">
            <a:avLst/>
          </a:prstGeom>
        </p:spPr>
      </p:pic>
      <p:pic>
        <p:nvPicPr>
          <p:cNvPr id="97" name="Picture 96">
            <a:extLst>
              <a:ext uri="{FF2B5EF4-FFF2-40B4-BE49-F238E27FC236}">
                <a16:creationId xmlns:a16="http://schemas.microsoft.com/office/drawing/2014/main" id="{7B721E93-876E-4302-BC57-45A839856B2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199529" y="2823760"/>
            <a:ext cx="450309" cy="450309"/>
          </a:xfrm>
          <a:prstGeom prst="rect">
            <a:avLst/>
          </a:prstGeom>
        </p:spPr>
      </p:pic>
      <p:pic>
        <p:nvPicPr>
          <p:cNvPr id="98" name="Picture 97">
            <a:extLst>
              <a:ext uri="{FF2B5EF4-FFF2-40B4-BE49-F238E27FC236}">
                <a16:creationId xmlns:a16="http://schemas.microsoft.com/office/drawing/2014/main" id="{5D5FDF9D-FF62-4768-9941-4C014FC4BCE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361246" y="2823760"/>
            <a:ext cx="450309" cy="450309"/>
          </a:xfrm>
          <a:prstGeom prst="rect">
            <a:avLst/>
          </a:prstGeom>
        </p:spPr>
      </p:pic>
      <p:pic>
        <p:nvPicPr>
          <p:cNvPr id="100" name="Picture 99">
            <a:extLst>
              <a:ext uri="{FF2B5EF4-FFF2-40B4-BE49-F238E27FC236}">
                <a16:creationId xmlns:a16="http://schemas.microsoft.com/office/drawing/2014/main" id="{692CE936-4A4E-4DBB-A4D3-26E768E8A48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4669062" y="3321497"/>
            <a:ext cx="450309" cy="450309"/>
          </a:xfrm>
          <a:prstGeom prst="rect">
            <a:avLst/>
          </a:prstGeom>
        </p:spPr>
      </p:pic>
      <p:pic>
        <p:nvPicPr>
          <p:cNvPr id="101" name="Picture 100">
            <a:extLst>
              <a:ext uri="{FF2B5EF4-FFF2-40B4-BE49-F238E27FC236}">
                <a16:creationId xmlns:a16="http://schemas.microsoft.com/office/drawing/2014/main" id="{0C9E2DAF-11CB-40B6-95B7-5BB0F9AC3E83}"/>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4674545" y="2823760"/>
            <a:ext cx="450309" cy="450309"/>
          </a:xfrm>
          <a:prstGeom prst="rect">
            <a:avLst/>
          </a:prstGeom>
        </p:spPr>
      </p:pic>
      <p:pic>
        <p:nvPicPr>
          <p:cNvPr id="102" name="Picture 101">
            <a:extLst>
              <a:ext uri="{FF2B5EF4-FFF2-40B4-BE49-F238E27FC236}">
                <a16:creationId xmlns:a16="http://schemas.microsoft.com/office/drawing/2014/main" id="{FD4EBE1B-9544-4FD9-9E9D-8215B9B1584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704596" y="2823760"/>
            <a:ext cx="450309" cy="450309"/>
          </a:xfrm>
          <a:prstGeom prst="rect">
            <a:avLst/>
          </a:prstGeom>
        </p:spPr>
      </p:pic>
      <p:pic>
        <p:nvPicPr>
          <p:cNvPr id="104" name="Picture 103">
            <a:extLst>
              <a:ext uri="{FF2B5EF4-FFF2-40B4-BE49-F238E27FC236}">
                <a16:creationId xmlns:a16="http://schemas.microsoft.com/office/drawing/2014/main" id="{44A3EC27-3B30-4D54-89CC-8D7FFA4D7E0D}"/>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338260" y="3321497"/>
            <a:ext cx="450309" cy="450309"/>
          </a:xfrm>
          <a:prstGeom prst="rect">
            <a:avLst/>
          </a:prstGeom>
        </p:spPr>
      </p:pic>
      <p:pic>
        <p:nvPicPr>
          <p:cNvPr id="105" name="Graphic 104">
            <a:extLst>
              <a:ext uri="{FF2B5EF4-FFF2-40B4-BE49-F238E27FC236}">
                <a16:creationId xmlns:a16="http://schemas.microsoft.com/office/drawing/2014/main" id="{06C0BAF7-AA58-42B2-9664-3EC8A4DB68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202797" y="3321497"/>
            <a:ext cx="450309" cy="450309"/>
          </a:xfrm>
          <a:prstGeom prst="rect">
            <a:avLst/>
          </a:prstGeom>
        </p:spPr>
      </p:pic>
      <p:pic>
        <p:nvPicPr>
          <p:cNvPr id="10251" name="Picture 11" descr="https://brandportal.infineon.com/media/cache/lowres/assets/11/164/643d5c0470a17.eps.png">
            <a:extLst>
              <a:ext uri="{FF2B5EF4-FFF2-40B4-BE49-F238E27FC236}">
                <a16:creationId xmlns:a16="http://schemas.microsoft.com/office/drawing/2014/main" id="{9DB50F63-2034-402E-B16B-E8255FDC9CAD}"/>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827977" y="3376607"/>
            <a:ext cx="395199" cy="395199"/>
          </a:xfrm>
          <a:prstGeom prst="rect">
            <a:avLst/>
          </a:prstGeom>
          <a:noFill/>
          <a:extLst>
            <a:ext uri="{909E8E84-426E-40DD-AFC4-6F175D3DCCD1}">
              <a14:hiddenFill xmlns:a14="http://schemas.microsoft.com/office/drawing/2010/main">
                <a:solidFill>
                  <a:srgbClr val="FFFFFF"/>
                </a:solidFill>
              </a14:hiddenFill>
            </a:ext>
          </a:extLst>
        </p:spPr>
      </p:pic>
      <p:pic>
        <p:nvPicPr>
          <p:cNvPr id="10253" name="Picture 13" descr="https://brandportal.infineon.com/media/cache/lowres/assets/13/181/643d5c877a92b.eps.png">
            <a:extLst>
              <a:ext uri="{FF2B5EF4-FFF2-40B4-BE49-F238E27FC236}">
                <a16:creationId xmlns:a16="http://schemas.microsoft.com/office/drawing/2014/main" id="{4F1977DF-C39B-4CDF-BF6E-F1FF155EFB87}"/>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348120" y="3336127"/>
            <a:ext cx="435679" cy="435679"/>
          </a:xfrm>
          <a:prstGeom prst="rect">
            <a:avLst/>
          </a:prstGeom>
          <a:noFill/>
          <a:extLst>
            <a:ext uri="{909E8E84-426E-40DD-AFC4-6F175D3DCCD1}">
              <a14:hiddenFill xmlns:a14="http://schemas.microsoft.com/office/drawing/2010/main">
                <a:solidFill>
                  <a:srgbClr val="FFFFFF"/>
                </a:solidFill>
              </a14:hiddenFill>
            </a:ext>
          </a:extLst>
        </p:spPr>
      </p:pic>
      <p:pic>
        <p:nvPicPr>
          <p:cNvPr id="10255" name="Picture 15" descr="https://brandportal.infineon.com/media/cache/lowres/assets/09/053/643d5c05a5efe.eps.png">
            <a:extLst>
              <a:ext uri="{FF2B5EF4-FFF2-40B4-BE49-F238E27FC236}">
                <a16:creationId xmlns:a16="http://schemas.microsoft.com/office/drawing/2014/main" id="{2DC35B65-5D40-482F-90E8-E1354BDE1BE7}"/>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354076" y="2839350"/>
            <a:ext cx="434719" cy="434719"/>
          </a:xfrm>
          <a:prstGeom prst="rect">
            <a:avLst/>
          </a:prstGeom>
          <a:noFill/>
          <a:extLst>
            <a:ext uri="{909E8E84-426E-40DD-AFC4-6F175D3DCCD1}">
              <a14:hiddenFill xmlns:a14="http://schemas.microsoft.com/office/drawing/2010/main">
                <a:solidFill>
                  <a:srgbClr val="FFFFFF"/>
                </a:solidFill>
              </a14:hiddenFill>
            </a:ext>
          </a:extLst>
        </p:spPr>
      </p:pic>
      <p:grpSp>
        <p:nvGrpSpPr>
          <p:cNvPr id="107" name="Group 106">
            <a:extLst>
              <a:ext uri="{FF2B5EF4-FFF2-40B4-BE49-F238E27FC236}">
                <a16:creationId xmlns:a16="http://schemas.microsoft.com/office/drawing/2014/main" id="{5A96A901-60FB-48AA-AA11-2C646D3C0899}"/>
              </a:ext>
            </a:extLst>
          </p:cNvPr>
          <p:cNvGrpSpPr/>
          <p:nvPr/>
        </p:nvGrpSpPr>
        <p:grpSpPr>
          <a:xfrm>
            <a:off x="5747995" y="2822670"/>
            <a:ext cx="545735" cy="451399"/>
            <a:chOff x="4689941" y="2499470"/>
            <a:chExt cx="596554" cy="493434"/>
          </a:xfrm>
        </p:grpSpPr>
        <p:pic>
          <p:nvPicPr>
            <p:cNvPr id="106" name="Graphic 105">
              <a:extLst>
                <a:ext uri="{FF2B5EF4-FFF2-40B4-BE49-F238E27FC236}">
                  <a16:creationId xmlns:a16="http://schemas.microsoft.com/office/drawing/2014/main" id="{7C4BEA7E-4BA4-415D-A367-59DDACC8EFF8}"/>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1"/>
                </a:ext>
              </a:extLst>
            </a:blip>
            <a:srcRect b="45556"/>
            <a:stretch/>
          </p:blipFill>
          <p:spPr>
            <a:xfrm>
              <a:off x="4689941" y="2499470"/>
              <a:ext cx="596554" cy="324787"/>
            </a:xfrm>
            <a:prstGeom prst="rect">
              <a:avLst/>
            </a:prstGeom>
          </p:spPr>
        </p:pic>
        <p:pic>
          <p:nvPicPr>
            <p:cNvPr id="111" name="Graphic 110">
              <a:extLst>
                <a:ext uri="{FF2B5EF4-FFF2-40B4-BE49-F238E27FC236}">
                  <a16:creationId xmlns:a16="http://schemas.microsoft.com/office/drawing/2014/main" id="{07A5EF22-CE4E-48FC-8048-DA83FE5587DD}"/>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1"/>
                </a:ext>
              </a:extLst>
            </a:blip>
            <a:srcRect t="67512"/>
            <a:stretch/>
          </p:blipFill>
          <p:spPr>
            <a:xfrm>
              <a:off x="4717057" y="2816712"/>
              <a:ext cx="542322" cy="176192"/>
            </a:xfrm>
            <a:prstGeom prst="rect">
              <a:avLst/>
            </a:prstGeom>
          </p:spPr>
        </p:pic>
      </p:grpSp>
      <p:pic>
        <p:nvPicPr>
          <p:cNvPr id="6" name="Picture 18" descr="https://brandportal.infineon.com/media/cache/lowres/assets/14/174/67d9524fc33e4.eps.png">
            <a:extLst>
              <a:ext uri="{FF2B5EF4-FFF2-40B4-BE49-F238E27FC236}">
                <a16:creationId xmlns:a16="http://schemas.microsoft.com/office/drawing/2014/main" id="{8D95FBE8-E84D-F8A1-EE11-22F1C991F8DD}"/>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858103" y="2737753"/>
            <a:ext cx="493998" cy="49399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ogo of a building with a gear&#10;&#10;AI-generated content may be incorrect.">
            <a:extLst>
              <a:ext uri="{FF2B5EF4-FFF2-40B4-BE49-F238E27FC236}">
                <a16:creationId xmlns:a16="http://schemas.microsoft.com/office/drawing/2014/main" id="{28237663-D0FA-5A34-2BFA-6F154861B32B}"/>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8881361" y="2758896"/>
            <a:ext cx="451712" cy="451712"/>
          </a:xfrm>
          <a:prstGeom prst="rect">
            <a:avLst/>
          </a:prstGeom>
        </p:spPr>
      </p:pic>
      <p:pic>
        <p:nvPicPr>
          <p:cNvPr id="8" name="Picture 7" descr="A green and black logo&#10;&#10;AI-generated content may be incorrect.">
            <a:extLst>
              <a:ext uri="{FF2B5EF4-FFF2-40B4-BE49-F238E27FC236}">
                <a16:creationId xmlns:a16="http://schemas.microsoft.com/office/drawing/2014/main" id="{6D204BB3-6628-9421-F800-6BAAD347F3CC}"/>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8394091" y="2758896"/>
            <a:ext cx="451712" cy="451712"/>
          </a:xfrm>
          <a:prstGeom prst="rect">
            <a:avLst/>
          </a:prstGeom>
        </p:spPr>
      </p:pic>
      <p:pic>
        <p:nvPicPr>
          <p:cNvPr id="9" name="Picture 8">
            <a:extLst>
              <a:ext uri="{FF2B5EF4-FFF2-40B4-BE49-F238E27FC236}">
                <a16:creationId xmlns:a16="http://schemas.microsoft.com/office/drawing/2014/main" id="{E60E39AF-994A-8A4A-E9A7-DF5A326A3A0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365727" y="2759598"/>
            <a:ext cx="450309" cy="450309"/>
          </a:xfrm>
          <a:prstGeom prst="rect">
            <a:avLst/>
          </a:prstGeom>
        </p:spPr>
      </p:pic>
      <p:pic>
        <p:nvPicPr>
          <p:cNvPr id="10" name="Picture 9" descr="A green and black sign with a plug&#10;&#10;AI-generated content may be incorrect.">
            <a:extLst>
              <a:ext uri="{FF2B5EF4-FFF2-40B4-BE49-F238E27FC236}">
                <a16:creationId xmlns:a16="http://schemas.microsoft.com/office/drawing/2014/main" id="{958B1157-54D2-2E45-1DA2-AE7E180D586F}"/>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9347743" y="2758896"/>
            <a:ext cx="451712" cy="451712"/>
          </a:xfrm>
          <a:prstGeom prst="rect">
            <a:avLst/>
          </a:prstGeom>
        </p:spPr>
      </p:pic>
      <p:cxnSp>
        <p:nvCxnSpPr>
          <p:cNvPr id="4" name="Straight Connector 3">
            <a:extLst>
              <a:ext uri="{FF2B5EF4-FFF2-40B4-BE49-F238E27FC236}">
                <a16:creationId xmlns:a16="http://schemas.microsoft.com/office/drawing/2014/main" id="{A90853D5-3EE8-D812-EC3D-F1BF84173DBB}"/>
              </a:ext>
            </a:extLst>
          </p:cNvPr>
          <p:cNvCxnSpPr>
            <a:cxnSpLocks/>
          </p:cNvCxnSpPr>
          <p:nvPr/>
        </p:nvCxnSpPr>
        <p:spPr>
          <a:xfrm flipV="1">
            <a:off x="2398594" y="1276403"/>
            <a:ext cx="0" cy="486000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4189DDA-19A3-8ADF-9074-96C0A8BDCDFE}"/>
              </a:ext>
            </a:extLst>
          </p:cNvPr>
          <p:cNvSpPr/>
          <p:nvPr>
            <p:custDataLst>
              <p:tags r:id="rId10"/>
            </p:custDataLst>
          </p:nvPr>
        </p:nvSpPr>
        <p:spPr bwMode="auto">
          <a:xfrm>
            <a:off x="521958" y="1204212"/>
            <a:ext cx="1785195" cy="1285885"/>
          </a:xfrm>
          <a:prstGeom prst="rect">
            <a:avLst/>
          </a:prstGeom>
          <a:noFill/>
          <a:ln w="9525">
            <a:noFill/>
            <a:miter lim="800000"/>
            <a:headEnd/>
            <a:tailEnd/>
          </a:ln>
        </p:spPr>
        <p:txBody>
          <a:bodyPr wrap="square" lIns="72000" tIns="72000" rIns="73152" bIns="72000" rtlCol="0" anchor="t"/>
          <a:lstStyle/>
          <a:p>
            <a:pPr defTabSz="576000" eaLnBrk="0" hangingPunct="0">
              <a:lnSpc>
                <a:spcPct val="110000"/>
              </a:lnSpc>
              <a:spcBef>
                <a:spcPts val="0"/>
              </a:spcBef>
              <a:spcAft>
                <a:spcPts val="300"/>
              </a:spcAft>
              <a:defRPr/>
            </a:pPr>
            <a:r>
              <a:rPr lang="en-US" b="1" dirty="0">
                <a:solidFill>
                  <a:srgbClr val="0A8276"/>
                </a:solidFill>
                <a:latin typeface="Arial"/>
                <a:cs typeface="Arial"/>
              </a:rPr>
              <a:t>PSOC™ Control C1</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Arm® M0 48 MHz </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Entry-level product for simple motor control</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38- to 48-pin TSSOP, QFN &amp; QFP packages</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r>
              <a:rPr lang="en-US" altLang="en-US" sz="1050" dirty="0">
                <a:latin typeface="+mn-lt"/>
              </a:rPr>
              <a:t>Lead applications:</a:t>
            </a:r>
          </a:p>
          <a:p>
            <a:pPr marL="228600" indent="-169863" defTabSz="576000">
              <a:lnSpc>
                <a:spcPct val="110000"/>
              </a:lnSpc>
              <a:spcBef>
                <a:spcPts val="0"/>
              </a:spcBef>
              <a:spcAft>
                <a:spcPts val="300"/>
              </a:spcAft>
              <a:buClr>
                <a:srgbClr val="0A8276"/>
              </a:buClr>
              <a:buSzPct val="100000"/>
              <a:buFont typeface="Arial" panose="020B0604020202020204" pitchFamily="34" charset="0"/>
              <a:buChar char="‒"/>
              <a:defRPr/>
            </a:pPr>
            <a:endParaRPr lang="en-US" sz="1100" dirty="0">
              <a:solidFill>
                <a:srgbClr val="1D1D1D"/>
              </a:solidFill>
              <a:latin typeface="Arial"/>
            </a:endParaRPr>
          </a:p>
        </p:txBody>
      </p:sp>
      <p:grpSp>
        <p:nvGrpSpPr>
          <p:cNvPr id="15" name="Group 14">
            <a:extLst>
              <a:ext uri="{FF2B5EF4-FFF2-40B4-BE49-F238E27FC236}">
                <a16:creationId xmlns:a16="http://schemas.microsoft.com/office/drawing/2014/main" id="{C52B1592-E0A5-B282-80F8-341219B19F56}"/>
              </a:ext>
            </a:extLst>
          </p:cNvPr>
          <p:cNvGrpSpPr>
            <a:grpSpLocks/>
          </p:cNvGrpSpPr>
          <p:nvPr/>
        </p:nvGrpSpPr>
        <p:grpSpPr>
          <a:xfrm>
            <a:off x="1085782" y="5254171"/>
            <a:ext cx="725165" cy="743758"/>
            <a:chOff x="213298" y="1174954"/>
            <a:chExt cx="797682" cy="818134"/>
          </a:xfrm>
          <a:solidFill>
            <a:srgbClr val="3B9B91"/>
          </a:solidFill>
        </p:grpSpPr>
        <p:sp>
          <p:nvSpPr>
            <p:cNvPr id="16" name="Rectangle: Rounded Corners 15">
              <a:extLst>
                <a:ext uri="{FF2B5EF4-FFF2-40B4-BE49-F238E27FC236}">
                  <a16:creationId xmlns:a16="http://schemas.microsoft.com/office/drawing/2014/main" id="{AD93B062-A03F-41E0-10FA-02F764E059F9}"/>
                </a:ext>
              </a:extLst>
            </p:cNvPr>
            <p:cNvSpPr>
              <a:spLocks noChangeAspect="1"/>
            </p:cNvSpPr>
            <p:nvPr/>
          </p:nvSpPr>
          <p:spPr bwMode="auto">
            <a:xfrm>
              <a:off x="213298" y="1174954"/>
              <a:ext cx="797682" cy="818134"/>
            </a:xfrm>
            <a:prstGeom prst="roundRect">
              <a:avLst/>
            </a:prstGeom>
            <a:grpFill/>
            <a:ln w="9525">
              <a:noFill/>
              <a:miter lim="800000"/>
              <a:headEnd/>
              <a:tailEnd/>
            </a:ln>
          </p:spPr>
          <p:txBody>
            <a:bodyPr wrap="square" lIns="0" tIns="36000" rIns="0" bIns="36000" rtlCol="0" anchor="b"/>
            <a:lstStyle/>
            <a:p>
              <a:pPr algn="ctr" defTabSz="576000" eaLnBrk="0" hangingPunct="0"/>
              <a:r>
                <a:rPr lang="de-DE" sz="1050" b="1" dirty="0">
                  <a:ln w="19050">
                    <a:noFill/>
                    <a:prstDash val="solid"/>
                  </a:ln>
                  <a:solidFill>
                    <a:schemeClr val="bg1"/>
                  </a:solidFill>
                </a:rPr>
                <a:t>PSOC</a:t>
              </a:r>
              <a:r>
                <a:rPr lang="de-DE" sz="1050" b="1" baseline="30000" dirty="0">
                  <a:ln w="19050">
                    <a:noFill/>
                    <a:prstDash val="solid"/>
                  </a:ln>
                  <a:solidFill>
                    <a:schemeClr val="bg1"/>
                  </a:solidFill>
                </a:rPr>
                <a:t>TM </a:t>
              </a:r>
              <a:br>
                <a:rPr lang="de-DE" sz="1050" b="1" dirty="0">
                  <a:ln w="19050">
                    <a:noFill/>
                    <a:prstDash val="solid"/>
                  </a:ln>
                  <a:solidFill>
                    <a:schemeClr val="bg1"/>
                  </a:solidFill>
                </a:rPr>
              </a:br>
              <a:r>
                <a:rPr lang="de-DE" sz="1050" b="1" dirty="0">
                  <a:ln w="19050">
                    <a:noFill/>
                    <a:prstDash val="solid"/>
                  </a:ln>
                  <a:solidFill>
                    <a:schemeClr val="bg1"/>
                  </a:solidFill>
                </a:rPr>
                <a:t>C1M2-3</a:t>
              </a:r>
              <a:endParaRPr lang="en-US" sz="1050" b="1" dirty="0">
                <a:ln w="19050">
                  <a:noFill/>
                  <a:prstDash val="solid"/>
                </a:ln>
                <a:solidFill>
                  <a:schemeClr val="bg1"/>
                </a:solidFill>
              </a:endParaRPr>
            </a:p>
          </p:txBody>
        </p:sp>
        <p:pic>
          <p:nvPicPr>
            <p:cNvPr id="17" name="Picture 16" descr="A blue and white sign with white text&#10;&#10;Description automatically generated">
              <a:extLst>
                <a:ext uri="{FF2B5EF4-FFF2-40B4-BE49-F238E27FC236}">
                  <a16:creationId xmlns:a16="http://schemas.microsoft.com/office/drawing/2014/main" id="{186E2C6E-5A69-3DE9-1618-0CADDB720A30}"/>
                </a:ext>
              </a:extLst>
            </p:cNvPr>
            <p:cNvPicPr>
              <a:picLocks noChangeAspect="1"/>
            </p:cNvPicPr>
            <p:nvPr/>
          </p:nvPicPr>
          <p:blipFill rotWithShape="1">
            <a:blip r:embed="rId16">
              <a:extLst>
                <a:ext uri="{BEBA8EAE-BF5A-486C-A8C5-ECC9F3942E4B}">
                  <a14:imgProps xmlns:a14="http://schemas.microsoft.com/office/drawing/2010/main">
                    <a14:imgLayer r:embed="rId17">
                      <a14:imgEffect>
                        <a14:backgroundRemoval t="10000" b="90000" l="10000" r="90000">
                          <a14:foregroundMark x1="22101" y1="18933" x2="22101" y2="18933"/>
                          <a14:foregroundMark x1="29076" y1="16867" x2="29076" y2="16867"/>
                          <a14:foregroundMark x1="34511" y1="15200" x2="34511" y2="15200"/>
                          <a14:foregroundMark x1="48279" y1="13400" x2="48279" y2="13400"/>
                          <a14:foregroundMark x1="27717" y1="22600" x2="27717" y2="22600"/>
                          <a14:foregroundMark x1="31612" y1="22333" x2="31612" y2="22333"/>
                          <a14:foregroundMark x1="39855" y1="20267" x2="39855" y2="20267"/>
                          <a14:foregroundMark x1="45199" y1="22133" x2="45199" y2="22133"/>
                          <a14:foregroundMark x1="45199" y1="18400" x2="45199" y2="18400"/>
                          <a14:foregroundMark x1="49728" y1="21667" x2="49728" y2="21667"/>
                          <a14:foregroundMark x1="57156" y1="21600" x2="57156" y2="21600"/>
                          <a14:foregroundMark x1="64946" y1="21467" x2="64946" y2="21467"/>
                          <a14:foregroundMark x1="71649" y1="21267" x2="71649" y2="21267"/>
                          <a14:backgroundMark x1="58333" y1="22400" x2="58333" y2="22400"/>
                        </a14:backgroundRemoval>
                      </a14:imgEffect>
                    </a14:imgLayer>
                  </a14:imgProps>
                </a:ext>
                <a:ext uri="{28A0092B-C50C-407E-A947-70E740481C1C}">
                  <a14:useLocalDpi xmlns:a14="http://schemas.microsoft.com/office/drawing/2010/main" val="0"/>
                </a:ext>
              </a:extLst>
            </a:blip>
            <a:srcRect t="8387" b="62544"/>
            <a:stretch/>
          </p:blipFill>
          <p:spPr>
            <a:xfrm>
              <a:off x="282486" y="1261057"/>
              <a:ext cx="625228" cy="224808"/>
            </a:xfrm>
            <a:prstGeom prst="rect">
              <a:avLst/>
            </a:prstGeom>
            <a:grpFill/>
          </p:spPr>
        </p:pic>
      </p:grpSp>
      <p:pic>
        <p:nvPicPr>
          <p:cNvPr id="18" name="Picture 17">
            <a:extLst>
              <a:ext uri="{FF2B5EF4-FFF2-40B4-BE49-F238E27FC236}">
                <a16:creationId xmlns:a16="http://schemas.microsoft.com/office/drawing/2014/main" id="{35CAF72D-78CF-11A5-1F4B-4B3E33C8138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81000" y="2823760"/>
            <a:ext cx="450309" cy="450309"/>
          </a:xfrm>
          <a:prstGeom prst="rect">
            <a:avLst/>
          </a:prstGeom>
        </p:spPr>
      </p:pic>
      <p:pic>
        <p:nvPicPr>
          <p:cNvPr id="19" name="Picture 18">
            <a:extLst>
              <a:ext uri="{FF2B5EF4-FFF2-40B4-BE49-F238E27FC236}">
                <a16:creationId xmlns:a16="http://schemas.microsoft.com/office/drawing/2014/main" id="{C6388619-DFD6-40DA-7A54-FEF359433FC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291810" y="2823760"/>
            <a:ext cx="450309" cy="450309"/>
          </a:xfrm>
          <a:prstGeom prst="rect">
            <a:avLst/>
          </a:prstGeom>
        </p:spPr>
      </p:pic>
      <p:pic>
        <p:nvPicPr>
          <p:cNvPr id="20" name="Picture 19">
            <a:extLst>
              <a:ext uri="{FF2B5EF4-FFF2-40B4-BE49-F238E27FC236}">
                <a16:creationId xmlns:a16="http://schemas.microsoft.com/office/drawing/2014/main" id="{DA6EB000-E23A-ACEA-4FBC-B472C91F0DFB}"/>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79143" y="3321497"/>
            <a:ext cx="450309" cy="450309"/>
          </a:xfrm>
          <a:prstGeom prst="rect">
            <a:avLst/>
          </a:prstGeom>
        </p:spPr>
      </p:pic>
      <p:pic>
        <p:nvPicPr>
          <p:cNvPr id="21" name="Picture 20">
            <a:extLst>
              <a:ext uri="{FF2B5EF4-FFF2-40B4-BE49-F238E27FC236}">
                <a16:creationId xmlns:a16="http://schemas.microsoft.com/office/drawing/2014/main" id="{50952524-AA90-4448-7C1A-B3DD471469D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260073" y="3321497"/>
            <a:ext cx="450309" cy="450309"/>
          </a:xfrm>
          <a:prstGeom prst="rect">
            <a:avLst/>
          </a:prstGeom>
        </p:spPr>
      </p:pic>
    </p:spTree>
    <p:extLst>
      <p:ext uri="{BB962C8B-B14F-4D97-AF65-F5344CB8AC3E}">
        <p14:creationId xmlns:p14="http://schemas.microsoft.com/office/powerpoint/2010/main" val="49778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1C7DFB1-03EB-BA35-B8A9-55CF60A31E9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360" imgH="360" progId="TCLayout.ActiveDocument.1">
                  <p:embed/>
                </p:oleObj>
              </mc:Choice>
              <mc:Fallback>
                <p:oleObj name="think-cell Slide" r:id="rId55" imgW="360" imgH="360" progId="TCLayout.ActiveDocument.1">
                  <p:embed/>
                  <p:pic>
                    <p:nvPicPr>
                      <p:cNvPr id="8" name="think-cell data - do not delete" hidden="1">
                        <a:extLst>
                          <a:ext uri="{FF2B5EF4-FFF2-40B4-BE49-F238E27FC236}">
                            <a16:creationId xmlns:a16="http://schemas.microsoft.com/office/drawing/2014/main" id="{B1C7DFB1-03EB-BA35-B8A9-55CF60A31E97}"/>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C3997D9-C7E5-34B6-8AF4-DB4309B0E408}"/>
              </a:ext>
            </a:extLst>
          </p:cNvPr>
          <p:cNvSpPr>
            <a:spLocks noGrp="1"/>
          </p:cNvSpPr>
          <p:nvPr>
            <p:ph type="title"/>
          </p:nvPr>
        </p:nvSpPr>
        <p:spPr>
          <a:xfrm>
            <a:off x="335359" y="188720"/>
            <a:ext cx="10197907" cy="720000"/>
          </a:xfrm>
        </p:spPr>
        <p:txBody>
          <a:bodyPr vert="horz"/>
          <a:lstStyle/>
          <a:p>
            <a:r>
              <a:rPr kumimoji="0" lang="en-US" sz="2200" b="1" i="0" u="none" strike="noStrike" kern="0" cap="none" spc="0" normalizeH="0" baseline="0" noProof="0" dirty="0">
                <a:ln>
                  <a:noFill/>
                </a:ln>
                <a:solidFill>
                  <a:srgbClr val="0A8276"/>
                </a:solidFill>
                <a:effectLst/>
                <a:uLnTx/>
                <a:uFillTx/>
                <a:latin typeface="Arial"/>
                <a:cs typeface="Arial"/>
              </a:rPr>
              <a:t>PSOC™ Control Portfolio – </a:t>
            </a:r>
            <a:r>
              <a:rPr kumimoji="0" lang="en-US" sz="2200" b="0" i="0" u="none" strike="noStrike" kern="0" cap="none" spc="0" normalizeH="0" baseline="0" noProof="0" dirty="0">
                <a:ln>
                  <a:noFill/>
                </a:ln>
                <a:solidFill>
                  <a:srgbClr val="0A8276"/>
                </a:solidFill>
                <a:effectLst/>
                <a:uLnTx/>
                <a:uFillTx/>
                <a:latin typeface="Arial"/>
                <a:cs typeface="Arial"/>
              </a:rPr>
              <a:t>Launching several new microcontrollers in 2026 </a:t>
            </a:r>
            <a:br>
              <a:rPr kumimoji="0" lang="en-US" sz="2200" b="0" i="0" u="none" strike="noStrike" kern="0" cap="none" spc="0" normalizeH="0" baseline="0" noProof="0" dirty="0">
                <a:ln>
                  <a:noFill/>
                </a:ln>
                <a:solidFill>
                  <a:srgbClr val="0A8276"/>
                </a:solidFill>
                <a:effectLst/>
                <a:uLnTx/>
                <a:uFillTx/>
                <a:latin typeface="Arial"/>
                <a:cs typeface="Arial"/>
              </a:rPr>
            </a:br>
            <a:r>
              <a:rPr kumimoji="0" lang="en-US" sz="2200" b="0" i="0" u="none" strike="noStrike" kern="0" cap="none" spc="0" normalizeH="0" baseline="0" noProof="0" dirty="0">
                <a:ln>
                  <a:noFill/>
                </a:ln>
                <a:solidFill>
                  <a:srgbClr val="0A8276"/>
                </a:solidFill>
                <a:effectLst/>
                <a:uLnTx/>
                <a:uFillTx/>
                <a:latin typeface="Arial"/>
                <a:cs typeface="Arial"/>
              </a:rPr>
              <a:t>to complete and expand PSOC™ Control C3 portfolio</a:t>
            </a:r>
            <a:endParaRPr lang="en-US" sz="2200" b="0" dirty="0"/>
          </a:p>
        </p:txBody>
      </p:sp>
      <p:sp>
        <p:nvSpPr>
          <p:cNvPr id="15" name="Rectangle 14">
            <a:extLst>
              <a:ext uri="{FF2B5EF4-FFF2-40B4-BE49-F238E27FC236}">
                <a16:creationId xmlns:a16="http://schemas.microsoft.com/office/drawing/2014/main" id="{1A8C2D27-94BD-CEF0-B719-901C60D6CD0D}"/>
              </a:ext>
            </a:extLst>
          </p:cNvPr>
          <p:cNvSpPr/>
          <p:nvPr>
            <p:custDataLst>
              <p:tags r:id="rId2"/>
            </p:custDataLst>
          </p:nvPr>
        </p:nvSpPr>
        <p:spPr bwMode="auto">
          <a:xfrm>
            <a:off x="333691" y="1268412"/>
            <a:ext cx="11523347" cy="5115321"/>
          </a:xfrm>
          <a:prstGeom prst="rect">
            <a:avLst/>
          </a:prstGeom>
          <a:noFill/>
          <a:ln w="9525">
            <a:noFill/>
            <a:miter lim="800000"/>
            <a:headEnd/>
            <a:tailEnd/>
          </a:ln>
        </p:spPr>
        <p:txBody>
          <a:bodyPr wrap="square" lIns="0" tIns="0" rIns="73152" bIns="72000" rtlCol="0"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marL="0" marR="0" lvl="0" indent="0" algn="l" defTabSz="576000" rtl="0" eaLnBrk="0" fontAlgn="base" latinLnBrk="0" hangingPunct="0">
              <a:lnSpc>
                <a:spcPct val="100000"/>
              </a:lnSpc>
              <a:spcBef>
                <a:spcPts val="0"/>
              </a:spcBef>
              <a:spcAft>
                <a:spcPts val="500"/>
              </a:spcAft>
              <a:buNone/>
              <a:tabLst/>
              <a:defRPr/>
            </a:pPr>
            <a:r>
              <a:rPr kumimoji="0" lang="en-US" sz="1600" b="1" i="0" u="none" strike="noStrike" kern="1200" cap="none" spc="0" normalizeH="0" baseline="0" noProof="0" dirty="0">
                <a:ln>
                  <a:noFill/>
                </a:ln>
                <a:solidFill>
                  <a:schemeClr val="tx2"/>
                </a:solidFill>
                <a:effectLst/>
                <a:uLnTx/>
                <a:uFillTx/>
                <a:latin typeface="Arial"/>
                <a:ea typeface="+mn-ea"/>
                <a:cs typeface="Arial"/>
              </a:rPr>
              <a:t>PSOC™ Control Portfolio</a:t>
            </a:r>
            <a:endParaRPr kumimoji="0" lang="en-US" sz="1400" b="1" i="0" u="none" strike="noStrike" kern="1200" cap="none" spc="0" normalizeH="0" baseline="0" noProof="0" dirty="0">
              <a:ln>
                <a:noFill/>
              </a:ln>
              <a:solidFill>
                <a:schemeClr val="tx2"/>
              </a:solidFill>
              <a:effectLst/>
              <a:uLnTx/>
              <a:uFillTx/>
              <a:latin typeface="Arial"/>
              <a:cs typeface="Arial"/>
            </a:endParaRPr>
          </a:p>
        </p:txBody>
      </p:sp>
      <p:cxnSp>
        <p:nvCxnSpPr>
          <p:cNvPr id="7" name="Straight Arrow Connector 6">
            <a:extLst>
              <a:ext uri="{FF2B5EF4-FFF2-40B4-BE49-F238E27FC236}">
                <a16:creationId xmlns:a16="http://schemas.microsoft.com/office/drawing/2014/main" id="{349F1007-9336-468E-ACD6-66F64458351E}"/>
              </a:ext>
            </a:extLst>
          </p:cNvPr>
          <p:cNvCxnSpPr>
            <a:cxnSpLocks/>
          </p:cNvCxnSpPr>
          <p:nvPr/>
        </p:nvCxnSpPr>
        <p:spPr>
          <a:xfrm flipV="1">
            <a:off x="573041" y="1675279"/>
            <a:ext cx="0" cy="1727457"/>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1F309B9B-CDD4-483D-9F26-2B1DDD103453}"/>
              </a:ext>
            </a:extLst>
          </p:cNvPr>
          <p:cNvSpPr txBox="1"/>
          <p:nvPr>
            <p:custDataLst>
              <p:tags r:id="rId3"/>
            </p:custDataLst>
          </p:nvPr>
        </p:nvSpPr>
        <p:spPr bwMode="auto">
          <a:xfrm rot="16200000">
            <a:off x="-725105" y="4610370"/>
            <a:ext cx="2596293" cy="259340"/>
          </a:xfrm>
          <a:prstGeom prst="rect">
            <a:avLst/>
          </a:prstGeom>
          <a:solidFill>
            <a:schemeClr val="bg1"/>
          </a:solidFill>
          <a:ln w="9525">
            <a:noFill/>
            <a:miter lim="800000"/>
            <a:headEnd/>
            <a:tailEnd/>
          </a:ln>
          <a:effectLst/>
        </p:spPr>
        <p:txBody>
          <a:bodyPr wrap="square">
            <a:spAutoFit/>
          </a:bodyPr>
          <a:lstStyle/>
          <a:p>
            <a:pPr marL="0" marR="0" lvl="0" indent="0" algn="l" defTabSz="914126" rtl="0" eaLnBrk="0" fontAlgn="auto" latinLnBrk="0" hangingPunct="0">
              <a:spcBef>
                <a:spcPts val="0"/>
              </a:spcBef>
              <a:spcAft>
                <a:spcPts val="200"/>
              </a:spcAft>
              <a:buClr>
                <a:schemeClr val="accent2"/>
              </a:buClr>
              <a:buSzTx/>
              <a:buFont typeface="Wingdings" panose="05000000000000000000" pitchFamily="2" charset="2"/>
              <a:buNone/>
              <a:tabLst/>
              <a:defRPr/>
            </a:pPr>
            <a:r>
              <a:rPr kumimoji="0" lang="de-DE" sz="1100" b="1" i="0" u="none" strike="noStrike" kern="1200" cap="none" spc="0" normalizeH="0" baseline="0" noProof="0" dirty="0">
                <a:ln>
                  <a:noFill/>
                </a:ln>
                <a:solidFill>
                  <a:schemeClr val="bg2"/>
                </a:solidFill>
                <a:effectLst/>
                <a:uLnTx/>
                <a:uFillTx/>
                <a:latin typeface="+mn-lt"/>
                <a:ea typeface="+mn-ea"/>
                <a:cs typeface="+mn-cs"/>
              </a:rPr>
              <a:t>Frequency/Real-Time Performance</a:t>
            </a:r>
            <a:endParaRPr kumimoji="0" lang="de-DE" sz="1100" i="0" u="none" strike="noStrike" kern="1200" cap="none" spc="0" normalizeH="0" noProof="0" dirty="0">
              <a:ln>
                <a:noFill/>
              </a:ln>
              <a:solidFill>
                <a:schemeClr val="bg2"/>
              </a:solidFill>
              <a:effectLst/>
              <a:uLnTx/>
              <a:uFillTx/>
              <a:latin typeface="+mn-lt"/>
              <a:ea typeface="+mn-ea"/>
              <a:cs typeface="+mn-cs"/>
            </a:endParaRPr>
          </a:p>
        </p:txBody>
      </p:sp>
      <p:cxnSp>
        <p:nvCxnSpPr>
          <p:cNvPr id="4" name="Straight Connector 3">
            <a:extLst>
              <a:ext uri="{FF2B5EF4-FFF2-40B4-BE49-F238E27FC236}">
                <a16:creationId xmlns:a16="http://schemas.microsoft.com/office/drawing/2014/main" id="{B4AA0E26-D212-5D80-FB37-7FA1970BA902}"/>
              </a:ext>
            </a:extLst>
          </p:cNvPr>
          <p:cNvCxnSpPr>
            <a:cxnSpLocks/>
          </p:cNvCxnSpPr>
          <p:nvPr/>
        </p:nvCxnSpPr>
        <p:spPr>
          <a:xfrm>
            <a:off x="919415" y="2922985"/>
            <a:ext cx="10836000"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4E6F3AD-618F-3211-C060-6F1DCAA8583C}"/>
              </a:ext>
            </a:extLst>
          </p:cNvPr>
          <p:cNvCxnSpPr>
            <a:cxnSpLocks/>
          </p:cNvCxnSpPr>
          <p:nvPr/>
        </p:nvCxnSpPr>
        <p:spPr>
          <a:xfrm>
            <a:off x="919415" y="4362551"/>
            <a:ext cx="10836000"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B13A774-8980-462A-A603-5A3F6E889DAC}"/>
              </a:ext>
            </a:extLst>
          </p:cNvPr>
          <p:cNvGrpSpPr/>
          <p:nvPr/>
        </p:nvGrpSpPr>
        <p:grpSpPr>
          <a:xfrm>
            <a:off x="4838623" y="1365427"/>
            <a:ext cx="6355653" cy="197725"/>
            <a:chOff x="579492" y="1827314"/>
            <a:chExt cx="6525934" cy="192686"/>
          </a:xfrm>
        </p:grpSpPr>
        <p:sp>
          <p:nvSpPr>
            <p:cNvPr id="70" name="Rectangle: Rounded Corners 69">
              <a:extLst>
                <a:ext uri="{FF2B5EF4-FFF2-40B4-BE49-F238E27FC236}">
                  <a16:creationId xmlns:a16="http://schemas.microsoft.com/office/drawing/2014/main" id="{9FF25DCE-02B1-523D-32F4-A9C28747542F}"/>
                </a:ext>
              </a:extLst>
            </p:cNvPr>
            <p:cNvSpPr/>
            <p:nvPr>
              <p:custDataLst>
                <p:tags r:id="rId47"/>
              </p:custDataLst>
            </p:nvPr>
          </p:nvSpPr>
          <p:spPr bwMode="auto">
            <a:xfrm>
              <a:off x="2389470" y="1827314"/>
              <a:ext cx="200731" cy="191561"/>
            </a:xfrm>
            <a:prstGeom prst="roundRect">
              <a:avLst/>
            </a:prstGeom>
            <a:solidFill>
              <a:srgbClr val="6CB4AD"/>
            </a:solidFill>
            <a:ln w="9525" cap="flat" cmpd="sng" algn="ctr">
              <a:noFill/>
              <a:prstDash val="solid"/>
              <a:headEnd type="none" w="med" len="med"/>
              <a:tailEnd type="none" w="med" len="med"/>
            </a:ln>
            <a:effectLst/>
          </p:spPr>
          <p:txBody>
            <a:bodyPr vert="horz" wrap="none" lIns="0" tIns="0" rIns="0" bIns="0" numCol="1" rtlCol="0" anchor="b" anchorCtr="0" compatLnSpc="1">
              <a:prstTxWarp prst="textNoShape">
                <a:avLst/>
              </a:prstTxWarp>
            </a:bodyPr>
            <a:lstStyle/>
            <a:p>
              <a:pPr lvl="0" algn="ctr" defTabSz="914104" eaLnBrk="0" hangingPunct="0">
                <a:defRPr/>
              </a:pPr>
              <a:endParaRPr lang="en-US" sz="1000" b="1" dirty="0">
                <a:solidFill>
                  <a:srgbClr val="FFFFFF"/>
                </a:solidFill>
              </a:endParaRPr>
            </a:p>
          </p:txBody>
        </p:sp>
        <p:sp>
          <p:nvSpPr>
            <p:cNvPr id="73" name="TextBox 72">
              <a:extLst>
                <a:ext uri="{FF2B5EF4-FFF2-40B4-BE49-F238E27FC236}">
                  <a16:creationId xmlns:a16="http://schemas.microsoft.com/office/drawing/2014/main" id="{339F8AFA-5B23-8FD0-B20F-47EBE50FB22B}"/>
                </a:ext>
              </a:extLst>
            </p:cNvPr>
            <p:cNvSpPr txBox="1"/>
            <p:nvPr>
              <p:custDataLst>
                <p:tags r:id="rId48"/>
              </p:custDataLst>
            </p:nvPr>
          </p:nvSpPr>
          <p:spPr bwMode="auto">
            <a:xfrm>
              <a:off x="2659707" y="1853749"/>
              <a:ext cx="1992772" cy="161583"/>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spcBef>
                  <a:spcPts val="0"/>
                </a:spcBef>
                <a:spcAft>
                  <a:spcPts val="100"/>
                </a:spcAft>
                <a:buClr>
                  <a:schemeClr val="tx2"/>
                </a:buClr>
              </a:pPr>
              <a:r>
                <a:rPr lang="de-DE" sz="1000" b="1" kern="0" baseline="0" dirty="0">
                  <a:solidFill>
                    <a:srgbClr val="3B9B91"/>
                  </a:solidFill>
                  <a:latin typeface="+mn-lt"/>
                  <a:ea typeface="+mn-ea"/>
                  <a:cs typeface="+mn-cs"/>
                </a:rPr>
                <a:t>In Development</a:t>
              </a:r>
              <a:endParaRPr lang="de-DE" sz="1000" kern="0" baseline="0" dirty="0">
                <a:solidFill>
                  <a:srgbClr val="3B9B91"/>
                </a:solidFill>
                <a:latin typeface="+mn-lt"/>
                <a:ea typeface="+mn-ea"/>
                <a:cs typeface="+mn-cs"/>
              </a:endParaRPr>
            </a:p>
          </p:txBody>
        </p:sp>
        <p:sp>
          <p:nvSpPr>
            <p:cNvPr id="76" name="Rectangle: Rounded Corners 75">
              <a:extLst>
                <a:ext uri="{FF2B5EF4-FFF2-40B4-BE49-F238E27FC236}">
                  <a16:creationId xmlns:a16="http://schemas.microsoft.com/office/drawing/2014/main" id="{ED3FEEA3-BE4E-40A1-A98B-586BB4E07B2B}"/>
                </a:ext>
              </a:extLst>
            </p:cNvPr>
            <p:cNvSpPr/>
            <p:nvPr>
              <p:custDataLst>
                <p:tags r:id="rId49"/>
              </p:custDataLst>
            </p:nvPr>
          </p:nvSpPr>
          <p:spPr bwMode="auto">
            <a:xfrm>
              <a:off x="579492" y="1828439"/>
              <a:ext cx="200731" cy="191561"/>
            </a:xfrm>
            <a:prstGeom prst="roundRect">
              <a:avLst/>
            </a:prstGeom>
            <a:solidFill>
              <a:schemeClr val="tx2"/>
            </a:solidFill>
            <a:ln w="9525" cap="flat" cmpd="sng" algn="ctr">
              <a:noFill/>
              <a:prstDash val="solid"/>
              <a:headEnd type="none" w="med" len="med"/>
              <a:tailEnd type="none" w="med" len="med"/>
            </a:ln>
            <a:effectLst/>
          </p:spPr>
          <p:txBody>
            <a:bodyPr vert="horz" wrap="none" lIns="0" tIns="0" rIns="0" bIns="0" numCol="1" rtlCol="0" anchor="b" anchorCtr="0" compatLnSpc="1">
              <a:prstTxWarp prst="textNoShape">
                <a:avLst/>
              </a:prstTxWarp>
            </a:bodyPr>
            <a:lstStyle/>
            <a:p>
              <a:pPr lvl="0" algn="ctr" defTabSz="914104" eaLnBrk="0" hangingPunct="0">
                <a:defRPr/>
              </a:pPr>
              <a:endParaRPr lang="en-US" sz="1000" b="1" dirty="0">
                <a:solidFill>
                  <a:srgbClr val="FFFFFF"/>
                </a:solidFill>
              </a:endParaRPr>
            </a:p>
          </p:txBody>
        </p:sp>
        <p:sp>
          <p:nvSpPr>
            <p:cNvPr id="78" name="TextBox 77">
              <a:extLst>
                <a:ext uri="{FF2B5EF4-FFF2-40B4-BE49-F238E27FC236}">
                  <a16:creationId xmlns:a16="http://schemas.microsoft.com/office/drawing/2014/main" id="{E6F30D26-B6AF-4350-AE8E-9A24867E5ADE}"/>
                </a:ext>
              </a:extLst>
            </p:cNvPr>
            <p:cNvSpPr txBox="1"/>
            <p:nvPr>
              <p:custDataLst>
                <p:tags r:id="rId50"/>
              </p:custDataLst>
            </p:nvPr>
          </p:nvSpPr>
          <p:spPr bwMode="auto">
            <a:xfrm>
              <a:off x="849728" y="1854881"/>
              <a:ext cx="1436271" cy="161583"/>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spcBef>
                  <a:spcPts val="0"/>
                </a:spcBef>
                <a:spcAft>
                  <a:spcPts val="100"/>
                </a:spcAft>
                <a:buClr>
                  <a:schemeClr val="tx2"/>
                </a:buClr>
              </a:pPr>
              <a:r>
                <a:rPr lang="de-DE" sz="1000" b="1" kern="0" baseline="0" dirty="0">
                  <a:solidFill>
                    <a:schemeClr val="tx2"/>
                  </a:solidFill>
                  <a:latin typeface="+mn-lt"/>
                  <a:ea typeface="+mn-ea"/>
                  <a:cs typeface="+mn-cs"/>
                </a:rPr>
                <a:t>Available/Sampling</a:t>
              </a:r>
              <a:endParaRPr lang="de-DE" sz="1000" kern="0" baseline="0" dirty="0">
                <a:solidFill>
                  <a:schemeClr val="tx2"/>
                </a:solidFill>
                <a:latin typeface="+mn-lt"/>
                <a:ea typeface="+mn-ea"/>
                <a:cs typeface="+mn-cs"/>
              </a:endParaRPr>
            </a:p>
          </p:txBody>
        </p:sp>
        <p:sp>
          <p:nvSpPr>
            <p:cNvPr id="12" name="Rectangle: Rounded Corners 11">
              <a:extLst>
                <a:ext uri="{FF2B5EF4-FFF2-40B4-BE49-F238E27FC236}">
                  <a16:creationId xmlns:a16="http://schemas.microsoft.com/office/drawing/2014/main" id="{A7A91E6C-327B-4FEB-966E-74F2C4767303}"/>
                </a:ext>
              </a:extLst>
            </p:cNvPr>
            <p:cNvSpPr/>
            <p:nvPr>
              <p:custDataLst>
                <p:tags r:id="rId51"/>
              </p:custDataLst>
            </p:nvPr>
          </p:nvSpPr>
          <p:spPr bwMode="auto">
            <a:xfrm>
              <a:off x="3973372" y="1827314"/>
              <a:ext cx="200731" cy="191561"/>
            </a:xfrm>
            <a:prstGeom prst="roundRect">
              <a:avLst/>
            </a:prstGeom>
            <a:solidFill>
              <a:schemeClr val="bg2"/>
            </a:solidFill>
            <a:ln w="9525" cap="flat" cmpd="sng" algn="ctr">
              <a:noFill/>
              <a:prstDash val="solid"/>
              <a:headEnd type="none" w="med" len="med"/>
              <a:tailEnd type="none" w="med" len="med"/>
            </a:ln>
            <a:effectLst/>
          </p:spPr>
          <p:txBody>
            <a:bodyPr vert="horz" wrap="none" lIns="0" tIns="0" rIns="0" bIns="0" numCol="1" rtlCol="0" anchor="b" anchorCtr="0" compatLnSpc="1">
              <a:prstTxWarp prst="textNoShape">
                <a:avLst/>
              </a:prstTxWarp>
            </a:bodyPr>
            <a:lstStyle/>
            <a:p>
              <a:pPr lvl="0" algn="ctr" defTabSz="914104" eaLnBrk="0" hangingPunct="0">
                <a:defRPr/>
              </a:pPr>
              <a:endParaRPr lang="en-US" sz="1000" b="1" dirty="0">
                <a:solidFill>
                  <a:srgbClr val="FFFFFF"/>
                </a:solidFill>
              </a:endParaRPr>
            </a:p>
          </p:txBody>
        </p:sp>
        <p:sp>
          <p:nvSpPr>
            <p:cNvPr id="17" name="TextBox 16">
              <a:extLst>
                <a:ext uri="{FF2B5EF4-FFF2-40B4-BE49-F238E27FC236}">
                  <a16:creationId xmlns:a16="http://schemas.microsoft.com/office/drawing/2014/main" id="{C819BB3A-D8E5-26CD-5379-A66A1EFD8409}"/>
                </a:ext>
              </a:extLst>
            </p:cNvPr>
            <p:cNvSpPr txBox="1"/>
            <p:nvPr>
              <p:custDataLst>
                <p:tags r:id="rId52"/>
              </p:custDataLst>
            </p:nvPr>
          </p:nvSpPr>
          <p:spPr bwMode="auto">
            <a:xfrm>
              <a:off x="4243609" y="1853749"/>
              <a:ext cx="1047530" cy="161583"/>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spcBef>
                  <a:spcPts val="0"/>
                </a:spcBef>
                <a:spcAft>
                  <a:spcPts val="100"/>
                </a:spcAft>
                <a:buClr>
                  <a:schemeClr val="tx2"/>
                </a:buClr>
              </a:pPr>
              <a:r>
                <a:rPr lang="de-DE" sz="1000" b="1" kern="0" baseline="0" dirty="0">
                  <a:solidFill>
                    <a:schemeClr val="bg2"/>
                  </a:solidFill>
                  <a:latin typeface="+mn-lt"/>
                  <a:ea typeface="+mn-ea"/>
                  <a:cs typeface="+mn-cs"/>
                </a:rPr>
                <a:t>In Definition</a:t>
              </a:r>
              <a:endParaRPr lang="de-DE" sz="1000" kern="0" baseline="0" dirty="0">
                <a:solidFill>
                  <a:schemeClr val="bg2"/>
                </a:solidFill>
                <a:latin typeface="+mn-lt"/>
                <a:ea typeface="+mn-ea"/>
                <a:cs typeface="+mn-cs"/>
              </a:endParaRPr>
            </a:p>
          </p:txBody>
        </p:sp>
        <p:sp>
          <p:nvSpPr>
            <p:cNvPr id="52" name="TextBox 51">
              <a:extLst>
                <a:ext uri="{FF2B5EF4-FFF2-40B4-BE49-F238E27FC236}">
                  <a16:creationId xmlns:a16="http://schemas.microsoft.com/office/drawing/2014/main" id="{F9CBEA5A-21CA-7A28-3229-F7381B7BC81A}"/>
                </a:ext>
              </a:extLst>
            </p:cNvPr>
            <p:cNvSpPr txBox="1"/>
            <p:nvPr>
              <p:custDataLst>
                <p:tags r:id="rId53"/>
              </p:custDataLst>
            </p:nvPr>
          </p:nvSpPr>
          <p:spPr bwMode="auto">
            <a:xfrm>
              <a:off x="5491052" y="1827314"/>
              <a:ext cx="1614374" cy="179960"/>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spcBef>
                  <a:spcPts val="0"/>
                </a:spcBef>
                <a:spcAft>
                  <a:spcPts val="100"/>
                </a:spcAft>
                <a:buClr>
                  <a:schemeClr val="tx2"/>
                </a:buClr>
              </a:pPr>
              <a:r>
                <a:rPr lang="de-DE" sz="1200" b="1" kern="0" baseline="0" dirty="0">
                  <a:solidFill>
                    <a:sysClr val="windowText" lastClr="000000"/>
                  </a:solidFill>
                  <a:latin typeface="+mn-lt"/>
                  <a:ea typeface="+mn-ea"/>
                  <a:cs typeface="+mn-cs"/>
                </a:rPr>
                <a:t>Key Features</a:t>
              </a:r>
              <a:endParaRPr lang="de-DE" sz="1200" kern="0" baseline="0" dirty="0">
                <a:solidFill>
                  <a:sysClr val="windowText" lastClr="000000"/>
                </a:solidFill>
                <a:latin typeface="+mn-lt"/>
                <a:ea typeface="+mn-ea"/>
                <a:cs typeface="+mn-cs"/>
              </a:endParaRPr>
            </a:p>
          </p:txBody>
        </p:sp>
      </p:grpSp>
      <p:cxnSp>
        <p:nvCxnSpPr>
          <p:cNvPr id="14" name="Straight Arrow Connector 13">
            <a:extLst>
              <a:ext uri="{FF2B5EF4-FFF2-40B4-BE49-F238E27FC236}">
                <a16:creationId xmlns:a16="http://schemas.microsoft.com/office/drawing/2014/main" id="{8E0EAFC2-6F81-429F-9042-9017FA394C04}"/>
              </a:ext>
            </a:extLst>
          </p:cNvPr>
          <p:cNvCxnSpPr>
            <a:cxnSpLocks/>
          </p:cNvCxnSpPr>
          <p:nvPr/>
        </p:nvCxnSpPr>
        <p:spPr>
          <a:xfrm>
            <a:off x="1791500" y="6034506"/>
            <a:ext cx="7682284" cy="0"/>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C04BCDB9-E525-57A2-6AAA-BE85EE8CDB45}"/>
              </a:ext>
            </a:extLst>
          </p:cNvPr>
          <p:cNvSpPr/>
          <p:nvPr>
            <p:custDataLst>
              <p:tags r:id="rId4"/>
            </p:custDataLst>
          </p:nvPr>
        </p:nvSpPr>
        <p:spPr bwMode="auto">
          <a:xfrm>
            <a:off x="912795" y="2348112"/>
            <a:ext cx="8520683" cy="2986788"/>
          </a:xfrm>
          <a:prstGeom prst="rect">
            <a:avLst/>
          </a:prstGeom>
          <a:noFill/>
          <a:ln w="12700">
            <a:solidFill>
              <a:schemeClr val="bg1">
                <a:lumMod val="85000"/>
              </a:schemeClr>
            </a:solidFill>
            <a:prstDash val="solid"/>
            <a:miter lim="800000"/>
            <a:headEnd/>
            <a:tailEnd/>
          </a:ln>
        </p:spPr>
        <p:txBody>
          <a:bodyPr wrap="square" lIns="96000" tIns="96000" rIns="96000" bIns="96000" rtlCol="0" anchor="ctr"/>
          <a:lstStyle/>
          <a:p>
            <a:pPr algn="ctr" defTabSz="914377" eaLnBrk="0" hangingPunct="0"/>
            <a:endParaRPr lang="en-US" sz="2000" dirty="0">
              <a:solidFill>
                <a:srgbClr val="000000"/>
              </a:solidFill>
              <a:latin typeface="Arial"/>
              <a:ea typeface="Verdana" pitchFamily="34" charset="0"/>
              <a:cs typeface="Verdana" pitchFamily="34" charset="0"/>
            </a:endParaRPr>
          </a:p>
        </p:txBody>
      </p:sp>
      <p:sp>
        <p:nvSpPr>
          <p:cNvPr id="103" name="Rectangle 102">
            <a:extLst>
              <a:ext uri="{FF2B5EF4-FFF2-40B4-BE49-F238E27FC236}">
                <a16:creationId xmlns:a16="http://schemas.microsoft.com/office/drawing/2014/main" id="{47DCDB85-A97B-9286-B1B0-2B6D6FCF9D4A}"/>
              </a:ext>
            </a:extLst>
          </p:cNvPr>
          <p:cNvSpPr/>
          <p:nvPr>
            <p:custDataLst>
              <p:tags r:id="rId5"/>
            </p:custDataLst>
          </p:nvPr>
        </p:nvSpPr>
        <p:spPr>
          <a:xfrm>
            <a:off x="1001995" y="2422610"/>
            <a:ext cx="4479090" cy="446276"/>
          </a:xfrm>
          <a:prstGeom prst="rect">
            <a:avLst/>
          </a:prstGeom>
        </p:spPr>
        <p:txBody>
          <a:bodyPr wrap="square">
            <a:spAutoFit/>
          </a:bodyPr>
          <a:lstStyle/>
          <a:p>
            <a:pPr defTabSz="914332" eaLnBrk="0" hangingPunct="0">
              <a:spcAft>
                <a:spcPts val="0"/>
              </a:spcAft>
            </a:pPr>
            <a:r>
              <a:rPr lang="en-US" sz="1200" b="1" dirty="0">
                <a:solidFill>
                  <a:schemeClr val="accent1"/>
                </a:solidFill>
              </a:rPr>
              <a:t>PSOC™ Control C3 Performance Line</a:t>
            </a:r>
          </a:p>
          <a:p>
            <a:pPr defTabSz="914332" eaLnBrk="0" hangingPunct="0">
              <a:spcAft>
                <a:spcPts val="600"/>
              </a:spcAft>
            </a:pPr>
            <a:r>
              <a:rPr lang="en-US" sz="1100" dirty="0">
                <a:solidFill>
                  <a:srgbClr val="000000"/>
                </a:solidFill>
                <a:latin typeface="Arial"/>
                <a:ea typeface="Verdana" pitchFamily="34" charset="0"/>
              </a:rPr>
              <a:t>180MHz single Cortex®-M33 with dual 200MHz PPCA</a:t>
            </a:r>
          </a:p>
        </p:txBody>
      </p:sp>
      <p:sp>
        <p:nvSpPr>
          <p:cNvPr id="101" name="Rectangle 100">
            <a:extLst>
              <a:ext uri="{FF2B5EF4-FFF2-40B4-BE49-F238E27FC236}">
                <a16:creationId xmlns:a16="http://schemas.microsoft.com/office/drawing/2014/main" id="{3197A2B1-468C-2184-5C1C-4A6B2AD5C911}"/>
              </a:ext>
            </a:extLst>
          </p:cNvPr>
          <p:cNvSpPr/>
          <p:nvPr>
            <p:custDataLst>
              <p:tags r:id="rId6"/>
            </p:custDataLst>
          </p:nvPr>
        </p:nvSpPr>
        <p:spPr bwMode="auto">
          <a:xfrm>
            <a:off x="4634678" y="4882180"/>
            <a:ext cx="2256205" cy="378000"/>
          </a:xfrm>
          <a:prstGeom prst="rect">
            <a:avLst/>
          </a:prstGeom>
          <a:solidFill>
            <a:srgbClr val="6CB4AD"/>
          </a:solidFill>
          <a:ln w="28575">
            <a:noFill/>
            <a:prstDash val="solid"/>
            <a:miter lim="800000"/>
            <a:headEnd/>
            <a:tailEnd/>
          </a:ln>
        </p:spPr>
        <p:txBody>
          <a:bodyPr wrap="square" lIns="36000" tIns="0" rIns="36000" bIns="0" rtlCol="0" anchor="ctr"/>
          <a:lstStyle/>
          <a:p>
            <a:pPr marL="360363" algn="ctr" defTabSz="914309" eaLnBrk="0" hangingPunct="0"/>
            <a:r>
              <a:rPr lang="en-US" sz="1000" dirty="0">
                <a:solidFill>
                  <a:schemeClr val="bg1"/>
                </a:solidFill>
                <a:ea typeface="Verdana" pitchFamily="34" charset="0"/>
              </a:rPr>
              <a:t>   128-256KB Flash</a:t>
            </a:r>
          </a:p>
          <a:p>
            <a:pPr marL="360363" algn="ctr" defTabSz="914309" eaLnBrk="0" hangingPunct="0"/>
            <a:r>
              <a:rPr lang="en-US" sz="1000" dirty="0">
                <a:solidFill>
                  <a:schemeClr val="bg1"/>
                </a:solidFill>
                <a:ea typeface="Verdana" pitchFamily="34" charset="0"/>
              </a:rPr>
              <a:t>   32-64KB RAM</a:t>
            </a:r>
          </a:p>
        </p:txBody>
      </p:sp>
      <p:sp>
        <p:nvSpPr>
          <p:cNvPr id="57" name="Rectangle 56">
            <a:extLst>
              <a:ext uri="{FF2B5EF4-FFF2-40B4-BE49-F238E27FC236}">
                <a16:creationId xmlns:a16="http://schemas.microsoft.com/office/drawing/2014/main" id="{E73F609D-D140-452E-9DFF-601CC4655684}"/>
              </a:ext>
            </a:extLst>
          </p:cNvPr>
          <p:cNvSpPr/>
          <p:nvPr>
            <p:custDataLst>
              <p:tags r:id="rId7"/>
            </p:custDataLst>
          </p:nvPr>
        </p:nvSpPr>
        <p:spPr bwMode="auto">
          <a:xfrm>
            <a:off x="4632187" y="4997165"/>
            <a:ext cx="1599075"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baseline="0" dirty="0">
                <a:solidFill>
                  <a:schemeClr val="bg1"/>
                </a:solidFill>
                <a:latin typeface="+mn-lt"/>
                <a:ea typeface="+mn-ea"/>
                <a:cs typeface="+mn-cs"/>
              </a:rPr>
              <a:t>C3P1/M1 </a:t>
            </a:r>
            <a:br>
              <a:rPr lang="en-US" sz="1000" b="1" baseline="0" dirty="0">
                <a:solidFill>
                  <a:schemeClr val="bg1"/>
                </a:solidFill>
                <a:latin typeface="+mn-lt"/>
                <a:ea typeface="+mn-ea"/>
                <a:cs typeface="+mn-cs"/>
              </a:rPr>
            </a:br>
            <a:endParaRPr lang="en-US" sz="1000" b="1" baseline="0" dirty="0">
              <a:solidFill>
                <a:schemeClr val="bg1"/>
              </a:solidFill>
              <a:latin typeface="+mn-lt"/>
              <a:ea typeface="+mn-ea"/>
              <a:cs typeface="+mn-cs"/>
            </a:endParaRPr>
          </a:p>
        </p:txBody>
      </p:sp>
      <p:sp>
        <p:nvSpPr>
          <p:cNvPr id="88" name="Rectangle 87">
            <a:extLst>
              <a:ext uri="{FF2B5EF4-FFF2-40B4-BE49-F238E27FC236}">
                <a16:creationId xmlns:a16="http://schemas.microsoft.com/office/drawing/2014/main" id="{1DB1ACEF-92C9-52A6-9AF1-ED65E8DB3B75}"/>
              </a:ext>
            </a:extLst>
          </p:cNvPr>
          <p:cNvSpPr/>
          <p:nvPr>
            <p:custDataLst>
              <p:tags r:id="rId8"/>
            </p:custDataLst>
          </p:nvPr>
        </p:nvSpPr>
        <p:spPr bwMode="auto">
          <a:xfrm>
            <a:off x="5544709" y="3459807"/>
            <a:ext cx="2152667" cy="378000"/>
          </a:xfrm>
          <a:prstGeom prst="rect">
            <a:avLst/>
          </a:prstGeom>
          <a:solidFill>
            <a:srgbClr val="0A8276"/>
          </a:solidFill>
          <a:ln w="12700">
            <a:noFill/>
            <a:miter lim="800000"/>
            <a:headEnd/>
            <a:tailEnd/>
          </a:ln>
        </p:spPr>
        <p:txBody>
          <a:bodyPr wrap="square" lIns="36000" tIns="0" rIns="36000" bIns="0" rtlCol="0" anchor="ctr"/>
          <a:lstStyle/>
          <a:p>
            <a:pPr marL="360363" algn="ctr" defTabSz="914309" eaLnBrk="0" hangingPunct="0"/>
            <a:r>
              <a:rPr lang="en-US" sz="1000" dirty="0">
                <a:solidFill>
                  <a:schemeClr val="bg1"/>
                </a:solidFill>
                <a:ea typeface="Verdana" pitchFamily="34" charset="0"/>
                <a:cs typeface="Verdana" pitchFamily="34" charset="0"/>
              </a:rPr>
              <a:t>128-256KB Flash</a:t>
            </a:r>
          </a:p>
          <a:p>
            <a:pPr marL="360363" algn="ctr" defTabSz="914309" eaLnBrk="0" hangingPunct="0"/>
            <a:r>
              <a:rPr lang="en-US" sz="1000" dirty="0">
                <a:solidFill>
                  <a:schemeClr val="bg1"/>
                </a:solidFill>
                <a:ea typeface="Verdana" pitchFamily="34" charset="0"/>
                <a:cs typeface="Verdana" pitchFamily="34" charset="0"/>
              </a:rPr>
              <a:t>64KB RAM</a:t>
            </a:r>
          </a:p>
        </p:txBody>
      </p:sp>
      <p:sp>
        <p:nvSpPr>
          <p:cNvPr id="91" name="Rectangle 90">
            <a:extLst>
              <a:ext uri="{FF2B5EF4-FFF2-40B4-BE49-F238E27FC236}">
                <a16:creationId xmlns:a16="http://schemas.microsoft.com/office/drawing/2014/main" id="{718D0838-56F4-1DD8-217F-D902B53CF0CC}"/>
              </a:ext>
            </a:extLst>
          </p:cNvPr>
          <p:cNvSpPr/>
          <p:nvPr>
            <p:custDataLst>
              <p:tags r:id="rId9"/>
            </p:custDataLst>
          </p:nvPr>
        </p:nvSpPr>
        <p:spPr bwMode="auto">
          <a:xfrm>
            <a:off x="5544709" y="2457802"/>
            <a:ext cx="2675784" cy="378000"/>
          </a:xfrm>
          <a:prstGeom prst="rect">
            <a:avLst/>
          </a:prstGeom>
          <a:solidFill>
            <a:schemeClr val="accent1"/>
          </a:solidFill>
          <a:ln w="12700">
            <a:noFill/>
            <a:prstDash val="solid"/>
            <a:miter lim="800000"/>
            <a:headEnd/>
            <a:tailEnd/>
          </a:ln>
        </p:spPr>
        <p:txBody>
          <a:bodyPr wrap="square" lIns="36000" tIns="0" rIns="96000" bIns="0" rtlCol="0" anchor="ctr"/>
          <a:lstStyle/>
          <a:p>
            <a:pPr marL="449263" algn="ctr" defTabSz="914332" eaLnBrk="0" hangingPunct="0"/>
            <a:r>
              <a:rPr lang="en-US" sz="1000" dirty="0">
                <a:solidFill>
                  <a:schemeClr val="bg1"/>
                </a:solidFill>
                <a:ea typeface="Verdana" pitchFamily="34" charset="0"/>
                <a:cs typeface="Verdana" pitchFamily="34" charset="0"/>
              </a:rPr>
              <a:t>Up to 512KB Flash</a:t>
            </a:r>
          </a:p>
          <a:p>
            <a:pPr marL="449263" algn="ctr" defTabSz="914332" eaLnBrk="0" hangingPunct="0"/>
            <a:r>
              <a:rPr lang="pl-PL" sz="1000" dirty="0">
                <a:solidFill>
                  <a:schemeClr val="bg1"/>
                </a:solidFill>
                <a:ea typeface="Verdana" pitchFamily="34" charset="0"/>
                <a:cs typeface="Verdana" pitchFamily="34" charset="0"/>
              </a:rPr>
              <a:t>128</a:t>
            </a:r>
            <a:r>
              <a:rPr lang="de-DE" sz="1000" dirty="0">
                <a:solidFill>
                  <a:schemeClr val="bg1"/>
                </a:solidFill>
                <a:ea typeface="Verdana" pitchFamily="34" charset="0"/>
                <a:cs typeface="Verdana" pitchFamily="34" charset="0"/>
              </a:rPr>
              <a:t>K</a:t>
            </a:r>
            <a:r>
              <a:rPr lang="pl-PL" sz="1000" dirty="0">
                <a:solidFill>
                  <a:schemeClr val="bg1"/>
                </a:solidFill>
                <a:ea typeface="Verdana" pitchFamily="34" charset="0"/>
                <a:cs typeface="Verdana" pitchFamily="34" charset="0"/>
              </a:rPr>
              <a:t>B RAM</a:t>
            </a:r>
            <a:r>
              <a:rPr lang="de-DE" sz="1000" dirty="0">
                <a:solidFill>
                  <a:schemeClr val="bg1"/>
                </a:solidFill>
                <a:ea typeface="Verdana" pitchFamily="34" charset="0"/>
                <a:cs typeface="Verdana" pitchFamily="34" charset="0"/>
              </a:rPr>
              <a:t> </a:t>
            </a:r>
            <a:r>
              <a:rPr lang="pl-PL" sz="1000" dirty="0">
                <a:solidFill>
                  <a:schemeClr val="bg1"/>
                </a:solidFill>
                <a:ea typeface="Verdana" pitchFamily="34" charset="0"/>
                <a:cs typeface="Verdana" pitchFamily="34" charset="0"/>
              </a:rPr>
              <a:t>(1</a:t>
            </a:r>
            <a:r>
              <a:rPr lang="de-DE" sz="1000">
                <a:solidFill>
                  <a:schemeClr val="bg1"/>
                </a:solidFill>
                <a:ea typeface="Verdana" pitchFamily="34" charset="0"/>
                <a:cs typeface="Verdana" pitchFamily="34" charset="0"/>
              </a:rPr>
              <a:t>1</a:t>
            </a:r>
            <a:r>
              <a:rPr lang="pl-PL" sz="1000">
                <a:solidFill>
                  <a:schemeClr val="bg1"/>
                </a:solidFill>
                <a:ea typeface="Verdana" pitchFamily="34" charset="0"/>
                <a:cs typeface="Verdana" pitchFamily="34" charset="0"/>
              </a:rPr>
              <a:t>2</a:t>
            </a:r>
            <a:r>
              <a:rPr lang="de-DE" sz="1000" dirty="0">
                <a:solidFill>
                  <a:schemeClr val="bg1"/>
                </a:solidFill>
                <a:ea typeface="Verdana" pitchFamily="34" charset="0"/>
                <a:cs typeface="Verdana" pitchFamily="34" charset="0"/>
              </a:rPr>
              <a:t>K</a:t>
            </a:r>
            <a:r>
              <a:rPr lang="pl-PL" sz="1000" dirty="0">
                <a:solidFill>
                  <a:schemeClr val="bg1"/>
                </a:solidFill>
                <a:ea typeface="Verdana" pitchFamily="34" charset="0"/>
                <a:cs typeface="Verdana" pitchFamily="34" charset="0"/>
              </a:rPr>
              <a:t>B PPCA)</a:t>
            </a:r>
          </a:p>
        </p:txBody>
      </p:sp>
      <p:sp>
        <p:nvSpPr>
          <p:cNvPr id="109" name="Rectangle 108">
            <a:extLst>
              <a:ext uri="{FF2B5EF4-FFF2-40B4-BE49-F238E27FC236}">
                <a16:creationId xmlns:a16="http://schemas.microsoft.com/office/drawing/2014/main" id="{142386D0-4212-09D2-B0B4-7FAB09505F2F}"/>
              </a:ext>
            </a:extLst>
          </p:cNvPr>
          <p:cNvSpPr/>
          <p:nvPr>
            <p:custDataLst>
              <p:tags r:id="rId10"/>
            </p:custDataLst>
          </p:nvPr>
        </p:nvSpPr>
        <p:spPr bwMode="auto">
          <a:xfrm>
            <a:off x="5544709" y="3012947"/>
            <a:ext cx="2675784" cy="378000"/>
          </a:xfrm>
          <a:prstGeom prst="rect">
            <a:avLst/>
          </a:prstGeom>
          <a:solidFill>
            <a:schemeClr val="tx2"/>
          </a:solidFill>
          <a:ln w="12700">
            <a:noFill/>
            <a:prstDash val="sysDash"/>
            <a:miter lim="800000"/>
            <a:headEnd/>
            <a:tailEnd/>
          </a:ln>
        </p:spPr>
        <p:txBody>
          <a:bodyPr wrap="square" lIns="36000" tIns="0" rIns="96000" bIns="0" rtlCol="0" anchor="ctr"/>
          <a:lstStyle/>
          <a:p>
            <a:pPr marL="176213" algn="ctr" defTabSz="914309" eaLnBrk="0" hangingPunct="0"/>
            <a:r>
              <a:rPr lang="en-US" sz="1000" dirty="0">
                <a:solidFill>
                  <a:schemeClr val="bg1"/>
                </a:solidFill>
                <a:ea typeface="Verdana" pitchFamily="34" charset="0"/>
              </a:rPr>
              <a:t>         256-512KB Flash</a:t>
            </a:r>
            <a:br>
              <a:rPr lang="en-US" sz="1000" dirty="0">
                <a:solidFill>
                  <a:schemeClr val="bg1"/>
                </a:solidFill>
                <a:ea typeface="Verdana" pitchFamily="34" charset="0"/>
              </a:rPr>
            </a:br>
            <a:r>
              <a:rPr lang="en-US" sz="1000" dirty="0">
                <a:solidFill>
                  <a:schemeClr val="bg1"/>
                </a:solidFill>
                <a:ea typeface="Verdana" pitchFamily="34" charset="0"/>
              </a:rPr>
              <a:t>         128KB RAM</a:t>
            </a:r>
          </a:p>
        </p:txBody>
      </p:sp>
      <p:sp>
        <p:nvSpPr>
          <p:cNvPr id="102" name="Rectangle 101">
            <a:extLst>
              <a:ext uri="{FF2B5EF4-FFF2-40B4-BE49-F238E27FC236}">
                <a16:creationId xmlns:a16="http://schemas.microsoft.com/office/drawing/2014/main" id="{BAE95041-7688-CA14-BBDC-82136B806744}"/>
              </a:ext>
            </a:extLst>
          </p:cNvPr>
          <p:cNvSpPr/>
          <p:nvPr>
            <p:custDataLst>
              <p:tags r:id="rId11"/>
            </p:custDataLst>
          </p:nvPr>
        </p:nvSpPr>
        <p:spPr bwMode="auto">
          <a:xfrm>
            <a:off x="5544709" y="4446588"/>
            <a:ext cx="2153495" cy="378000"/>
          </a:xfrm>
          <a:prstGeom prst="rect">
            <a:avLst/>
          </a:prstGeom>
          <a:solidFill>
            <a:srgbClr val="0A8276"/>
          </a:solidFill>
          <a:ln w="12700">
            <a:noFill/>
            <a:prstDash val="solid"/>
            <a:miter lim="800000"/>
            <a:headEnd/>
            <a:tailEnd/>
          </a:ln>
        </p:spPr>
        <p:txBody>
          <a:bodyPr wrap="square" lIns="36000" tIns="0" rIns="36000" bIns="0" rtlCol="0" anchor="ctr"/>
          <a:lstStyle/>
          <a:p>
            <a:pPr marL="357188" algn="ctr" defTabSz="914309" eaLnBrk="0" hangingPunct="0"/>
            <a:r>
              <a:rPr lang="en-US" sz="1000" dirty="0">
                <a:solidFill>
                  <a:schemeClr val="bg1"/>
                </a:solidFill>
                <a:ea typeface="Verdana" pitchFamily="34" charset="0"/>
                <a:cs typeface="Verdana" pitchFamily="34" charset="0"/>
              </a:rPr>
              <a:t> 128-256KB Flash</a:t>
            </a:r>
          </a:p>
          <a:p>
            <a:pPr marL="357188" algn="ctr" defTabSz="914309" eaLnBrk="0" hangingPunct="0"/>
            <a:r>
              <a:rPr lang="en-US" sz="1000" dirty="0">
                <a:solidFill>
                  <a:schemeClr val="bg1"/>
                </a:solidFill>
                <a:ea typeface="Verdana" pitchFamily="34" charset="0"/>
                <a:cs typeface="Verdana" pitchFamily="34" charset="0"/>
              </a:rPr>
              <a:t> 32-64KB RAM</a:t>
            </a:r>
          </a:p>
        </p:txBody>
      </p:sp>
      <p:sp>
        <p:nvSpPr>
          <p:cNvPr id="56" name="Rectangle 55">
            <a:extLst>
              <a:ext uri="{FF2B5EF4-FFF2-40B4-BE49-F238E27FC236}">
                <a16:creationId xmlns:a16="http://schemas.microsoft.com/office/drawing/2014/main" id="{6DC056B7-A169-4C28-933E-19B58A354743}"/>
              </a:ext>
            </a:extLst>
          </p:cNvPr>
          <p:cNvSpPr/>
          <p:nvPr>
            <p:custDataLst>
              <p:tags r:id="rId12"/>
            </p:custDataLst>
          </p:nvPr>
        </p:nvSpPr>
        <p:spPr bwMode="auto">
          <a:xfrm>
            <a:off x="5540273" y="4538553"/>
            <a:ext cx="959971" cy="164966"/>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dirty="0">
                <a:solidFill>
                  <a:schemeClr val="bg1"/>
                </a:solidFill>
                <a:latin typeface="+mn-lt"/>
              </a:rPr>
              <a:t>C3P2/M3</a:t>
            </a:r>
            <a:br>
              <a:rPr lang="en-US" sz="1000" b="1" dirty="0">
                <a:solidFill>
                  <a:schemeClr val="bg1"/>
                </a:solidFill>
                <a:latin typeface="+mn-lt"/>
              </a:rPr>
            </a:br>
            <a:endParaRPr lang="en-US" sz="1000" b="1" baseline="0" dirty="0">
              <a:solidFill>
                <a:schemeClr val="bg1"/>
              </a:solidFill>
              <a:latin typeface="+mn-lt"/>
            </a:endParaRPr>
          </a:p>
        </p:txBody>
      </p:sp>
      <p:sp>
        <p:nvSpPr>
          <p:cNvPr id="60" name="Rectangle 59">
            <a:extLst>
              <a:ext uri="{FF2B5EF4-FFF2-40B4-BE49-F238E27FC236}">
                <a16:creationId xmlns:a16="http://schemas.microsoft.com/office/drawing/2014/main" id="{72E8EF9D-87DB-4C67-811D-BF9E4931A719}"/>
              </a:ext>
            </a:extLst>
          </p:cNvPr>
          <p:cNvSpPr/>
          <p:nvPr>
            <p:custDataLst>
              <p:tags r:id="rId13"/>
            </p:custDataLst>
          </p:nvPr>
        </p:nvSpPr>
        <p:spPr bwMode="auto">
          <a:xfrm>
            <a:off x="5540273" y="3541786"/>
            <a:ext cx="959763" cy="177485"/>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dirty="0">
                <a:solidFill>
                  <a:schemeClr val="bg1"/>
                </a:solidFill>
                <a:latin typeface="+mn-lt"/>
              </a:rPr>
              <a:t>C3P5/M5</a:t>
            </a:r>
            <a:br>
              <a:rPr lang="en-US" sz="1000" b="1" dirty="0">
                <a:solidFill>
                  <a:schemeClr val="bg1"/>
                </a:solidFill>
                <a:latin typeface="+mn-lt"/>
              </a:rPr>
            </a:br>
            <a:endParaRPr lang="en-US" sz="1000" b="1" baseline="0" dirty="0">
              <a:solidFill>
                <a:schemeClr val="bg1"/>
              </a:solidFill>
              <a:latin typeface="+mn-lt"/>
            </a:endParaRPr>
          </a:p>
        </p:txBody>
      </p:sp>
      <p:sp>
        <p:nvSpPr>
          <p:cNvPr id="63" name="Rectangle 62">
            <a:extLst>
              <a:ext uri="{FF2B5EF4-FFF2-40B4-BE49-F238E27FC236}">
                <a16:creationId xmlns:a16="http://schemas.microsoft.com/office/drawing/2014/main" id="{01CF558B-B489-4CF3-9FCC-A45AC1100D62}"/>
              </a:ext>
            </a:extLst>
          </p:cNvPr>
          <p:cNvSpPr/>
          <p:nvPr>
            <p:custDataLst>
              <p:tags r:id="rId14"/>
            </p:custDataLst>
          </p:nvPr>
        </p:nvSpPr>
        <p:spPr bwMode="auto">
          <a:xfrm>
            <a:off x="5540273" y="3114800"/>
            <a:ext cx="980109" cy="133346"/>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dirty="0">
                <a:solidFill>
                  <a:schemeClr val="bg1"/>
                </a:solidFill>
                <a:latin typeface="+mn-lt"/>
              </a:rPr>
              <a:t>C3P6/M6</a:t>
            </a:r>
            <a:br>
              <a:rPr lang="en-US" sz="1000" b="1" dirty="0">
                <a:solidFill>
                  <a:schemeClr val="bg1"/>
                </a:solidFill>
                <a:latin typeface="+mn-lt"/>
              </a:rPr>
            </a:br>
            <a:endParaRPr lang="en-US" sz="1000" b="1" baseline="0" dirty="0">
              <a:solidFill>
                <a:schemeClr val="bg1"/>
              </a:solidFill>
              <a:latin typeface="+mn-lt"/>
            </a:endParaRPr>
          </a:p>
        </p:txBody>
      </p:sp>
      <p:sp>
        <p:nvSpPr>
          <p:cNvPr id="65" name="Rectangle 64">
            <a:extLst>
              <a:ext uri="{FF2B5EF4-FFF2-40B4-BE49-F238E27FC236}">
                <a16:creationId xmlns:a16="http://schemas.microsoft.com/office/drawing/2014/main" id="{4D77A897-3146-4326-A5CD-7C5A2D915278}"/>
              </a:ext>
            </a:extLst>
          </p:cNvPr>
          <p:cNvSpPr/>
          <p:nvPr>
            <p:custDataLst>
              <p:tags r:id="rId15"/>
            </p:custDataLst>
          </p:nvPr>
        </p:nvSpPr>
        <p:spPr bwMode="auto">
          <a:xfrm>
            <a:off x="5540273" y="2564464"/>
            <a:ext cx="981112" cy="133346"/>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dirty="0">
                <a:solidFill>
                  <a:schemeClr val="bg1"/>
                </a:solidFill>
                <a:latin typeface="+mn-lt"/>
              </a:rPr>
              <a:t>C3M/P7-8</a:t>
            </a:r>
            <a:br>
              <a:rPr lang="en-US" sz="1000" b="1" dirty="0">
                <a:solidFill>
                  <a:schemeClr val="bg1"/>
                </a:solidFill>
                <a:latin typeface="+mn-lt"/>
              </a:rPr>
            </a:br>
            <a:endParaRPr lang="en-US" sz="1000" b="1" baseline="0" dirty="0">
              <a:solidFill>
                <a:schemeClr val="bg1"/>
              </a:solidFill>
              <a:latin typeface="+mn-lt"/>
            </a:endParaRPr>
          </a:p>
        </p:txBody>
      </p:sp>
      <p:sp>
        <p:nvSpPr>
          <p:cNvPr id="16" name="Rectangle 15">
            <a:extLst>
              <a:ext uri="{FF2B5EF4-FFF2-40B4-BE49-F238E27FC236}">
                <a16:creationId xmlns:a16="http://schemas.microsoft.com/office/drawing/2014/main" id="{56A4B269-EDD6-913B-7972-59D9171732EE}"/>
              </a:ext>
            </a:extLst>
          </p:cNvPr>
          <p:cNvSpPr/>
          <p:nvPr>
            <p:custDataLst>
              <p:tags r:id="rId16"/>
            </p:custDataLst>
          </p:nvPr>
        </p:nvSpPr>
        <p:spPr bwMode="auto">
          <a:xfrm>
            <a:off x="7462190" y="6111882"/>
            <a:ext cx="993563" cy="309080"/>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100 pin</a:t>
            </a:r>
          </a:p>
          <a:p>
            <a:pPr algn="ctr" defTabSz="914309" eaLnBrk="0" hangingPunct="0"/>
            <a:r>
              <a:rPr lang="en-US" sz="1000" dirty="0">
                <a:solidFill>
                  <a:srgbClr val="000000"/>
                </a:solidFill>
                <a:ea typeface="Verdana" pitchFamily="34" charset="0"/>
                <a:cs typeface="Verdana" pitchFamily="34" charset="0"/>
              </a:rPr>
              <a:t>QFP</a:t>
            </a:r>
            <a:endParaRPr lang="en-US" sz="1000" dirty="0">
              <a:solidFill>
                <a:srgbClr val="000000"/>
              </a:solidFill>
              <a:latin typeface="Arial"/>
              <a:ea typeface="Verdana" pitchFamily="34" charset="0"/>
              <a:cs typeface="Verdana" pitchFamily="34" charset="0"/>
            </a:endParaRPr>
          </a:p>
        </p:txBody>
      </p:sp>
      <p:sp>
        <p:nvSpPr>
          <p:cNvPr id="37" name="Rectangle 36">
            <a:extLst>
              <a:ext uri="{FF2B5EF4-FFF2-40B4-BE49-F238E27FC236}">
                <a16:creationId xmlns:a16="http://schemas.microsoft.com/office/drawing/2014/main" id="{20728B0C-7BFD-E528-4CEA-17A14F1E956A}"/>
              </a:ext>
            </a:extLst>
          </p:cNvPr>
          <p:cNvSpPr/>
          <p:nvPr>
            <p:custDataLst>
              <p:tags r:id="rId17"/>
            </p:custDataLst>
          </p:nvPr>
        </p:nvSpPr>
        <p:spPr bwMode="auto">
          <a:xfrm>
            <a:off x="5218209" y="6066302"/>
            <a:ext cx="993563" cy="400238"/>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48 pin</a:t>
            </a:r>
          </a:p>
          <a:p>
            <a:pPr algn="ctr" defTabSz="914309" eaLnBrk="0" hangingPunct="0"/>
            <a:r>
              <a:rPr lang="en-US" sz="1000" dirty="0">
                <a:solidFill>
                  <a:srgbClr val="000000"/>
                </a:solidFill>
                <a:ea typeface="Verdana" pitchFamily="34" charset="0"/>
                <a:cs typeface="Verdana" pitchFamily="34" charset="0"/>
              </a:rPr>
              <a:t>QFN/QFP</a:t>
            </a:r>
          </a:p>
        </p:txBody>
      </p:sp>
      <p:sp>
        <p:nvSpPr>
          <p:cNvPr id="53" name="Rectangle 52">
            <a:extLst>
              <a:ext uri="{FF2B5EF4-FFF2-40B4-BE49-F238E27FC236}">
                <a16:creationId xmlns:a16="http://schemas.microsoft.com/office/drawing/2014/main" id="{C4BDA94A-44B1-D4FC-EF44-007A7C5A36F6}"/>
              </a:ext>
            </a:extLst>
          </p:cNvPr>
          <p:cNvSpPr/>
          <p:nvPr>
            <p:custDataLst>
              <p:tags r:id="rId18"/>
            </p:custDataLst>
          </p:nvPr>
        </p:nvSpPr>
        <p:spPr bwMode="auto">
          <a:xfrm>
            <a:off x="6024950" y="6073207"/>
            <a:ext cx="993563" cy="386429"/>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64 pin</a:t>
            </a:r>
          </a:p>
          <a:p>
            <a:pPr algn="ctr" defTabSz="914309" eaLnBrk="0" hangingPunct="0"/>
            <a:r>
              <a:rPr lang="en-US" sz="1000" dirty="0">
                <a:solidFill>
                  <a:srgbClr val="000000"/>
                </a:solidFill>
                <a:ea typeface="Verdana" pitchFamily="34" charset="0"/>
                <a:cs typeface="Verdana" pitchFamily="34" charset="0"/>
              </a:rPr>
              <a:t>QFN/QFP</a:t>
            </a:r>
          </a:p>
        </p:txBody>
      </p:sp>
      <p:sp>
        <p:nvSpPr>
          <p:cNvPr id="58" name="Rectangle 57">
            <a:extLst>
              <a:ext uri="{FF2B5EF4-FFF2-40B4-BE49-F238E27FC236}">
                <a16:creationId xmlns:a16="http://schemas.microsoft.com/office/drawing/2014/main" id="{39EBD171-D37D-5AB0-DDAB-BAAB2A4E2549}"/>
              </a:ext>
            </a:extLst>
          </p:cNvPr>
          <p:cNvSpPr/>
          <p:nvPr>
            <p:custDataLst>
              <p:tags r:id="rId19"/>
            </p:custDataLst>
          </p:nvPr>
        </p:nvSpPr>
        <p:spPr bwMode="auto">
          <a:xfrm>
            <a:off x="6806951" y="6111882"/>
            <a:ext cx="993563" cy="309080"/>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80 pin</a:t>
            </a:r>
          </a:p>
          <a:p>
            <a:pPr algn="ctr" defTabSz="914309" eaLnBrk="0" hangingPunct="0"/>
            <a:r>
              <a:rPr lang="en-US" sz="1000" dirty="0">
                <a:solidFill>
                  <a:srgbClr val="000000"/>
                </a:solidFill>
                <a:ea typeface="Verdana" pitchFamily="34" charset="0"/>
                <a:cs typeface="Verdana" pitchFamily="34" charset="0"/>
              </a:rPr>
              <a:t>QFP</a:t>
            </a:r>
          </a:p>
        </p:txBody>
      </p:sp>
      <p:sp>
        <p:nvSpPr>
          <p:cNvPr id="59" name="Rectangle 58">
            <a:extLst>
              <a:ext uri="{FF2B5EF4-FFF2-40B4-BE49-F238E27FC236}">
                <a16:creationId xmlns:a16="http://schemas.microsoft.com/office/drawing/2014/main" id="{2188BAA0-24F5-AC78-8443-ADEBB473F0A8}"/>
              </a:ext>
            </a:extLst>
          </p:cNvPr>
          <p:cNvSpPr/>
          <p:nvPr>
            <p:custDataLst>
              <p:tags r:id="rId20"/>
            </p:custDataLst>
          </p:nvPr>
        </p:nvSpPr>
        <p:spPr bwMode="auto">
          <a:xfrm>
            <a:off x="4436210" y="6066302"/>
            <a:ext cx="993563" cy="400239"/>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40 pin</a:t>
            </a:r>
          </a:p>
          <a:p>
            <a:pPr algn="ctr" defTabSz="914309" eaLnBrk="0" hangingPunct="0"/>
            <a:r>
              <a:rPr lang="en-US" sz="1000" dirty="0">
                <a:solidFill>
                  <a:srgbClr val="000000"/>
                </a:solidFill>
                <a:ea typeface="Verdana" pitchFamily="34" charset="0"/>
                <a:cs typeface="Verdana" pitchFamily="34" charset="0"/>
              </a:rPr>
              <a:t>QFN</a:t>
            </a:r>
          </a:p>
        </p:txBody>
      </p:sp>
      <p:sp>
        <p:nvSpPr>
          <p:cNvPr id="46" name="Rectangle 45">
            <a:extLst>
              <a:ext uri="{FF2B5EF4-FFF2-40B4-BE49-F238E27FC236}">
                <a16:creationId xmlns:a16="http://schemas.microsoft.com/office/drawing/2014/main" id="{ECE31637-705B-4FCE-88CD-1097C182588D}"/>
              </a:ext>
            </a:extLst>
          </p:cNvPr>
          <p:cNvSpPr/>
          <p:nvPr>
            <p:custDataLst>
              <p:tags r:id="rId21"/>
            </p:custDataLst>
          </p:nvPr>
        </p:nvSpPr>
        <p:spPr bwMode="auto">
          <a:xfrm>
            <a:off x="8189625" y="6111882"/>
            <a:ext cx="1200220" cy="309080"/>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Up to 176 pin</a:t>
            </a:r>
          </a:p>
          <a:p>
            <a:pPr algn="ctr" defTabSz="914309" eaLnBrk="0" hangingPunct="0"/>
            <a:r>
              <a:rPr lang="en-US" sz="1000" dirty="0">
                <a:solidFill>
                  <a:srgbClr val="000000"/>
                </a:solidFill>
                <a:ea typeface="Verdana" pitchFamily="34" charset="0"/>
                <a:cs typeface="Verdana" pitchFamily="34" charset="0"/>
              </a:rPr>
              <a:t>QFP/BGA</a:t>
            </a:r>
            <a:endParaRPr lang="en-US" sz="1000" dirty="0">
              <a:solidFill>
                <a:srgbClr val="000000"/>
              </a:solidFill>
              <a:latin typeface="Arial"/>
              <a:ea typeface="Verdana" pitchFamily="34" charset="0"/>
              <a:cs typeface="Verdana" pitchFamily="34" charset="0"/>
            </a:endParaRPr>
          </a:p>
        </p:txBody>
      </p:sp>
      <p:sp>
        <p:nvSpPr>
          <p:cNvPr id="66" name="Rectangle 65">
            <a:extLst>
              <a:ext uri="{FF2B5EF4-FFF2-40B4-BE49-F238E27FC236}">
                <a16:creationId xmlns:a16="http://schemas.microsoft.com/office/drawing/2014/main" id="{5670F1AF-FF39-43C4-B42D-2DCBA80F28FA}"/>
              </a:ext>
            </a:extLst>
          </p:cNvPr>
          <p:cNvSpPr/>
          <p:nvPr>
            <p:custDataLst>
              <p:tags r:id="rId22"/>
            </p:custDataLst>
          </p:nvPr>
        </p:nvSpPr>
        <p:spPr bwMode="auto">
          <a:xfrm>
            <a:off x="912797" y="1696798"/>
            <a:ext cx="8520683" cy="567031"/>
          </a:xfrm>
          <a:prstGeom prst="rect">
            <a:avLst/>
          </a:prstGeom>
          <a:solidFill>
            <a:schemeClr val="bg1">
              <a:lumMod val="95000"/>
            </a:schemeClr>
          </a:solidFill>
          <a:ln w="12700">
            <a:solidFill>
              <a:schemeClr val="bg1">
                <a:lumMod val="85000"/>
              </a:schemeClr>
            </a:solidFill>
            <a:prstDash val="solid"/>
            <a:miter lim="800000"/>
            <a:headEnd/>
            <a:tailEnd/>
          </a:ln>
        </p:spPr>
        <p:txBody>
          <a:bodyPr wrap="square" lIns="96000" tIns="96000" rIns="96000" bIns="96000" rtlCol="0" anchor="ctr"/>
          <a:lstStyle/>
          <a:p>
            <a:pPr algn="ctr" defTabSz="914377" eaLnBrk="0" hangingPunct="0"/>
            <a:endParaRPr lang="en-US" sz="2000" dirty="0">
              <a:solidFill>
                <a:srgbClr val="000000"/>
              </a:solidFill>
              <a:latin typeface="Arial"/>
              <a:ea typeface="Verdana" pitchFamily="34" charset="0"/>
              <a:cs typeface="Verdana" pitchFamily="34" charset="0"/>
            </a:endParaRPr>
          </a:p>
        </p:txBody>
      </p:sp>
      <p:sp>
        <p:nvSpPr>
          <p:cNvPr id="67" name="Rectangle 66">
            <a:extLst>
              <a:ext uri="{FF2B5EF4-FFF2-40B4-BE49-F238E27FC236}">
                <a16:creationId xmlns:a16="http://schemas.microsoft.com/office/drawing/2014/main" id="{1A133BC4-F7B5-4C8D-B14C-64E8A563C02A}"/>
              </a:ext>
            </a:extLst>
          </p:cNvPr>
          <p:cNvSpPr/>
          <p:nvPr>
            <p:custDataLst>
              <p:tags r:id="rId23"/>
            </p:custDataLst>
          </p:nvPr>
        </p:nvSpPr>
        <p:spPr>
          <a:xfrm>
            <a:off x="999780" y="1673943"/>
            <a:ext cx="5315494" cy="615553"/>
          </a:xfrm>
          <a:prstGeom prst="rect">
            <a:avLst/>
          </a:prstGeom>
        </p:spPr>
        <p:txBody>
          <a:bodyPr wrap="square">
            <a:spAutoFit/>
          </a:bodyPr>
          <a:lstStyle/>
          <a:p>
            <a:pPr defTabSz="914332" eaLnBrk="0" hangingPunct="0">
              <a:spcAft>
                <a:spcPts val="0"/>
              </a:spcAft>
            </a:pPr>
            <a:r>
              <a:rPr lang="en-US" sz="1200" b="1" dirty="0">
                <a:solidFill>
                  <a:schemeClr val="accent1"/>
                </a:solidFill>
              </a:rPr>
              <a:t>PSOC™ Control C4</a:t>
            </a:r>
          </a:p>
          <a:p>
            <a:pPr defTabSz="914332" eaLnBrk="0" hangingPunct="0">
              <a:spcAft>
                <a:spcPts val="600"/>
              </a:spcAft>
            </a:pPr>
            <a:r>
              <a:rPr lang="en-US" sz="1100" dirty="0">
                <a:solidFill>
                  <a:srgbClr val="000000"/>
                </a:solidFill>
                <a:latin typeface="Arial"/>
                <a:ea typeface="Verdana" pitchFamily="34" charset="0"/>
              </a:rPr>
              <a:t>250MHz dual Cortex®-M33 + advanced mixed signal </a:t>
            </a:r>
            <a:br>
              <a:rPr lang="en-US" sz="1100" dirty="0">
                <a:solidFill>
                  <a:srgbClr val="000000"/>
                </a:solidFill>
                <a:latin typeface="Arial"/>
                <a:ea typeface="Verdana" pitchFamily="34" charset="0"/>
              </a:rPr>
            </a:br>
            <a:r>
              <a:rPr lang="en-US" sz="1100" dirty="0">
                <a:solidFill>
                  <a:srgbClr val="000000"/>
                </a:solidFill>
                <a:latin typeface="Arial"/>
                <a:ea typeface="Verdana" pitchFamily="34" charset="0"/>
              </a:rPr>
              <a:t>+ industrial communication</a:t>
            </a:r>
          </a:p>
        </p:txBody>
      </p:sp>
      <p:sp>
        <p:nvSpPr>
          <p:cNvPr id="74" name="Rectangle 73">
            <a:extLst>
              <a:ext uri="{FF2B5EF4-FFF2-40B4-BE49-F238E27FC236}">
                <a16:creationId xmlns:a16="http://schemas.microsoft.com/office/drawing/2014/main" id="{CD0BF4F3-1C6A-4328-902B-AFADAE1E4220}"/>
              </a:ext>
            </a:extLst>
          </p:cNvPr>
          <p:cNvSpPr/>
          <p:nvPr>
            <p:custDataLst>
              <p:tags r:id="rId24"/>
            </p:custDataLst>
          </p:nvPr>
        </p:nvSpPr>
        <p:spPr bwMode="auto">
          <a:xfrm>
            <a:off x="6325061" y="1793110"/>
            <a:ext cx="2864172" cy="378000"/>
          </a:xfrm>
          <a:prstGeom prst="rect">
            <a:avLst/>
          </a:prstGeom>
          <a:solidFill>
            <a:schemeClr val="bg2"/>
          </a:solidFill>
          <a:ln w="12700">
            <a:noFill/>
            <a:prstDash val="solid"/>
            <a:miter lim="800000"/>
            <a:headEnd/>
            <a:tailEnd/>
          </a:ln>
        </p:spPr>
        <p:txBody>
          <a:bodyPr wrap="square" lIns="36000" tIns="0" rIns="96000" bIns="0" rtlCol="0" anchor="ctr"/>
          <a:lstStyle/>
          <a:p>
            <a:pPr marL="227013" algn="ctr" defTabSz="914309" eaLnBrk="0" hangingPunct="0"/>
            <a:r>
              <a:rPr lang="en-US" sz="1000" dirty="0">
                <a:solidFill>
                  <a:schemeClr val="bg1"/>
                </a:solidFill>
                <a:ea typeface="Verdana" pitchFamily="34" charset="0"/>
              </a:rPr>
              <a:t>   </a:t>
            </a:r>
            <a:r>
              <a:rPr lang="en-US" sz="1000" dirty="0">
                <a:solidFill>
                  <a:schemeClr val="bg1"/>
                </a:solidFill>
                <a:ea typeface="Verdana" pitchFamily="34" charset="0"/>
                <a:cs typeface="Verdana" pitchFamily="34" charset="0"/>
              </a:rPr>
              <a:t>Up to 1024KB Flash</a:t>
            </a:r>
            <a:endParaRPr lang="en-US" sz="1000" dirty="0">
              <a:solidFill>
                <a:schemeClr val="bg1"/>
              </a:solidFill>
              <a:ea typeface="Verdana" pitchFamily="34" charset="0"/>
            </a:endParaRPr>
          </a:p>
          <a:p>
            <a:pPr marL="227013" algn="ctr" defTabSz="914309" eaLnBrk="0" hangingPunct="0"/>
            <a:r>
              <a:rPr lang="en-US" sz="1000" dirty="0">
                <a:solidFill>
                  <a:schemeClr val="bg1"/>
                </a:solidFill>
                <a:ea typeface="Verdana" pitchFamily="34" charset="0"/>
              </a:rPr>
              <a:t>   Up to 768KB RAM</a:t>
            </a:r>
          </a:p>
        </p:txBody>
      </p:sp>
      <p:sp>
        <p:nvSpPr>
          <p:cNvPr id="75" name="Rectangle 74">
            <a:extLst>
              <a:ext uri="{FF2B5EF4-FFF2-40B4-BE49-F238E27FC236}">
                <a16:creationId xmlns:a16="http://schemas.microsoft.com/office/drawing/2014/main" id="{222E55BA-30D1-4AEF-A09B-2FD905DB9688}"/>
              </a:ext>
            </a:extLst>
          </p:cNvPr>
          <p:cNvSpPr/>
          <p:nvPr>
            <p:custDataLst>
              <p:tags r:id="rId25"/>
            </p:custDataLst>
          </p:nvPr>
        </p:nvSpPr>
        <p:spPr bwMode="auto">
          <a:xfrm>
            <a:off x="6311686" y="1901047"/>
            <a:ext cx="1213188"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baseline="0" dirty="0">
                <a:solidFill>
                  <a:schemeClr val="bg1"/>
                </a:solidFill>
                <a:latin typeface="+mn-lt"/>
                <a:ea typeface="+mn-ea"/>
                <a:cs typeface="+mn-cs"/>
              </a:rPr>
              <a:t>C4P5/M5</a:t>
            </a:r>
            <a:br>
              <a:rPr lang="en-US" sz="1000" b="1" baseline="0" dirty="0">
                <a:solidFill>
                  <a:schemeClr val="bg1"/>
                </a:solidFill>
                <a:latin typeface="+mn-lt"/>
                <a:ea typeface="+mn-ea"/>
                <a:cs typeface="+mn-cs"/>
              </a:rPr>
            </a:br>
            <a:endParaRPr lang="en-US" sz="1000" b="1" baseline="0" dirty="0">
              <a:solidFill>
                <a:schemeClr val="bg1"/>
              </a:solidFill>
              <a:latin typeface="+mn-lt"/>
              <a:ea typeface="+mn-ea"/>
              <a:cs typeface="+mn-cs"/>
            </a:endParaRPr>
          </a:p>
        </p:txBody>
      </p:sp>
      <p:sp>
        <p:nvSpPr>
          <p:cNvPr id="80" name="TextBox 79">
            <a:extLst>
              <a:ext uri="{FF2B5EF4-FFF2-40B4-BE49-F238E27FC236}">
                <a16:creationId xmlns:a16="http://schemas.microsoft.com/office/drawing/2014/main" id="{926D1ECD-6BF7-2655-200F-132A0AFB222A}"/>
              </a:ext>
            </a:extLst>
          </p:cNvPr>
          <p:cNvSpPr txBox="1"/>
          <p:nvPr>
            <p:custDataLst>
              <p:tags r:id="rId26"/>
            </p:custDataLst>
          </p:nvPr>
        </p:nvSpPr>
        <p:spPr bwMode="auto">
          <a:xfrm>
            <a:off x="812392" y="5982685"/>
            <a:ext cx="2847412" cy="261610"/>
          </a:xfrm>
          <a:prstGeom prst="rect">
            <a:avLst/>
          </a:prstGeom>
          <a:solidFill>
            <a:srgbClr val="FFFFFF"/>
          </a:solidFill>
          <a:ln w="9525">
            <a:noFill/>
            <a:miter lim="800000"/>
            <a:headEnd/>
            <a:tailEnd/>
          </a:ln>
          <a:effectLst/>
        </p:spPr>
        <p:txBody>
          <a:bodyPr wrap="square" anchor="ctr">
            <a:spAutoFit/>
          </a:bodyPr>
          <a:lstStyle/>
          <a:p>
            <a:pPr marL="0" marR="0" lvl="0" indent="0" algn="l" defTabSz="914126" rtl="0" eaLnBrk="0" fontAlgn="auto" latinLnBrk="0" hangingPunct="0">
              <a:spcBef>
                <a:spcPts val="0"/>
              </a:spcBef>
              <a:spcAft>
                <a:spcPts val="200"/>
              </a:spcAft>
              <a:buClr>
                <a:schemeClr val="accent2"/>
              </a:buClr>
              <a:buSzTx/>
              <a:buFont typeface="Wingdings" panose="05000000000000000000" pitchFamily="2" charset="2"/>
              <a:buNone/>
              <a:tabLst/>
              <a:defRPr/>
            </a:pPr>
            <a:r>
              <a:rPr lang="de-DE" sz="1100" b="1" dirty="0">
                <a:solidFill>
                  <a:schemeClr val="bg2"/>
                </a:solidFill>
                <a:latin typeface="+mn-lt"/>
              </a:rPr>
              <a:t>Packages/Feature Integration</a:t>
            </a:r>
            <a:endParaRPr kumimoji="0" lang="de-DE" sz="1100" b="0" i="0" u="none" strike="noStrike" kern="1200" cap="none" spc="0" normalizeH="0" baseline="0" noProof="0" dirty="0">
              <a:ln>
                <a:noFill/>
              </a:ln>
              <a:solidFill>
                <a:schemeClr val="bg2"/>
              </a:solidFill>
              <a:effectLst/>
              <a:uLnTx/>
              <a:uFillTx/>
              <a:latin typeface="+mn-lt"/>
            </a:endParaRPr>
          </a:p>
        </p:txBody>
      </p:sp>
      <p:sp>
        <p:nvSpPr>
          <p:cNvPr id="3" name="Rectangle 2">
            <a:extLst>
              <a:ext uri="{FF2B5EF4-FFF2-40B4-BE49-F238E27FC236}">
                <a16:creationId xmlns:a16="http://schemas.microsoft.com/office/drawing/2014/main" id="{C9F27623-66D2-2DF8-F713-160DE4980BA3}"/>
              </a:ext>
            </a:extLst>
          </p:cNvPr>
          <p:cNvSpPr/>
          <p:nvPr>
            <p:custDataLst>
              <p:tags r:id="rId27"/>
            </p:custDataLst>
          </p:nvPr>
        </p:nvSpPr>
        <p:spPr bwMode="auto">
          <a:xfrm>
            <a:off x="3654211" y="6066302"/>
            <a:ext cx="993563" cy="400239"/>
          </a:xfrm>
          <a:prstGeom prst="rect">
            <a:avLst/>
          </a:prstGeom>
          <a:noFill/>
          <a:ln w="9525">
            <a:noFill/>
            <a:miter lim="800000"/>
            <a:headEnd/>
            <a:tailEnd/>
          </a:ln>
        </p:spPr>
        <p:txBody>
          <a:bodyPr wrap="square" lIns="96000" tIns="96000" rIns="96000" bIns="96000" rtlCol="0" anchor="ctr"/>
          <a:lstStyle/>
          <a:p>
            <a:pPr algn="ctr" defTabSz="914309" eaLnBrk="0" hangingPunct="0"/>
            <a:r>
              <a:rPr lang="en-US" sz="1000" dirty="0">
                <a:solidFill>
                  <a:srgbClr val="000000"/>
                </a:solidFill>
                <a:ea typeface="Verdana" pitchFamily="34" charset="0"/>
                <a:cs typeface="Verdana" pitchFamily="34" charset="0"/>
              </a:rPr>
              <a:t>38 pin</a:t>
            </a:r>
          </a:p>
          <a:p>
            <a:pPr algn="ctr" defTabSz="914309" eaLnBrk="0" hangingPunct="0"/>
            <a:r>
              <a:rPr lang="en-US" sz="1000" dirty="0">
                <a:solidFill>
                  <a:srgbClr val="000000"/>
                </a:solidFill>
                <a:ea typeface="Verdana" pitchFamily="34" charset="0"/>
                <a:cs typeface="Verdana" pitchFamily="34" charset="0"/>
              </a:rPr>
              <a:t>TSSOP</a:t>
            </a:r>
          </a:p>
        </p:txBody>
      </p:sp>
      <p:sp>
        <p:nvSpPr>
          <p:cNvPr id="13" name="Rectangle 12">
            <a:extLst>
              <a:ext uri="{FF2B5EF4-FFF2-40B4-BE49-F238E27FC236}">
                <a16:creationId xmlns:a16="http://schemas.microsoft.com/office/drawing/2014/main" id="{58E4EC6F-1754-E820-F017-FF1120E28C03}"/>
              </a:ext>
            </a:extLst>
          </p:cNvPr>
          <p:cNvSpPr/>
          <p:nvPr>
            <p:custDataLst>
              <p:tags r:id="rId28"/>
            </p:custDataLst>
          </p:nvPr>
        </p:nvSpPr>
        <p:spPr bwMode="auto">
          <a:xfrm>
            <a:off x="4634678" y="3905004"/>
            <a:ext cx="2256205" cy="378000"/>
          </a:xfrm>
          <a:prstGeom prst="rect">
            <a:avLst/>
          </a:prstGeom>
          <a:solidFill>
            <a:srgbClr val="6CB4AD"/>
          </a:solidFill>
          <a:ln w="28575">
            <a:noFill/>
            <a:prstDash val="solid"/>
            <a:miter lim="800000"/>
            <a:headEnd/>
            <a:tailEnd/>
          </a:ln>
        </p:spPr>
        <p:txBody>
          <a:bodyPr wrap="square" lIns="36000" tIns="0" rIns="36000" bIns="0" rtlCol="0" anchor="ctr"/>
          <a:lstStyle/>
          <a:p>
            <a:pPr marL="360363" algn="ctr" defTabSz="914309" eaLnBrk="0" hangingPunct="0"/>
            <a:r>
              <a:rPr lang="en-US" sz="1000" dirty="0">
                <a:solidFill>
                  <a:schemeClr val="bg1"/>
                </a:solidFill>
                <a:ea typeface="Verdana" pitchFamily="34" charset="0"/>
              </a:rPr>
              <a:t>   128-256KB Flash</a:t>
            </a:r>
          </a:p>
          <a:p>
            <a:pPr marL="360363" algn="ctr" defTabSz="914309" eaLnBrk="0" hangingPunct="0"/>
            <a:r>
              <a:rPr lang="en-US" sz="1000" dirty="0">
                <a:solidFill>
                  <a:schemeClr val="bg1"/>
                </a:solidFill>
                <a:ea typeface="Verdana" pitchFamily="34" charset="0"/>
              </a:rPr>
              <a:t>   64KB RAM</a:t>
            </a:r>
          </a:p>
        </p:txBody>
      </p:sp>
      <p:sp>
        <p:nvSpPr>
          <p:cNvPr id="24" name="Rectangle 23">
            <a:extLst>
              <a:ext uri="{FF2B5EF4-FFF2-40B4-BE49-F238E27FC236}">
                <a16:creationId xmlns:a16="http://schemas.microsoft.com/office/drawing/2014/main" id="{C49925D9-B699-27B1-0806-E1161DA059BD}"/>
              </a:ext>
            </a:extLst>
          </p:cNvPr>
          <p:cNvSpPr/>
          <p:nvPr>
            <p:custDataLst>
              <p:tags r:id="rId29"/>
            </p:custDataLst>
          </p:nvPr>
        </p:nvSpPr>
        <p:spPr bwMode="auto">
          <a:xfrm>
            <a:off x="4632187" y="4003363"/>
            <a:ext cx="1599075"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baseline="0" dirty="0">
                <a:solidFill>
                  <a:schemeClr val="bg1"/>
                </a:solidFill>
                <a:latin typeface="+mn-lt"/>
                <a:ea typeface="+mn-ea"/>
                <a:cs typeface="+mn-cs"/>
              </a:rPr>
              <a:t>C3P4/M4 </a:t>
            </a:r>
            <a:br>
              <a:rPr lang="en-US" sz="1000" b="1" baseline="0" dirty="0">
                <a:solidFill>
                  <a:schemeClr val="bg1"/>
                </a:solidFill>
                <a:latin typeface="+mn-lt"/>
                <a:ea typeface="+mn-ea"/>
                <a:cs typeface="+mn-cs"/>
              </a:rPr>
            </a:br>
            <a:endParaRPr lang="en-US" sz="1000" b="1" baseline="0" dirty="0">
              <a:solidFill>
                <a:schemeClr val="bg1"/>
              </a:solidFill>
              <a:latin typeface="+mn-lt"/>
              <a:ea typeface="+mn-ea"/>
              <a:cs typeface="+mn-cs"/>
            </a:endParaRPr>
          </a:p>
        </p:txBody>
      </p:sp>
      <p:sp>
        <p:nvSpPr>
          <p:cNvPr id="27" name="Rectangle 26">
            <a:extLst>
              <a:ext uri="{FF2B5EF4-FFF2-40B4-BE49-F238E27FC236}">
                <a16:creationId xmlns:a16="http://schemas.microsoft.com/office/drawing/2014/main" id="{3DA204F8-2D2C-7D43-7CE0-DC5FC2B59BA9}"/>
              </a:ext>
            </a:extLst>
          </p:cNvPr>
          <p:cNvSpPr/>
          <p:nvPr>
            <p:custDataLst>
              <p:tags r:id="rId30"/>
            </p:custDataLst>
          </p:nvPr>
        </p:nvSpPr>
        <p:spPr>
          <a:xfrm>
            <a:off x="1001995" y="3375143"/>
            <a:ext cx="4504860" cy="615553"/>
          </a:xfrm>
          <a:prstGeom prst="rect">
            <a:avLst/>
          </a:prstGeom>
        </p:spPr>
        <p:txBody>
          <a:bodyPr wrap="square">
            <a:spAutoFit/>
          </a:bodyPr>
          <a:lstStyle/>
          <a:p>
            <a:pPr defTabSz="914332" eaLnBrk="0" hangingPunct="0"/>
            <a:r>
              <a:rPr lang="en-US" sz="1200" b="1" dirty="0">
                <a:solidFill>
                  <a:schemeClr val="accent1"/>
                </a:solidFill>
              </a:rPr>
              <a:t>PSOC™ Control C3 </a:t>
            </a:r>
            <a:r>
              <a:rPr lang="en-US" sz="1200" b="1" dirty="0">
                <a:solidFill>
                  <a:schemeClr val="accent1"/>
                </a:solidFill>
                <a:latin typeface="Arial"/>
                <a:ea typeface="Verdana" pitchFamily="34" charset="0"/>
              </a:rPr>
              <a:t>Main Line</a:t>
            </a:r>
            <a:br>
              <a:rPr lang="en-US" sz="1100" b="1" dirty="0">
                <a:solidFill>
                  <a:schemeClr val="accent1"/>
                </a:solidFill>
                <a:latin typeface="Arial"/>
                <a:ea typeface="Verdana" pitchFamily="34" charset="0"/>
              </a:rPr>
            </a:br>
            <a:r>
              <a:rPr lang="en-US" sz="1100" dirty="0">
                <a:solidFill>
                  <a:srgbClr val="000000"/>
                </a:solidFill>
                <a:latin typeface="Arial"/>
                <a:ea typeface="Verdana" pitchFamily="34" charset="0"/>
              </a:rPr>
              <a:t>180MHz single Cortex®-M33 + </a:t>
            </a:r>
            <a:br>
              <a:rPr lang="en-US" sz="1100" dirty="0">
                <a:solidFill>
                  <a:srgbClr val="000000"/>
                </a:solidFill>
                <a:latin typeface="Arial"/>
                <a:ea typeface="Verdana" pitchFamily="34" charset="0"/>
              </a:rPr>
            </a:br>
            <a:r>
              <a:rPr lang="en-US" sz="1100" dirty="0">
                <a:solidFill>
                  <a:srgbClr val="000000"/>
                </a:solidFill>
                <a:latin typeface="Arial"/>
                <a:ea typeface="Verdana" pitchFamily="34" charset="0"/>
              </a:rPr>
              <a:t>advanced mixed signal</a:t>
            </a:r>
            <a:endParaRPr lang="en-US" sz="900" b="1" dirty="0">
              <a:solidFill>
                <a:schemeClr val="accent4">
                  <a:lumMod val="75000"/>
                </a:schemeClr>
              </a:solidFill>
              <a:latin typeface="Arial"/>
              <a:ea typeface="Verdana" pitchFamily="34" charset="0"/>
            </a:endParaRPr>
          </a:p>
        </p:txBody>
      </p:sp>
      <p:sp>
        <p:nvSpPr>
          <p:cNvPr id="29" name="Rectangle 28">
            <a:extLst>
              <a:ext uri="{FF2B5EF4-FFF2-40B4-BE49-F238E27FC236}">
                <a16:creationId xmlns:a16="http://schemas.microsoft.com/office/drawing/2014/main" id="{9E1D9707-FD81-0915-D003-9F5CC1EE83BD}"/>
              </a:ext>
            </a:extLst>
          </p:cNvPr>
          <p:cNvSpPr/>
          <p:nvPr>
            <p:custDataLst>
              <p:tags r:id="rId31"/>
            </p:custDataLst>
          </p:nvPr>
        </p:nvSpPr>
        <p:spPr>
          <a:xfrm>
            <a:off x="1006947" y="4582515"/>
            <a:ext cx="3578213" cy="446276"/>
          </a:xfrm>
          <a:prstGeom prst="rect">
            <a:avLst/>
          </a:prstGeom>
        </p:spPr>
        <p:txBody>
          <a:bodyPr wrap="square">
            <a:spAutoFit/>
          </a:bodyPr>
          <a:lstStyle/>
          <a:p>
            <a:pPr defTabSz="914332" eaLnBrk="0" hangingPunct="0"/>
            <a:r>
              <a:rPr lang="en-US" sz="1200" b="1" dirty="0">
                <a:solidFill>
                  <a:schemeClr val="accent1"/>
                </a:solidFill>
              </a:rPr>
              <a:t>PSOC™ Control C3 </a:t>
            </a:r>
            <a:r>
              <a:rPr lang="en-US" sz="1200" b="1" dirty="0">
                <a:solidFill>
                  <a:schemeClr val="accent1"/>
                </a:solidFill>
                <a:latin typeface="Arial"/>
                <a:ea typeface="Verdana" pitchFamily="34" charset="0"/>
              </a:rPr>
              <a:t>Entry Line</a:t>
            </a:r>
            <a:br>
              <a:rPr lang="en-US" b="1" dirty="0">
                <a:solidFill>
                  <a:schemeClr val="accent1"/>
                </a:solidFill>
                <a:latin typeface="Arial"/>
                <a:ea typeface="Verdana" pitchFamily="34" charset="0"/>
              </a:rPr>
            </a:br>
            <a:r>
              <a:rPr lang="en-US" sz="1100" dirty="0">
                <a:solidFill>
                  <a:srgbClr val="000000"/>
                </a:solidFill>
                <a:latin typeface="Arial"/>
                <a:ea typeface="Verdana" pitchFamily="34" charset="0"/>
                <a:cs typeface="Verdana" pitchFamily="34" charset="0"/>
              </a:rPr>
              <a:t>100MHz single Cortex®-M33</a:t>
            </a:r>
            <a:endParaRPr lang="en-US" sz="1600" b="1" dirty="0">
              <a:solidFill>
                <a:schemeClr val="accent4">
                  <a:lumMod val="75000"/>
                </a:schemeClr>
              </a:solidFill>
              <a:latin typeface="Arial"/>
              <a:ea typeface="Verdana" pitchFamily="34" charset="0"/>
            </a:endParaRPr>
          </a:p>
        </p:txBody>
      </p:sp>
      <p:sp>
        <p:nvSpPr>
          <p:cNvPr id="36" name="Rectangle 35">
            <a:extLst>
              <a:ext uri="{FF2B5EF4-FFF2-40B4-BE49-F238E27FC236}">
                <a16:creationId xmlns:a16="http://schemas.microsoft.com/office/drawing/2014/main" id="{3336D035-A50C-76DD-1F06-F89751C484E2}"/>
              </a:ext>
            </a:extLst>
          </p:cNvPr>
          <p:cNvSpPr/>
          <p:nvPr>
            <p:custDataLst>
              <p:tags r:id="rId32"/>
            </p:custDataLst>
          </p:nvPr>
        </p:nvSpPr>
        <p:spPr bwMode="auto">
          <a:xfrm>
            <a:off x="9631146" y="2348112"/>
            <a:ext cx="2225891" cy="2986788"/>
          </a:xfrm>
          <a:prstGeom prst="rect">
            <a:avLst/>
          </a:prstGeom>
          <a:noFill/>
          <a:ln w="12700">
            <a:solidFill>
              <a:schemeClr val="bg1">
                <a:lumMod val="85000"/>
              </a:schemeClr>
            </a:solidFill>
            <a:prstDash val="solid"/>
            <a:miter lim="800000"/>
            <a:headEnd/>
            <a:tailEnd/>
          </a:ln>
        </p:spPr>
        <p:txBody>
          <a:bodyPr wrap="square" lIns="96000" tIns="96000" rIns="96000" bIns="96000" rtlCol="0" anchor="ctr"/>
          <a:lstStyle/>
          <a:p>
            <a:pPr algn="ctr" defTabSz="914377" eaLnBrk="0" hangingPunct="0"/>
            <a:endParaRPr lang="en-US" sz="2000" dirty="0">
              <a:solidFill>
                <a:srgbClr val="000000"/>
              </a:solidFill>
              <a:latin typeface="Arial"/>
              <a:ea typeface="Verdana" pitchFamily="34" charset="0"/>
              <a:cs typeface="Verdana" pitchFamily="34" charset="0"/>
            </a:endParaRPr>
          </a:p>
        </p:txBody>
      </p:sp>
      <p:sp>
        <p:nvSpPr>
          <p:cNvPr id="38" name="Rectangle 37">
            <a:extLst>
              <a:ext uri="{FF2B5EF4-FFF2-40B4-BE49-F238E27FC236}">
                <a16:creationId xmlns:a16="http://schemas.microsoft.com/office/drawing/2014/main" id="{184AFD7E-253B-B5C2-754F-0D6486CCDE50}"/>
              </a:ext>
            </a:extLst>
          </p:cNvPr>
          <p:cNvSpPr/>
          <p:nvPr>
            <p:custDataLst>
              <p:tags r:id="rId33"/>
            </p:custDataLst>
          </p:nvPr>
        </p:nvSpPr>
        <p:spPr bwMode="auto">
          <a:xfrm>
            <a:off x="9628699" y="5419189"/>
            <a:ext cx="2237027" cy="522907"/>
          </a:xfrm>
          <a:prstGeom prst="rect">
            <a:avLst/>
          </a:prstGeom>
          <a:solidFill>
            <a:schemeClr val="bg1">
              <a:lumMod val="95000"/>
            </a:schemeClr>
          </a:solidFill>
          <a:ln w="12700">
            <a:solidFill>
              <a:schemeClr val="bg1">
                <a:lumMod val="85000"/>
              </a:schemeClr>
            </a:solidFill>
            <a:prstDash val="solid"/>
            <a:miter lim="800000"/>
            <a:headEnd/>
            <a:tailEnd/>
          </a:ln>
        </p:spPr>
        <p:txBody>
          <a:bodyPr wrap="square" lIns="96000" tIns="96000" rIns="96000" bIns="96000" rtlCol="0" anchor="ctr"/>
          <a:lstStyle/>
          <a:p>
            <a:pPr algn="ctr" defTabSz="914377" eaLnBrk="0" hangingPunct="0"/>
            <a:endParaRPr lang="en-US" sz="2000" dirty="0">
              <a:solidFill>
                <a:srgbClr val="000000"/>
              </a:solidFill>
              <a:latin typeface="Arial"/>
              <a:ea typeface="Verdana" pitchFamily="34" charset="0"/>
              <a:cs typeface="Verdana" pitchFamily="34" charset="0"/>
            </a:endParaRPr>
          </a:p>
        </p:txBody>
      </p:sp>
      <p:sp>
        <p:nvSpPr>
          <p:cNvPr id="55" name="Rectangle 54">
            <a:extLst>
              <a:ext uri="{FF2B5EF4-FFF2-40B4-BE49-F238E27FC236}">
                <a16:creationId xmlns:a16="http://schemas.microsoft.com/office/drawing/2014/main" id="{05A79057-07E2-4186-9A86-08EC6B1ED78E}"/>
              </a:ext>
            </a:extLst>
          </p:cNvPr>
          <p:cNvSpPr/>
          <p:nvPr>
            <p:custDataLst>
              <p:tags r:id="rId34"/>
            </p:custDataLst>
          </p:nvPr>
        </p:nvSpPr>
        <p:spPr bwMode="auto">
          <a:xfrm>
            <a:off x="912795" y="5419189"/>
            <a:ext cx="8514534" cy="522907"/>
          </a:xfrm>
          <a:prstGeom prst="rect">
            <a:avLst/>
          </a:prstGeom>
          <a:solidFill>
            <a:schemeClr val="bg1">
              <a:lumMod val="95000"/>
            </a:schemeClr>
          </a:solidFill>
          <a:ln w="12700">
            <a:solidFill>
              <a:schemeClr val="bg1">
                <a:lumMod val="85000"/>
              </a:schemeClr>
            </a:solidFill>
            <a:prstDash val="solid"/>
            <a:miter lim="800000"/>
            <a:headEnd/>
            <a:tailEnd/>
          </a:ln>
        </p:spPr>
        <p:txBody>
          <a:bodyPr wrap="square" lIns="96000" tIns="96000" rIns="96000" bIns="96000" rtlCol="0" anchor="ctr"/>
          <a:lstStyle/>
          <a:p>
            <a:pPr algn="ctr" defTabSz="914377" eaLnBrk="0" hangingPunct="0"/>
            <a:endParaRPr lang="en-US" sz="2000" dirty="0">
              <a:solidFill>
                <a:srgbClr val="000000"/>
              </a:solidFill>
              <a:latin typeface="Arial"/>
              <a:ea typeface="Verdana" pitchFamily="34" charset="0"/>
              <a:cs typeface="Verdana" pitchFamily="34" charset="0"/>
            </a:endParaRPr>
          </a:p>
        </p:txBody>
      </p:sp>
      <p:sp>
        <p:nvSpPr>
          <p:cNvPr id="81" name="Rectangle 80">
            <a:extLst>
              <a:ext uri="{FF2B5EF4-FFF2-40B4-BE49-F238E27FC236}">
                <a16:creationId xmlns:a16="http://schemas.microsoft.com/office/drawing/2014/main" id="{D4F1FCF9-BA98-4D71-AA26-DDE3C687EA91}"/>
              </a:ext>
            </a:extLst>
          </p:cNvPr>
          <p:cNvSpPr/>
          <p:nvPr>
            <p:custDataLst>
              <p:tags r:id="rId35"/>
            </p:custDataLst>
          </p:nvPr>
        </p:nvSpPr>
        <p:spPr bwMode="auto">
          <a:xfrm>
            <a:off x="3863047" y="5500762"/>
            <a:ext cx="2238922" cy="378000"/>
          </a:xfrm>
          <a:prstGeom prst="rect">
            <a:avLst/>
          </a:prstGeom>
          <a:solidFill>
            <a:srgbClr val="6CB4AD"/>
          </a:solidFill>
          <a:ln w="12700">
            <a:noFill/>
            <a:prstDash val="solid"/>
            <a:miter lim="800000"/>
            <a:headEnd/>
            <a:tailEnd/>
          </a:ln>
        </p:spPr>
        <p:txBody>
          <a:bodyPr wrap="square" lIns="36000" tIns="0" rIns="96000" bIns="0" rtlCol="0" anchor="ctr"/>
          <a:lstStyle/>
          <a:p>
            <a:pPr marL="541338" algn="ctr" defTabSz="914309" eaLnBrk="0" hangingPunct="0"/>
            <a:r>
              <a:rPr lang="en-US" sz="1000" dirty="0">
                <a:solidFill>
                  <a:schemeClr val="bg1"/>
                </a:solidFill>
                <a:ea typeface="Verdana" pitchFamily="34" charset="0"/>
                <a:cs typeface="Verdana" pitchFamily="34" charset="0"/>
              </a:rPr>
              <a:t> 64-200KB Flash</a:t>
            </a:r>
          </a:p>
          <a:p>
            <a:pPr marL="541338" algn="ctr" defTabSz="914309" eaLnBrk="0" hangingPunct="0"/>
            <a:r>
              <a:rPr lang="en-US" sz="1000" dirty="0">
                <a:solidFill>
                  <a:schemeClr val="bg1"/>
                </a:solidFill>
                <a:ea typeface="Verdana" pitchFamily="34" charset="0"/>
                <a:cs typeface="Verdana" pitchFamily="34" charset="0"/>
              </a:rPr>
              <a:t> 16KB RAM</a:t>
            </a:r>
          </a:p>
        </p:txBody>
      </p:sp>
      <p:sp>
        <p:nvSpPr>
          <p:cNvPr id="11" name="Rectangle 10">
            <a:extLst>
              <a:ext uri="{FF2B5EF4-FFF2-40B4-BE49-F238E27FC236}">
                <a16:creationId xmlns:a16="http://schemas.microsoft.com/office/drawing/2014/main" id="{80D5F95E-0422-0C05-FDF3-FDB62C743BF3}"/>
              </a:ext>
            </a:extLst>
          </p:cNvPr>
          <p:cNvSpPr/>
          <p:nvPr>
            <p:custDataLst>
              <p:tags r:id="rId36"/>
            </p:custDataLst>
          </p:nvPr>
        </p:nvSpPr>
        <p:spPr bwMode="auto">
          <a:xfrm>
            <a:off x="3854357" y="5610980"/>
            <a:ext cx="1461841"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1" baseline="0" dirty="0">
                <a:solidFill>
                  <a:schemeClr val="bg1"/>
                </a:solidFill>
                <a:latin typeface="+mn-lt"/>
                <a:ea typeface="+mn-ea"/>
                <a:cs typeface="+mn-cs"/>
              </a:rPr>
              <a:t>C1M2/3</a:t>
            </a:r>
            <a:br>
              <a:rPr lang="en-US" sz="1000" b="1" baseline="0" dirty="0">
                <a:solidFill>
                  <a:schemeClr val="bg1"/>
                </a:solidFill>
                <a:latin typeface="+mn-lt"/>
                <a:ea typeface="+mn-ea"/>
                <a:cs typeface="+mn-cs"/>
              </a:rPr>
            </a:br>
            <a:endParaRPr lang="en-US" sz="1000" b="1" baseline="0" dirty="0">
              <a:solidFill>
                <a:schemeClr val="bg1"/>
              </a:solidFill>
              <a:latin typeface="+mn-lt"/>
              <a:ea typeface="+mn-ea"/>
              <a:cs typeface="+mn-cs"/>
            </a:endParaRPr>
          </a:p>
        </p:txBody>
      </p:sp>
      <p:sp>
        <p:nvSpPr>
          <p:cNvPr id="71" name="Rectangle 70">
            <a:extLst>
              <a:ext uri="{FF2B5EF4-FFF2-40B4-BE49-F238E27FC236}">
                <a16:creationId xmlns:a16="http://schemas.microsoft.com/office/drawing/2014/main" id="{E9007A50-C80A-44B8-A51B-3F5231879BE7}"/>
              </a:ext>
            </a:extLst>
          </p:cNvPr>
          <p:cNvSpPr/>
          <p:nvPr>
            <p:custDataLst>
              <p:tags r:id="rId37"/>
            </p:custDataLst>
          </p:nvPr>
        </p:nvSpPr>
        <p:spPr>
          <a:xfrm>
            <a:off x="1006947" y="5466469"/>
            <a:ext cx="2847412" cy="438582"/>
          </a:xfrm>
          <a:prstGeom prst="rect">
            <a:avLst/>
          </a:prstGeom>
        </p:spPr>
        <p:txBody>
          <a:bodyPr wrap="square">
            <a:spAutoFit/>
          </a:bodyPr>
          <a:lstStyle/>
          <a:p>
            <a:pPr defTabSz="914332" eaLnBrk="0" hangingPunct="0"/>
            <a:r>
              <a:rPr lang="en-US" sz="1200" b="1" dirty="0">
                <a:solidFill>
                  <a:schemeClr val="accent1"/>
                </a:solidFill>
              </a:rPr>
              <a:t>PSOC™ Control C1</a:t>
            </a:r>
            <a:br>
              <a:rPr lang="en-US" sz="1100" b="1" dirty="0">
                <a:solidFill>
                  <a:schemeClr val="accent1"/>
                </a:solidFill>
                <a:latin typeface="Arial"/>
                <a:ea typeface="Verdana" pitchFamily="34" charset="0"/>
              </a:rPr>
            </a:br>
            <a:r>
              <a:rPr lang="en-US" sz="1050" dirty="0">
                <a:solidFill>
                  <a:srgbClr val="000000"/>
                </a:solidFill>
                <a:latin typeface="Arial"/>
                <a:ea typeface="Verdana" pitchFamily="34" charset="0"/>
              </a:rPr>
              <a:t>Up to 48</a:t>
            </a:r>
            <a:r>
              <a:rPr lang="en-US" sz="1050" dirty="0">
                <a:solidFill>
                  <a:srgbClr val="000000"/>
                </a:solidFill>
                <a:latin typeface="Arial"/>
                <a:ea typeface="Verdana" pitchFamily="34" charset="0"/>
                <a:cs typeface="Verdana" pitchFamily="34" charset="0"/>
              </a:rPr>
              <a:t>MHz single Cortex®-M0</a:t>
            </a:r>
            <a:endParaRPr lang="en-US" sz="900" dirty="0">
              <a:solidFill>
                <a:srgbClr val="000000"/>
              </a:solidFill>
              <a:latin typeface="Arial"/>
              <a:ea typeface="Verdana" pitchFamily="34" charset="0"/>
              <a:cs typeface="Verdana" pitchFamily="34" charset="0"/>
            </a:endParaRPr>
          </a:p>
        </p:txBody>
      </p:sp>
      <p:sp>
        <p:nvSpPr>
          <p:cNvPr id="61" name="Right Brace 60">
            <a:extLst>
              <a:ext uri="{FF2B5EF4-FFF2-40B4-BE49-F238E27FC236}">
                <a16:creationId xmlns:a16="http://schemas.microsoft.com/office/drawing/2014/main" id="{F0D9EECC-289E-3C5E-CA01-DCFA000BBA95}"/>
              </a:ext>
            </a:extLst>
          </p:cNvPr>
          <p:cNvSpPr/>
          <p:nvPr/>
        </p:nvSpPr>
        <p:spPr>
          <a:xfrm>
            <a:off x="8266268" y="2997707"/>
            <a:ext cx="153506" cy="2284279"/>
          </a:xfrm>
          <a:prstGeom prst="rightBrac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2" name="Rectangle 61">
            <a:extLst>
              <a:ext uri="{FF2B5EF4-FFF2-40B4-BE49-F238E27FC236}">
                <a16:creationId xmlns:a16="http://schemas.microsoft.com/office/drawing/2014/main" id="{EE9268EA-9AC4-16C6-A380-142908874731}"/>
              </a:ext>
            </a:extLst>
          </p:cNvPr>
          <p:cNvSpPr/>
          <p:nvPr>
            <p:custDataLst>
              <p:tags r:id="rId38"/>
            </p:custDataLst>
          </p:nvPr>
        </p:nvSpPr>
        <p:spPr>
          <a:xfrm>
            <a:off x="8431534" y="3852162"/>
            <a:ext cx="1026602" cy="707886"/>
          </a:xfrm>
          <a:prstGeom prst="rect">
            <a:avLst/>
          </a:prstGeom>
        </p:spPr>
        <p:txBody>
          <a:bodyPr wrap="square">
            <a:spAutoFit/>
          </a:bodyPr>
          <a:lstStyle/>
          <a:p>
            <a:pPr algn="ctr" defTabSz="914332" eaLnBrk="0" hangingPunct="0"/>
            <a:r>
              <a:rPr lang="en-US" sz="1000" b="1" dirty="0">
                <a:solidFill>
                  <a:schemeClr val="accent1"/>
                </a:solidFill>
              </a:rPr>
              <a:t>Pin Compatible </a:t>
            </a:r>
            <a:r>
              <a:rPr lang="en-US" sz="1000" dirty="0">
                <a:solidFill>
                  <a:schemeClr val="accent1"/>
                </a:solidFill>
              </a:rPr>
              <a:t>Main &amp; Entry Line</a:t>
            </a:r>
            <a:endParaRPr lang="en-US" sz="1000" b="1" dirty="0">
              <a:solidFill>
                <a:schemeClr val="accent4">
                  <a:lumMod val="75000"/>
                </a:schemeClr>
              </a:solidFill>
              <a:latin typeface="Arial"/>
              <a:ea typeface="Verdana" pitchFamily="34" charset="0"/>
            </a:endParaRPr>
          </a:p>
        </p:txBody>
      </p:sp>
      <p:sp>
        <p:nvSpPr>
          <p:cNvPr id="64" name="Rectangle 63">
            <a:extLst>
              <a:ext uri="{FF2B5EF4-FFF2-40B4-BE49-F238E27FC236}">
                <a16:creationId xmlns:a16="http://schemas.microsoft.com/office/drawing/2014/main" id="{74F0C99B-A749-CF80-4906-D959E5876E05}"/>
              </a:ext>
            </a:extLst>
          </p:cNvPr>
          <p:cNvSpPr/>
          <p:nvPr>
            <p:custDataLst>
              <p:tags r:id="rId39"/>
            </p:custDataLst>
          </p:nvPr>
        </p:nvSpPr>
        <p:spPr bwMode="auto">
          <a:xfrm>
            <a:off x="9668384" y="1915496"/>
            <a:ext cx="2102654" cy="129634"/>
          </a:xfrm>
          <a:prstGeom prst="rect">
            <a:avLst/>
          </a:prstGeom>
          <a:noFill/>
          <a:ln w="9525">
            <a:noFill/>
            <a:miter lim="800000"/>
            <a:headEnd/>
            <a:tailEnd/>
          </a:ln>
        </p:spPr>
        <p:txBody>
          <a:bodyPr wrap="square" lIns="72000" tIns="72000" rIns="72000" bIns="72000" rtlCol="0" anchor="ctr"/>
          <a:lstStyle/>
          <a:p>
            <a:pPr defTabSz="576000" eaLnBrk="0" hangingPunct="0"/>
            <a:endParaRPr lang="en-US" sz="1000" baseline="0" dirty="0">
              <a:latin typeface="+mn-lt"/>
              <a:ea typeface="+mn-ea"/>
              <a:cs typeface="+mn-cs"/>
            </a:endParaRPr>
          </a:p>
        </p:txBody>
      </p:sp>
      <p:sp>
        <p:nvSpPr>
          <p:cNvPr id="68" name="Rectangle 67">
            <a:extLst>
              <a:ext uri="{FF2B5EF4-FFF2-40B4-BE49-F238E27FC236}">
                <a16:creationId xmlns:a16="http://schemas.microsoft.com/office/drawing/2014/main" id="{BFD61AF7-D56F-1664-EBEF-B02918EFF68B}"/>
              </a:ext>
            </a:extLst>
          </p:cNvPr>
          <p:cNvSpPr/>
          <p:nvPr>
            <p:custDataLst>
              <p:tags r:id="rId40"/>
            </p:custDataLst>
          </p:nvPr>
        </p:nvSpPr>
        <p:spPr bwMode="auto">
          <a:xfrm>
            <a:off x="9668384" y="2583331"/>
            <a:ext cx="2188654"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baseline="0" dirty="0">
                <a:latin typeface="+mn-lt"/>
                <a:ea typeface="+mn-ea"/>
                <a:cs typeface="+mn-cs"/>
              </a:rPr>
              <a:t>PPCA, </a:t>
            </a:r>
            <a:r>
              <a:rPr lang="en-US" sz="1000" dirty="0">
                <a:ea typeface="Verdana" panose="020B0604030504040204" pitchFamily="34" charset="0"/>
              </a:rPr>
              <a:t>4x 25 MSPS ADC, </a:t>
            </a:r>
            <a:r>
              <a:rPr lang="en-US" sz="1000" baseline="0" dirty="0">
                <a:latin typeface="+mn-lt"/>
                <a:ea typeface="+mn-ea"/>
                <a:cs typeface="+mn-cs"/>
              </a:rPr>
              <a:t>HRPWM, CORDIC, DAC, PSA L3, PQCs</a:t>
            </a:r>
          </a:p>
        </p:txBody>
      </p:sp>
      <p:sp>
        <p:nvSpPr>
          <p:cNvPr id="69" name="Rectangle 68">
            <a:extLst>
              <a:ext uri="{FF2B5EF4-FFF2-40B4-BE49-F238E27FC236}">
                <a16:creationId xmlns:a16="http://schemas.microsoft.com/office/drawing/2014/main" id="{ACB2CC79-919F-1629-10EC-B8647D7EF2B6}"/>
              </a:ext>
            </a:extLst>
          </p:cNvPr>
          <p:cNvSpPr/>
          <p:nvPr>
            <p:custDataLst>
              <p:tags r:id="rId41"/>
            </p:custDataLst>
          </p:nvPr>
        </p:nvSpPr>
        <p:spPr bwMode="auto">
          <a:xfrm>
            <a:off x="9668384" y="3130952"/>
            <a:ext cx="2188654"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err="1">
                <a:latin typeface="+mn-lt"/>
              </a:rPr>
              <a:t>OpAmps</a:t>
            </a:r>
            <a:r>
              <a:rPr lang="en-US" sz="1000" dirty="0">
                <a:latin typeface="+mn-lt"/>
              </a:rPr>
              <a:t>, HRPWM, CORDIC, DAC, I3C, CAN, </a:t>
            </a:r>
            <a:r>
              <a:rPr lang="en-US" sz="1000" baseline="0" dirty="0">
                <a:latin typeface="+mn-lt"/>
                <a:ea typeface="+mn-ea"/>
                <a:cs typeface="+mn-cs"/>
              </a:rPr>
              <a:t>USB, PSA L3, PQC</a:t>
            </a:r>
          </a:p>
        </p:txBody>
      </p:sp>
      <p:sp>
        <p:nvSpPr>
          <p:cNvPr id="72" name="Rectangle 71">
            <a:extLst>
              <a:ext uri="{FF2B5EF4-FFF2-40B4-BE49-F238E27FC236}">
                <a16:creationId xmlns:a16="http://schemas.microsoft.com/office/drawing/2014/main" id="{C8C07C4C-B344-6B8D-5D07-233C2ED0A7D6}"/>
              </a:ext>
            </a:extLst>
          </p:cNvPr>
          <p:cNvSpPr/>
          <p:nvPr>
            <p:custDataLst>
              <p:tags r:id="rId42"/>
            </p:custDataLst>
          </p:nvPr>
        </p:nvSpPr>
        <p:spPr bwMode="auto">
          <a:xfrm>
            <a:off x="9668384" y="3590014"/>
            <a:ext cx="1672984"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a:latin typeface="+mn-lt"/>
              </a:rPr>
              <a:t>HRPWM, CORDIC, CAN, </a:t>
            </a:r>
            <a:r>
              <a:rPr lang="en-US" sz="1000" baseline="0" dirty="0">
                <a:latin typeface="+mn-lt"/>
                <a:ea typeface="+mn-ea"/>
                <a:cs typeface="+mn-cs"/>
              </a:rPr>
              <a:t>PSA L2</a:t>
            </a:r>
          </a:p>
        </p:txBody>
      </p:sp>
      <p:sp>
        <p:nvSpPr>
          <p:cNvPr id="77" name="Rectangle 76">
            <a:extLst>
              <a:ext uri="{FF2B5EF4-FFF2-40B4-BE49-F238E27FC236}">
                <a16:creationId xmlns:a16="http://schemas.microsoft.com/office/drawing/2014/main" id="{44828457-79B8-8B98-A60C-0B9684EE4334}"/>
              </a:ext>
            </a:extLst>
          </p:cNvPr>
          <p:cNvSpPr/>
          <p:nvPr>
            <p:custDataLst>
              <p:tags r:id="rId43"/>
            </p:custDataLst>
          </p:nvPr>
        </p:nvSpPr>
        <p:spPr bwMode="auto">
          <a:xfrm>
            <a:off x="9668384" y="4029187"/>
            <a:ext cx="1981799"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err="1"/>
              <a:t>OpAmps</a:t>
            </a:r>
            <a:r>
              <a:rPr lang="en-US" sz="1000" dirty="0"/>
              <a:t>, </a:t>
            </a:r>
            <a:r>
              <a:rPr lang="en-US" sz="1000" baseline="0" dirty="0">
                <a:latin typeface="+mn-lt"/>
                <a:ea typeface="+mn-ea"/>
                <a:cs typeface="+mn-cs"/>
              </a:rPr>
              <a:t>PSA L2</a:t>
            </a:r>
          </a:p>
        </p:txBody>
      </p:sp>
      <p:sp>
        <p:nvSpPr>
          <p:cNvPr id="82" name="Rectangle 81">
            <a:extLst>
              <a:ext uri="{FF2B5EF4-FFF2-40B4-BE49-F238E27FC236}">
                <a16:creationId xmlns:a16="http://schemas.microsoft.com/office/drawing/2014/main" id="{EF3BC159-89C9-87E0-8C0A-07288BDEFDD1}"/>
              </a:ext>
            </a:extLst>
          </p:cNvPr>
          <p:cNvSpPr/>
          <p:nvPr>
            <p:custDataLst>
              <p:tags r:id="rId44"/>
            </p:custDataLst>
          </p:nvPr>
        </p:nvSpPr>
        <p:spPr bwMode="auto">
          <a:xfrm>
            <a:off x="9668384" y="5003896"/>
            <a:ext cx="1981799"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err="1"/>
              <a:t>OpAmps</a:t>
            </a:r>
            <a:endParaRPr lang="en-US" sz="1000" baseline="0" dirty="0">
              <a:latin typeface="+mn-lt"/>
              <a:ea typeface="+mn-ea"/>
              <a:cs typeface="+mn-cs"/>
            </a:endParaRPr>
          </a:p>
        </p:txBody>
      </p:sp>
      <p:sp>
        <p:nvSpPr>
          <p:cNvPr id="83" name="Rectangle 82">
            <a:extLst>
              <a:ext uri="{FF2B5EF4-FFF2-40B4-BE49-F238E27FC236}">
                <a16:creationId xmlns:a16="http://schemas.microsoft.com/office/drawing/2014/main" id="{A204DFA5-FE5D-D0E8-5051-99B5488CEBFC}"/>
              </a:ext>
            </a:extLst>
          </p:cNvPr>
          <p:cNvSpPr/>
          <p:nvPr>
            <p:custDataLst>
              <p:tags r:id="rId45"/>
            </p:custDataLst>
          </p:nvPr>
        </p:nvSpPr>
        <p:spPr bwMode="auto">
          <a:xfrm>
            <a:off x="9668384" y="4576765"/>
            <a:ext cx="2044900"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a:latin typeface="+mn-lt"/>
              </a:rPr>
              <a:t>CORDIC, CAN, </a:t>
            </a:r>
            <a:r>
              <a:rPr lang="en-US" sz="1000" baseline="0" dirty="0">
                <a:latin typeface="+mn-lt"/>
                <a:ea typeface="+mn-ea"/>
                <a:cs typeface="+mn-cs"/>
              </a:rPr>
              <a:t>PSA L2</a:t>
            </a:r>
          </a:p>
        </p:txBody>
      </p:sp>
      <p:sp>
        <p:nvSpPr>
          <p:cNvPr id="84" name="Rectangle 83">
            <a:extLst>
              <a:ext uri="{FF2B5EF4-FFF2-40B4-BE49-F238E27FC236}">
                <a16:creationId xmlns:a16="http://schemas.microsoft.com/office/drawing/2014/main" id="{7D277BB6-E253-FF5F-3B0B-E758AF30A4C6}"/>
              </a:ext>
            </a:extLst>
          </p:cNvPr>
          <p:cNvSpPr/>
          <p:nvPr>
            <p:custDataLst>
              <p:tags r:id="rId46"/>
            </p:custDataLst>
          </p:nvPr>
        </p:nvSpPr>
        <p:spPr bwMode="auto">
          <a:xfrm>
            <a:off x="9668384" y="5622184"/>
            <a:ext cx="1902763" cy="129634"/>
          </a:xfrm>
          <a:prstGeom prst="rect">
            <a:avLst/>
          </a:prstGeom>
          <a:noFill/>
          <a:ln w="9525">
            <a:noFill/>
            <a:miter lim="800000"/>
            <a:headEnd/>
            <a:tailEnd/>
          </a:ln>
        </p:spPr>
        <p:txBody>
          <a:bodyPr wrap="square" lIns="72000" tIns="72000" rIns="72000" bIns="72000" rtlCol="0" anchor="ctr"/>
          <a:lstStyle/>
          <a:p>
            <a:pPr defTabSz="576000" eaLnBrk="0" hangingPunct="0"/>
            <a:r>
              <a:rPr lang="en-US" sz="1000" dirty="0"/>
              <a:t>5.5V, CAN </a:t>
            </a:r>
            <a:endParaRPr lang="en-US" sz="1000" baseline="0" dirty="0">
              <a:latin typeface="+mn-lt"/>
              <a:ea typeface="+mn-ea"/>
              <a:cs typeface="+mn-cs"/>
            </a:endParaRPr>
          </a:p>
        </p:txBody>
      </p:sp>
    </p:spTree>
    <p:extLst>
      <p:ext uri="{BB962C8B-B14F-4D97-AF65-F5344CB8AC3E}">
        <p14:creationId xmlns:p14="http://schemas.microsoft.com/office/powerpoint/2010/main" val="161926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327303E-520E-0D72-8357-925360DAC2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272" imgH="272" progId="TCLayout.ActiveDocument.1">
                  <p:embed/>
                </p:oleObj>
              </mc:Choice>
              <mc:Fallback>
                <p:oleObj name="think-cell Slide" r:id="rId71" imgW="272" imgH="272" progId="TCLayout.ActiveDocument.1">
                  <p:embed/>
                  <p:pic>
                    <p:nvPicPr>
                      <p:cNvPr id="6" name="think-cell data - do not delete" hidden="1">
                        <a:extLst>
                          <a:ext uri="{FF2B5EF4-FFF2-40B4-BE49-F238E27FC236}">
                            <a16:creationId xmlns:a16="http://schemas.microsoft.com/office/drawing/2014/main" id="{3327303E-520E-0D72-8357-925360DAC27F}"/>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23A3FF0-5696-FEFA-F982-840DA9DAD437}"/>
              </a:ext>
            </a:extLst>
          </p:cNvPr>
          <p:cNvSpPr/>
          <p:nvPr>
            <p:custDataLst>
              <p:tags r:id="rId2"/>
            </p:custDataLst>
          </p:nvPr>
        </p:nvSpPr>
        <p:spPr bwMode="auto">
          <a:xfrm>
            <a:off x="335360" y="4343086"/>
            <a:ext cx="563729" cy="1258465"/>
          </a:xfrm>
          <a:prstGeom prst="rect">
            <a:avLst/>
          </a:prstGeom>
          <a:noFill/>
          <a:ln w="9525">
            <a:noFill/>
            <a:miter lim="800000"/>
            <a:headEnd/>
            <a:tailEnd/>
          </a:ln>
        </p:spPr>
        <p:txBody>
          <a:bodyPr wrap="square" lIns="0" tIns="0" rIns="0" bIns="0" rtlCol="0" anchor="ctr"/>
          <a:lstStyle/>
          <a:p>
            <a:pPr marL="0" marR="0" lvl="0" indent="0" algn="ctr" defTabSz="914309"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128K / 32-64K</a:t>
            </a:r>
          </a:p>
        </p:txBody>
      </p:sp>
      <p:sp>
        <p:nvSpPr>
          <p:cNvPr id="14" name="Title 1">
            <a:extLst>
              <a:ext uri="{FF2B5EF4-FFF2-40B4-BE49-F238E27FC236}">
                <a16:creationId xmlns:a16="http://schemas.microsoft.com/office/drawing/2014/main" id="{DF7E6891-B572-22C5-C647-42C2F8A53C69}"/>
              </a:ext>
            </a:extLst>
          </p:cNvPr>
          <p:cNvSpPr>
            <a:spLocks noGrp="1"/>
          </p:cNvSpPr>
          <p:nvPr>
            <p:ph type="title"/>
          </p:nvPr>
        </p:nvSpPr>
        <p:spPr>
          <a:xfrm>
            <a:off x="335360" y="188720"/>
            <a:ext cx="9613068" cy="720000"/>
          </a:xfrm>
        </p:spPr>
        <p:txBody>
          <a:bodyPr vert="horz"/>
          <a:lstStyle/>
          <a:p>
            <a:r>
              <a:rPr lang="en-US" dirty="0"/>
              <a:t>PSOC</a:t>
            </a:r>
            <a:r>
              <a:rPr lang="en-US" baseline="30000" dirty="0"/>
              <a:t>TM</a:t>
            </a:r>
            <a:r>
              <a:rPr lang="en-US" dirty="0"/>
              <a:t> Control C3 </a:t>
            </a:r>
            <a:r>
              <a:rPr lang="en-US" u="sng" dirty="0"/>
              <a:t>Main</a:t>
            </a:r>
            <a:r>
              <a:rPr lang="en-US" dirty="0"/>
              <a:t> Line with ARM</a:t>
            </a:r>
            <a:r>
              <a:rPr lang="en-US" baseline="30000" dirty="0"/>
              <a:t>®</a:t>
            </a:r>
            <a:r>
              <a:rPr lang="en-US" dirty="0"/>
              <a:t> Cortex® M33 at 180MHz</a:t>
            </a:r>
            <a:br>
              <a:rPr lang="en-US" dirty="0">
                <a:solidFill>
                  <a:schemeClr val="accent1"/>
                </a:solidFill>
                <a:latin typeface="Arial" panose="020B0604020202020204" pitchFamily="34" charset="0"/>
                <a:ea typeface="Verdana" pitchFamily="34" charset="0"/>
                <a:cs typeface="Arial" panose="020B0604020202020204" pitchFamily="34" charset="0"/>
              </a:rPr>
            </a:br>
            <a:r>
              <a:rPr lang="en-US" b="0" dirty="0">
                <a:solidFill>
                  <a:schemeClr val="accent1"/>
                </a:solidFill>
                <a:latin typeface="Arial" panose="020B0604020202020204" pitchFamily="34" charset="0"/>
                <a:ea typeface="Verdana" pitchFamily="34" charset="0"/>
                <a:cs typeface="Arial" panose="020B0604020202020204" pitchFamily="34" charset="0"/>
              </a:rPr>
              <a:t>Portfolio and Device Overview</a:t>
            </a:r>
            <a:endParaRPr lang="en-US" b="0" dirty="0"/>
          </a:p>
        </p:txBody>
      </p:sp>
      <p:cxnSp>
        <p:nvCxnSpPr>
          <p:cNvPr id="21" name="Straight Arrow Connector 20">
            <a:extLst>
              <a:ext uri="{FF2B5EF4-FFF2-40B4-BE49-F238E27FC236}">
                <a16:creationId xmlns:a16="http://schemas.microsoft.com/office/drawing/2014/main" id="{B7BD4203-1411-9D52-D9EC-2450501EDB82}"/>
              </a:ext>
            </a:extLst>
          </p:cNvPr>
          <p:cNvCxnSpPr>
            <a:cxnSpLocks/>
          </p:cNvCxnSpPr>
          <p:nvPr/>
        </p:nvCxnSpPr>
        <p:spPr>
          <a:xfrm flipH="1" flipV="1">
            <a:off x="953799" y="1682407"/>
            <a:ext cx="25527" cy="41744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43F8FB9-9C9D-1774-BD7C-FC6372BB444E}"/>
              </a:ext>
            </a:extLst>
          </p:cNvPr>
          <p:cNvSpPr/>
          <p:nvPr>
            <p:custDataLst>
              <p:tags r:id="rId3"/>
            </p:custDataLst>
          </p:nvPr>
        </p:nvSpPr>
        <p:spPr bwMode="auto">
          <a:xfrm>
            <a:off x="257922" y="1283497"/>
            <a:ext cx="1643214" cy="329985"/>
          </a:xfrm>
          <a:prstGeom prst="rect">
            <a:avLst/>
          </a:prstGeom>
          <a:noFill/>
          <a:ln w="9525">
            <a:noFill/>
            <a:miter lim="800000"/>
            <a:headEnd/>
            <a:tailEnd/>
          </a:ln>
        </p:spPr>
        <p:txBody>
          <a:bodyPr wrap="square" lIns="72000" tIns="72000" rIns="72000" bIns="72000" rtlCol="0" anchor="ctr"/>
          <a:lstStyle/>
          <a:p>
            <a:pPr marL="0" marR="0" lvl="0" indent="0" algn="ctr" defTabSz="914309"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dirty="0">
                <a:ln>
                  <a:noFill/>
                </a:ln>
                <a:solidFill>
                  <a:srgbClr val="000000"/>
                </a:solidFill>
                <a:effectLst/>
                <a:uLnTx/>
                <a:uFillTx/>
                <a:latin typeface="Arial" charset="0"/>
                <a:ea typeface="Verdana" pitchFamily="34" charset="0"/>
                <a:cs typeface="Arial"/>
              </a:rPr>
              <a:t>Flash memory size / </a:t>
            </a:r>
            <a:br>
              <a:rPr kumimoji="0" lang="en-US" sz="1200" b="1" i="0" u="none" strike="noStrike" kern="1200" cap="none" spc="0" normalizeH="0" baseline="0" dirty="0">
                <a:ln>
                  <a:noFill/>
                </a:ln>
                <a:solidFill>
                  <a:srgbClr val="000000"/>
                </a:solidFill>
                <a:effectLst/>
                <a:uLnTx/>
                <a:uFillTx/>
                <a:latin typeface="Arial" charset="0"/>
                <a:ea typeface="Verdana" pitchFamily="34" charset="0"/>
                <a:cs typeface="Arial"/>
              </a:rPr>
            </a:br>
            <a:r>
              <a:rPr kumimoji="0" lang="en-US" sz="1200" b="1" i="0" u="none" strike="noStrike" kern="1200" cap="none" spc="0" normalizeH="0" baseline="0" dirty="0">
                <a:ln>
                  <a:noFill/>
                </a:ln>
                <a:solidFill>
                  <a:srgbClr val="000000"/>
                </a:solidFill>
                <a:effectLst/>
                <a:uLnTx/>
                <a:uFillTx/>
                <a:latin typeface="Arial" charset="0"/>
                <a:ea typeface="Verdana" pitchFamily="34" charset="0"/>
                <a:cs typeface="Arial"/>
              </a:rPr>
              <a:t>RAM size (KB)</a:t>
            </a:r>
          </a:p>
        </p:txBody>
      </p:sp>
      <p:sp>
        <p:nvSpPr>
          <p:cNvPr id="23" name="TextBox 22">
            <a:extLst>
              <a:ext uri="{FF2B5EF4-FFF2-40B4-BE49-F238E27FC236}">
                <a16:creationId xmlns:a16="http://schemas.microsoft.com/office/drawing/2014/main" id="{D270A04E-5A42-7DA0-AC6A-4FE3A86D088C}"/>
              </a:ext>
            </a:extLst>
          </p:cNvPr>
          <p:cNvSpPr txBox="1"/>
          <p:nvPr>
            <p:custDataLst>
              <p:tags r:id="rId4"/>
            </p:custDataLst>
          </p:nvPr>
        </p:nvSpPr>
        <p:spPr bwMode="auto">
          <a:xfrm>
            <a:off x="9698664" y="1203134"/>
            <a:ext cx="2296390" cy="429426"/>
          </a:xfrm>
          <a:prstGeom prst="rect">
            <a:avLst/>
          </a:prstGeom>
          <a:noFill/>
          <a:ln w="9525">
            <a:noFill/>
            <a:miter lim="800000"/>
            <a:headEnd/>
            <a:tailEnd/>
          </a:ln>
        </p:spPr>
        <p:txBody>
          <a:bodyPr wrap="square" lIns="0" tIns="0" rIns="0" bIns="0" rtlCol="0" anchor="b" anchorCtr="0">
            <a:noAutofit/>
          </a:bodyPr>
          <a:lstStyle>
            <a:defPPr>
              <a:defRPr lang="en-US"/>
            </a:defPPr>
            <a:lvl1pPr eaLnBrk="0" hangingPunct="0">
              <a:defRPr sz="1800" b="1">
                <a:solidFill>
                  <a:schemeClr val="accent1"/>
                </a:solidFill>
                <a:latin typeface="Arial" panose="020B0604020202020204" pitchFamily="34" charset="0"/>
                <a:ea typeface="Verdana" pitchFamily="34" charset="0"/>
                <a:cs typeface="Arial" panose="020B0604020202020204" pitchFamily="34" charset="0"/>
              </a:defRPr>
            </a:lvl1pPr>
          </a:lstStyle>
          <a:p>
            <a:r>
              <a:rPr lang="en-US" sz="1300" dirty="0"/>
              <a:t>PSOC</a:t>
            </a:r>
            <a:r>
              <a:rPr lang="en-US" sz="1300" baseline="30000" dirty="0"/>
              <a:t>TM</a:t>
            </a:r>
            <a:r>
              <a:rPr lang="en-US" sz="1300" dirty="0"/>
              <a:t> Control C3 </a:t>
            </a:r>
            <a:r>
              <a:rPr lang="en-US" sz="1300" b="0" dirty="0"/>
              <a:t>with full SW and P2P compatibility </a:t>
            </a:r>
          </a:p>
        </p:txBody>
      </p:sp>
      <p:sp>
        <p:nvSpPr>
          <p:cNvPr id="26" name="TextBox 25">
            <a:extLst>
              <a:ext uri="{FF2B5EF4-FFF2-40B4-BE49-F238E27FC236}">
                <a16:creationId xmlns:a16="http://schemas.microsoft.com/office/drawing/2014/main" id="{87386D99-B1F2-E527-9DC3-0F339B1F5FC6}"/>
              </a:ext>
            </a:extLst>
          </p:cNvPr>
          <p:cNvSpPr txBox="1"/>
          <p:nvPr>
            <p:custDataLst>
              <p:tags r:id="rId5"/>
            </p:custDataLst>
          </p:nvPr>
        </p:nvSpPr>
        <p:spPr bwMode="auto">
          <a:xfrm>
            <a:off x="9689300" y="1754973"/>
            <a:ext cx="2156290" cy="1454684"/>
          </a:xfrm>
          <a:prstGeom prst="rect">
            <a:avLst/>
          </a:prstGeom>
          <a:solidFill>
            <a:schemeClr val="tx2"/>
          </a:solidFill>
          <a:ln w="9525">
            <a:noFill/>
            <a:miter lim="800000"/>
            <a:headEnd/>
            <a:tailEnd/>
          </a:ln>
          <a:effectLst/>
        </p:spPr>
        <p:txBody>
          <a:bodyPr wrap="square" lIns="0" tIns="0" rIns="0" bIns="0" rtlCol="0" anchor="ctr" anchorCtr="0">
            <a:noAutofit/>
          </a:bodyPr>
          <a:lstStyle/>
          <a:p>
            <a:pPr marL="0" marR="0" lvl="0" indent="0" algn="ctr" defTabSz="576000" rtl="0" eaLnBrk="0" fontAlgn="auto" latinLnBrk="0" hangingPunct="0">
              <a:lnSpc>
                <a:spcPct val="105000"/>
              </a:lnSpc>
              <a:spcBef>
                <a:spcPts val="0"/>
              </a:spcBef>
              <a:spcAft>
                <a:spcPts val="300"/>
              </a:spcAft>
              <a:buClr>
                <a:srgbClr val="0A8276"/>
              </a:buClr>
              <a:buSzTx/>
              <a:buFontTx/>
              <a:buNone/>
              <a:tabLst/>
              <a:defRPr/>
            </a:pPr>
            <a:r>
              <a:rPr kumimoji="0" lang="en-US" sz="1300" b="1" i="0" u="none" strike="noStrike" kern="0" cap="none" spc="0" normalizeH="0" baseline="0" noProof="0" dirty="0">
                <a:ln>
                  <a:noFill/>
                </a:ln>
                <a:solidFill>
                  <a:schemeClr val="bg1"/>
                </a:solidFill>
                <a:effectLst/>
                <a:uLnTx/>
                <a:uFillTx/>
                <a:latin typeface="Arial"/>
                <a:cs typeface="Arial"/>
              </a:rPr>
              <a:t>PSOC</a:t>
            </a:r>
            <a:r>
              <a:rPr kumimoji="0" lang="en-US" sz="1300" b="1" i="0" u="none" strike="noStrike" kern="0" cap="none" spc="0" normalizeH="0" baseline="30000" noProof="0" dirty="0">
                <a:ln>
                  <a:noFill/>
                </a:ln>
                <a:solidFill>
                  <a:schemeClr val="bg1"/>
                </a:solidFill>
                <a:effectLst/>
                <a:uLnTx/>
                <a:uFillTx/>
                <a:latin typeface="Arial"/>
                <a:cs typeface="Arial"/>
              </a:rPr>
              <a:t>TM </a:t>
            </a:r>
            <a:r>
              <a:rPr kumimoji="0" lang="en-US" sz="1300" b="1" i="0" u="none" strike="noStrike" kern="0" cap="none" spc="0" normalizeH="0" baseline="0" noProof="0" dirty="0">
                <a:ln>
                  <a:noFill/>
                </a:ln>
                <a:solidFill>
                  <a:schemeClr val="bg1"/>
                </a:solidFill>
                <a:effectLst/>
                <a:uLnTx/>
                <a:uFillTx/>
                <a:latin typeface="Arial"/>
                <a:cs typeface="Arial"/>
              </a:rPr>
              <a:t>C3 Main Line</a:t>
            </a:r>
          </a:p>
          <a:p>
            <a:pPr marL="0" marR="0" lvl="0" indent="0" algn="ctr" defTabSz="576000" rtl="0" eaLnBrk="0" fontAlgn="auto" latinLnBrk="0" hangingPunct="0">
              <a:lnSpc>
                <a:spcPct val="105000"/>
              </a:lnSpc>
              <a:spcBef>
                <a:spcPts val="0"/>
              </a:spcBef>
              <a:spcAft>
                <a:spcPts val="0"/>
              </a:spcAft>
              <a:buClr>
                <a:srgbClr val="0A8276"/>
              </a:buClr>
              <a:buSzTx/>
              <a:buFontTx/>
              <a:buNone/>
              <a:tabLst/>
              <a:defRPr/>
            </a:pPr>
            <a:r>
              <a:rPr kumimoji="0" lang="en-US" sz="1000" b="0" i="0" u="none" strike="noStrike" kern="0" cap="none" spc="0" normalizeH="0" baseline="0" noProof="0" dirty="0">
                <a:ln>
                  <a:noFill/>
                </a:ln>
                <a:solidFill>
                  <a:schemeClr val="bg1"/>
                </a:solidFill>
                <a:effectLst/>
                <a:uLnTx/>
                <a:uFillTx/>
                <a:latin typeface="Arial"/>
                <a:ea typeface="+mn-ea"/>
                <a:cs typeface="Arial"/>
              </a:rPr>
              <a:t>ARM® Cortex® M33 </a:t>
            </a:r>
            <a:r>
              <a:rPr kumimoji="0" lang="en-US" sz="1000" b="0" i="0" u="none" strike="noStrike" kern="0" cap="none" spc="0" normalizeH="0" baseline="0" noProof="0" dirty="0">
                <a:ln>
                  <a:noFill/>
                </a:ln>
                <a:solidFill>
                  <a:schemeClr val="bg1"/>
                </a:solidFill>
                <a:effectLst/>
                <a:uLnTx/>
                <a:uFillTx/>
                <a:latin typeface="Arial"/>
                <a:cs typeface="Arial"/>
              </a:rPr>
              <a:t>at 180MHz</a:t>
            </a:r>
            <a:br>
              <a:rPr kumimoji="0" lang="en-US" sz="1000" b="0" i="0" u="none" strike="noStrike" kern="0" cap="none" spc="0" normalizeH="0" baseline="0" noProof="0" dirty="0">
                <a:ln>
                  <a:noFill/>
                </a:ln>
                <a:solidFill>
                  <a:schemeClr val="bg1"/>
                </a:solidFill>
                <a:effectLst/>
                <a:uLnTx/>
                <a:uFillTx/>
                <a:latin typeface="Arial"/>
                <a:cs typeface="Arial"/>
              </a:rPr>
            </a:br>
            <a:r>
              <a:rPr kumimoji="0" lang="en-US" sz="1000" b="0" i="0" u="none" strike="noStrike" kern="0" cap="none" spc="0" normalizeH="0" baseline="0" noProof="0" dirty="0">
                <a:ln>
                  <a:noFill/>
                </a:ln>
                <a:solidFill>
                  <a:schemeClr val="bg1"/>
                </a:solidFill>
                <a:effectLst/>
                <a:uLnTx/>
                <a:uFillTx/>
                <a:latin typeface="Arial"/>
                <a:cs typeface="Arial"/>
              </a:rPr>
              <a:t>DSP/FPU and CORDIC (option)</a:t>
            </a:r>
            <a:br>
              <a:rPr kumimoji="0" lang="en-US" sz="1000" b="0" i="0" u="none" strike="noStrike" kern="0" cap="none" spc="0" normalizeH="0" baseline="0" noProof="0" dirty="0">
                <a:ln>
                  <a:noFill/>
                </a:ln>
                <a:solidFill>
                  <a:schemeClr val="bg1"/>
                </a:solidFill>
                <a:effectLst/>
                <a:uLnTx/>
                <a:uFillTx/>
                <a:latin typeface="Arial"/>
                <a:cs typeface="Arial"/>
              </a:rPr>
            </a:br>
            <a:r>
              <a:rPr kumimoji="0" lang="en-US" sz="1000" b="0" i="0" u="none" strike="noStrike" kern="0" cap="none" spc="0" normalizeH="0" baseline="0" noProof="0" dirty="0">
                <a:ln>
                  <a:noFill/>
                </a:ln>
                <a:solidFill>
                  <a:schemeClr val="bg1"/>
                </a:solidFill>
                <a:effectLst/>
                <a:uLnTx/>
                <a:uFillTx/>
                <a:latin typeface="Arial"/>
                <a:cs typeface="Arial"/>
              </a:rPr>
              <a:t>12-bit ADC up to 12-MSPS</a:t>
            </a:r>
            <a:br>
              <a:rPr kumimoji="0" lang="en-US" sz="1000" b="0" i="0" u="none" strike="noStrike" kern="0" cap="none" spc="0" normalizeH="0" baseline="0" noProof="0" dirty="0">
                <a:ln>
                  <a:noFill/>
                </a:ln>
                <a:solidFill>
                  <a:schemeClr val="bg1"/>
                </a:solidFill>
                <a:effectLst/>
                <a:uLnTx/>
                <a:uFillTx/>
                <a:latin typeface="Arial"/>
                <a:cs typeface="Arial"/>
              </a:rPr>
            </a:br>
            <a:r>
              <a:rPr kumimoji="0" lang="en-US" sz="1000" b="0" i="0" u="none" strike="noStrike" kern="0" cap="none" spc="0" normalizeH="0" baseline="0" noProof="0" dirty="0">
                <a:ln>
                  <a:noFill/>
                </a:ln>
                <a:solidFill>
                  <a:schemeClr val="bg1"/>
                </a:solidFill>
                <a:effectLst/>
                <a:uLnTx/>
                <a:uFillTx/>
                <a:latin typeface="Arial"/>
                <a:cs typeface="Arial"/>
              </a:rPr>
              <a:t>w/ 16 S&amp;H</a:t>
            </a:r>
          </a:p>
          <a:p>
            <a:pPr lvl="0" algn="ctr" defTabSz="576000" eaLnBrk="0" fontAlgn="auto" hangingPunct="0">
              <a:lnSpc>
                <a:spcPct val="105000"/>
              </a:lnSpc>
              <a:spcBef>
                <a:spcPts val="0"/>
              </a:spcBef>
              <a:spcAft>
                <a:spcPts val="0"/>
              </a:spcAft>
              <a:buClr>
                <a:srgbClr val="0A8276"/>
              </a:buClr>
              <a:defRPr/>
            </a:pPr>
            <a:r>
              <a:rPr kumimoji="0" lang="en-US" sz="1000" b="0" i="0" u="none" strike="noStrike" kern="0" cap="none" spc="0" normalizeH="0" baseline="0" noProof="0" dirty="0">
                <a:ln>
                  <a:noFill/>
                </a:ln>
                <a:solidFill>
                  <a:schemeClr val="bg1"/>
                </a:solidFill>
                <a:effectLst/>
                <a:uLnTx/>
                <a:uFillTx/>
                <a:latin typeface="Arial"/>
                <a:cs typeface="Arial"/>
              </a:rPr>
              <a:t>16/32-bit TCPWM</a:t>
            </a:r>
            <a:br>
              <a:rPr kumimoji="0" lang="en-US" sz="1000" b="0" i="0" u="none" strike="noStrike" kern="0" cap="none" spc="0" normalizeH="0" baseline="0" noProof="0" dirty="0">
                <a:ln>
                  <a:noFill/>
                </a:ln>
                <a:solidFill>
                  <a:schemeClr val="bg1"/>
                </a:solidFill>
                <a:effectLst/>
                <a:uLnTx/>
                <a:uFillTx/>
                <a:latin typeface="Arial"/>
                <a:cs typeface="Arial"/>
              </a:rPr>
            </a:br>
            <a:r>
              <a:rPr kumimoji="0" lang="en-US" sz="1000" b="0" i="0" u="none" strike="noStrike" kern="0" cap="none" spc="0" normalizeH="0" baseline="0" noProof="0" dirty="0">
                <a:ln>
                  <a:noFill/>
                </a:ln>
                <a:solidFill>
                  <a:schemeClr val="bg1"/>
                </a:solidFill>
                <a:effectLst/>
                <a:uLnTx/>
                <a:uFillTx/>
                <a:latin typeface="Arial"/>
                <a:cs typeface="Arial"/>
              </a:rPr>
              <a:t>100ps HRPWM </a:t>
            </a:r>
            <a:r>
              <a:rPr lang="en-US" sz="1000" kern="0" dirty="0">
                <a:solidFill>
                  <a:schemeClr val="bg1"/>
                </a:solidFill>
                <a:latin typeface="Arial"/>
              </a:rPr>
              <a:t>(option)</a:t>
            </a:r>
            <a:endParaRPr kumimoji="0" lang="en-US" sz="1000" b="0" i="0" u="none" strike="noStrike" kern="0" cap="none" spc="0" normalizeH="0" baseline="0" noProof="0" dirty="0">
              <a:ln>
                <a:noFill/>
              </a:ln>
              <a:solidFill>
                <a:schemeClr val="bg1"/>
              </a:solidFill>
              <a:effectLst/>
              <a:uLnTx/>
              <a:uFillTx/>
              <a:latin typeface="Arial"/>
              <a:cs typeface="Arial"/>
            </a:endParaRPr>
          </a:p>
          <a:p>
            <a:pPr marL="0" marR="0" lvl="0" indent="0" algn="ctr" defTabSz="576000" rtl="0" eaLnBrk="0" fontAlgn="auto" latinLnBrk="0" hangingPunct="0">
              <a:lnSpc>
                <a:spcPct val="105000"/>
              </a:lnSpc>
              <a:spcBef>
                <a:spcPts val="0"/>
              </a:spcBef>
              <a:spcAft>
                <a:spcPts val="0"/>
              </a:spcAft>
              <a:buClr>
                <a:srgbClr val="0A8276"/>
              </a:buClr>
              <a:buSzTx/>
              <a:buFontTx/>
              <a:buNone/>
              <a:tabLst/>
              <a:defRPr/>
            </a:pPr>
            <a:r>
              <a:rPr lang="en-US" sz="1000" kern="0" dirty="0">
                <a:solidFill>
                  <a:schemeClr val="bg1"/>
                </a:solidFill>
                <a:latin typeface="Arial"/>
                <a:cs typeface="Arial"/>
              </a:rPr>
              <a:t>Up to </a:t>
            </a:r>
            <a:r>
              <a:rPr kumimoji="0" lang="en-US" sz="1000" b="0" i="0" u="none" strike="noStrike" kern="0" cap="none" spc="0" normalizeH="0" baseline="0" noProof="0" dirty="0">
                <a:ln>
                  <a:noFill/>
                </a:ln>
                <a:solidFill>
                  <a:schemeClr val="bg1"/>
                </a:solidFill>
                <a:effectLst/>
                <a:uLnTx/>
                <a:uFillTx/>
                <a:latin typeface="Arial"/>
                <a:ea typeface="+mn-ea"/>
                <a:cs typeface="Arial"/>
              </a:rPr>
              <a:t>PSA L3 Security</a:t>
            </a:r>
            <a:endParaRPr kumimoji="0" lang="en-US" sz="1100" b="0" i="0" u="none" strike="noStrike" kern="0" cap="none" spc="0" normalizeH="0" baseline="0" noProof="0" dirty="0">
              <a:ln>
                <a:noFill/>
              </a:ln>
              <a:solidFill>
                <a:schemeClr val="bg1"/>
              </a:solidFill>
              <a:effectLst/>
              <a:uLnTx/>
              <a:uFillTx/>
              <a:latin typeface="Arial"/>
              <a:ea typeface="+mn-ea"/>
              <a:cs typeface="Arial"/>
            </a:endParaRPr>
          </a:p>
        </p:txBody>
      </p:sp>
      <p:cxnSp>
        <p:nvCxnSpPr>
          <p:cNvPr id="36" name="Straight Arrow Connector 35">
            <a:extLst>
              <a:ext uri="{FF2B5EF4-FFF2-40B4-BE49-F238E27FC236}">
                <a16:creationId xmlns:a16="http://schemas.microsoft.com/office/drawing/2014/main" id="{74E50176-19E0-41F3-786C-B2460948A484}"/>
              </a:ext>
            </a:extLst>
          </p:cNvPr>
          <p:cNvCxnSpPr>
            <a:cxnSpLocks/>
          </p:cNvCxnSpPr>
          <p:nvPr/>
        </p:nvCxnSpPr>
        <p:spPr>
          <a:xfrm>
            <a:off x="979326" y="5856851"/>
            <a:ext cx="860906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AB91176-8D54-FC6C-DF6F-4AAB13F7CD74}"/>
              </a:ext>
            </a:extLst>
          </p:cNvPr>
          <p:cNvSpPr/>
          <p:nvPr>
            <p:custDataLst>
              <p:tags r:id="rId6"/>
            </p:custDataLst>
          </p:nvPr>
        </p:nvSpPr>
        <p:spPr bwMode="auto">
          <a:xfrm>
            <a:off x="9587098" y="5748062"/>
            <a:ext cx="1124483" cy="329985"/>
          </a:xfrm>
          <a:prstGeom prst="rect">
            <a:avLst/>
          </a:prstGeom>
          <a:noFill/>
          <a:ln w="9525">
            <a:noFill/>
            <a:miter lim="800000"/>
            <a:headEnd/>
            <a:tailEnd/>
          </a:ln>
        </p:spPr>
        <p:txBody>
          <a:bodyPr wrap="square" lIns="72000" tIns="72000" rIns="72000" bIns="72000" rtlCol="0" anchor="ctr"/>
          <a:lstStyle/>
          <a:p>
            <a:pPr marL="0" marR="0" lvl="0" indent="0" algn="l" defTabSz="914309"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dirty="0">
                <a:ln>
                  <a:noFill/>
                </a:ln>
                <a:solidFill>
                  <a:srgbClr val="000000"/>
                </a:solidFill>
                <a:effectLst/>
                <a:uLnTx/>
                <a:uFillTx/>
                <a:latin typeface="Arial" charset="0"/>
                <a:ea typeface="Verdana" pitchFamily="34" charset="0"/>
                <a:cs typeface="Arial"/>
              </a:rPr>
              <a:t>Pin Count Package Size</a:t>
            </a:r>
          </a:p>
        </p:txBody>
      </p:sp>
      <p:sp>
        <p:nvSpPr>
          <p:cNvPr id="49" name="Rectangle 48">
            <a:extLst>
              <a:ext uri="{FF2B5EF4-FFF2-40B4-BE49-F238E27FC236}">
                <a16:creationId xmlns:a16="http://schemas.microsoft.com/office/drawing/2014/main" id="{1FF5030D-1113-AC25-E9D6-3AAAE77EEF8F}"/>
              </a:ext>
            </a:extLst>
          </p:cNvPr>
          <p:cNvSpPr/>
          <p:nvPr>
            <p:custDataLst>
              <p:tags r:id="rId7"/>
            </p:custDataLst>
          </p:nvPr>
        </p:nvSpPr>
        <p:spPr bwMode="auto">
          <a:xfrm>
            <a:off x="9915783" y="4270939"/>
            <a:ext cx="2128706" cy="390041"/>
          </a:xfrm>
          <a:prstGeom prst="rect">
            <a:avLst/>
          </a:prstGeom>
          <a:noFill/>
          <a:ln w="9525">
            <a:noFill/>
            <a:miter lim="800000"/>
            <a:headEnd/>
            <a:tailEnd/>
          </a:ln>
        </p:spPr>
        <p:txBody>
          <a:bodyPr wrap="square" lIns="96000" tIns="96000" rIns="96000" bIns="96000" rtlCol="0" anchor="ctr"/>
          <a:lstStyle/>
          <a:p>
            <a:pPr marL="0" marR="0" lvl="0" indent="0" defTabSz="914309"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PSC3x</a:t>
            </a:r>
            <a:r>
              <a:rPr kumimoji="0" lang="en-US" sz="110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5</a:t>
            </a:r>
            <a:r>
              <a:rPr kumimoji="0" lang="en-US" sz="11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 series with PSA L2</a:t>
            </a:r>
          </a:p>
        </p:txBody>
      </p:sp>
      <p:sp>
        <p:nvSpPr>
          <p:cNvPr id="55" name="Rectangle 54">
            <a:extLst>
              <a:ext uri="{FF2B5EF4-FFF2-40B4-BE49-F238E27FC236}">
                <a16:creationId xmlns:a16="http://schemas.microsoft.com/office/drawing/2014/main" id="{E6DC27DB-1B6D-2775-6FE0-9FB9A788B5D5}"/>
              </a:ext>
            </a:extLst>
          </p:cNvPr>
          <p:cNvSpPr/>
          <p:nvPr>
            <p:custDataLst>
              <p:tags r:id="rId8"/>
            </p:custDataLst>
          </p:nvPr>
        </p:nvSpPr>
        <p:spPr bwMode="auto">
          <a:xfrm>
            <a:off x="9915783" y="3861464"/>
            <a:ext cx="1966625" cy="390041"/>
          </a:xfrm>
          <a:prstGeom prst="rect">
            <a:avLst/>
          </a:prstGeom>
          <a:noFill/>
          <a:ln w="9525">
            <a:noFill/>
            <a:miter lim="800000"/>
            <a:headEnd/>
            <a:tailEnd/>
          </a:ln>
        </p:spPr>
        <p:txBody>
          <a:bodyPr wrap="square" lIns="96000" tIns="96000" rIns="96000" bIns="96000" rtlCol="0" anchor="ctr"/>
          <a:lstStyle/>
          <a:p>
            <a:pPr lvl="0" defTabSz="914309" eaLnBrk="0" hangingPunct="0">
              <a:defRPr/>
            </a:pPr>
            <a:r>
              <a:rPr lang="en-US" sz="1100" dirty="0">
                <a:solidFill>
                  <a:srgbClr val="000000"/>
                </a:solidFill>
                <a:ea typeface="Verdana" pitchFamily="34" charset="0"/>
                <a:cs typeface="Verdana" pitchFamily="34" charset="0"/>
              </a:rPr>
              <a:t>PSC3x</a:t>
            </a:r>
            <a:r>
              <a:rPr lang="en-US" sz="1100" b="1" dirty="0">
                <a:solidFill>
                  <a:srgbClr val="000000"/>
                </a:solidFill>
                <a:ea typeface="Verdana" pitchFamily="34" charset="0"/>
                <a:cs typeface="Verdana" pitchFamily="34" charset="0"/>
              </a:rPr>
              <a:t>6</a:t>
            </a:r>
            <a:r>
              <a:rPr lang="en-US" sz="1100" dirty="0">
                <a:solidFill>
                  <a:srgbClr val="000000"/>
                </a:solidFill>
                <a:ea typeface="Verdana" pitchFamily="34" charset="0"/>
                <a:cs typeface="Verdana" pitchFamily="34" charset="0"/>
              </a:rPr>
              <a:t> series with </a:t>
            </a:r>
            <a:br>
              <a:rPr lang="en-US" sz="1100" dirty="0">
                <a:solidFill>
                  <a:srgbClr val="000000"/>
                </a:solidFill>
                <a:ea typeface="Verdana" pitchFamily="34" charset="0"/>
                <a:cs typeface="Verdana" pitchFamily="34" charset="0"/>
              </a:rPr>
            </a:br>
            <a:r>
              <a:rPr lang="en-US" sz="1100" dirty="0">
                <a:solidFill>
                  <a:srgbClr val="000000"/>
                </a:solidFill>
                <a:ea typeface="Verdana" pitchFamily="34" charset="0"/>
                <a:cs typeface="Verdana" pitchFamily="34" charset="0"/>
              </a:rPr>
              <a:t>Up to PSA L3 and PQC</a:t>
            </a:r>
          </a:p>
        </p:txBody>
      </p:sp>
      <p:sp>
        <p:nvSpPr>
          <p:cNvPr id="57" name="TextBox 56">
            <a:extLst>
              <a:ext uri="{FF2B5EF4-FFF2-40B4-BE49-F238E27FC236}">
                <a16:creationId xmlns:a16="http://schemas.microsoft.com/office/drawing/2014/main" id="{A9830501-C851-9A53-8CE5-F732B5CF7377}"/>
              </a:ext>
            </a:extLst>
          </p:cNvPr>
          <p:cNvSpPr txBox="1"/>
          <p:nvPr>
            <p:custDataLst>
              <p:tags r:id="rId9"/>
            </p:custDataLst>
          </p:nvPr>
        </p:nvSpPr>
        <p:spPr bwMode="auto">
          <a:xfrm>
            <a:off x="9617222" y="5169441"/>
            <a:ext cx="2265186" cy="469359"/>
          </a:xfrm>
          <a:prstGeom prst="rect">
            <a:avLst/>
          </a:prstGeom>
          <a:noFill/>
          <a:ln w="9525">
            <a:noFill/>
            <a:miter lim="800000"/>
            <a:headEnd/>
            <a:tailEnd/>
          </a:ln>
          <a:effectLst/>
        </p:spPr>
        <p:txBody>
          <a:bodyPr wrap="square">
            <a:spAutoFit/>
          </a:bodyPr>
          <a:lstStyle/>
          <a:p>
            <a:pPr defTabSz="914126" eaLnBrk="0" fontAlgn="auto" hangingPunct="0">
              <a:spcBef>
                <a:spcPts val="300"/>
              </a:spcBef>
              <a:spcAft>
                <a:spcPts val="0"/>
              </a:spcAft>
              <a:buClr>
                <a:srgbClr val="E30034"/>
              </a:buClr>
              <a:defRPr/>
            </a:pPr>
            <a:r>
              <a:rPr lang="en-US" altLang="en-US" sz="1100" dirty="0">
                <a:latin typeface="+mn-lt"/>
              </a:rPr>
              <a:t>PSC3</a:t>
            </a:r>
            <a:r>
              <a:rPr lang="en-US" altLang="en-US" sz="1100" b="1" dirty="0">
                <a:latin typeface="+mn-lt"/>
              </a:rPr>
              <a:t>M</a:t>
            </a:r>
            <a:r>
              <a:rPr lang="en-US" altLang="en-US" sz="1100" dirty="0">
                <a:latin typeface="+mn-lt"/>
              </a:rPr>
              <a:t>: </a:t>
            </a:r>
            <a:r>
              <a:rPr lang="en-US" altLang="en-US" sz="1100" b="1" dirty="0">
                <a:latin typeface="+mn-lt"/>
              </a:rPr>
              <a:t>Motor </a:t>
            </a:r>
            <a:r>
              <a:rPr lang="en-US" altLang="en-US" sz="1100" dirty="0">
                <a:latin typeface="+mn-lt"/>
              </a:rPr>
              <a:t>(</a:t>
            </a:r>
            <a:r>
              <a:rPr lang="en-US" altLang="en-US" sz="1100" dirty="0" err="1">
                <a:latin typeface="+mn-lt"/>
              </a:rPr>
              <a:t>Cordic</a:t>
            </a:r>
            <a:r>
              <a:rPr lang="en-US" altLang="en-US" sz="1100" dirty="0">
                <a:latin typeface="+mn-lt"/>
              </a:rPr>
              <a:t> + MOTIF)</a:t>
            </a:r>
          </a:p>
          <a:p>
            <a:pPr marL="0" marR="0" lvl="0" indent="0" algn="l" defTabSz="914126" rtl="0" eaLnBrk="0" fontAlgn="auto" latinLnBrk="0" hangingPunct="0">
              <a:spcBef>
                <a:spcPts val="300"/>
              </a:spcBef>
              <a:spcAft>
                <a:spcPts val="0"/>
              </a:spcAft>
              <a:buClr>
                <a:srgbClr val="E30034"/>
              </a:buClr>
              <a:buSzTx/>
              <a:buFontTx/>
              <a:buNone/>
              <a:tabLst/>
              <a:defRPr/>
            </a:pPr>
            <a:r>
              <a:rPr lang="en-US" altLang="en-US" sz="1100" kern="1200" noProof="0" dirty="0">
                <a:latin typeface="+mn-lt"/>
                <a:ea typeface="+mn-ea"/>
                <a:cs typeface="+mn-cs"/>
              </a:rPr>
              <a:t>PSC3</a:t>
            </a:r>
            <a:r>
              <a:rPr lang="en-US" altLang="en-US" sz="1100" b="1" kern="1200" noProof="0" dirty="0">
                <a:latin typeface="+mn-lt"/>
                <a:ea typeface="+mn-ea"/>
                <a:cs typeface="+mn-cs"/>
              </a:rPr>
              <a:t>P</a:t>
            </a:r>
            <a:r>
              <a:rPr lang="en-US" altLang="en-US" sz="1100" kern="1200" noProof="0" dirty="0">
                <a:latin typeface="+mn-lt"/>
                <a:ea typeface="+mn-ea"/>
                <a:cs typeface="+mn-cs"/>
              </a:rPr>
              <a:t>: </a:t>
            </a:r>
            <a:r>
              <a:rPr lang="en-US" altLang="en-US" sz="1100" b="1" kern="1200" noProof="0" dirty="0">
                <a:solidFill>
                  <a:schemeClr val="tx1"/>
                </a:solidFill>
                <a:latin typeface="+mn-lt"/>
                <a:ea typeface="+mn-ea"/>
                <a:cs typeface="+mn-cs"/>
              </a:rPr>
              <a:t>Power</a:t>
            </a:r>
            <a:r>
              <a:rPr lang="en-US" altLang="en-US" sz="1100" kern="1200" noProof="0" dirty="0">
                <a:solidFill>
                  <a:schemeClr val="tx1"/>
                </a:solidFill>
                <a:latin typeface="+mn-lt"/>
                <a:ea typeface="+mn-ea"/>
                <a:cs typeface="+mn-cs"/>
              </a:rPr>
              <a:t> (</a:t>
            </a:r>
            <a:r>
              <a:rPr lang="en-US" altLang="en-US" sz="1100" kern="1200" noProof="0" dirty="0" err="1">
                <a:solidFill>
                  <a:schemeClr val="tx1"/>
                </a:solidFill>
                <a:latin typeface="+mn-lt"/>
                <a:ea typeface="+mn-ea"/>
                <a:cs typeface="+mn-cs"/>
              </a:rPr>
              <a:t>PMBus</a:t>
            </a:r>
            <a:r>
              <a:rPr lang="en-US" altLang="en-US" sz="1100" kern="1200" noProof="0" dirty="0">
                <a:solidFill>
                  <a:schemeClr val="tx1"/>
                </a:solidFill>
                <a:latin typeface="+mn-lt"/>
                <a:ea typeface="+mn-ea"/>
                <a:cs typeface="+mn-cs"/>
              </a:rPr>
              <a:t>)</a:t>
            </a:r>
          </a:p>
        </p:txBody>
      </p:sp>
      <p:sp>
        <p:nvSpPr>
          <p:cNvPr id="58" name="TextBox 57">
            <a:extLst>
              <a:ext uri="{FF2B5EF4-FFF2-40B4-BE49-F238E27FC236}">
                <a16:creationId xmlns:a16="http://schemas.microsoft.com/office/drawing/2014/main" id="{7406896C-111F-97A3-3B43-0EF2617A76BE}"/>
              </a:ext>
            </a:extLst>
          </p:cNvPr>
          <p:cNvSpPr txBox="1"/>
          <p:nvPr>
            <p:custDataLst>
              <p:tags r:id="rId10"/>
            </p:custDataLst>
          </p:nvPr>
        </p:nvSpPr>
        <p:spPr bwMode="auto">
          <a:xfrm>
            <a:off x="9698664" y="4348213"/>
            <a:ext cx="219456" cy="221285"/>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lnSpc>
                <a:spcPct val="80000"/>
              </a:lnSpc>
              <a:spcBef>
                <a:spcPts val="0"/>
              </a:spcBef>
              <a:spcAft>
                <a:spcPts val="0"/>
              </a:spcAft>
              <a:buClr>
                <a:srgbClr val="0A8276"/>
              </a:buClr>
              <a:buSzTx/>
              <a:buFontTx/>
              <a:buNone/>
              <a:tabLst/>
              <a:defRPr/>
            </a:pP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59" name="TextBox 58">
            <a:extLst>
              <a:ext uri="{FF2B5EF4-FFF2-40B4-BE49-F238E27FC236}">
                <a16:creationId xmlns:a16="http://schemas.microsoft.com/office/drawing/2014/main" id="{8FE9DFFA-BCCF-7621-E236-EF03267250E3}"/>
              </a:ext>
            </a:extLst>
          </p:cNvPr>
          <p:cNvSpPr txBox="1"/>
          <p:nvPr>
            <p:custDataLst>
              <p:tags r:id="rId11"/>
            </p:custDataLst>
          </p:nvPr>
        </p:nvSpPr>
        <p:spPr bwMode="auto">
          <a:xfrm>
            <a:off x="9698664" y="3945842"/>
            <a:ext cx="219456" cy="221285"/>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lnSpc>
                <a:spcPct val="80000"/>
              </a:lnSpc>
              <a:spcBef>
                <a:spcPts val="0"/>
              </a:spcBef>
              <a:spcAft>
                <a:spcPts val="0"/>
              </a:spcAft>
              <a:buClr>
                <a:srgbClr val="0A8276"/>
              </a:buClr>
              <a:buSzTx/>
              <a:buFontTx/>
              <a:buNone/>
              <a:tabLst/>
              <a:defRPr/>
            </a:pP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60" name="Rectangle 59">
            <a:extLst>
              <a:ext uri="{FF2B5EF4-FFF2-40B4-BE49-F238E27FC236}">
                <a16:creationId xmlns:a16="http://schemas.microsoft.com/office/drawing/2014/main" id="{49D2854C-5488-0865-218E-AC10F312CE5F}"/>
              </a:ext>
            </a:extLst>
          </p:cNvPr>
          <p:cNvSpPr/>
          <p:nvPr>
            <p:custDataLst>
              <p:tags r:id="rId12"/>
            </p:custDataLst>
          </p:nvPr>
        </p:nvSpPr>
        <p:spPr bwMode="auto">
          <a:xfrm>
            <a:off x="9915783" y="3388650"/>
            <a:ext cx="2128706" cy="390041"/>
          </a:xfrm>
          <a:prstGeom prst="rect">
            <a:avLst/>
          </a:prstGeom>
          <a:noFill/>
          <a:ln w="9525">
            <a:noFill/>
            <a:miter lim="800000"/>
            <a:headEnd/>
            <a:tailEnd/>
          </a:ln>
        </p:spPr>
        <p:txBody>
          <a:bodyPr wrap="square" lIns="96000" tIns="96000" rIns="96000" bIns="96000" rtlCol="0" anchor="ctr"/>
          <a:lstStyle/>
          <a:p>
            <a:pPr lvl="0" defTabSz="914309" eaLnBrk="0" hangingPunct="0">
              <a:defRPr/>
            </a:pPr>
            <a:r>
              <a:rPr lang="en-US" sz="1100" dirty="0">
                <a:solidFill>
                  <a:srgbClr val="000000"/>
                </a:solidFill>
                <a:ea typeface="Verdana" pitchFamily="34" charset="0"/>
                <a:cs typeface="Verdana" pitchFamily="34" charset="0"/>
              </a:rPr>
              <a:t>PSC3x</a:t>
            </a:r>
            <a:r>
              <a:rPr lang="en-US" sz="1100" b="1" dirty="0">
                <a:solidFill>
                  <a:srgbClr val="000000"/>
                </a:solidFill>
                <a:ea typeface="Verdana" pitchFamily="34" charset="0"/>
                <a:cs typeface="Verdana" pitchFamily="34" charset="0"/>
              </a:rPr>
              <a:t>6</a:t>
            </a:r>
            <a:r>
              <a:rPr lang="en-US" sz="1100" dirty="0">
                <a:solidFill>
                  <a:srgbClr val="000000"/>
                </a:solidFill>
                <a:ea typeface="Verdana" pitchFamily="34" charset="0"/>
                <a:cs typeface="Verdana" pitchFamily="34" charset="0"/>
              </a:rPr>
              <a:t> series with </a:t>
            </a:r>
            <a:br>
              <a:rPr lang="en-US" sz="1100" dirty="0">
                <a:solidFill>
                  <a:srgbClr val="000000"/>
                </a:solidFill>
                <a:ea typeface="Verdana" pitchFamily="34" charset="0"/>
                <a:cs typeface="Verdana" pitchFamily="34" charset="0"/>
              </a:rPr>
            </a:br>
            <a:r>
              <a:rPr lang="en-US" sz="1100" dirty="0">
                <a:solidFill>
                  <a:srgbClr val="000000"/>
                </a:solidFill>
                <a:ea typeface="Verdana" pitchFamily="34" charset="0"/>
                <a:cs typeface="Verdana" pitchFamily="34" charset="0"/>
              </a:rPr>
              <a:t>Up to PSA L3, PQC and USB</a:t>
            </a:r>
          </a:p>
        </p:txBody>
      </p:sp>
      <p:sp>
        <p:nvSpPr>
          <p:cNvPr id="65" name="TextBox 64">
            <a:extLst>
              <a:ext uri="{FF2B5EF4-FFF2-40B4-BE49-F238E27FC236}">
                <a16:creationId xmlns:a16="http://schemas.microsoft.com/office/drawing/2014/main" id="{73BD8D70-09D2-AC63-BAC7-9AA9E4ACD9C6}"/>
              </a:ext>
            </a:extLst>
          </p:cNvPr>
          <p:cNvSpPr txBox="1"/>
          <p:nvPr>
            <p:custDataLst>
              <p:tags r:id="rId13"/>
            </p:custDataLst>
          </p:nvPr>
        </p:nvSpPr>
        <p:spPr bwMode="auto">
          <a:xfrm>
            <a:off x="9698664" y="3473028"/>
            <a:ext cx="219456" cy="221285"/>
          </a:xfrm>
          <a:prstGeom prst="rect">
            <a:avLst/>
          </a:prstGeom>
          <a:solidFill>
            <a:srgbClr val="B1CA6C"/>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lnSpc>
                <a:spcPct val="80000"/>
              </a:lnSpc>
              <a:spcBef>
                <a:spcPts val="0"/>
              </a:spcBef>
              <a:spcAft>
                <a:spcPts val="0"/>
              </a:spcAft>
              <a:buClr>
                <a:srgbClr val="0A8276"/>
              </a:buClr>
              <a:buSzTx/>
              <a:buFontTx/>
              <a:buNone/>
              <a:tabLst/>
              <a:defRPr/>
            </a:pP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66" name="Rectangle 65">
            <a:extLst>
              <a:ext uri="{FF2B5EF4-FFF2-40B4-BE49-F238E27FC236}">
                <a16:creationId xmlns:a16="http://schemas.microsoft.com/office/drawing/2014/main" id="{062AA187-D5D0-4DC3-8CA4-070494D0DE58}"/>
              </a:ext>
            </a:extLst>
          </p:cNvPr>
          <p:cNvSpPr/>
          <p:nvPr>
            <p:custDataLst>
              <p:tags r:id="rId14"/>
            </p:custDataLst>
          </p:nvPr>
        </p:nvSpPr>
        <p:spPr bwMode="auto">
          <a:xfrm>
            <a:off x="346408" y="2579397"/>
            <a:ext cx="563729" cy="1398243"/>
          </a:xfrm>
          <a:prstGeom prst="rect">
            <a:avLst/>
          </a:prstGeom>
          <a:noFill/>
          <a:ln w="9525">
            <a:noFill/>
            <a:miter lim="800000"/>
            <a:headEnd/>
            <a:tailEnd/>
          </a:ln>
        </p:spPr>
        <p:txBody>
          <a:bodyPr wrap="square" lIns="0" tIns="0" rIns="0" bIns="0" rtlCol="0" anchor="ctr"/>
          <a:lstStyle/>
          <a:p>
            <a:pPr marL="0" marR="0" lvl="0" indent="0" algn="ctr" defTabSz="914309"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256K / 64K</a:t>
            </a:r>
          </a:p>
        </p:txBody>
      </p:sp>
      <p:cxnSp>
        <p:nvCxnSpPr>
          <p:cNvPr id="71" name="Straight Connector 70">
            <a:extLst>
              <a:ext uri="{FF2B5EF4-FFF2-40B4-BE49-F238E27FC236}">
                <a16:creationId xmlns:a16="http://schemas.microsoft.com/office/drawing/2014/main" id="{F66FA93D-F85B-07A5-5CE5-A7AEB457C641}"/>
              </a:ext>
            </a:extLst>
          </p:cNvPr>
          <p:cNvCxnSpPr>
            <a:cxnSpLocks/>
          </p:cNvCxnSpPr>
          <p:nvPr/>
        </p:nvCxnSpPr>
        <p:spPr>
          <a:xfrm>
            <a:off x="335360" y="4236439"/>
            <a:ext cx="9141552"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8437126-016C-C057-33E6-86110F4F807A}"/>
              </a:ext>
            </a:extLst>
          </p:cNvPr>
          <p:cNvCxnSpPr>
            <a:cxnSpLocks/>
          </p:cNvCxnSpPr>
          <p:nvPr/>
        </p:nvCxnSpPr>
        <p:spPr>
          <a:xfrm>
            <a:off x="346408" y="2346960"/>
            <a:ext cx="9240690"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09568C4B-E946-4301-C626-380BF736BEC2}"/>
              </a:ext>
            </a:extLst>
          </p:cNvPr>
          <p:cNvSpPr/>
          <p:nvPr>
            <p:custDataLst>
              <p:tags r:id="rId15"/>
            </p:custDataLst>
          </p:nvPr>
        </p:nvSpPr>
        <p:spPr bwMode="auto">
          <a:xfrm>
            <a:off x="346407" y="1798787"/>
            <a:ext cx="563729" cy="416600"/>
          </a:xfrm>
          <a:prstGeom prst="rect">
            <a:avLst/>
          </a:prstGeom>
          <a:noFill/>
          <a:ln w="9525">
            <a:noFill/>
            <a:miter lim="800000"/>
            <a:headEnd/>
            <a:tailEnd/>
          </a:ln>
        </p:spPr>
        <p:txBody>
          <a:bodyPr wrap="square" lIns="0" tIns="0" rIns="0" bIns="0" rtlCol="0" anchor="ctr"/>
          <a:lstStyle/>
          <a:p>
            <a:pPr marL="0" marR="0" lvl="0" indent="0" algn="ctr" defTabSz="914309"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512K / 128K</a:t>
            </a:r>
          </a:p>
        </p:txBody>
      </p:sp>
      <p:sp>
        <p:nvSpPr>
          <p:cNvPr id="74" name="Rectangle 73">
            <a:extLst>
              <a:ext uri="{FF2B5EF4-FFF2-40B4-BE49-F238E27FC236}">
                <a16:creationId xmlns:a16="http://schemas.microsoft.com/office/drawing/2014/main" id="{6840A140-75DF-91D4-A870-0162888CED90}"/>
              </a:ext>
            </a:extLst>
          </p:cNvPr>
          <p:cNvSpPr/>
          <p:nvPr>
            <p:custDataLst>
              <p:tags r:id="rId16"/>
            </p:custDataLst>
          </p:nvPr>
        </p:nvSpPr>
        <p:spPr bwMode="auto">
          <a:xfrm>
            <a:off x="1105594" y="5956940"/>
            <a:ext cx="1120031"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QFN40</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5x5mm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0.4mm pitch</a:t>
            </a:r>
          </a:p>
        </p:txBody>
      </p:sp>
      <p:sp>
        <p:nvSpPr>
          <p:cNvPr id="75" name="Rectangle 74">
            <a:extLst>
              <a:ext uri="{FF2B5EF4-FFF2-40B4-BE49-F238E27FC236}">
                <a16:creationId xmlns:a16="http://schemas.microsoft.com/office/drawing/2014/main" id="{12445D96-6083-0A5F-A523-CDAFB83A980A}"/>
              </a:ext>
            </a:extLst>
          </p:cNvPr>
          <p:cNvSpPr/>
          <p:nvPr>
            <p:custDataLst>
              <p:tags r:id="rId17"/>
            </p:custDataLst>
          </p:nvPr>
        </p:nvSpPr>
        <p:spPr bwMode="auto">
          <a:xfrm>
            <a:off x="2184879" y="5954515"/>
            <a:ext cx="1227555"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QFN48</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6x6mm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0.4mm pitch</a:t>
            </a:r>
          </a:p>
        </p:txBody>
      </p:sp>
      <p:sp>
        <p:nvSpPr>
          <p:cNvPr id="76" name="Rectangle 75">
            <a:extLst>
              <a:ext uri="{FF2B5EF4-FFF2-40B4-BE49-F238E27FC236}">
                <a16:creationId xmlns:a16="http://schemas.microsoft.com/office/drawing/2014/main" id="{B6E1B724-CA91-E272-1B14-299DB589270C}"/>
              </a:ext>
            </a:extLst>
          </p:cNvPr>
          <p:cNvSpPr/>
          <p:nvPr>
            <p:custDataLst>
              <p:tags r:id="rId18"/>
            </p:custDataLst>
          </p:nvPr>
        </p:nvSpPr>
        <p:spPr bwMode="auto">
          <a:xfrm>
            <a:off x="3411655" y="5956060"/>
            <a:ext cx="1227555"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QFP48</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7x7mm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0.5mm pitch</a:t>
            </a:r>
          </a:p>
        </p:txBody>
      </p:sp>
      <p:sp>
        <p:nvSpPr>
          <p:cNvPr id="77" name="Rectangle 76">
            <a:extLst>
              <a:ext uri="{FF2B5EF4-FFF2-40B4-BE49-F238E27FC236}">
                <a16:creationId xmlns:a16="http://schemas.microsoft.com/office/drawing/2014/main" id="{F85E5B79-E8D0-1E86-EF69-5E83732F4275}"/>
              </a:ext>
            </a:extLst>
          </p:cNvPr>
          <p:cNvSpPr/>
          <p:nvPr>
            <p:custDataLst>
              <p:tags r:id="rId19"/>
            </p:custDataLst>
          </p:nvPr>
        </p:nvSpPr>
        <p:spPr bwMode="auto">
          <a:xfrm>
            <a:off x="4640034" y="5956940"/>
            <a:ext cx="1227555"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QFN64</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8x8mm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0.4mm pitch</a:t>
            </a:r>
          </a:p>
        </p:txBody>
      </p:sp>
      <p:sp>
        <p:nvSpPr>
          <p:cNvPr id="78" name="Rectangle 77">
            <a:extLst>
              <a:ext uri="{FF2B5EF4-FFF2-40B4-BE49-F238E27FC236}">
                <a16:creationId xmlns:a16="http://schemas.microsoft.com/office/drawing/2014/main" id="{E26DDA7D-6968-7626-02B2-676F735230A0}"/>
              </a:ext>
            </a:extLst>
          </p:cNvPr>
          <p:cNvSpPr/>
          <p:nvPr>
            <p:custDataLst>
              <p:tags r:id="rId20"/>
            </p:custDataLst>
          </p:nvPr>
        </p:nvSpPr>
        <p:spPr bwMode="auto">
          <a:xfrm>
            <a:off x="5870543" y="5958040"/>
            <a:ext cx="1227555"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QFP64</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10x10mm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0.5mm pitch</a:t>
            </a:r>
          </a:p>
        </p:txBody>
      </p:sp>
      <p:sp>
        <p:nvSpPr>
          <p:cNvPr id="79" name="Rectangle 78">
            <a:extLst>
              <a:ext uri="{FF2B5EF4-FFF2-40B4-BE49-F238E27FC236}">
                <a16:creationId xmlns:a16="http://schemas.microsoft.com/office/drawing/2014/main" id="{C4B7E4A8-E61E-AB10-54CD-86E0C3D30085}"/>
              </a:ext>
            </a:extLst>
          </p:cNvPr>
          <p:cNvSpPr/>
          <p:nvPr>
            <p:custDataLst>
              <p:tags r:id="rId21"/>
            </p:custDataLst>
          </p:nvPr>
        </p:nvSpPr>
        <p:spPr bwMode="auto">
          <a:xfrm>
            <a:off x="7096577" y="5958039"/>
            <a:ext cx="1227555"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QFP80</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12x12mm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0.5mm pitch </a:t>
            </a:r>
          </a:p>
        </p:txBody>
      </p:sp>
      <p:sp>
        <p:nvSpPr>
          <p:cNvPr id="80" name="Rectangle 79">
            <a:extLst>
              <a:ext uri="{FF2B5EF4-FFF2-40B4-BE49-F238E27FC236}">
                <a16:creationId xmlns:a16="http://schemas.microsoft.com/office/drawing/2014/main" id="{12EB12EF-1FED-39F7-9F07-34C52E92D3AD}"/>
              </a:ext>
            </a:extLst>
          </p:cNvPr>
          <p:cNvSpPr/>
          <p:nvPr>
            <p:custDataLst>
              <p:tags r:id="rId22"/>
            </p:custDataLst>
          </p:nvPr>
        </p:nvSpPr>
        <p:spPr bwMode="auto">
          <a:xfrm>
            <a:off x="8283523" y="5958039"/>
            <a:ext cx="1193389" cy="390041"/>
          </a:xfrm>
          <a:prstGeom prst="rect">
            <a:avLst/>
          </a:prstGeom>
          <a:noFill/>
          <a:ln w="9525">
            <a:noFill/>
            <a:miter lim="800000"/>
            <a:headEnd/>
            <a:tailEnd/>
          </a:ln>
        </p:spPr>
        <p:txBody>
          <a:bodyPr wrap="square" lIns="96000" tIns="96000" rIns="96000" bIns="96000" rtlCol="0" anchor="ctr"/>
          <a:lstStyle/>
          <a:p>
            <a:pPr marL="0" marR="0" lvl="0" indent="0" algn="ctr" defTabSz="914309" eaLnBrk="0" fontAlgn="base" latinLnBrk="0" hangingPunct="0">
              <a:spcBef>
                <a:spcPts val="0"/>
              </a:spcBef>
              <a:spcAft>
                <a:spcPts val="0"/>
              </a:spcAft>
              <a:buClrTx/>
              <a:buSzTx/>
              <a:buFontTx/>
              <a:buNone/>
              <a:tabLst/>
              <a:defRPr/>
            </a:pPr>
            <a:r>
              <a:rPr kumimoji="0" lang="en-US" sz="105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QFP100</a:t>
            </a:r>
          </a:p>
          <a:p>
            <a:pPr marL="0" marR="0" lvl="0" indent="0" algn="ctr" defTabSz="914309" eaLnBrk="0" fontAlgn="base" latinLnBrk="0" hangingPunct="0">
              <a:spcBef>
                <a:spcPts val="0"/>
              </a:spcBef>
              <a:spcAft>
                <a:spcPts val="0"/>
              </a:spcAft>
              <a:buClrTx/>
              <a:buSzTx/>
              <a:buFontTx/>
              <a:buNone/>
              <a:tabLst/>
              <a:defRPr/>
            </a:pP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14x14mm</a:t>
            </a:r>
            <a:b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br>
            <a:r>
              <a:rPr kumimoji="0" lang="en-US" sz="9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0.5mm pitch </a:t>
            </a:r>
          </a:p>
        </p:txBody>
      </p:sp>
      <p:sp>
        <p:nvSpPr>
          <p:cNvPr id="81" name="TextBox 80">
            <a:extLst>
              <a:ext uri="{FF2B5EF4-FFF2-40B4-BE49-F238E27FC236}">
                <a16:creationId xmlns:a16="http://schemas.microsoft.com/office/drawing/2014/main" id="{51446F5D-0AE1-8AA2-D0FB-12EB416FBBDA}"/>
              </a:ext>
            </a:extLst>
          </p:cNvPr>
          <p:cNvSpPr txBox="1"/>
          <p:nvPr>
            <p:custDataLst>
              <p:tags r:id="rId23"/>
            </p:custDataLst>
          </p:nvPr>
        </p:nvSpPr>
        <p:spPr bwMode="auto">
          <a:xfrm>
            <a:off x="5929190" y="2735090"/>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PSC3P6FDS2ACQ1</a:t>
            </a:r>
            <a:endParaRPr kumimoji="0" lang="en-US" sz="900" b="1" i="0" u="none" strike="noStrike" kern="0" cap="none" spc="0" normalizeH="0" baseline="0" dirty="0">
              <a:ln>
                <a:noFill/>
              </a:ln>
              <a:effectLst/>
              <a:uLnTx/>
              <a:uFillTx/>
              <a:latin typeface="Arial"/>
              <a:ea typeface="+mn-ea"/>
              <a:cs typeface="Arial"/>
            </a:endParaRPr>
          </a:p>
        </p:txBody>
      </p:sp>
      <p:sp>
        <p:nvSpPr>
          <p:cNvPr id="82" name="TextBox 81">
            <a:extLst>
              <a:ext uri="{FF2B5EF4-FFF2-40B4-BE49-F238E27FC236}">
                <a16:creationId xmlns:a16="http://schemas.microsoft.com/office/drawing/2014/main" id="{201A0586-7AFC-655D-8DDF-AA3EBB2C1852}"/>
              </a:ext>
            </a:extLst>
          </p:cNvPr>
          <p:cNvSpPr txBox="1"/>
          <p:nvPr>
            <p:custDataLst>
              <p:tags r:id="rId24"/>
            </p:custDataLst>
          </p:nvPr>
        </p:nvSpPr>
        <p:spPr bwMode="auto">
          <a:xfrm>
            <a:off x="5929190" y="2438327"/>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a:t>
            </a:r>
            <a:r>
              <a:rPr lang="en-US" sz="900" b="1" kern="0" dirty="0">
                <a:latin typeface="Arial"/>
                <a:cs typeface="Arial"/>
              </a:rPr>
              <a:t>M</a:t>
            </a:r>
            <a:r>
              <a:rPr kumimoji="0" lang="en-US" sz="900" b="1" i="0" u="none" strike="noStrike" kern="0" cap="none" spc="0" normalizeH="0" baseline="0" dirty="0">
                <a:ln>
                  <a:noFill/>
                </a:ln>
                <a:effectLst/>
                <a:uLnTx/>
                <a:uFillTx/>
                <a:latin typeface="Arial"/>
                <a:cs typeface="Arial"/>
              </a:rPr>
              <a:t>6FDS2ACQ1</a:t>
            </a:r>
            <a:endParaRPr kumimoji="0" lang="en-US" sz="900" b="1" i="0" u="none" strike="noStrike" kern="0" cap="none" spc="0" normalizeH="0" baseline="0" dirty="0">
              <a:ln>
                <a:noFill/>
              </a:ln>
              <a:effectLst/>
              <a:uLnTx/>
              <a:uFillTx/>
              <a:latin typeface="Arial"/>
              <a:ea typeface="+mn-ea"/>
              <a:cs typeface="Arial"/>
            </a:endParaRPr>
          </a:p>
        </p:txBody>
      </p:sp>
      <p:sp>
        <p:nvSpPr>
          <p:cNvPr id="83" name="TextBox 82">
            <a:extLst>
              <a:ext uri="{FF2B5EF4-FFF2-40B4-BE49-F238E27FC236}">
                <a16:creationId xmlns:a16="http://schemas.microsoft.com/office/drawing/2014/main" id="{E86EC13B-6323-894E-6666-4D9D8DB8CE24}"/>
              </a:ext>
            </a:extLst>
          </p:cNvPr>
          <p:cNvSpPr txBox="1"/>
          <p:nvPr>
            <p:custDataLst>
              <p:tags r:id="rId25"/>
            </p:custDataLst>
          </p:nvPr>
        </p:nvSpPr>
        <p:spPr bwMode="auto">
          <a:xfrm>
            <a:off x="7135088" y="2735090"/>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PSC3P6FDS2AFQ1</a:t>
            </a:r>
            <a:endParaRPr kumimoji="0" lang="en-US" sz="900" b="1" i="0" u="none" strike="noStrike" kern="0" cap="none" spc="0" normalizeH="0" baseline="0" dirty="0">
              <a:ln>
                <a:noFill/>
              </a:ln>
              <a:effectLst/>
              <a:uLnTx/>
              <a:uFillTx/>
              <a:latin typeface="Arial"/>
              <a:ea typeface="+mn-ea"/>
              <a:cs typeface="Arial"/>
            </a:endParaRPr>
          </a:p>
        </p:txBody>
      </p:sp>
      <p:sp>
        <p:nvSpPr>
          <p:cNvPr id="84" name="TextBox 83">
            <a:extLst>
              <a:ext uri="{FF2B5EF4-FFF2-40B4-BE49-F238E27FC236}">
                <a16:creationId xmlns:a16="http://schemas.microsoft.com/office/drawing/2014/main" id="{74B5411E-3EF6-B1B9-C6D1-A7699441A758}"/>
              </a:ext>
            </a:extLst>
          </p:cNvPr>
          <p:cNvSpPr txBox="1"/>
          <p:nvPr>
            <p:custDataLst>
              <p:tags r:id="rId26"/>
            </p:custDataLst>
          </p:nvPr>
        </p:nvSpPr>
        <p:spPr bwMode="auto">
          <a:xfrm>
            <a:off x="2311493" y="434340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PSC3M5EDLGQ1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85" name="TextBox 84">
            <a:extLst>
              <a:ext uri="{FF2B5EF4-FFF2-40B4-BE49-F238E27FC236}">
                <a16:creationId xmlns:a16="http://schemas.microsoft.com/office/drawing/2014/main" id="{E19ECF0C-208A-DA74-C22C-AC1A9585F075}"/>
              </a:ext>
            </a:extLst>
          </p:cNvPr>
          <p:cNvSpPr txBox="1"/>
          <p:nvPr>
            <p:custDataLst>
              <p:tags r:id="rId27"/>
            </p:custDataLst>
          </p:nvPr>
        </p:nvSpPr>
        <p:spPr bwMode="auto">
          <a:xfrm>
            <a:off x="3517392" y="434340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PSC3M5EDABQ1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86" name="TextBox 85">
            <a:extLst>
              <a:ext uri="{FF2B5EF4-FFF2-40B4-BE49-F238E27FC236}">
                <a16:creationId xmlns:a16="http://schemas.microsoft.com/office/drawing/2014/main" id="{2438EB6E-252E-D731-18D3-50B167E518AE}"/>
              </a:ext>
            </a:extLst>
          </p:cNvPr>
          <p:cNvSpPr txBox="1"/>
          <p:nvPr>
            <p:custDataLst>
              <p:tags r:id="rId28"/>
            </p:custDataLst>
          </p:nvPr>
        </p:nvSpPr>
        <p:spPr bwMode="auto">
          <a:xfrm>
            <a:off x="4723291" y="434340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PSC3M5EDLHQ1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87" name="TextBox 86">
            <a:extLst>
              <a:ext uri="{FF2B5EF4-FFF2-40B4-BE49-F238E27FC236}">
                <a16:creationId xmlns:a16="http://schemas.microsoft.com/office/drawing/2014/main" id="{3914990E-5BC8-7534-5F2B-D323349A8A6A}"/>
              </a:ext>
            </a:extLst>
          </p:cNvPr>
          <p:cNvSpPr txBox="1"/>
          <p:nvPr>
            <p:custDataLst>
              <p:tags r:id="rId29"/>
            </p:custDataLst>
          </p:nvPr>
        </p:nvSpPr>
        <p:spPr bwMode="auto">
          <a:xfrm>
            <a:off x="5929190" y="434340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PSC3M5EDACQ1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88" name="TextBox 87">
            <a:extLst>
              <a:ext uri="{FF2B5EF4-FFF2-40B4-BE49-F238E27FC236}">
                <a16:creationId xmlns:a16="http://schemas.microsoft.com/office/drawing/2014/main" id="{2B94344C-3212-A96B-08E6-C217AD837182}"/>
              </a:ext>
            </a:extLst>
          </p:cNvPr>
          <p:cNvSpPr txBox="1"/>
          <p:nvPr>
            <p:custDataLst>
              <p:tags r:id="rId30"/>
            </p:custDataLst>
          </p:nvPr>
        </p:nvSpPr>
        <p:spPr bwMode="auto">
          <a:xfrm>
            <a:off x="2311493" y="464574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PSC3P5EDLGQ1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89" name="TextBox 88">
            <a:extLst>
              <a:ext uri="{FF2B5EF4-FFF2-40B4-BE49-F238E27FC236}">
                <a16:creationId xmlns:a16="http://schemas.microsoft.com/office/drawing/2014/main" id="{F12785F7-302E-A786-A00A-0A000311733C}"/>
              </a:ext>
            </a:extLst>
          </p:cNvPr>
          <p:cNvSpPr txBox="1"/>
          <p:nvPr>
            <p:custDataLst>
              <p:tags r:id="rId31"/>
            </p:custDataLst>
          </p:nvPr>
        </p:nvSpPr>
        <p:spPr bwMode="auto">
          <a:xfrm>
            <a:off x="3517392" y="464574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PSC3P5EDABQ1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0" name="TextBox 89">
            <a:extLst>
              <a:ext uri="{FF2B5EF4-FFF2-40B4-BE49-F238E27FC236}">
                <a16:creationId xmlns:a16="http://schemas.microsoft.com/office/drawing/2014/main" id="{1087FE59-D726-959B-AF16-1EA1599A4885}"/>
              </a:ext>
            </a:extLst>
          </p:cNvPr>
          <p:cNvSpPr txBox="1"/>
          <p:nvPr>
            <p:custDataLst>
              <p:tags r:id="rId32"/>
            </p:custDataLst>
          </p:nvPr>
        </p:nvSpPr>
        <p:spPr bwMode="auto">
          <a:xfrm>
            <a:off x="4723291" y="464574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PSC3P5EDLHQ1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1" name="TextBox 90">
            <a:extLst>
              <a:ext uri="{FF2B5EF4-FFF2-40B4-BE49-F238E27FC236}">
                <a16:creationId xmlns:a16="http://schemas.microsoft.com/office/drawing/2014/main" id="{06DF7F2F-E84B-927F-43CF-8CC3AC559BF5}"/>
              </a:ext>
            </a:extLst>
          </p:cNvPr>
          <p:cNvSpPr txBox="1"/>
          <p:nvPr>
            <p:custDataLst>
              <p:tags r:id="rId33"/>
            </p:custDataLst>
          </p:nvPr>
        </p:nvSpPr>
        <p:spPr bwMode="auto">
          <a:xfrm>
            <a:off x="5929190" y="464574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PSC3P5EDACQ1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2" name="TextBox 91">
            <a:extLst>
              <a:ext uri="{FF2B5EF4-FFF2-40B4-BE49-F238E27FC236}">
                <a16:creationId xmlns:a16="http://schemas.microsoft.com/office/drawing/2014/main" id="{6D4064D7-7CAF-435E-062A-EF55507108EE}"/>
              </a:ext>
            </a:extLst>
          </p:cNvPr>
          <p:cNvSpPr txBox="1"/>
          <p:nvPr>
            <p:custDataLst>
              <p:tags r:id="rId34"/>
            </p:custDataLst>
          </p:nvPr>
        </p:nvSpPr>
        <p:spPr bwMode="auto">
          <a:xfrm>
            <a:off x="7135088" y="4343400"/>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PSC3M5EDAFQ1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3" name="TextBox 92">
            <a:extLst>
              <a:ext uri="{FF2B5EF4-FFF2-40B4-BE49-F238E27FC236}">
                <a16:creationId xmlns:a16="http://schemas.microsoft.com/office/drawing/2014/main" id="{1F5904B0-9FF2-3034-380F-0D9D331FEB28}"/>
              </a:ext>
            </a:extLst>
          </p:cNvPr>
          <p:cNvSpPr txBox="1"/>
          <p:nvPr>
            <p:custDataLst>
              <p:tags r:id="rId35"/>
            </p:custDataLst>
          </p:nvPr>
        </p:nvSpPr>
        <p:spPr bwMode="auto">
          <a:xfrm>
            <a:off x="2311493" y="303683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PSC3M5FDS2LGQ1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4" name="TextBox 93">
            <a:extLst>
              <a:ext uri="{FF2B5EF4-FFF2-40B4-BE49-F238E27FC236}">
                <a16:creationId xmlns:a16="http://schemas.microsoft.com/office/drawing/2014/main" id="{F596298D-32CD-55D4-B75D-D669A8E51C16}"/>
              </a:ext>
            </a:extLst>
          </p:cNvPr>
          <p:cNvSpPr txBox="1"/>
          <p:nvPr>
            <p:custDataLst>
              <p:tags r:id="rId36"/>
            </p:custDataLst>
          </p:nvPr>
        </p:nvSpPr>
        <p:spPr bwMode="auto">
          <a:xfrm>
            <a:off x="3517392" y="303683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PSC3M5FDS2ABQ1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5" name="TextBox 94">
            <a:extLst>
              <a:ext uri="{FF2B5EF4-FFF2-40B4-BE49-F238E27FC236}">
                <a16:creationId xmlns:a16="http://schemas.microsoft.com/office/drawing/2014/main" id="{DD6A75AF-6049-D1C2-3075-B407EADA910E}"/>
              </a:ext>
            </a:extLst>
          </p:cNvPr>
          <p:cNvSpPr txBox="1"/>
          <p:nvPr>
            <p:custDataLst>
              <p:tags r:id="rId37"/>
            </p:custDataLst>
          </p:nvPr>
        </p:nvSpPr>
        <p:spPr bwMode="auto">
          <a:xfrm>
            <a:off x="4723291" y="303683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PSC3M5FDS2LHQ1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6" name="TextBox 95">
            <a:extLst>
              <a:ext uri="{FF2B5EF4-FFF2-40B4-BE49-F238E27FC236}">
                <a16:creationId xmlns:a16="http://schemas.microsoft.com/office/drawing/2014/main" id="{BB5F5FD2-3110-A7FE-A895-5C99DF546F84}"/>
              </a:ext>
            </a:extLst>
          </p:cNvPr>
          <p:cNvSpPr txBox="1"/>
          <p:nvPr>
            <p:custDataLst>
              <p:tags r:id="rId38"/>
            </p:custDataLst>
          </p:nvPr>
        </p:nvSpPr>
        <p:spPr bwMode="auto">
          <a:xfrm>
            <a:off x="5929190" y="303683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PSC3M5FDS2ACQ1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7" name="TextBox 96">
            <a:extLst>
              <a:ext uri="{FF2B5EF4-FFF2-40B4-BE49-F238E27FC236}">
                <a16:creationId xmlns:a16="http://schemas.microsoft.com/office/drawing/2014/main" id="{68F4B2D3-654E-DBD6-DCDE-5A7BAEBB2A40}"/>
              </a:ext>
            </a:extLst>
          </p:cNvPr>
          <p:cNvSpPr txBox="1"/>
          <p:nvPr>
            <p:custDataLst>
              <p:tags r:id="rId39"/>
            </p:custDataLst>
          </p:nvPr>
        </p:nvSpPr>
        <p:spPr bwMode="auto">
          <a:xfrm>
            <a:off x="2311493" y="3332262"/>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PSC3P5FDS2LGQ1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99" name="TextBox 98">
            <a:extLst>
              <a:ext uri="{FF2B5EF4-FFF2-40B4-BE49-F238E27FC236}">
                <a16:creationId xmlns:a16="http://schemas.microsoft.com/office/drawing/2014/main" id="{4225095B-C619-35C6-D955-A2F88106628D}"/>
              </a:ext>
            </a:extLst>
          </p:cNvPr>
          <p:cNvSpPr txBox="1"/>
          <p:nvPr>
            <p:custDataLst>
              <p:tags r:id="rId40"/>
            </p:custDataLst>
          </p:nvPr>
        </p:nvSpPr>
        <p:spPr bwMode="auto">
          <a:xfrm>
            <a:off x="3517392" y="334131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PSC3P5FDS2ABQ1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101" name="TextBox 100">
            <a:extLst>
              <a:ext uri="{FF2B5EF4-FFF2-40B4-BE49-F238E27FC236}">
                <a16:creationId xmlns:a16="http://schemas.microsoft.com/office/drawing/2014/main" id="{2F2E20B6-460A-C34F-F63A-6F877D168598}"/>
              </a:ext>
            </a:extLst>
          </p:cNvPr>
          <p:cNvSpPr txBox="1"/>
          <p:nvPr>
            <p:custDataLst>
              <p:tags r:id="rId41"/>
            </p:custDataLst>
          </p:nvPr>
        </p:nvSpPr>
        <p:spPr bwMode="auto">
          <a:xfrm>
            <a:off x="4723291" y="3341757"/>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PSC3P5FDS2LHQ1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102" name="TextBox 101">
            <a:extLst>
              <a:ext uri="{FF2B5EF4-FFF2-40B4-BE49-F238E27FC236}">
                <a16:creationId xmlns:a16="http://schemas.microsoft.com/office/drawing/2014/main" id="{DCFFC93E-ABCA-A8BA-AB94-73A0EBABD14C}"/>
              </a:ext>
            </a:extLst>
          </p:cNvPr>
          <p:cNvSpPr txBox="1"/>
          <p:nvPr>
            <p:custDataLst>
              <p:tags r:id="rId42"/>
            </p:custDataLst>
          </p:nvPr>
        </p:nvSpPr>
        <p:spPr bwMode="auto">
          <a:xfrm>
            <a:off x="5929190" y="3341757"/>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PSC3P5FDS2ACQ1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103" name="TextBox 102">
            <a:extLst>
              <a:ext uri="{FF2B5EF4-FFF2-40B4-BE49-F238E27FC236}">
                <a16:creationId xmlns:a16="http://schemas.microsoft.com/office/drawing/2014/main" id="{CABC6963-7E5A-BBD1-E0F1-95DD2376EDF5}"/>
              </a:ext>
            </a:extLst>
          </p:cNvPr>
          <p:cNvSpPr txBox="1"/>
          <p:nvPr>
            <p:custDataLst>
              <p:tags r:id="rId43"/>
            </p:custDataLst>
          </p:nvPr>
        </p:nvSpPr>
        <p:spPr bwMode="auto">
          <a:xfrm>
            <a:off x="7135088" y="3036838"/>
            <a:ext cx="1116000" cy="246900"/>
          </a:xfrm>
          <a:prstGeom prst="rect">
            <a:avLst/>
          </a:prstGeom>
          <a:solidFill>
            <a:srgbClr val="6CB4AD"/>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solidFill>
                  <a:srgbClr val="1D1D1D"/>
                </a:solidFill>
                <a:effectLst/>
                <a:uLnTx/>
                <a:uFillTx/>
                <a:latin typeface="Arial"/>
                <a:cs typeface="Arial"/>
              </a:rPr>
              <a:t>PSC3M5FDS2AFQ1</a:t>
            </a: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sp>
        <p:nvSpPr>
          <p:cNvPr id="105" name="TextBox 104">
            <a:extLst>
              <a:ext uri="{FF2B5EF4-FFF2-40B4-BE49-F238E27FC236}">
                <a16:creationId xmlns:a16="http://schemas.microsoft.com/office/drawing/2014/main" id="{42459369-C108-BC23-8750-81DCC1DADFD3}"/>
              </a:ext>
            </a:extLst>
          </p:cNvPr>
          <p:cNvSpPr txBox="1"/>
          <p:nvPr>
            <p:custDataLst>
              <p:tags r:id="rId44"/>
            </p:custDataLst>
          </p:nvPr>
        </p:nvSpPr>
        <p:spPr bwMode="auto">
          <a:xfrm>
            <a:off x="5929190" y="2036816"/>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PSC3P6GES3ACQ1</a:t>
            </a:r>
            <a:endParaRPr kumimoji="0" lang="en-US" sz="900" b="1" i="0" u="none" strike="noStrike" kern="0" cap="none" spc="0" normalizeH="0" baseline="0" dirty="0">
              <a:ln>
                <a:noFill/>
              </a:ln>
              <a:effectLst/>
              <a:uLnTx/>
              <a:uFillTx/>
              <a:latin typeface="Arial"/>
              <a:ea typeface="+mn-ea"/>
              <a:cs typeface="Arial"/>
            </a:endParaRPr>
          </a:p>
        </p:txBody>
      </p:sp>
      <p:sp>
        <p:nvSpPr>
          <p:cNvPr id="106" name="TextBox 105">
            <a:extLst>
              <a:ext uri="{FF2B5EF4-FFF2-40B4-BE49-F238E27FC236}">
                <a16:creationId xmlns:a16="http://schemas.microsoft.com/office/drawing/2014/main" id="{7E36200C-0F9E-B112-4540-973DA2DDB2B1}"/>
              </a:ext>
            </a:extLst>
          </p:cNvPr>
          <p:cNvSpPr txBox="1"/>
          <p:nvPr>
            <p:custDataLst>
              <p:tags r:id="rId45"/>
            </p:custDataLst>
          </p:nvPr>
        </p:nvSpPr>
        <p:spPr bwMode="auto">
          <a:xfrm>
            <a:off x="5929190" y="1742918"/>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a:t>
            </a:r>
            <a:r>
              <a:rPr lang="en-US" sz="900" b="1" kern="0" dirty="0">
                <a:latin typeface="Arial"/>
                <a:cs typeface="Arial"/>
              </a:rPr>
              <a:t>M</a:t>
            </a:r>
            <a:r>
              <a:rPr kumimoji="0" lang="en-US" sz="900" b="1" i="0" u="none" strike="noStrike" kern="0" cap="none" spc="0" normalizeH="0" baseline="0" dirty="0">
                <a:ln>
                  <a:noFill/>
                </a:ln>
                <a:effectLst/>
                <a:uLnTx/>
                <a:uFillTx/>
                <a:latin typeface="Arial"/>
                <a:cs typeface="Arial"/>
              </a:rPr>
              <a:t>6GES3ACQ1</a:t>
            </a:r>
            <a:endParaRPr kumimoji="0" lang="en-US" sz="900" b="1" i="0" u="none" strike="noStrike" kern="0" cap="none" spc="0" normalizeH="0" baseline="0" dirty="0">
              <a:ln>
                <a:noFill/>
              </a:ln>
              <a:effectLst/>
              <a:uLnTx/>
              <a:uFillTx/>
              <a:latin typeface="Arial"/>
              <a:ea typeface="+mn-ea"/>
              <a:cs typeface="Arial"/>
            </a:endParaRPr>
          </a:p>
        </p:txBody>
      </p:sp>
      <p:sp>
        <p:nvSpPr>
          <p:cNvPr id="107" name="TextBox 106">
            <a:extLst>
              <a:ext uri="{FF2B5EF4-FFF2-40B4-BE49-F238E27FC236}">
                <a16:creationId xmlns:a16="http://schemas.microsoft.com/office/drawing/2014/main" id="{D6F1E413-1F99-DE59-9F67-5E661FD6023D}"/>
              </a:ext>
            </a:extLst>
          </p:cNvPr>
          <p:cNvSpPr txBox="1"/>
          <p:nvPr>
            <p:custDataLst>
              <p:tags r:id="rId46"/>
            </p:custDataLst>
          </p:nvPr>
        </p:nvSpPr>
        <p:spPr bwMode="auto">
          <a:xfrm>
            <a:off x="7135088" y="2036816"/>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PSC3P6GES3A</a:t>
            </a:r>
            <a:r>
              <a:rPr lang="en-US" sz="900" b="1" kern="0" dirty="0">
                <a:latin typeface="Arial"/>
                <a:cs typeface="Arial"/>
              </a:rPr>
              <a:t>F</a:t>
            </a:r>
            <a:r>
              <a:rPr kumimoji="0" lang="en-US" sz="900" b="1" i="0" u="none" strike="noStrike" kern="0" cap="none" spc="0" normalizeH="0" baseline="0" dirty="0">
                <a:ln>
                  <a:noFill/>
                </a:ln>
                <a:effectLst/>
                <a:uLnTx/>
                <a:uFillTx/>
                <a:latin typeface="Arial"/>
                <a:cs typeface="Arial"/>
              </a:rPr>
              <a:t>Q1</a:t>
            </a:r>
            <a:endParaRPr kumimoji="0" lang="en-US" sz="900" b="1" i="0" u="none" strike="noStrike" kern="0" cap="none" spc="0" normalizeH="0" baseline="0" dirty="0">
              <a:ln>
                <a:noFill/>
              </a:ln>
              <a:effectLst/>
              <a:uLnTx/>
              <a:uFillTx/>
              <a:latin typeface="Arial"/>
              <a:ea typeface="+mn-ea"/>
              <a:cs typeface="Arial"/>
            </a:endParaRPr>
          </a:p>
        </p:txBody>
      </p:sp>
      <p:sp>
        <p:nvSpPr>
          <p:cNvPr id="108" name="TextBox 107">
            <a:extLst>
              <a:ext uri="{FF2B5EF4-FFF2-40B4-BE49-F238E27FC236}">
                <a16:creationId xmlns:a16="http://schemas.microsoft.com/office/drawing/2014/main" id="{B634FBCB-D0C5-A1D9-85DE-58E890E90F2A}"/>
              </a:ext>
            </a:extLst>
          </p:cNvPr>
          <p:cNvSpPr txBox="1"/>
          <p:nvPr>
            <p:custDataLst>
              <p:tags r:id="rId47"/>
            </p:custDataLst>
          </p:nvPr>
        </p:nvSpPr>
        <p:spPr bwMode="auto">
          <a:xfrm>
            <a:off x="7135088" y="1742918"/>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a:t>
            </a:r>
            <a:r>
              <a:rPr lang="en-US" sz="900" b="1" kern="0" dirty="0">
                <a:latin typeface="Arial"/>
                <a:cs typeface="Arial"/>
              </a:rPr>
              <a:t>M</a:t>
            </a:r>
            <a:r>
              <a:rPr kumimoji="0" lang="en-US" sz="900" b="1" i="0" u="none" strike="noStrike" kern="0" cap="none" spc="0" normalizeH="0" baseline="0" dirty="0">
                <a:ln>
                  <a:noFill/>
                </a:ln>
                <a:effectLst/>
                <a:uLnTx/>
                <a:uFillTx/>
                <a:latin typeface="Arial"/>
                <a:cs typeface="Arial"/>
              </a:rPr>
              <a:t>6GES3A</a:t>
            </a:r>
            <a:r>
              <a:rPr lang="en-US" sz="900" b="1" kern="0" dirty="0">
                <a:latin typeface="Arial"/>
                <a:cs typeface="Arial"/>
              </a:rPr>
              <a:t>F</a:t>
            </a:r>
            <a:r>
              <a:rPr kumimoji="0" lang="en-US" sz="900" b="1" i="0" u="none" strike="noStrike" kern="0" cap="none" spc="0" normalizeH="0" baseline="0" dirty="0">
                <a:ln>
                  <a:noFill/>
                </a:ln>
                <a:effectLst/>
                <a:uLnTx/>
                <a:uFillTx/>
                <a:latin typeface="Arial"/>
                <a:cs typeface="Arial"/>
              </a:rPr>
              <a:t>Q1</a:t>
            </a:r>
            <a:endParaRPr kumimoji="0" lang="en-US" sz="900" b="1" i="0" u="none" strike="noStrike" kern="0" cap="none" spc="0" normalizeH="0" baseline="0" dirty="0">
              <a:ln>
                <a:noFill/>
              </a:ln>
              <a:effectLst/>
              <a:uLnTx/>
              <a:uFillTx/>
              <a:latin typeface="Arial"/>
              <a:ea typeface="+mn-ea"/>
              <a:cs typeface="Arial"/>
            </a:endParaRPr>
          </a:p>
        </p:txBody>
      </p:sp>
      <p:sp>
        <p:nvSpPr>
          <p:cNvPr id="109" name="TextBox 108">
            <a:extLst>
              <a:ext uri="{FF2B5EF4-FFF2-40B4-BE49-F238E27FC236}">
                <a16:creationId xmlns:a16="http://schemas.microsoft.com/office/drawing/2014/main" id="{58D641E8-4234-48B5-9E7C-3725C8E362B1}"/>
              </a:ext>
            </a:extLst>
          </p:cNvPr>
          <p:cNvSpPr txBox="1"/>
          <p:nvPr>
            <p:custDataLst>
              <p:tags r:id="rId48"/>
            </p:custDataLst>
          </p:nvPr>
        </p:nvSpPr>
        <p:spPr bwMode="auto">
          <a:xfrm>
            <a:off x="8330432" y="2036816"/>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PSC3P6GES3AHQ1</a:t>
            </a:r>
            <a:endParaRPr kumimoji="0" lang="en-US" sz="900" b="1" i="0" u="none" strike="noStrike" kern="0" cap="none" spc="0" normalizeH="0" baseline="0" dirty="0">
              <a:ln>
                <a:noFill/>
              </a:ln>
              <a:effectLst/>
              <a:uLnTx/>
              <a:uFillTx/>
              <a:latin typeface="Arial"/>
              <a:ea typeface="+mn-ea"/>
              <a:cs typeface="Arial"/>
            </a:endParaRPr>
          </a:p>
        </p:txBody>
      </p:sp>
      <p:sp>
        <p:nvSpPr>
          <p:cNvPr id="110" name="TextBox 109">
            <a:extLst>
              <a:ext uri="{FF2B5EF4-FFF2-40B4-BE49-F238E27FC236}">
                <a16:creationId xmlns:a16="http://schemas.microsoft.com/office/drawing/2014/main" id="{9FBC963B-1B59-01F8-EF8A-E55A6B125756}"/>
              </a:ext>
            </a:extLst>
          </p:cNvPr>
          <p:cNvSpPr txBox="1"/>
          <p:nvPr>
            <p:custDataLst>
              <p:tags r:id="rId49"/>
            </p:custDataLst>
          </p:nvPr>
        </p:nvSpPr>
        <p:spPr bwMode="auto">
          <a:xfrm>
            <a:off x="8330432" y="1742918"/>
            <a:ext cx="1116000" cy="246900"/>
          </a:xfrm>
          <a:prstGeom prst="rect">
            <a:avLst/>
          </a:prstGeom>
          <a:solidFill>
            <a:srgbClr val="B1CA6C"/>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PSC3M6GES3AHQ1</a:t>
            </a:r>
            <a:endParaRPr kumimoji="0" lang="en-US" sz="900" b="1" i="0" u="none" strike="noStrike" kern="0" cap="none" spc="0" normalizeH="0" baseline="0" dirty="0">
              <a:ln>
                <a:noFill/>
              </a:ln>
              <a:effectLst/>
              <a:uLnTx/>
              <a:uFillTx/>
              <a:latin typeface="Arial"/>
              <a:ea typeface="+mn-ea"/>
              <a:cs typeface="Arial"/>
            </a:endParaRPr>
          </a:p>
        </p:txBody>
      </p:sp>
      <p:sp>
        <p:nvSpPr>
          <p:cNvPr id="111" name="TextBox 110">
            <a:extLst>
              <a:ext uri="{FF2B5EF4-FFF2-40B4-BE49-F238E27FC236}">
                <a16:creationId xmlns:a16="http://schemas.microsoft.com/office/drawing/2014/main" id="{438EAB5A-DCDA-434A-23E9-3A9F1D137ECF}"/>
              </a:ext>
            </a:extLst>
          </p:cNvPr>
          <p:cNvSpPr txBox="1"/>
          <p:nvPr>
            <p:custDataLst>
              <p:tags r:id="rId50"/>
            </p:custDataLst>
          </p:nvPr>
        </p:nvSpPr>
        <p:spPr bwMode="auto">
          <a:xfrm>
            <a:off x="8322933" y="2735090"/>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PSC3P6FDS2AHQ1</a:t>
            </a:r>
            <a:endParaRPr kumimoji="0" lang="en-US" sz="900" b="1" i="0" u="none" strike="noStrike" kern="0" cap="none" spc="0" normalizeH="0" baseline="0" dirty="0">
              <a:ln>
                <a:noFill/>
              </a:ln>
              <a:effectLst/>
              <a:uLnTx/>
              <a:uFillTx/>
              <a:latin typeface="Arial"/>
              <a:ea typeface="+mn-ea"/>
              <a:cs typeface="Arial"/>
            </a:endParaRPr>
          </a:p>
        </p:txBody>
      </p:sp>
      <p:sp>
        <p:nvSpPr>
          <p:cNvPr id="112" name="TextBox 111">
            <a:extLst>
              <a:ext uri="{FF2B5EF4-FFF2-40B4-BE49-F238E27FC236}">
                <a16:creationId xmlns:a16="http://schemas.microsoft.com/office/drawing/2014/main" id="{FB6FFC1D-6908-513E-1A92-CFC26108A605}"/>
              </a:ext>
            </a:extLst>
          </p:cNvPr>
          <p:cNvSpPr txBox="1"/>
          <p:nvPr>
            <p:custDataLst>
              <p:tags r:id="rId51"/>
            </p:custDataLst>
          </p:nvPr>
        </p:nvSpPr>
        <p:spPr bwMode="auto">
          <a:xfrm>
            <a:off x="8326260" y="2429060"/>
            <a:ext cx="1116000" cy="246900"/>
          </a:xfrm>
          <a:prstGeom prst="rect">
            <a:avLst/>
          </a:prstGeom>
          <a:solidFill>
            <a:srgbClr val="B1CA6C"/>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PSC3M6FDS2AHQ1</a:t>
            </a:r>
            <a:endParaRPr kumimoji="0" lang="en-US" sz="900" b="1" i="0" u="none" strike="noStrike" kern="0" cap="none" spc="0" normalizeH="0" baseline="0" dirty="0">
              <a:ln>
                <a:noFill/>
              </a:ln>
              <a:effectLst/>
              <a:uLnTx/>
              <a:uFillTx/>
              <a:latin typeface="Arial"/>
              <a:ea typeface="+mn-ea"/>
              <a:cs typeface="Arial"/>
            </a:endParaRPr>
          </a:p>
        </p:txBody>
      </p:sp>
      <p:sp>
        <p:nvSpPr>
          <p:cNvPr id="113" name="TextBox 112">
            <a:extLst>
              <a:ext uri="{FF2B5EF4-FFF2-40B4-BE49-F238E27FC236}">
                <a16:creationId xmlns:a16="http://schemas.microsoft.com/office/drawing/2014/main" id="{AB7849E0-4318-2DEA-EB01-418D09C9BCB1}"/>
              </a:ext>
            </a:extLst>
          </p:cNvPr>
          <p:cNvSpPr txBox="1"/>
          <p:nvPr>
            <p:custDataLst>
              <p:tags r:id="rId52"/>
            </p:custDataLst>
          </p:nvPr>
        </p:nvSpPr>
        <p:spPr bwMode="auto">
          <a:xfrm>
            <a:off x="7135088" y="2431523"/>
            <a:ext cx="1116000" cy="246900"/>
          </a:xfrm>
          <a:prstGeom prst="rect">
            <a:avLst/>
          </a:prstGeom>
          <a:solidFill>
            <a:schemeClr val="accent4">
              <a:lumMod val="40000"/>
              <a:lumOff val="60000"/>
            </a:schemeClr>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cs typeface="Arial"/>
              </a:rPr>
              <a:t>PSC3M6FDS2AFQ1</a:t>
            </a:r>
            <a:endParaRPr kumimoji="0" lang="en-US" sz="900" b="1" i="0" u="none" strike="noStrike" kern="0" cap="none" spc="0" normalizeH="0" baseline="0" dirty="0">
              <a:ln>
                <a:noFill/>
              </a:ln>
              <a:effectLst/>
              <a:uLnTx/>
              <a:uFillTx/>
              <a:latin typeface="Arial"/>
              <a:ea typeface="+mn-ea"/>
              <a:cs typeface="Arial"/>
            </a:endParaRPr>
          </a:p>
        </p:txBody>
      </p:sp>
      <p:sp>
        <p:nvSpPr>
          <p:cNvPr id="114" name="TextBox 113">
            <a:extLst>
              <a:ext uri="{FF2B5EF4-FFF2-40B4-BE49-F238E27FC236}">
                <a16:creationId xmlns:a16="http://schemas.microsoft.com/office/drawing/2014/main" id="{30DF9507-3B86-58B5-4B23-3B59B29CE4A8}"/>
              </a:ext>
            </a:extLst>
          </p:cNvPr>
          <p:cNvSpPr txBox="1"/>
          <p:nvPr>
            <p:custDataLst>
              <p:tags r:id="rId53"/>
            </p:custDataLst>
          </p:nvPr>
        </p:nvSpPr>
        <p:spPr bwMode="auto">
          <a:xfrm>
            <a:off x="5913840" y="1469929"/>
            <a:ext cx="3525093" cy="217062"/>
          </a:xfrm>
          <a:prstGeom prst="rect">
            <a:avLst/>
          </a:prstGeom>
          <a:solidFill>
            <a:schemeClr val="bg2">
              <a:lumMod val="40000"/>
              <a:lumOff val="60000"/>
            </a:schemeClr>
          </a:solidFill>
          <a:ln w="9525">
            <a:noFill/>
            <a:miter lim="800000"/>
            <a:headEnd/>
            <a:tailEnd/>
          </a:ln>
          <a:effectLst/>
        </p:spPr>
        <p:txBody>
          <a:bodyPr wrap="square" lIns="0" tIns="0" rIns="0" bIns="0" rtlCol="0" anchor="ctr" anchorCtr="0">
            <a:noAutofit/>
          </a:bodyPr>
          <a:lstStyle/>
          <a:p>
            <a:pPr algn="ctr" defTabSz="576000" eaLnBrk="0" fontAlgn="auto" hangingPunct="0">
              <a:spcBef>
                <a:spcPts val="0"/>
              </a:spcBef>
              <a:spcAft>
                <a:spcPts val="0"/>
              </a:spcAft>
              <a:buClr>
                <a:srgbClr val="0A8276"/>
              </a:buClr>
              <a:defRPr/>
            </a:pPr>
            <a:r>
              <a:rPr lang="en-US" sz="1000" dirty="0"/>
              <a:t>Other parts from </a:t>
            </a:r>
            <a:r>
              <a:rPr lang="en-US" sz="1000" kern="0" dirty="0">
                <a:latin typeface="Arial"/>
              </a:rPr>
              <a:t>PSOC</a:t>
            </a:r>
            <a:r>
              <a:rPr lang="en-US" sz="1000" kern="0" baseline="30000" dirty="0">
                <a:latin typeface="Arial"/>
              </a:rPr>
              <a:t>TM </a:t>
            </a:r>
            <a:r>
              <a:rPr lang="en-US" sz="1000" kern="0" dirty="0">
                <a:latin typeface="Arial"/>
              </a:rPr>
              <a:t>C3 Performance Line</a:t>
            </a:r>
          </a:p>
        </p:txBody>
      </p:sp>
      <p:sp>
        <p:nvSpPr>
          <p:cNvPr id="115" name="TextBox 114">
            <a:extLst>
              <a:ext uri="{FF2B5EF4-FFF2-40B4-BE49-F238E27FC236}">
                <a16:creationId xmlns:a16="http://schemas.microsoft.com/office/drawing/2014/main" id="{8DA94C1F-86BA-F925-C7C2-504E25E9F45F}"/>
              </a:ext>
            </a:extLst>
          </p:cNvPr>
          <p:cNvSpPr txBox="1"/>
          <p:nvPr>
            <p:custDataLst>
              <p:tags r:id="rId54"/>
            </p:custDataLst>
          </p:nvPr>
        </p:nvSpPr>
        <p:spPr bwMode="auto">
          <a:xfrm>
            <a:off x="1105594" y="3962400"/>
            <a:ext cx="5947479" cy="185500"/>
          </a:xfrm>
          <a:prstGeom prst="rect">
            <a:avLst/>
          </a:prstGeom>
          <a:solidFill>
            <a:schemeClr val="bg2">
              <a:lumMod val="40000"/>
              <a:lumOff val="60000"/>
            </a:schemeClr>
          </a:solidFill>
          <a:ln w="9525">
            <a:noFill/>
            <a:miter lim="800000"/>
            <a:headEnd/>
            <a:tailEnd/>
          </a:ln>
          <a:effectLst/>
        </p:spPr>
        <p:txBody>
          <a:bodyPr wrap="square" lIns="0" tIns="0" rIns="0" bIns="0" rtlCol="0" anchor="ctr" anchorCtr="0">
            <a:noAutofit/>
          </a:bodyPr>
          <a:lstStyle>
            <a:defPPr>
              <a:defRPr lang="en-US"/>
            </a:defPPr>
            <a:lvl1pPr algn="ctr" defTabSz="576000" eaLnBrk="0" fontAlgn="auto" hangingPunct="0">
              <a:spcBef>
                <a:spcPts val="0"/>
              </a:spcBef>
              <a:spcAft>
                <a:spcPts val="0"/>
              </a:spcAft>
              <a:buClr>
                <a:srgbClr val="0A8276"/>
              </a:buClr>
              <a:defRPr sz="1000" kern="0">
                <a:latin typeface="Arial"/>
              </a:defRPr>
            </a:lvl1pPr>
          </a:lstStyle>
          <a:p>
            <a:r>
              <a:rPr lang="en-US" dirty="0"/>
              <a:t>Pin compatible parts from PSOC™ Control C3 Entry Line</a:t>
            </a:r>
          </a:p>
        </p:txBody>
      </p:sp>
      <p:sp>
        <p:nvSpPr>
          <p:cNvPr id="116" name="TextBox 115">
            <a:extLst>
              <a:ext uri="{FF2B5EF4-FFF2-40B4-BE49-F238E27FC236}">
                <a16:creationId xmlns:a16="http://schemas.microsoft.com/office/drawing/2014/main" id="{61C63678-E648-06BE-E960-0AF8B636A7CE}"/>
              </a:ext>
            </a:extLst>
          </p:cNvPr>
          <p:cNvSpPr txBox="1"/>
          <p:nvPr>
            <p:custDataLst>
              <p:tags r:id="rId55"/>
            </p:custDataLst>
          </p:nvPr>
        </p:nvSpPr>
        <p:spPr bwMode="auto">
          <a:xfrm>
            <a:off x="1105594" y="5576835"/>
            <a:ext cx="5947479" cy="185500"/>
          </a:xfrm>
          <a:prstGeom prst="rect">
            <a:avLst/>
          </a:prstGeom>
          <a:solidFill>
            <a:schemeClr val="bg2">
              <a:lumMod val="40000"/>
              <a:lumOff val="60000"/>
            </a:schemeClr>
          </a:solidFill>
          <a:ln w="9525">
            <a:noFill/>
            <a:miter lim="800000"/>
            <a:headEnd/>
            <a:tailEnd/>
          </a:ln>
          <a:effectLst/>
        </p:spPr>
        <p:txBody>
          <a:bodyPr wrap="square" lIns="0" tIns="0" rIns="0" bIns="0" rtlCol="0" anchor="ctr" anchorCtr="0">
            <a:noAutofit/>
          </a:bodyPr>
          <a:lstStyle>
            <a:defPPr>
              <a:defRPr lang="en-US"/>
            </a:defPPr>
            <a:lvl1pPr algn="ctr" defTabSz="576000" eaLnBrk="0" fontAlgn="auto" hangingPunct="0">
              <a:spcBef>
                <a:spcPts val="0"/>
              </a:spcBef>
              <a:spcAft>
                <a:spcPts val="0"/>
              </a:spcAft>
              <a:buClr>
                <a:srgbClr val="0A8276"/>
              </a:buClr>
              <a:defRPr sz="1000" kern="0">
                <a:latin typeface="Arial"/>
              </a:defRPr>
            </a:lvl1pPr>
          </a:lstStyle>
          <a:p>
            <a:r>
              <a:rPr lang="en-US" dirty="0"/>
              <a:t>Pin compatible parts from PSOC™ Control C3 Entry Line</a:t>
            </a:r>
          </a:p>
        </p:txBody>
      </p:sp>
      <p:sp>
        <p:nvSpPr>
          <p:cNvPr id="117" name="TextBox 116">
            <a:extLst>
              <a:ext uri="{FF2B5EF4-FFF2-40B4-BE49-F238E27FC236}">
                <a16:creationId xmlns:a16="http://schemas.microsoft.com/office/drawing/2014/main" id="{476D2540-D35B-28EA-8332-5BFEEAB39A8E}"/>
              </a:ext>
            </a:extLst>
          </p:cNvPr>
          <p:cNvSpPr txBox="1"/>
          <p:nvPr>
            <p:custDataLst>
              <p:tags r:id="rId56"/>
            </p:custDataLst>
          </p:nvPr>
        </p:nvSpPr>
        <p:spPr bwMode="auto">
          <a:xfrm>
            <a:off x="2311493" y="3637425"/>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PSC3M4FDS1LGQ1</a:t>
            </a:r>
          </a:p>
        </p:txBody>
      </p:sp>
      <p:sp>
        <p:nvSpPr>
          <p:cNvPr id="118" name="TextBox 117">
            <a:extLst>
              <a:ext uri="{FF2B5EF4-FFF2-40B4-BE49-F238E27FC236}">
                <a16:creationId xmlns:a16="http://schemas.microsoft.com/office/drawing/2014/main" id="{2698433B-1FB2-144B-0422-98A9F22422C8}"/>
              </a:ext>
            </a:extLst>
          </p:cNvPr>
          <p:cNvSpPr txBox="1"/>
          <p:nvPr>
            <p:custDataLst>
              <p:tags r:id="rId57"/>
            </p:custDataLst>
          </p:nvPr>
        </p:nvSpPr>
        <p:spPr bwMode="auto">
          <a:xfrm>
            <a:off x="3517392" y="364692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PSC3M4FDS1ABQ1</a:t>
            </a:r>
          </a:p>
        </p:txBody>
      </p:sp>
      <p:sp>
        <p:nvSpPr>
          <p:cNvPr id="119" name="TextBox 118">
            <a:extLst>
              <a:ext uri="{FF2B5EF4-FFF2-40B4-BE49-F238E27FC236}">
                <a16:creationId xmlns:a16="http://schemas.microsoft.com/office/drawing/2014/main" id="{8252858A-906F-258D-D7A7-F53D8C7122FE}"/>
              </a:ext>
            </a:extLst>
          </p:cNvPr>
          <p:cNvSpPr txBox="1"/>
          <p:nvPr>
            <p:custDataLst>
              <p:tags r:id="rId58"/>
            </p:custDataLst>
          </p:nvPr>
        </p:nvSpPr>
        <p:spPr bwMode="auto">
          <a:xfrm>
            <a:off x="5929190" y="364692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PSC3M4FDS1ACQ1</a:t>
            </a:r>
          </a:p>
        </p:txBody>
      </p:sp>
      <p:sp>
        <p:nvSpPr>
          <p:cNvPr id="120" name="TextBox 119">
            <a:extLst>
              <a:ext uri="{FF2B5EF4-FFF2-40B4-BE49-F238E27FC236}">
                <a16:creationId xmlns:a16="http://schemas.microsoft.com/office/drawing/2014/main" id="{232193DD-2268-580D-EC38-80ADD156559B}"/>
              </a:ext>
            </a:extLst>
          </p:cNvPr>
          <p:cNvSpPr txBox="1"/>
          <p:nvPr>
            <p:custDataLst>
              <p:tags r:id="rId59"/>
            </p:custDataLst>
          </p:nvPr>
        </p:nvSpPr>
        <p:spPr bwMode="auto">
          <a:xfrm>
            <a:off x="1105594" y="3637425"/>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ea typeface="+mn-ea"/>
                <a:cs typeface="Arial"/>
              </a:rPr>
              <a:t>PSC3M4FDS1LEQ1 </a:t>
            </a:r>
          </a:p>
        </p:txBody>
      </p:sp>
      <p:sp>
        <p:nvSpPr>
          <p:cNvPr id="121" name="TextBox 120">
            <a:extLst>
              <a:ext uri="{FF2B5EF4-FFF2-40B4-BE49-F238E27FC236}">
                <a16:creationId xmlns:a16="http://schemas.microsoft.com/office/drawing/2014/main" id="{E3FB1D58-9BE0-1C54-68AF-16655423BF43}"/>
              </a:ext>
            </a:extLst>
          </p:cNvPr>
          <p:cNvSpPr txBox="1"/>
          <p:nvPr>
            <p:custDataLst>
              <p:tags r:id="rId60"/>
            </p:custDataLst>
          </p:nvPr>
        </p:nvSpPr>
        <p:spPr bwMode="auto">
          <a:xfrm>
            <a:off x="2311493" y="4952459"/>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rPr>
              <a:t>PSC3M4EDS1LGQ1</a:t>
            </a:r>
          </a:p>
        </p:txBody>
      </p:sp>
      <p:sp>
        <p:nvSpPr>
          <p:cNvPr id="122" name="TextBox 121">
            <a:extLst>
              <a:ext uri="{FF2B5EF4-FFF2-40B4-BE49-F238E27FC236}">
                <a16:creationId xmlns:a16="http://schemas.microsoft.com/office/drawing/2014/main" id="{6ED2F418-B49B-E59E-D1B2-0ED80D8EB1AC}"/>
              </a:ext>
            </a:extLst>
          </p:cNvPr>
          <p:cNvSpPr txBox="1"/>
          <p:nvPr>
            <p:custDataLst>
              <p:tags r:id="rId61"/>
            </p:custDataLst>
          </p:nvPr>
        </p:nvSpPr>
        <p:spPr bwMode="auto">
          <a:xfrm>
            <a:off x="3517392" y="4952459"/>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rPr>
              <a:t>PSC3M4EDS1ABQ1</a:t>
            </a:r>
          </a:p>
        </p:txBody>
      </p:sp>
      <p:sp>
        <p:nvSpPr>
          <p:cNvPr id="123" name="TextBox 122">
            <a:extLst>
              <a:ext uri="{FF2B5EF4-FFF2-40B4-BE49-F238E27FC236}">
                <a16:creationId xmlns:a16="http://schemas.microsoft.com/office/drawing/2014/main" id="{A9CD21AA-A14D-711F-AB0D-4C35A57DF233}"/>
              </a:ext>
            </a:extLst>
          </p:cNvPr>
          <p:cNvSpPr txBox="1"/>
          <p:nvPr>
            <p:custDataLst>
              <p:tags r:id="rId62"/>
            </p:custDataLst>
          </p:nvPr>
        </p:nvSpPr>
        <p:spPr bwMode="auto">
          <a:xfrm>
            <a:off x="5929190" y="4952459"/>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rPr>
              <a:t>PSC3M4EDS1ACQ1</a:t>
            </a:r>
          </a:p>
        </p:txBody>
      </p:sp>
      <p:sp>
        <p:nvSpPr>
          <p:cNvPr id="124" name="TextBox 123">
            <a:extLst>
              <a:ext uri="{FF2B5EF4-FFF2-40B4-BE49-F238E27FC236}">
                <a16:creationId xmlns:a16="http://schemas.microsoft.com/office/drawing/2014/main" id="{BEFFFCFC-B504-5208-C6C1-4C6B720A2D82}"/>
              </a:ext>
            </a:extLst>
          </p:cNvPr>
          <p:cNvSpPr txBox="1"/>
          <p:nvPr>
            <p:custDataLst>
              <p:tags r:id="rId63"/>
            </p:custDataLst>
          </p:nvPr>
        </p:nvSpPr>
        <p:spPr bwMode="auto">
          <a:xfrm>
            <a:off x="1105594" y="4952459"/>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ea typeface="+mn-ea"/>
                <a:cs typeface="Arial"/>
              </a:rPr>
              <a:t>PSC3M4EDS1LEQ1 </a:t>
            </a:r>
          </a:p>
        </p:txBody>
      </p:sp>
      <p:sp>
        <p:nvSpPr>
          <p:cNvPr id="125" name="TextBox 124">
            <a:extLst>
              <a:ext uri="{FF2B5EF4-FFF2-40B4-BE49-F238E27FC236}">
                <a16:creationId xmlns:a16="http://schemas.microsoft.com/office/drawing/2014/main" id="{8DC2CF3C-C3EE-C809-4DAC-62059B7C883A}"/>
              </a:ext>
            </a:extLst>
          </p:cNvPr>
          <p:cNvSpPr txBox="1"/>
          <p:nvPr>
            <p:custDataLst>
              <p:tags r:id="rId64"/>
            </p:custDataLst>
          </p:nvPr>
        </p:nvSpPr>
        <p:spPr bwMode="auto">
          <a:xfrm>
            <a:off x="2311493" y="525747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PSC3P4ECS1LGQ1</a:t>
            </a:r>
          </a:p>
        </p:txBody>
      </p:sp>
      <p:sp>
        <p:nvSpPr>
          <p:cNvPr id="126" name="TextBox 125">
            <a:extLst>
              <a:ext uri="{FF2B5EF4-FFF2-40B4-BE49-F238E27FC236}">
                <a16:creationId xmlns:a16="http://schemas.microsoft.com/office/drawing/2014/main" id="{391DE6D9-FF7F-03C9-64B9-009FC6F70672}"/>
              </a:ext>
            </a:extLst>
          </p:cNvPr>
          <p:cNvSpPr txBox="1"/>
          <p:nvPr>
            <p:custDataLst>
              <p:tags r:id="rId65"/>
            </p:custDataLst>
          </p:nvPr>
        </p:nvSpPr>
        <p:spPr bwMode="auto">
          <a:xfrm>
            <a:off x="3517392" y="525747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PSC3P4ECS1ABQ1</a:t>
            </a:r>
          </a:p>
        </p:txBody>
      </p:sp>
      <p:sp>
        <p:nvSpPr>
          <p:cNvPr id="127" name="TextBox 126">
            <a:extLst>
              <a:ext uri="{FF2B5EF4-FFF2-40B4-BE49-F238E27FC236}">
                <a16:creationId xmlns:a16="http://schemas.microsoft.com/office/drawing/2014/main" id="{55764B88-BD47-50E3-D626-E085D5269C7D}"/>
              </a:ext>
            </a:extLst>
          </p:cNvPr>
          <p:cNvSpPr txBox="1"/>
          <p:nvPr>
            <p:custDataLst>
              <p:tags r:id="rId66"/>
            </p:custDataLst>
          </p:nvPr>
        </p:nvSpPr>
        <p:spPr bwMode="auto">
          <a:xfrm>
            <a:off x="5929190" y="525747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algn="ctr" fontAlgn="ctr"/>
            <a:r>
              <a:rPr lang="en-US" sz="900" b="1" kern="0" dirty="0">
                <a:latin typeface="Arial"/>
                <a:cs typeface="Arial"/>
              </a:rPr>
              <a:t>PSC3P4ECS1ACQ1</a:t>
            </a:r>
          </a:p>
        </p:txBody>
      </p:sp>
      <p:sp>
        <p:nvSpPr>
          <p:cNvPr id="128" name="TextBox 127">
            <a:extLst>
              <a:ext uri="{FF2B5EF4-FFF2-40B4-BE49-F238E27FC236}">
                <a16:creationId xmlns:a16="http://schemas.microsoft.com/office/drawing/2014/main" id="{F87C6E08-E695-A69D-3FB6-B3B93CE8756F}"/>
              </a:ext>
            </a:extLst>
          </p:cNvPr>
          <p:cNvSpPr txBox="1"/>
          <p:nvPr>
            <p:custDataLst>
              <p:tags r:id="rId67"/>
            </p:custDataLst>
          </p:nvPr>
        </p:nvSpPr>
        <p:spPr bwMode="auto">
          <a:xfrm>
            <a:off x="1105594" y="5257470"/>
            <a:ext cx="1116000" cy="246900"/>
          </a:xfrm>
          <a:prstGeom prst="rect">
            <a:avLst/>
          </a:prstGeom>
          <a:solidFill>
            <a:srgbClr val="B8DEDA"/>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spcBef>
                <a:spcPts val="0"/>
              </a:spcBef>
              <a:spcAft>
                <a:spcPts val="0"/>
              </a:spcAft>
              <a:buClr>
                <a:srgbClr val="0A8276"/>
              </a:buClr>
              <a:buSzTx/>
              <a:buFontTx/>
              <a:buNone/>
              <a:tabLst/>
              <a:defRPr/>
            </a:pPr>
            <a:r>
              <a:rPr kumimoji="0" lang="en-US" sz="900" b="1" i="0" u="none" strike="noStrike" kern="0" cap="none" spc="0" normalizeH="0" baseline="0" dirty="0">
                <a:ln>
                  <a:noFill/>
                </a:ln>
                <a:effectLst/>
                <a:uLnTx/>
                <a:uFillTx/>
                <a:latin typeface="Arial"/>
                <a:ea typeface="+mn-ea"/>
                <a:cs typeface="Arial"/>
              </a:rPr>
              <a:t>PSC3P4ECS1LEQ1 </a:t>
            </a:r>
          </a:p>
        </p:txBody>
      </p:sp>
      <p:sp>
        <p:nvSpPr>
          <p:cNvPr id="129" name="Rectangle 128">
            <a:extLst>
              <a:ext uri="{FF2B5EF4-FFF2-40B4-BE49-F238E27FC236}">
                <a16:creationId xmlns:a16="http://schemas.microsoft.com/office/drawing/2014/main" id="{A454E013-FE3E-4B96-CEB5-D3C6D19886D1}"/>
              </a:ext>
            </a:extLst>
          </p:cNvPr>
          <p:cNvSpPr/>
          <p:nvPr>
            <p:custDataLst>
              <p:tags r:id="rId68"/>
            </p:custDataLst>
          </p:nvPr>
        </p:nvSpPr>
        <p:spPr bwMode="auto">
          <a:xfrm>
            <a:off x="9915783" y="4673760"/>
            <a:ext cx="2128706" cy="390041"/>
          </a:xfrm>
          <a:prstGeom prst="rect">
            <a:avLst/>
          </a:prstGeom>
          <a:noFill/>
          <a:ln w="9525">
            <a:noFill/>
            <a:miter lim="800000"/>
            <a:headEnd/>
            <a:tailEnd/>
          </a:ln>
        </p:spPr>
        <p:txBody>
          <a:bodyPr wrap="square" lIns="96000" tIns="96000" rIns="96000" bIns="96000" rtlCol="0" anchor="ctr"/>
          <a:lstStyle/>
          <a:p>
            <a:pPr marL="0" marR="0" lvl="0" indent="0" defTabSz="914309"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PSC3x</a:t>
            </a:r>
            <a:r>
              <a:rPr kumimoji="0" lang="en-US" sz="1100" b="1"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4</a:t>
            </a:r>
            <a:r>
              <a:rPr kumimoji="0" lang="en-US" sz="1100" b="0" i="0" u="none" strike="noStrike" kern="1200" cap="none" spc="0" normalizeH="0" baseline="0" dirty="0">
                <a:ln>
                  <a:noFill/>
                </a:ln>
                <a:solidFill>
                  <a:srgbClr val="000000"/>
                </a:solidFill>
                <a:effectLst/>
                <a:uLnTx/>
                <a:uFillTx/>
                <a:latin typeface="Arial" charset="0"/>
                <a:ea typeface="Verdana" pitchFamily="34" charset="0"/>
                <a:cs typeface="Verdana" pitchFamily="34" charset="0"/>
              </a:rPr>
              <a:t> series with PSA L1</a:t>
            </a:r>
          </a:p>
        </p:txBody>
      </p:sp>
      <p:sp>
        <p:nvSpPr>
          <p:cNvPr id="130" name="TextBox 129">
            <a:extLst>
              <a:ext uri="{FF2B5EF4-FFF2-40B4-BE49-F238E27FC236}">
                <a16:creationId xmlns:a16="http://schemas.microsoft.com/office/drawing/2014/main" id="{5C124124-6341-6D6D-67EF-B270857B1564}"/>
              </a:ext>
            </a:extLst>
          </p:cNvPr>
          <p:cNvSpPr txBox="1"/>
          <p:nvPr>
            <p:custDataLst>
              <p:tags r:id="rId69"/>
            </p:custDataLst>
          </p:nvPr>
        </p:nvSpPr>
        <p:spPr bwMode="auto">
          <a:xfrm>
            <a:off x="9698664" y="4751034"/>
            <a:ext cx="219456" cy="221285"/>
          </a:xfrm>
          <a:prstGeom prst="rect">
            <a:avLst/>
          </a:prstGeom>
          <a:solidFill>
            <a:srgbClr val="B8DEDA"/>
          </a:solidFill>
          <a:ln w="9525">
            <a:noFill/>
            <a:miter lim="800000"/>
            <a:headEnd/>
            <a:tailEnd/>
          </a:ln>
          <a:effectLst/>
        </p:spPr>
        <p:txBody>
          <a:bodyPr wrap="square" lIns="0" tIns="0" rIns="0" bIns="0" rtlCol="0" anchor="ctr" anchorCtr="0">
            <a:noAutofit/>
          </a:bodyPr>
          <a:lstStyle/>
          <a:p>
            <a:pPr marL="0" marR="0" lvl="0" indent="0" algn="ctr" defTabSz="576000" eaLnBrk="0" fontAlgn="auto" latinLnBrk="0" hangingPunct="0">
              <a:lnSpc>
                <a:spcPct val="80000"/>
              </a:lnSpc>
              <a:spcBef>
                <a:spcPts val="0"/>
              </a:spcBef>
              <a:spcAft>
                <a:spcPts val="0"/>
              </a:spcAft>
              <a:buClr>
                <a:srgbClr val="0A8276"/>
              </a:buClr>
              <a:buSzTx/>
              <a:buFontTx/>
              <a:buNone/>
              <a:tabLst/>
              <a:defRPr/>
            </a:pPr>
            <a:endParaRPr kumimoji="0" lang="en-US" sz="900" b="1" i="0" u="none" strike="noStrike" kern="0" cap="none" spc="0" normalizeH="0" baseline="0" dirty="0">
              <a:ln>
                <a:noFill/>
              </a:ln>
              <a:solidFill>
                <a:srgbClr val="1D1D1D"/>
              </a:solidFill>
              <a:effectLst/>
              <a:uLnTx/>
              <a:uFillTx/>
              <a:latin typeface="Arial"/>
              <a:ea typeface="+mn-ea"/>
              <a:cs typeface="Arial"/>
            </a:endParaRPr>
          </a:p>
        </p:txBody>
      </p:sp>
      <p:cxnSp>
        <p:nvCxnSpPr>
          <p:cNvPr id="15" name="Straight Arrow Connector 14">
            <a:extLst>
              <a:ext uri="{FF2B5EF4-FFF2-40B4-BE49-F238E27FC236}">
                <a16:creationId xmlns:a16="http://schemas.microsoft.com/office/drawing/2014/main" id="{DC88AB7B-1EE1-AD1E-F346-51997B6167E2}"/>
              </a:ext>
            </a:extLst>
          </p:cNvPr>
          <p:cNvCxnSpPr>
            <a:cxnSpLocks/>
          </p:cNvCxnSpPr>
          <p:nvPr/>
        </p:nvCxnSpPr>
        <p:spPr>
          <a:xfrm flipH="1" flipV="1">
            <a:off x="953799" y="1682407"/>
            <a:ext cx="25527" cy="41744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BFAB324-8167-F3E9-34F5-B4C68E162CFF}"/>
              </a:ext>
            </a:extLst>
          </p:cNvPr>
          <p:cNvCxnSpPr>
            <a:cxnSpLocks/>
          </p:cNvCxnSpPr>
          <p:nvPr/>
        </p:nvCxnSpPr>
        <p:spPr>
          <a:xfrm>
            <a:off x="979326" y="5856851"/>
            <a:ext cx="860906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2ED0FAF-8B5E-5920-EFB0-9E89BCBB839A}"/>
              </a:ext>
            </a:extLst>
          </p:cNvPr>
          <p:cNvCxnSpPr>
            <a:cxnSpLocks/>
          </p:cNvCxnSpPr>
          <p:nvPr/>
        </p:nvCxnSpPr>
        <p:spPr>
          <a:xfrm>
            <a:off x="335360" y="4236439"/>
            <a:ext cx="9141552"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29DB30-6545-D69D-08A8-3107D61DE3B0}"/>
              </a:ext>
            </a:extLst>
          </p:cNvPr>
          <p:cNvCxnSpPr>
            <a:cxnSpLocks/>
          </p:cNvCxnSpPr>
          <p:nvPr/>
        </p:nvCxnSpPr>
        <p:spPr>
          <a:xfrm>
            <a:off x="346408" y="2346960"/>
            <a:ext cx="9240690" cy="0"/>
          </a:xfrm>
          <a:prstGeom prst="line">
            <a:avLst/>
          </a:prstGeom>
          <a:ln w="9525">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528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94AB34C-A7B4-8789-4039-65EF0EFF35B1}"/>
              </a:ext>
            </a:extLst>
          </p:cNvPr>
          <p:cNvGraphicFramePr>
            <a:graphicFrameLocks noChangeAspect="1"/>
          </p:cNvGraphicFramePr>
          <p:nvPr>
            <p:custDataLst>
              <p:tags r:id="rId1"/>
            </p:custDataLst>
            <p:extLst>
              <p:ext uri="{D42A27DB-BD31-4B8C-83A1-F6EECF244321}">
                <p14:modId xmlns:p14="http://schemas.microsoft.com/office/powerpoint/2010/main" val="2492071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47" imgH="348" progId="TCLayout.ActiveDocument.1">
                  <p:embed/>
                </p:oleObj>
              </mc:Choice>
              <mc:Fallback>
                <p:oleObj name="think-cell Slide" r:id="rId30" imgW="347" imgH="348" progId="TCLayout.ActiveDocument.1">
                  <p:embed/>
                  <p:pic>
                    <p:nvPicPr>
                      <p:cNvPr id="8" name="think-cell data - do not delete" hidden="1">
                        <a:extLst>
                          <a:ext uri="{FF2B5EF4-FFF2-40B4-BE49-F238E27FC236}">
                            <a16:creationId xmlns:a16="http://schemas.microsoft.com/office/drawing/2014/main" id="{294AB34C-A7B4-8789-4039-65EF0EFF35B1}"/>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hasCustomPrompt="1"/>
          </p:nvPr>
        </p:nvSpPr>
        <p:spPr>
          <a:xfrm>
            <a:off x="335360" y="188720"/>
            <a:ext cx="10081120" cy="720000"/>
          </a:xfrm>
        </p:spPr>
        <p:txBody>
          <a:bodyPr vert="horz" anchor="ctr"/>
          <a:lstStyle/>
          <a:p>
            <a:r>
              <a:rPr lang="de-DE" dirty="0"/>
              <a:t>PSOC™ Control C3 </a:t>
            </a:r>
            <a:r>
              <a:rPr lang="en-US" dirty="0"/>
              <a:t>Main Line </a:t>
            </a:r>
            <a:br>
              <a:rPr lang="en-US" dirty="0"/>
            </a:br>
            <a:r>
              <a:rPr lang="en-US" b="0" dirty="0"/>
              <a:t>PSC3M/P5 (Available)</a:t>
            </a:r>
            <a:endParaRPr b="0" dirty="0"/>
          </a:p>
        </p:txBody>
      </p:sp>
      <p:sp>
        <p:nvSpPr>
          <p:cNvPr id="2" name="Rectangle 1">
            <a:extLst>
              <a:ext uri="{FF2B5EF4-FFF2-40B4-BE49-F238E27FC236}">
                <a16:creationId xmlns:a16="http://schemas.microsoft.com/office/drawing/2014/main" id="{DBBAB650-8DB5-E3A4-B44D-53FF3B5D39E8}"/>
              </a:ext>
            </a:extLst>
          </p:cNvPr>
          <p:cNvSpPr/>
          <p:nvPr>
            <p:custDataLst>
              <p:tags r:id="rId2"/>
            </p:custDataLst>
          </p:nvPr>
        </p:nvSpPr>
        <p:spPr bwMode="auto">
          <a:xfrm>
            <a:off x="3472987" y="5373218"/>
            <a:ext cx="2997724" cy="1008532"/>
          </a:xfrm>
          <a:prstGeom prst="rect">
            <a:avLst/>
          </a:prstGeom>
          <a:noFill/>
          <a:ln w="9525">
            <a:solidFill>
              <a:schemeClr val="accent1"/>
            </a:solidFill>
            <a:miter lim="800000"/>
            <a:headEnd/>
            <a:tailEnd/>
          </a:ln>
          <a:effectLst/>
        </p:spPr>
        <p:txBody>
          <a:bodyPr lIns="91440" tIns="71977" rIns="9144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lnSpc>
                <a:spcPct val="110000"/>
              </a:lnSpc>
              <a:spcAft>
                <a:spcPts val="200"/>
              </a:spcAft>
              <a:buNone/>
            </a:pPr>
            <a:r>
              <a:rPr lang="en-US" sz="1200" b="1" dirty="0">
                <a:solidFill>
                  <a:schemeClr val="tx2"/>
                </a:solidFill>
                <a:latin typeface="+mj-lt"/>
              </a:rPr>
              <a:t>Packages</a:t>
            </a:r>
          </a:p>
        </p:txBody>
      </p:sp>
      <p:sp>
        <p:nvSpPr>
          <p:cNvPr id="4" name="Rectangle 3">
            <a:extLst>
              <a:ext uri="{FF2B5EF4-FFF2-40B4-BE49-F238E27FC236}">
                <a16:creationId xmlns:a16="http://schemas.microsoft.com/office/drawing/2014/main" id="{74A88682-04E4-A3E4-06E6-2102F4E4C9F4}"/>
              </a:ext>
            </a:extLst>
          </p:cNvPr>
          <p:cNvSpPr/>
          <p:nvPr>
            <p:custDataLst>
              <p:tags r:id="rId3"/>
            </p:custDataLst>
          </p:nvPr>
        </p:nvSpPr>
        <p:spPr bwMode="auto">
          <a:xfrm>
            <a:off x="337149" y="1163621"/>
            <a:ext cx="6147051" cy="4065580"/>
          </a:xfrm>
          <a:prstGeom prst="rect">
            <a:avLst/>
          </a:prstGeom>
          <a:noFill/>
          <a:ln w="9525">
            <a:solidFill>
              <a:schemeClr val="accent1"/>
            </a:solidFill>
            <a:miter lim="800000"/>
            <a:headEnd/>
            <a:tailEnd/>
          </a:ln>
          <a:effectLst/>
        </p:spPr>
        <p:txBody>
          <a:bodyPr lIns="91440" tIns="71977" rIns="9144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lnSpc>
                <a:spcPct val="110000"/>
              </a:lnSpc>
              <a:spcAft>
                <a:spcPts val="200"/>
              </a:spcAft>
              <a:buNone/>
            </a:pPr>
            <a:r>
              <a:rPr lang="en-US" sz="1200" b="1" dirty="0">
                <a:solidFill>
                  <a:schemeClr val="tx2"/>
                </a:solidFill>
                <a:latin typeface="+mj-lt"/>
              </a:rPr>
              <a:t>Block diagram</a:t>
            </a:r>
          </a:p>
        </p:txBody>
      </p:sp>
      <p:sp>
        <p:nvSpPr>
          <p:cNvPr id="5" name="Rectangle 4">
            <a:extLst>
              <a:ext uri="{FF2B5EF4-FFF2-40B4-BE49-F238E27FC236}">
                <a16:creationId xmlns:a16="http://schemas.microsoft.com/office/drawing/2014/main" id="{92A67C70-BFDD-4373-9B5A-1BC6C99C70E7}"/>
              </a:ext>
            </a:extLst>
          </p:cNvPr>
          <p:cNvSpPr/>
          <p:nvPr>
            <p:custDataLst>
              <p:tags r:id="rId4"/>
            </p:custDataLst>
          </p:nvPr>
        </p:nvSpPr>
        <p:spPr bwMode="auto">
          <a:xfrm>
            <a:off x="6603292" y="1163620"/>
            <a:ext cx="5254998" cy="5218130"/>
          </a:xfrm>
          <a:prstGeom prst="rect">
            <a:avLst/>
          </a:prstGeom>
          <a:noFill/>
          <a:ln w="9525">
            <a:solidFill>
              <a:schemeClr val="accent1"/>
            </a:solidFill>
            <a:miter lim="800000"/>
            <a:headEnd/>
            <a:tailEnd/>
          </a:ln>
          <a:effectLst/>
        </p:spPr>
        <p:txBody>
          <a:bodyPr lIns="91440" tIns="71977" rIns="9144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lnSpc>
                <a:spcPct val="110000"/>
              </a:lnSpc>
              <a:spcAft>
                <a:spcPts val="100"/>
              </a:spcAft>
              <a:buNone/>
            </a:pPr>
            <a:r>
              <a:rPr lang="en-US" sz="1200" b="1" dirty="0">
                <a:solidFill>
                  <a:schemeClr val="tx2"/>
                </a:solidFill>
                <a:latin typeface="+mj-lt"/>
              </a:rPr>
              <a:t>Applications and Target Markets</a:t>
            </a:r>
          </a:p>
          <a:p>
            <a:pPr marL="228600" indent="-171450" defTabSz="914102" eaLnBrk="0" hangingPunct="0">
              <a:lnSpc>
                <a:spcPct val="110000"/>
              </a:lnSpc>
              <a:spcAft>
                <a:spcPts val="100"/>
              </a:spcAft>
            </a:pPr>
            <a:r>
              <a:rPr lang="de-DE" altLang="en-US" sz="1100" dirty="0">
                <a:solidFill>
                  <a:srgbClr val="000000"/>
                </a:solidFill>
                <a:latin typeface="+mj-lt"/>
              </a:rPr>
              <a:t>Single and dual motor control, and PFC</a:t>
            </a:r>
          </a:p>
          <a:p>
            <a:pPr marL="228600" indent="-171450" defTabSz="914102" eaLnBrk="0" hangingPunct="0">
              <a:lnSpc>
                <a:spcPct val="110000"/>
              </a:lnSpc>
              <a:spcAft>
                <a:spcPts val="100"/>
              </a:spcAft>
            </a:pPr>
            <a:r>
              <a:rPr lang="de-DE" altLang="en-US" sz="1100" dirty="0">
                <a:solidFill>
                  <a:srgbClr val="000000"/>
                </a:solidFill>
                <a:latin typeface="+mj-lt"/>
              </a:rPr>
              <a:t>PFC, Power &amp; Gardening tools, MHA and Aircon drives and compressors, LEV drives, SPMS, Solar, EV Charging</a:t>
            </a:r>
            <a:endParaRPr lang="en-US" altLang="en-US" sz="1200" b="1" dirty="0">
              <a:solidFill>
                <a:schemeClr val="tx2"/>
              </a:solidFill>
              <a:latin typeface="+mj-lt"/>
              <a:ea typeface="Verdana" panose="020B0604030504040204" pitchFamily="34" charset="0"/>
            </a:endParaRPr>
          </a:p>
          <a:p>
            <a:pPr defTabSz="914102" eaLnBrk="0" hangingPunct="0">
              <a:lnSpc>
                <a:spcPct val="110000"/>
              </a:lnSpc>
              <a:spcBef>
                <a:spcPts val="600"/>
              </a:spcBef>
              <a:spcAft>
                <a:spcPts val="100"/>
              </a:spcAft>
              <a:buNone/>
            </a:pPr>
            <a:r>
              <a:rPr lang="en-US" altLang="en-US" sz="1200" b="1" dirty="0">
                <a:solidFill>
                  <a:schemeClr val="tx2"/>
                </a:solidFill>
                <a:latin typeface="+mj-lt"/>
                <a:ea typeface="Verdana" panose="020B0604030504040204" pitchFamily="34" charset="0"/>
              </a:rPr>
              <a:t>Product Highlights</a:t>
            </a:r>
          </a:p>
          <a:p>
            <a:pPr marL="228600" indent="-171450" defTabSz="914102" eaLnBrk="0" hangingPunct="0">
              <a:lnSpc>
                <a:spcPct val="110000"/>
              </a:lnSpc>
              <a:spcAft>
                <a:spcPts val="100"/>
              </a:spcAft>
            </a:pPr>
            <a:r>
              <a:rPr lang="en-US" sz="1100" b="1" dirty="0">
                <a:solidFill>
                  <a:srgbClr val="000000"/>
                </a:solidFill>
                <a:latin typeface="+mj-lt"/>
              </a:rPr>
              <a:t>Low power modes</a:t>
            </a:r>
            <a:r>
              <a:rPr lang="en-US" sz="1100" dirty="0">
                <a:solidFill>
                  <a:srgbClr val="000000"/>
                </a:solidFill>
                <a:latin typeface="+mj-lt"/>
              </a:rPr>
              <a:t>: deep sleep (&lt;10uA), sleep, hibernate (&lt;1uA) </a:t>
            </a:r>
          </a:p>
          <a:p>
            <a:pPr marL="228600" indent="-171450" defTabSz="914102" eaLnBrk="0" hangingPunct="0">
              <a:lnSpc>
                <a:spcPct val="110000"/>
              </a:lnSpc>
              <a:spcAft>
                <a:spcPts val="100"/>
              </a:spcAft>
            </a:pPr>
            <a:r>
              <a:rPr lang="en-US" sz="1100" b="1" dirty="0">
                <a:solidFill>
                  <a:srgbClr val="000000"/>
                </a:solidFill>
                <a:latin typeface="+mj-lt"/>
              </a:rPr>
              <a:t>Idle sampling ADC</a:t>
            </a:r>
            <a:r>
              <a:rPr lang="en-US" sz="1100" dirty="0">
                <a:solidFill>
                  <a:srgbClr val="000000"/>
                </a:solidFill>
                <a:latin typeface="+mj-lt"/>
              </a:rPr>
              <a:t>:</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Low jitter and high performance, obsoleting external buffer caps</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12 MSPS, 16 </a:t>
            </a:r>
            <a:r>
              <a:rPr lang="en-US" sz="1100" dirty="0" err="1">
                <a:solidFill>
                  <a:srgbClr val="000000"/>
                </a:solidFill>
                <a:latin typeface="+mj-lt"/>
              </a:rPr>
              <a:t>ch</a:t>
            </a:r>
            <a:r>
              <a:rPr lang="en-US" sz="1100" dirty="0">
                <a:solidFill>
                  <a:srgbClr val="000000"/>
                </a:solidFill>
                <a:latin typeface="+mj-lt"/>
              </a:rPr>
              <a:t> sync. sampling, 16-bit oversampling, in-built gain </a:t>
            </a:r>
          </a:p>
          <a:p>
            <a:pPr marL="228600" indent="-171450" defTabSz="914102" eaLnBrk="0" hangingPunct="0">
              <a:lnSpc>
                <a:spcPct val="110000"/>
              </a:lnSpc>
              <a:spcAft>
                <a:spcPts val="100"/>
              </a:spcAft>
            </a:pPr>
            <a:r>
              <a:rPr lang="en-US" sz="1100" b="1" dirty="0">
                <a:solidFill>
                  <a:srgbClr val="000000"/>
                </a:solidFill>
                <a:latin typeface="+mj-lt"/>
              </a:rPr>
              <a:t>Comparators</a:t>
            </a:r>
            <a:r>
              <a:rPr lang="en-US" sz="1100" dirty="0">
                <a:solidFill>
                  <a:srgbClr val="000000"/>
                </a:solidFill>
                <a:latin typeface="+mj-lt"/>
              </a:rPr>
              <a:t>: &lt; 10ns in-built 10-bit DAC and slope generator</a:t>
            </a:r>
          </a:p>
          <a:p>
            <a:pPr marL="228600" indent="-171450" defTabSz="914102" eaLnBrk="0" hangingPunct="0">
              <a:lnSpc>
                <a:spcPct val="110000"/>
              </a:lnSpc>
              <a:spcAft>
                <a:spcPts val="100"/>
              </a:spcAft>
            </a:pPr>
            <a:r>
              <a:rPr lang="en-US" sz="1100" dirty="0">
                <a:solidFill>
                  <a:srgbClr val="000000"/>
                </a:solidFill>
                <a:latin typeface="+mj-lt"/>
              </a:rPr>
              <a:t>10-clock-cycles CORDIC Accelerator </a:t>
            </a:r>
          </a:p>
          <a:p>
            <a:pPr marL="228600" indent="-171450" defTabSz="914102" eaLnBrk="0" hangingPunct="0">
              <a:lnSpc>
                <a:spcPct val="110000"/>
              </a:lnSpc>
              <a:spcAft>
                <a:spcPts val="100"/>
              </a:spcAft>
            </a:pPr>
            <a:r>
              <a:rPr lang="en-US" sz="1100" b="1" dirty="0">
                <a:solidFill>
                  <a:srgbClr val="000000"/>
                </a:solidFill>
                <a:latin typeface="+mj-lt"/>
              </a:rPr>
              <a:t>Timer/Counter/PWM (TCPWM)</a:t>
            </a:r>
            <a:r>
              <a:rPr lang="en-US" sz="1100" dirty="0">
                <a:solidFill>
                  <a:srgbClr val="000000"/>
                </a:solidFill>
                <a:latin typeface="+mj-lt"/>
              </a:rPr>
              <a:t>:</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Complementary output/</a:t>
            </a:r>
            <a:r>
              <a:rPr lang="en-US" sz="1100" dirty="0" err="1">
                <a:solidFill>
                  <a:srgbClr val="000000"/>
                </a:solidFill>
                <a:latin typeface="+mj-lt"/>
              </a:rPr>
              <a:t>ch</a:t>
            </a:r>
            <a:r>
              <a:rPr lang="en-US" sz="1100" dirty="0">
                <a:solidFill>
                  <a:srgbClr val="000000"/>
                </a:solidFill>
                <a:latin typeface="+mj-lt"/>
              </a:rPr>
              <a:t>, multi-</a:t>
            </a:r>
            <a:r>
              <a:rPr lang="en-US" sz="1100" dirty="0" err="1">
                <a:solidFill>
                  <a:srgbClr val="000000"/>
                </a:solidFill>
                <a:latin typeface="+mj-lt"/>
              </a:rPr>
              <a:t>ch</a:t>
            </a:r>
            <a:r>
              <a:rPr lang="en-US" sz="1100" dirty="0">
                <a:solidFill>
                  <a:srgbClr val="000000"/>
                </a:solidFill>
                <a:latin typeface="+mj-lt"/>
              </a:rPr>
              <a:t> control, shadow update, input glitch filter, PRNG dithering</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&lt; 100 </a:t>
            </a:r>
            <a:r>
              <a:rPr lang="en-US" sz="1100" dirty="0" err="1">
                <a:solidFill>
                  <a:srgbClr val="000000"/>
                </a:solidFill>
                <a:latin typeface="+mj-lt"/>
              </a:rPr>
              <a:t>ps</a:t>
            </a:r>
            <a:r>
              <a:rPr lang="en-US" sz="1100" dirty="0">
                <a:solidFill>
                  <a:srgbClr val="000000"/>
                </a:solidFill>
                <a:latin typeface="+mj-lt"/>
              </a:rPr>
              <a:t> high resolution PWM (HRPWM) for period, duty &amp; dead time</a:t>
            </a:r>
          </a:p>
          <a:p>
            <a:pPr marL="228600" indent="-171450" defTabSz="914102" eaLnBrk="0" hangingPunct="0">
              <a:lnSpc>
                <a:spcPct val="110000"/>
              </a:lnSpc>
              <a:spcAft>
                <a:spcPts val="100"/>
              </a:spcAft>
            </a:pPr>
            <a:r>
              <a:rPr lang="en-US" sz="1100" b="1" dirty="0" err="1">
                <a:solidFill>
                  <a:srgbClr val="000000"/>
                </a:solidFill>
                <a:latin typeface="+mj-lt"/>
              </a:rPr>
              <a:t>TriggerMux</a:t>
            </a:r>
            <a:r>
              <a:rPr lang="en-US" sz="1100" b="1" dirty="0">
                <a:solidFill>
                  <a:srgbClr val="000000"/>
                </a:solidFill>
                <a:latin typeface="+mj-lt"/>
              </a:rPr>
              <a:t>: </a:t>
            </a:r>
            <a:r>
              <a:rPr lang="en-US" sz="1100" dirty="0">
                <a:solidFill>
                  <a:srgbClr val="000000"/>
                </a:solidFill>
                <a:latin typeface="+mj-lt"/>
              </a:rPr>
              <a:t>&lt; 1ns latency programmable peripheral interconnects</a:t>
            </a:r>
          </a:p>
          <a:p>
            <a:pPr marL="228600" indent="-171450" defTabSz="914102" eaLnBrk="0" hangingPunct="0">
              <a:lnSpc>
                <a:spcPct val="110000"/>
              </a:lnSpc>
              <a:spcAft>
                <a:spcPts val="100"/>
              </a:spcAft>
            </a:pPr>
            <a:r>
              <a:rPr lang="en-US" sz="1100" b="1" dirty="0">
                <a:solidFill>
                  <a:srgbClr val="000000"/>
                </a:solidFill>
                <a:latin typeface="+mj-lt"/>
              </a:rPr>
              <a:t>Memory:</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Up to 256kB RWW Flash @ 20 </a:t>
            </a:r>
            <a:r>
              <a:rPr lang="en-US" sz="1100" dirty="0" err="1">
                <a:solidFill>
                  <a:srgbClr val="000000"/>
                </a:solidFill>
                <a:latin typeface="+mj-lt"/>
              </a:rPr>
              <a:t>Mhz</a:t>
            </a:r>
            <a:r>
              <a:rPr lang="en-US" sz="1100" dirty="0">
                <a:solidFill>
                  <a:srgbClr val="000000"/>
                </a:solidFill>
                <a:latin typeface="+mj-lt"/>
              </a:rPr>
              <a:t>, ECC on Flash &amp; RAM</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16 kB Instruction Cache</a:t>
            </a:r>
          </a:p>
          <a:p>
            <a:pPr marL="228600" indent="-171450" defTabSz="914102" eaLnBrk="0" hangingPunct="0">
              <a:lnSpc>
                <a:spcPct val="110000"/>
              </a:lnSpc>
              <a:spcAft>
                <a:spcPts val="100"/>
              </a:spcAft>
            </a:pPr>
            <a:r>
              <a:rPr lang="en-US" sz="1100" b="1" dirty="0">
                <a:solidFill>
                  <a:srgbClr val="000000"/>
                </a:solidFill>
                <a:latin typeface="+mj-lt"/>
              </a:rPr>
              <a:t>Security</a:t>
            </a:r>
            <a:r>
              <a:rPr lang="en-US" sz="1100" dirty="0">
                <a:solidFill>
                  <a:srgbClr val="000000"/>
                </a:solidFill>
                <a:latin typeface="+mj-lt"/>
              </a:rPr>
              <a:t>: PSA L2 certified, Configurable Flash Partitioning / Protection </a:t>
            </a:r>
          </a:p>
          <a:p>
            <a:pPr marL="228600" indent="-171450" defTabSz="914102" eaLnBrk="0" hangingPunct="0">
              <a:lnSpc>
                <a:spcPct val="110000"/>
              </a:lnSpc>
              <a:spcAft>
                <a:spcPts val="100"/>
              </a:spcAft>
            </a:pPr>
            <a:r>
              <a:rPr lang="en-US" sz="1100" b="1" dirty="0">
                <a:solidFill>
                  <a:srgbClr val="000000"/>
                </a:solidFill>
                <a:latin typeface="+mj-lt"/>
              </a:rPr>
              <a:t>Safety: </a:t>
            </a:r>
            <a:r>
              <a:rPr lang="en-US" sz="1100" dirty="0">
                <a:solidFill>
                  <a:srgbClr val="000000"/>
                </a:solidFill>
                <a:latin typeface="+mj-lt"/>
              </a:rPr>
              <a:t>Class B &amp; SIL 2 compliant</a:t>
            </a:r>
            <a:endParaRPr lang="en-US" altLang="en-US" sz="1100" dirty="0">
              <a:solidFill>
                <a:srgbClr val="000000"/>
              </a:solidFill>
              <a:latin typeface="+mj-lt"/>
            </a:endParaRPr>
          </a:p>
          <a:p>
            <a:pPr defTabSz="914102" eaLnBrk="0" hangingPunct="0">
              <a:lnSpc>
                <a:spcPct val="110000"/>
              </a:lnSpc>
              <a:spcBef>
                <a:spcPts val="600"/>
              </a:spcBef>
              <a:spcAft>
                <a:spcPts val="100"/>
              </a:spcAft>
              <a:buNone/>
            </a:pPr>
            <a:r>
              <a:rPr lang="en-US" altLang="en-US" sz="1200" b="1" dirty="0">
                <a:solidFill>
                  <a:schemeClr val="tx2"/>
                </a:solidFill>
                <a:latin typeface="+mj-lt"/>
                <a:ea typeface="Verdana" panose="020B0604030504040204" pitchFamily="34" charset="0"/>
              </a:rPr>
              <a:t>Operating Range</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1.71 – 3.3V</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&lt;1 – 10 µA low power modes</a:t>
            </a:r>
          </a:p>
          <a:p>
            <a:pPr marL="406400" lvl="1" indent="-114300" defTabSz="914102" eaLnBrk="0" hangingPunct="0">
              <a:lnSpc>
                <a:spcPct val="110000"/>
              </a:lnSpc>
              <a:spcAft>
                <a:spcPts val="100"/>
              </a:spcAft>
              <a:buFont typeface="Wingdings" panose="05000000000000000000" pitchFamily="2" charset="2"/>
              <a:buChar char="§"/>
            </a:pPr>
            <a:r>
              <a:rPr lang="en-US" sz="1100" dirty="0">
                <a:solidFill>
                  <a:srgbClr val="000000"/>
                </a:solidFill>
                <a:latin typeface="+mj-lt"/>
              </a:rPr>
              <a:t>-40 – 115°C Ta, 125°C </a:t>
            </a:r>
            <a:r>
              <a:rPr lang="en-US" sz="1100" dirty="0" err="1">
                <a:solidFill>
                  <a:srgbClr val="000000"/>
                </a:solidFill>
                <a:latin typeface="+mj-lt"/>
              </a:rPr>
              <a:t>Tj</a:t>
            </a:r>
            <a:r>
              <a:rPr lang="en-US" sz="1100" dirty="0">
                <a:solidFill>
                  <a:srgbClr val="000000"/>
                </a:solidFill>
                <a:latin typeface="+mj-lt"/>
              </a:rPr>
              <a:t>	</a:t>
            </a:r>
            <a:r>
              <a:rPr lang="en-US" sz="1200" kern="0" dirty="0">
                <a:solidFill>
                  <a:srgbClr val="000000"/>
                </a:solidFill>
                <a:latin typeface="+mj-lt"/>
              </a:rPr>
              <a:t>	</a:t>
            </a:r>
          </a:p>
        </p:txBody>
      </p:sp>
      <p:grpSp>
        <p:nvGrpSpPr>
          <p:cNvPr id="98" name="Group 97">
            <a:extLst>
              <a:ext uri="{FF2B5EF4-FFF2-40B4-BE49-F238E27FC236}">
                <a16:creationId xmlns:a16="http://schemas.microsoft.com/office/drawing/2014/main" id="{1F939AA1-7256-54CB-8451-0AE31B203D08}"/>
              </a:ext>
            </a:extLst>
          </p:cNvPr>
          <p:cNvGrpSpPr/>
          <p:nvPr/>
        </p:nvGrpSpPr>
        <p:grpSpPr>
          <a:xfrm>
            <a:off x="474145" y="1484783"/>
            <a:ext cx="5901574" cy="3688787"/>
            <a:chOff x="335359" y="980728"/>
            <a:chExt cx="5649679" cy="4099672"/>
          </a:xfrm>
        </p:grpSpPr>
        <p:sp>
          <p:nvSpPr>
            <p:cNvPr id="9" name="Rectangle 8">
              <a:extLst>
                <a:ext uri="{FF2B5EF4-FFF2-40B4-BE49-F238E27FC236}">
                  <a16:creationId xmlns:a16="http://schemas.microsoft.com/office/drawing/2014/main" id="{D5C5A689-FBEC-C61B-A738-68A669DF7BA3}"/>
                </a:ext>
              </a:extLst>
            </p:cNvPr>
            <p:cNvSpPr/>
            <p:nvPr>
              <p:custDataLst>
                <p:tags r:id="rId11"/>
              </p:custDataLst>
            </p:nvPr>
          </p:nvSpPr>
          <p:spPr bwMode="auto">
            <a:xfrm>
              <a:off x="3708418" y="2650587"/>
              <a:ext cx="2276620" cy="419089"/>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endParaRPr lang="en-US" sz="1050" b="1" dirty="0">
                <a:solidFill>
                  <a:schemeClr val="bg1"/>
                </a:solidFill>
                <a:latin typeface="+mj-lt"/>
              </a:endParaRPr>
            </a:p>
          </p:txBody>
        </p:sp>
        <p:sp>
          <p:nvSpPr>
            <p:cNvPr id="10" name="Rectangle 9">
              <a:extLst>
                <a:ext uri="{FF2B5EF4-FFF2-40B4-BE49-F238E27FC236}">
                  <a16:creationId xmlns:a16="http://schemas.microsoft.com/office/drawing/2014/main" id="{D99815E4-1318-D320-829F-252CE8641C7A}"/>
                </a:ext>
              </a:extLst>
            </p:cNvPr>
            <p:cNvSpPr/>
            <p:nvPr>
              <p:custDataLst>
                <p:tags r:id="rId12"/>
              </p:custDataLst>
            </p:nvPr>
          </p:nvSpPr>
          <p:spPr bwMode="auto">
            <a:xfrm>
              <a:off x="4871864" y="3933057"/>
              <a:ext cx="1113173" cy="1147343"/>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I/O</a:t>
              </a:r>
            </a:p>
          </p:txBody>
        </p:sp>
        <p:sp>
          <p:nvSpPr>
            <p:cNvPr id="11" name="Rectangle 10">
              <a:extLst>
                <a:ext uri="{FF2B5EF4-FFF2-40B4-BE49-F238E27FC236}">
                  <a16:creationId xmlns:a16="http://schemas.microsoft.com/office/drawing/2014/main" id="{F37BD6D7-7996-FEC2-09F6-65F5C977AF5A}"/>
                </a:ext>
              </a:extLst>
            </p:cNvPr>
            <p:cNvSpPr/>
            <p:nvPr>
              <p:custDataLst>
                <p:tags r:id="rId13"/>
              </p:custDataLst>
            </p:nvPr>
          </p:nvSpPr>
          <p:spPr bwMode="auto">
            <a:xfrm>
              <a:off x="3719736" y="3933056"/>
              <a:ext cx="1113173" cy="1147343"/>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SECURITY</a:t>
              </a:r>
            </a:p>
          </p:txBody>
        </p:sp>
        <p:sp>
          <p:nvSpPr>
            <p:cNvPr id="14" name="Rectangle 13">
              <a:extLst>
                <a:ext uri="{FF2B5EF4-FFF2-40B4-BE49-F238E27FC236}">
                  <a16:creationId xmlns:a16="http://schemas.microsoft.com/office/drawing/2014/main" id="{8BB63123-7678-4E11-DE36-803279BE27E1}"/>
                </a:ext>
              </a:extLst>
            </p:cNvPr>
            <p:cNvSpPr/>
            <p:nvPr>
              <p:custDataLst>
                <p:tags r:id="rId14"/>
              </p:custDataLst>
            </p:nvPr>
          </p:nvSpPr>
          <p:spPr bwMode="auto">
            <a:xfrm>
              <a:off x="345464" y="980728"/>
              <a:ext cx="5639574" cy="1675829"/>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SYSTEM</a:t>
              </a:r>
            </a:p>
          </p:txBody>
        </p:sp>
        <p:sp>
          <p:nvSpPr>
            <p:cNvPr id="15" name="Rectangle 14">
              <a:extLst>
                <a:ext uri="{FF2B5EF4-FFF2-40B4-BE49-F238E27FC236}">
                  <a16:creationId xmlns:a16="http://schemas.microsoft.com/office/drawing/2014/main" id="{E417BE30-8647-7C4B-2EFE-48907CE3DC95}"/>
                </a:ext>
              </a:extLst>
            </p:cNvPr>
            <p:cNvSpPr/>
            <p:nvPr>
              <p:custDataLst>
                <p:tags r:id="rId15"/>
              </p:custDataLst>
            </p:nvPr>
          </p:nvSpPr>
          <p:spPr bwMode="auto">
            <a:xfrm>
              <a:off x="335359" y="2725214"/>
              <a:ext cx="3294045" cy="2355185"/>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REAL TIME CONTROL</a:t>
              </a:r>
            </a:p>
          </p:txBody>
        </p:sp>
        <p:sp>
          <p:nvSpPr>
            <p:cNvPr id="16" name="Rectangle 15">
              <a:extLst>
                <a:ext uri="{FF2B5EF4-FFF2-40B4-BE49-F238E27FC236}">
                  <a16:creationId xmlns:a16="http://schemas.microsoft.com/office/drawing/2014/main" id="{083D1221-7CC3-C8D4-D02E-B4CD8BF7183E}"/>
                </a:ext>
              </a:extLst>
            </p:cNvPr>
            <p:cNvSpPr/>
            <p:nvPr>
              <p:custDataLst>
                <p:tags r:id="rId16"/>
              </p:custDataLst>
            </p:nvPr>
          </p:nvSpPr>
          <p:spPr bwMode="auto">
            <a:xfrm>
              <a:off x="3716382" y="3140968"/>
              <a:ext cx="2268655" cy="722903"/>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COMMUNICATION</a:t>
              </a:r>
            </a:p>
          </p:txBody>
        </p:sp>
        <p:sp>
          <p:nvSpPr>
            <p:cNvPr id="18" name="Rectangle 17">
              <a:extLst>
                <a:ext uri="{FF2B5EF4-FFF2-40B4-BE49-F238E27FC236}">
                  <a16:creationId xmlns:a16="http://schemas.microsoft.com/office/drawing/2014/main" id="{565DEA9F-9202-65D9-201E-0669D8B964DE}"/>
                </a:ext>
              </a:extLst>
            </p:cNvPr>
            <p:cNvSpPr/>
            <p:nvPr>
              <p:custDataLst>
                <p:tags r:id="rId17"/>
              </p:custDataLst>
            </p:nvPr>
          </p:nvSpPr>
          <p:spPr bwMode="auto">
            <a:xfrm>
              <a:off x="448070" y="4009627"/>
              <a:ext cx="3055642" cy="787525"/>
            </a:xfrm>
            <a:prstGeom prst="rect">
              <a:avLst/>
            </a:prstGeom>
            <a:solidFill>
              <a:schemeClr val="bg1">
                <a:lumMod val="85000"/>
              </a:schemeClr>
            </a:solidFill>
            <a:ln w="28575">
              <a:noFill/>
              <a:miter lim="800000"/>
              <a:headEnd/>
              <a:tailEnd/>
            </a:ln>
            <a:effectLst/>
          </p:spPr>
          <p:txBody>
            <a:bodyPr lIns="71977" tIns="36000" rIns="71977" bIns="71977" anchor="t" anchorCtr="0"/>
            <a:lstStyle/>
            <a:p>
              <a:pPr algn="ctr" defTabSz="914102" eaLnBrk="0" hangingPunct="0">
                <a:buClr>
                  <a:srgbClr val="000000"/>
                </a:buClr>
              </a:pPr>
              <a:r>
                <a:rPr lang="en-US" sz="800" dirty="0">
                  <a:latin typeface="+mj-lt"/>
                </a:rPr>
                <a:t>TCPWM timer</a:t>
              </a:r>
            </a:p>
          </p:txBody>
        </p:sp>
        <p:sp>
          <p:nvSpPr>
            <p:cNvPr id="21" name="Rectangle 20">
              <a:extLst>
                <a:ext uri="{FF2B5EF4-FFF2-40B4-BE49-F238E27FC236}">
                  <a16:creationId xmlns:a16="http://schemas.microsoft.com/office/drawing/2014/main" id="{E91CDC41-39F3-FE7B-86E2-AC8BB6002BE5}"/>
                </a:ext>
              </a:extLst>
            </p:cNvPr>
            <p:cNvSpPr/>
            <p:nvPr>
              <p:custDataLst>
                <p:tags r:id="rId18"/>
              </p:custDataLst>
            </p:nvPr>
          </p:nvSpPr>
          <p:spPr bwMode="auto">
            <a:xfrm>
              <a:off x="446494" y="1268760"/>
              <a:ext cx="968986" cy="804315"/>
            </a:xfrm>
            <a:prstGeom prst="rect">
              <a:avLst/>
            </a:prstGeom>
            <a:solidFill>
              <a:schemeClr val="accent1">
                <a:lumMod val="75000"/>
              </a:schemeClr>
            </a:solidFill>
            <a:ln w="28575">
              <a:noFill/>
              <a:miter lim="800000"/>
              <a:headEnd/>
              <a:tailEnd/>
            </a:ln>
            <a:effectLst/>
          </p:spPr>
          <p:txBody>
            <a:bodyPr lIns="71977" tIns="71977" rIns="71977" bIns="71977" anchor="ctr"/>
            <a:lstStyle/>
            <a:p>
              <a:pPr algn="ctr" defTabSz="914102" eaLnBrk="0" hangingPunct="0">
                <a:buClr>
                  <a:srgbClr val="000000"/>
                </a:buClr>
                <a:defRPr/>
              </a:pPr>
              <a:r>
                <a:rPr lang="en-US" sz="800" dirty="0">
                  <a:solidFill>
                    <a:schemeClr val="bg1"/>
                  </a:solidFill>
                  <a:latin typeface="+mj-lt"/>
                </a:rPr>
                <a:t>ARM®</a:t>
              </a:r>
            </a:p>
            <a:p>
              <a:pPr algn="ctr" defTabSz="914102" eaLnBrk="0" hangingPunct="0">
                <a:buClr>
                  <a:srgbClr val="000000"/>
                </a:buClr>
                <a:defRPr/>
              </a:pPr>
              <a:r>
                <a:rPr lang="en-US" sz="800" dirty="0">
                  <a:solidFill>
                    <a:schemeClr val="bg1"/>
                  </a:solidFill>
                  <a:latin typeface="+mj-lt"/>
                </a:rPr>
                <a:t>Cortex-M33</a:t>
              </a:r>
            </a:p>
            <a:p>
              <a:pPr algn="ctr" defTabSz="914102" eaLnBrk="0" hangingPunct="0">
                <a:buClr>
                  <a:srgbClr val="000000"/>
                </a:buClr>
                <a:defRPr/>
              </a:pPr>
              <a:r>
                <a:rPr lang="en-US" sz="800" dirty="0">
                  <a:solidFill>
                    <a:schemeClr val="bg1"/>
                  </a:solidFill>
                  <a:latin typeface="+mj-lt"/>
                </a:rPr>
                <a:t>DSP/FPU</a:t>
              </a:r>
            </a:p>
            <a:p>
              <a:pPr algn="ctr" defTabSz="914102" eaLnBrk="0" hangingPunct="0">
                <a:buClr>
                  <a:srgbClr val="000000"/>
                </a:buClr>
                <a:defRPr/>
              </a:pPr>
              <a:r>
                <a:rPr lang="en-US" sz="800" dirty="0" err="1">
                  <a:solidFill>
                    <a:schemeClr val="bg1"/>
                  </a:solidFill>
                  <a:latin typeface="+mj-lt"/>
                </a:rPr>
                <a:t>TrustZone</a:t>
              </a:r>
              <a:endParaRPr lang="en-US" sz="800" dirty="0">
                <a:solidFill>
                  <a:schemeClr val="bg1"/>
                </a:solidFill>
                <a:latin typeface="+mj-lt"/>
              </a:endParaRPr>
            </a:p>
            <a:p>
              <a:pPr algn="ctr" defTabSz="914102" eaLnBrk="0" hangingPunct="0">
                <a:buClr>
                  <a:srgbClr val="000000"/>
                </a:buClr>
                <a:defRPr/>
              </a:pPr>
              <a:r>
                <a:rPr lang="en-US" sz="800" dirty="0">
                  <a:solidFill>
                    <a:schemeClr val="bg1"/>
                  </a:solidFill>
                  <a:latin typeface="+mj-lt"/>
                </a:rPr>
                <a:t>180MHz</a:t>
              </a:r>
            </a:p>
          </p:txBody>
        </p:sp>
        <p:sp>
          <p:nvSpPr>
            <p:cNvPr id="25" name="Rectangle 24">
              <a:extLst>
                <a:ext uri="{FF2B5EF4-FFF2-40B4-BE49-F238E27FC236}">
                  <a16:creationId xmlns:a16="http://schemas.microsoft.com/office/drawing/2014/main" id="{ABDDA5CF-045B-A434-45AD-63BA54A869F6}"/>
                </a:ext>
              </a:extLst>
            </p:cNvPr>
            <p:cNvSpPr/>
            <p:nvPr>
              <p:custDataLst>
                <p:tags r:id="rId19"/>
              </p:custDataLst>
            </p:nvPr>
          </p:nvSpPr>
          <p:spPr bwMode="auto">
            <a:xfrm>
              <a:off x="4904917" y="2173611"/>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PLL/FLL</a:t>
              </a:r>
            </a:p>
          </p:txBody>
        </p:sp>
        <p:sp>
          <p:nvSpPr>
            <p:cNvPr id="26" name="Rectangle 25">
              <a:extLst>
                <a:ext uri="{FF2B5EF4-FFF2-40B4-BE49-F238E27FC236}">
                  <a16:creationId xmlns:a16="http://schemas.microsoft.com/office/drawing/2014/main" id="{52BCB595-B5FF-2682-2706-12B91BC666DD}"/>
                </a:ext>
              </a:extLst>
            </p:cNvPr>
            <p:cNvSpPr/>
            <p:nvPr>
              <p:custDataLst>
                <p:tags r:id="rId20"/>
              </p:custDataLst>
            </p:nvPr>
          </p:nvSpPr>
          <p:spPr bwMode="auto">
            <a:xfrm>
              <a:off x="3781429" y="2173610"/>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2 independent WDT</a:t>
              </a:r>
            </a:p>
          </p:txBody>
        </p:sp>
        <p:sp>
          <p:nvSpPr>
            <p:cNvPr id="28" name="Rectangle 27">
              <a:extLst>
                <a:ext uri="{FF2B5EF4-FFF2-40B4-BE49-F238E27FC236}">
                  <a16:creationId xmlns:a16="http://schemas.microsoft.com/office/drawing/2014/main" id="{1D2AACB0-A359-D8C9-1E3B-25A5E8D9BB9F}"/>
                </a:ext>
              </a:extLst>
            </p:cNvPr>
            <p:cNvSpPr/>
            <p:nvPr>
              <p:custDataLst>
                <p:tags r:id="rId21"/>
              </p:custDataLst>
            </p:nvPr>
          </p:nvSpPr>
          <p:spPr bwMode="auto">
            <a:xfrm>
              <a:off x="1572979" y="2168126"/>
              <a:ext cx="975059" cy="365647"/>
            </a:xfrm>
            <a:prstGeom prst="rect">
              <a:avLst/>
            </a:prstGeom>
            <a:solidFill>
              <a:schemeClr val="bg1">
                <a:lumMod val="85000"/>
              </a:schemeClr>
            </a:solidFill>
            <a:ln w="9525">
              <a:noFill/>
              <a:miter lim="800000"/>
              <a:headEnd/>
              <a:tailEnd/>
            </a:ln>
            <a:effectLst/>
          </p:spPr>
          <p:txBody>
            <a:bodyPr lIns="0" tIns="0" rIns="0" bIns="0" anchor="ctr"/>
            <a:lstStyle/>
            <a:p>
              <a:pPr algn="ctr" defTabSz="914102" eaLnBrk="0" hangingPunct="0">
                <a:buClr>
                  <a:srgbClr val="000000"/>
                </a:buClr>
                <a:defRPr/>
              </a:pPr>
              <a:r>
                <a:rPr lang="en-US" sz="800" dirty="0">
                  <a:latin typeface="+mj-lt"/>
                </a:rPr>
                <a:t>128-256KB </a:t>
              </a:r>
            </a:p>
            <a:p>
              <a:pPr algn="ctr" defTabSz="914102" eaLnBrk="0" hangingPunct="0">
                <a:buClr>
                  <a:srgbClr val="000000"/>
                </a:buClr>
                <a:defRPr/>
              </a:pPr>
              <a:r>
                <a:rPr lang="en-US" sz="800" dirty="0">
                  <a:latin typeface="+mj-lt"/>
                </a:rPr>
                <a:t>RWW flash</a:t>
              </a:r>
            </a:p>
            <a:p>
              <a:pPr algn="ctr" defTabSz="914102" eaLnBrk="0" hangingPunct="0">
                <a:buClr>
                  <a:srgbClr val="000000"/>
                </a:buClr>
                <a:defRPr/>
              </a:pPr>
              <a:r>
                <a:rPr lang="en-US" sz="800" dirty="0">
                  <a:latin typeface="+mj-lt"/>
                </a:rPr>
                <a:t>ECC</a:t>
              </a:r>
            </a:p>
          </p:txBody>
        </p:sp>
        <p:sp>
          <p:nvSpPr>
            <p:cNvPr id="29" name="Rectangle 28">
              <a:extLst>
                <a:ext uri="{FF2B5EF4-FFF2-40B4-BE49-F238E27FC236}">
                  <a16:creationId xmlns:a16="http://schemas.microsoft.com/office/drawing/2014/main" id="{BB093924-7CC6-3F15-6CE5-4AFFF4612ABF}"/>
                </a:ext>
              </a:extLst>
            </p:cNvPr>
            <p:cNvSpPr/>
            <p:nvPr>
              <p:custDataLst>
                <p:tags r:id="rId22"/>
              </p:custDataLst>
            </p:nvPr>
          </p:nvSpPr>
          <p:spPr bwMode="auto">
            <a:xfrm>
              <a:off x="439787" y="3019671"/>
              <a:ext cx="975059" cy="443386"/>
            </a:xfrm>
            <a:prstGeom prst="rect">
              <a:avLst/>
            </a:prstGeom>
            <a:solidFill>
              <a:schemeClr val="bg1">
                <a:lumMod val="85000"/>
              </a:schemeClr>
            </a:solidFill>
            <a:ln w="28575">
              <a:noFill/>
              <a:miter lim="800000"/>
              <a:headEnd/>
              <a:tailEnd/>
            </a:ln>
            <a:effectLst/>
          </p:spPr>
          <p:txBody>
            <a:bodyPr lIns="71977" tIns="71977" rIns="71977" bIns="71977" anchor="ctr" anchorCtr="0"/>
            <a:lstStyle/>
            <a:p>
              <a:pPr algn="ctr" defTabSz="914102" eaLnBrk="0" hangingPunct="0">
                <a:buClr>
                  <a:srgbClr val="000000"/>
                </a:buClr>
              </a:pPr>
              <a:r>
                <a:rPr lang="en-US" sz="800" dirty="0">
                  <a:latin typeface="+mj-lt"/>
                </a:rPr>
                <a:t>12-bit 12-Msps SAR ADC</a:t>
              </a:r>
            </a:p>
            <a:p>
              <a:pPr algn="ctr" defTabSz="914102" eaLnBrk="0" hangingPunct="0">
                <a:buClr>
                  <a:srgbClr val="000000"/>
                </a:buClr>
              </a:pPr>
              <a:r>
                <a:rPr lang="en-US" sz="800" dirty="0">
                  <a:latin typeface="+mj-lt"/>
                </a:rPr>
                <a:t>Up to 18-ch</a:t>
              </a:r>
            </a:p>
          </p:txBody>
        </p:sp>
        <p:sp>
          <p:nvSpPr>
            <p:cNvPr id="30" name="Rectangle 29">
              <a:extLst>
                <a:ext uri="{FF2B5EF4-FFF2-40B4-BE49-F238E27FC236}">
                  <a16:creationId xmlns:a16="http://schemas.microsoft.com/office/drawing/2014/main" id="{C5830F61-65D6-48DD-5074-136BC1C3FC91}"/>
                </a:ext>
              </a:extLst>
            </p:cNvPr>
            <p:cNvSpPr/>
            <p:nvPr>
              <p:custDataLst>
                <p:tags r:id="rId23"/>
              </p:custDataLst>
            </p:nvPr>
          </p:nvSpPr>
          <p:spPr bwMode="auto">
            <a:xfrm>
              <a:off x="4943873" y="4231681"/>
              <a:ext cx="975059" cy="365648"/>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800" dirty="0">
                  <a:latin typeface="+mj-lt"/>
                </a:rPr>
                <a:t>Up to 55 GPIO, 28 analog</a:t>
              </a:r>
            </a:p>
          </p:txBody>
        </p:sp>
        <p:sp>
          <p:nvSpPr>
            <p:cNvPr id="31" name="Rectangle 30">
              <a:extLst>
                <a:ext uri="{FF2B5EF4-FFF2-40B4-BE49-F238E27FC236}">
                  <a16:creationId xmlns:a16="http://schemas.microsoft.com/office/drawing/2014/main" id="{043D4F7B-B794-8BB2-0820-69D4A60874AB}"/>
                </a:ext>
              </a:extLst>
            </p:cNvPr>
            <p:cNvSpPr/>
            <p:nvPr>
              <p:custDataLst>
                <p:tags r:id="rId24"/>
              </p:custDataLst>
            </p:nvPr>
          </p:nvSpPr>
          <p:spPr bwMode="auto">
            <a:xfrm>
              <a:off x="447072" y="3538040"/>
              <a:ext cx="3056640" cy="381905"/>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err="1">
                  <a:latin typeface="+mj-lt"/>
                </a:rPr>
                <a:t>TriggerMux</a:t>
              </a:r>
              <a:endParaRPr lang="en-US" sz="800" dirty="0">
                <a:latin typeface="+mj-lt"/>
              </a:endParaRPr>
            </a:p>
          </p:txBody>
        </p:sp>
        <p:sp>
          <p:nvSpPr>
            <p:cNvPr id="32" name="Rectangle 31">
              <a:extLst>
                <a:ext uri="{FF2B5EF4-FFF2-40B4-BE49-F238E27FC236}">
                  <a16:creationId xmlns:a16="http://schemas.microsoft.com/office/drawing/2014/main" id="{50E8D904-C319-BB51-2577-C67DF84E6399}"/>
                </a:ext>
              </a:extLst>
            </p:cNvPr>
            <p:cNvSpPr/>
            <p:nvPr/>
          </p:nvSpPr>
          <p:spPr bwMode="auto">
            <a:xfrm>
              <a:off x="2639616" y="1272069"/>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64kB</a:t>
              </a:r>
            </a:p>
            <a:p>
              <a:pPr algn="ctr" defTabSz="914102" eaLnBrk="0" hangingPunct="0">
                <a:buClr>
                  <a:srgbClr val="000000"/>
                </a:buClr>
                <a:defRPr/>
              </a:pPr>
              <a:r>
                <a:rPr lang="en-US" sz="800" dirty="0">
                  <a:latin typeface="+mj-lt"/>
                </a:rPr>
                <a:t>Boot ROM</a:t>
              </a:r>
            </a:p>
          </p:txBody>
        </p:sp>
        <p:sp>
          <p:nvSpPr>
            <p:cNvPr id="33" name="Rectangle 32">
              <a:extLst>
                <a:ext uri="{FF2B5EF4-FFF2-40B4-BE49-F238E27FC236}">
                  <a16:creationId xmlns:a16="http://schemas.microsoft.com/office/drawing/2014/main" id="{805F3D96-0682-6DAC-49F7-B84C207FCB10}"/>
                </a:ext>
              </a:extLst>
            </p:cNvPr>
            <p:cNvSpPr/>
            <p:nvPr/>
          </p:nvSpPr>
          <p:spPr bwMode="auto">
            <a:xfrm>
              <a:off x="2653782" y="1713130"/>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2x 16-ch</a:t>
              </a:r>
            </a:p>
            <a:p>
              <a:pPr algn="ctr" defTabSz="914102" eaLnBrk="0" hangingPunct="0">
                <a:buClr>
                  <a:srgbClr val="000000"/>
                </a:buClr>
                <a:defRPr/>
              </a:pPr>
              <a:r>
                <a:rPr lang="en-US" sz="800" dirty="0">
                  <a:latin typeface="+mj-lt"/>
                </a:rPr>
                <a:t>DMA</a:t>
              </a:r>
            </a:p>
          </p:txBody>
        </p:sp>
        <p:sp>
          <p:nvSpPr>
            <p:cNvPr id="35" name="Rectangle 34">
              <a:extLst>
                <a:ext uri="{FF2B5EF4-FFF2-40B4-BE49-F238E27FC236}">
                  <a16:creationId xmlns:a16="http://schemas.microsoft.com/office/drawing/2014/main" id="{D4C01089-2702-6307-E237-7080156EFB82}"/>
                </a:ext>
              </a:extLst>
            </p:cNvPr>
            <p:cNvSpPr/>
            <p:nvPr/>
          </p:nvSpPr>
          <p:spPr bwMode="auto">
            <a:xfrm>
              <a:off x="553283" y="4235653"/>
              <a:ext cx="1360340" cy="496621"/>
            </a:xfrm>
            <a:prstGeom prst="rect">
              <a:avLst/>
            </a:prstGeom>
            <a:solidFill>
              <a:schemeClr val="bg1">
                <a:lumMod val="85000"/>
              </a:schemeClr>
            </a:solidFill>
            <a:ln w="12700">
              <a:solidFill>
                <a:schemeClr val="tx1">
                  <a:lumMod val="50000"/>
                  <a:lumOff val="50000"/>
                </a:schemeClr>
              </a:solidFill>
              <a:miter lim="800000"/>
              <a:headEnd/>
              <a:tailEnd/>
            </a:ln>
            <a:effectLst/>
          </p:spPr>
          <p:txBody>
            <a:bodyPr lIns="71977" tIns="71977" rIns="71977" bIns="71977" anchor="ctr"/>
            <a:lstStyle/>
            <a:p>
              <a:pPr algn="ctr" defTabSz="914102" eaLnBrk="0" hangingPunct="0">
                <a:buClr>
                  <a:srgbClr val="000000"/>
                </a:buClr>
              </a:pPr>
              <a:r>
                <a:rPr lang="en-US" sz="800" dirty="0">
                  <a:solidFill>
                    <a:srgbClr val="000000"/>
                  </a:solidFill>
                  <a:latin typeface="+mj-lt"/>
                </a:rPr>
                <a:t>4-ch 32-bit HRPWM</a:t>
              </a:r>
            </a:p>
          </p:txBody>
        </p:sp>
        <p:sp>
          <p:nvSpPr>
            <p:cNvPr id="36" name="Rectangle 35">
              <a:extLst>
                <a:ext uri="{FF2B5EF4-FFF2-40B4-BE49-F238E27FC236}">
                  <a16:creationId xmlns:a16="http://schemas.microsoft.com/office/drawing/2014/main" id="{8C43523B-347C-9BF9-47BF-406F5756DE57}"/>
                </a:ext>
              </a:extLst>
            </p:cNvPr>
            <p:cNvSpPr/>
            <p:nvPr/>
          </p:nvSpPr>
          <p:spPr bwMode="auto">
            <a:xfrm>
              <a:off x="3800450" y="4231682"/>
              <a:ext cx="967731" cy="365646"/>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Crypto accelerator</a:t>
              </a:r>
            </a:p>
          </p:txBody>
        </p:sp>
        <p:sp>
          <p:nvSpPr>
            <p:cNvPr id="37" name="Rectangle 36">
              <a:extLst>
                <a:ext uri="{FF2B5EF4-FFF2-40B4-BE49-F238E27FC236}">
                  <a16:creationId xmlns:a16="http://schemas.microsoft.com/office/drawing/2014/main" id="{79106E36-255C-DD86-B4A3-204713AFE458}"/>
                </a:ext>
              </a:extLst>
            </p:cNvPr>
            <p:cNvSpPr/>
            <p:nvPr/>
          </p:nvSpPr>
          <p:spPr bwMode="auto">
            <a:xfrm>
              <a:off x="1566703" y="1719330"/>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64kB SRAM ECC</a:t>
              </a:r>
            </a:p>
            <a:p>
              <a:pPr algn="ctr" defTabSz="914102" eaLnBrk="0" hangingPunct="0">
                <a:buClr>
                  <a:srgbClr val="000000"/>
                </a:buClr>
                <a:defRPr/>
              </a:pPr>
              <a:r>
                <a:rPr lang="en-US" sz="800" dirty="0">
                  <a:latin typeface="+mj-lt"/>
                </a:rPr>
                <a:t>deep sleep retention</a:t>
              </a:r>
            </a:p>
          </p:txBody>
        </p:sp>
        <p:sp>
          <p:nvSpPr>
            <p:cNvPr id="38" name="Rectangle 37">
              <a:extLst>
                <a:ext uri="{FF2B5EF4-FFF2-40B4-BE49-F238E27FC236}">
                  <a16:creationId xmlns:a16="http://schemas.microsoft.com/office/drawing/2014/main" id="{39E93B8F-2AD0-4874-0D5C-8688C50B6FDF}"/>
                </a:ext>
              </a:extLst>
            </p:cNvPr>
            <p:cNvSpPr/>
            <p:nvPr/>
          </p:nvSpPr>
          <p:spPr bwMode="auto">
            <a:xfrm>
              <a:off x="1559496" y="1272069"/>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16 kB</a:t>
              </a:r>
            </a:p>
            <a:p>
              <a:pPr algn="ctr" defTabSz="914102" eaLnBrk="0" hangingPunct="0">
                <a:buClr>
                  <a:srgbClr val="000000"/>
                </a:buClr>
                <a:defRPr/>
              </a:pPr>
              <a:r>
                <a:rPr lang="en-US" sz="800" dirty="0">
                  <a:latin typeface="+mj-lt"/>
                </a:rPr>
                <a:t>I-Cache</a:t>
              </a:r>
            </a:p>
          </p:txBody>
        </p:sp>
        <p:sp>
          <p:nvSpPr>
            <p:cNvPr id="39" name="Rectangle 38">
              <a:extLst>
                <a:ext uri="{FF2B5EF4-FFF2-40B4-BE49-F238E27FC236}">
                  <a16:creationId xmlns:a16="http://schemas.microsoft.com/office/drawing/2014/main" id="{3FE0D7D6-5DE8-ADAB-6BD3-97B2C0F12B70}"/>
                </a:ext>
              </a:extLst>
            </p:cNvPr>
            <p:cNvSpPr/>
            <p:nvPr/>
          </p:nvSpPr>
          <p:spPr bwMode="auto">
            <a:xfrm>
              <a:off x="4904917" y="2637320"/>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SWD/JTAG/ Trace/Boundary scan</a:t>
              </a:r>
            </a:p>
          </p:txBody>
        </p:sp>
        <p:sp>
          <p:nvSpPr>
            <p:cNvPr id="41" name="Rectangle 40">
              <a:extLst>
                <a:ext uri="{FF2B5EF4-FFF2-40B4-BE49-F238E27FC236}">
                  <a16:creationId xmlns:a16="http://schemas.microsoft.com/office/drawing/2014/main" id="{8EBB2B62-8015-35D2-58EA-A13D36F3DED5}"/>
                </a:ext>
              </a:extLst>
            </p:cNvPr>
            <p:cNvSpPr/>
            <p:nvPr>
              <p:custDataLst>
                <p:tags r:id="rId25"/>
              </p:custDataLst>
            </p:nvPr>
          </p:nvSpPr>
          <p:spPr bwMode="auto">
            <a:xfrm>
              <a:off x="4904917" y="3414087"/>
              <a:ext cx="975059" cy="399379"/>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6x SCB (UART, SPI, I2C), 1x deep sleep, </a:t>
              </a:r>
              <a:r>
                <a:rPr lang="en-US" sz="800" dirty="0" err="1">
                  <a:latin typeface="+mj-lt"/>
                </a:rPr>
                <a:t>PMBus</a:t>
              </a:r>
              <a:endParaRPr lang="en-US" sz="800" dirty="0">
                <a:latin typeface="+mj-lt"/>
              </a:endParaRPr>
            </a:p>
          </p:txBody>
        </p:sp>
        <p:sp>
          <p:nvSpPr>
            <p:cNvPr id="42" name="Rectangle 41">
              <a:extLst>
                <a:ext uri="{FF2B5EF4-FFF2-40B4-BE49-F238E27FC236}">
                  <a16:creationId xmlns:a16="http://schemas.microsoft.com/office/drawing/2014/main" id="{4BC7DCDA-CF26-E4B6-5BD5-6E029B345312}"/>
                </a:ext>
              </a:extLst>
            </p:cNvPr>
            <p:cNvSpPr/>
            <p:nvPr/>
          </p:nvSpPr>
          <p:spPr bwMode="auto">
            <a:xfrm>
              <a:off x="4950925" y="4658101"/>
              <a:ext cx="975059" cy="365647"/>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800" dirty="0">
                  <a:latin typeface="+mj-lt"/>
                </a:rPr>
                <a:t>28x Smart I/</a:t>
              </a:r>
              <a:r>
                <a:rPr lang="en-US" sz="800" dirty="0" err="1">
                  <a:latin typeface="+mj-lt"/>
                </a:rPr>
                <a:t>Os</a:t>
              </a:r>
              <a:endParaRPr lang="en-US" sz="800" dirty="0">
                <a:latin typeface="+mj-lt"/>
              </a:endParaRPr>
            </a:p>
          </p:txBody>
        </p:sp>
        <p:sp>
          <p:nvSpPr>
            <p:cNvPr id="44" name="Rectangle 43">
              <a:extLst>
                <a:ext uri="{FF2B5EF4-FFF2-40B4-BE49-F238E27FC236}">
                  <a16:creationId xmlns:a16="http://schemas.microsoft.com/office/drawing/2014/main" id="{53D374B6-19D6-1372-CEBE-3A718902D1A8}"/>
                </a:ext>
              </a:extLst>
            </p:cNvPr>
            <p:cNvSpPr/>
            <p:nvPr/>
          </p:nvSpPr>
          <p:spPr bwMode="auto">
            <a:xfrm>
              <a:off x="2005923" y="4522544"/>
              <a:ext cx="1360340" cy="209731"/>
            </a:xfrm>
            <a:prstGeom prst="rect">
              <a:avLst/>
            </a:prstGeom>
            <a:solidFill>
              <a:schemeClr val="bg1">
                <a:lumMod val="85000"/>
              </a:schemeClr>
            </a:solidFill>
            <a:ln w="12700">
              <a:solidFill>
                <a:schemeClr val="tx1">
                  <a:lumMod val="50000"/>
                  <a:lumOff val="50000"/>
                </a:schemeClr>
              </a:solidFill>
              <a:miter lim="800000"/>
              <a:headEnd/>
              <a:tailEnd/>
            </a:ln>
            <a:effectLst/>
          </p:spPr>
          <p:txBody>
            <a:bodyPr lIns="71977" tIns="71977" rIns="71977" bIns="71977" anchor="ctr"/>
            <a:lstStyle/>
            <a:p>
              <a:pPr algn="ctr" defTabSz="914102" eaLnBrk="0" hangingPunct="0">
                <a:buClr>
                  <a:srgbClr val="000000"/>
                </a:buClr>
              </a:pPr>
              <a:r>
                <a:rPr lang="en-US" sz="800" dirty="0">
                  <a:solidFill>
                    <a:srgbClr val="000000"/>
                  </a:solidFill>
                  <a:latin typeface="+mj-lt"/>
                </a:rPr>
                <a:t>Encoder/Hall I/F*</a:t>
              </a:r>
            </a:p>
          </p:txBody>
        </p:sp>
        <p:sp>
          <p:nvSpPr>
            <p:cNvPr id="46" name="Rectangle 45">
              <a:extLst>
                <a:ext uri="{FF2B5EF4-FFF2-40B4-BE49-F238E27FC236}">
                  <a16:creationId xmlns:a16="http://schemas.microsoft.com/office/drawing/2014/main" id="{0DC576CE-8B90-2534-4FDD-BD43DC34A663}"/>
                </a:ext>
              </a:extLst>
            </p:cNvPr>
            <p:cNvSpPr/>
            <p:nvPr>
              <p:custDataLst>
                <p:tags r:id="rId26"/>
              </p:custDataLst>
            </p:nvPr>
          </p:nvSpPr>
          <p:spPr bwMode="auto">
            <a:xfrm>
              <a:off x="1481586" y="3005785"/>
              <a:ext cx="975059" cy="443386"/>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5x Comparator w/ 10-bit DAC</a:t>
              </a:r>
            </a:p>
            <a:p>
              <a:pPr algn="ctr" defTabSz="914102" eaLnBrk="0" hangingPunct="0">
                <a:buClr>
                  <a:srgbClr val="000000"/>
                </a:buClr>
                <a:defRPr/>
              </a:pPr>
              <a:r>
                <a:rPr lang="en-US" sz="800" dirty="0">
                  <a:latin typeface="+mj-lt"/>
                </a:rPr>
                <a:t>(2x deep sleep)</a:t>
              </a:r>
            </a:p>
          </p:txBody>
        </p:sp>
        <p:sp>
          <p:nvSpPr>
            <p:cNvPr id="50" name="Rectangle 49">
              <a:extLst>
                <a:ext uri="{FF2B5EF4-FFF2-40B4-BE49-F238E27FC236}">
                  <a16:creationId xmlns:a16="http://schemas.microsoft.com/office/drawing/2014/main" id="{683CD3EE-443A-4EE2-BBBC-CDFD83CBB61B}"/>
                </a:ext>
              </a:extLst>
            </p:cNvPr>
            <p:cNvSpPr/>
            <p:nvPr>
              <p:custDataLst>
                <p:tags r:id="rId27"/>
              </p:custDataLst>
            </p:nvPr>
          </p:nvSpPr>
          <p:spPr bwMode="auto">
            <a:xfrm>
              <a:off x="2528653" y="3013493"/>
              <a:ext cx="975059" cy="443386"/>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CORDIC accelerator (optional)</a:t>
              </a:r>
            </a:p>
          </p:txBody>
        </p:sp>
        <p:sp>
          <p:nvSpPr>
            <p:cNvPr id="52" name="Rectangle 51">
              <a:extLst>
                <a:ext uri="{FF2B5EF4-FFF2-40B4-BE49-F238E27FC236}">
                  <a16:creationId xmlns:a16="http://schemas.microsoft.com/office/drawing/2014/main" id="{D58B2634-47F5-E275-ABB6-CBAAC8DDA3B5}"/>
                </a:ext>
              </a:extLst>
            </p:cNvPr>
            <p:cNvSpPr/>
            <p:nvPr/>
          </p:nvSpPr>
          <p:spPr bwMode="auto">
            <a:xfrm>
              <a:off x="1999356" y="4235652"/>
              <a:ext cx="1360340" cy="209731"/>
            </a:xfrm>
            <a:prstGeom prst="rect">
              <a:avLst/>
            </a:prstGeom>
            <a:solidFill>
              <a:schemeClr val="bg1">
                <a:lumMod val="85000"/>
              </a:schemeClr>
            </a:solidFill>
            <a:ln w="12700">
              <a:solidFill>
                <a:schemeClr val="tx1">
                  <a:lumMod val="50000"/>
                  <a:lumOff val="50000"/>
                </a:schemeClr>
              </a:solidFill>
              <a:miter lim="800000"/>
              <a:headEnd/>
              <a:tailEnd/>
            </a:ln>
            <a:effectLst/>
          </p:spPr>
          <p:txBody>
            <a:bodyPr lIns="71977" tIns="71977" rIns="71977" bIns="71977" anchor="ctr"/>
            <a:lstStyle/>
            <a:p>
              <a:pPr algn="ctr" defTabSz="914102" eaLnBrk="0" hangingPunct="0">
                <a:buClr>
                  <a:srgbClr val="000000"/>
                </a:buClr>
              </a:pPr>
              <a:r>
                <a:rPr lang="en-US" sz="800" dirty="0">
                  <a:solidFill>
                    <a:srgbClr val="000000"/>
                  </a:solidFill>
                  <a:latin typeface="+mj-lt"/>
                </a:rPr>
                <a:t>16-ch 16-bit</a:t>
              </a:r>
            </a:p>
          </p:txBody>
        </p:sp>
        <p:sp>
          <p:nvSpPr>
            <p:cNvPr id="56" name="Rectangle 55">
              <a:extLst>
                <a:ext uri="{FF2B5EF4-FFF2-40B4-BE49-F238E27FC236}">
                  <a16:creationId xmlns:a16="http://schemas.microsoft.com/office/drawing/2014/main" id="{EA37DAD0-09C3-6E6F-5C6A-FF4DA3FEF9E5}"/>
                </a:ext>
              </a:extLst>
            </p:cNvPr>
            <p:cNvSpPr/>
            <p:nvPr/>
          </p:nvSpPr>
          <p:spPr bwMode="auto">
            <a:xfrm>
              <a:off x="3791744" y="4658101"/>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TRNG</a:t>
              </a:r>
            </a:p>
          </p:txBody>
        </p:sp>
        <p:sp>
          <p:nvSpPr>
            <p:cNvPr id="57" name="Rectangle 56">
              <a:extLst>
                <a:ext uri="{FF2B5EF4-FFF2-40B4-BE49-F238E27FC236}">
                  <a16:creationId xmlns:a16="http://schemas.microsoft.com/office/drawing/2014/main" id="{6D2E3280-0D30-CBAF-0245-BDDDF5CE5F40}"/>
                </a:ext>
              </a:extLst>
            </p:cNvPr>
            <p:cNvSpPr/>
            <p:nvPr/>
          </p:nvSpPr>
          <p:spPr bwMode="auto">
            <a:xfrm>
              <a:off x="3781429" y="1272069"/>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MPU</a:t>
              </a:r>
            </a:p>
            <a:p>
              <a:pPr algn="ctr" defTabSz="914102" eaLnBrk="0" hangingPunct="0">
                <a:buClr>
                  <a:srgbClr val="000000"/>
                </a:buClr>
                <a:defRPr/>
              </a:pPr>
              <a:r>
                <a:rPr lang="en-US" sz="800" dirty="0">
                  <a:latin typeface="+mj-lt"/>
                </a:rPr>
                <a:t>Secure/non secure</a:t>
              </a:r>
            </a:p>
          </p:txBody>
        </p:sp>
        <p:sp>
          <p:nvSpPr>
            <p:cNvPr id="60" name="Rectangle 59">
              <a:extLst>
                <a:ext uri="{FF2B5EF4-FFF2-40B4-BE49-F238E27FC236}">
                  <a16:creationId xmlns:a16="http://schemas.microsoft.com/office/drawing/2014/main" id="{EBB7D230-A2B3-29C1-BF5D-D2E1CD07C969}"/>
                </a:ext>
              </a:extLst>
            </p:cNvPr>
            <p:cNvSpPr/>
            <p:nvPr/>
          </p:nvSpPr>
          <p:spPr bwMode="auto">
            <a:xfrm>
              <a:off x="3781429" y="1717897"/>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4-ch</a:t>
              </a:r>
            </a:p>
            <a:p>
              <a:pPr algn="ctr" defTabSz="914102" eaLnBrk="0" hangingPunct="0">
                <a:buClr>
                  <a:srgbClr val="000000"/>
                </a:buClr>
                <a:defRPr/>
              </a:pPr>
              <a:r>
                <a:rPr lang="en-US" sz="800" dirty="0">
                  <a:latin typeface="+mj-lt"/>
                </a:rPr>
                <a:t>IPC</a:t>
              </a:r>
            </a:p>
          </p:txBody>
        </p:sp>
        <p:sp>
          <p:nvSpPr>
            <p:cNvPr id="89" name="Rectangle 88">
              <a:extLst>
                <a:ext uri="{FF2B5EF4-FFF2-40B4-BE49-F238E27FC236}">
                  <a16:creationId xmlns:a16="http://schemas.microsoft.com/office/drawing/2014/main" id="{65B88203-73FE-C480-F279-BEFEB0F41989}"/>
                </a:ext>
              </a:extLst>
            </p:cNvPr>
            <p:cNvSpPr/>
            <p:nvPr/>
          </p:nvSpPr>
          <p:spPr bwMode="auto">
            <a:xfrm>
              <a:off x="4894114" y="1272608"/>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48 MHz</a:t>
              </a:r>
            </a:p>
            <a:p>
              <a:pPr algn="ctr" defTabSz="914102" eaLnBrk="0" hangingPunct="0">
                <a:buClr>
                  <a:srgbClr val="000000"/>
                </a:buClr>
                <a:defRPr/>
              </a:pPr>
              <a:r>
                <a:rPr lang="en-US" sz="800" dirty="0">
                  <a:latin typeface="+mj-lt"/>
                </a:rPr>
                <a:t>8 MHz</a:t>
              </a:r>
            </a:p>
            <a:p>
              <a:pPr algn="ctr" defTabSz="914102" eaLnBrk="0" hangingPunct="0">
                <a:buClr>
                  <a:srgbClr val="000000"/>
                </a:buClr>
                <a:defRPr/>
              </a:pPr>
              <a:r>
                <a:rPr lang="en-US" sz="800" dirty="0">
                  <a:latin typeface="+mj-lt"/>
                </a:rPr>
                <a:t>32.768 kHz</a:t>
              </a:r>
            </a:p>
          </p:txBody>
        </p:sp>
        <p:sp>
          <p:nvSpPr>
            <p:cNvPr id="91" name="Rectangle 90">
              <a:extLst>
                <a:ext uri="{FF2B5EF4-FFF2-40B4-BE49-F238E27FC236}">
                  <a16:creationId xmlns:a16="http://schemas.microsoft.com/office/drawing/2014/main" id="{8D08521D-4E6E-45FF-BF67-7647B1CC9FE8}"/>
                </a:ext>
              </a:extLst>
            </p:cNvPr>
            <p:cNvSpPr/>
            <p:nvPr/>
          </p:nvSpPr>
          <p:spPr bwMode="auto">
            <a:xfrm>
              <a:off x="4896937" y="1713130"/>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External crystal oscillator I/F</a:t>
              </a:r>
            </a:p>
          </p:txBody>
        </p:sp>
        <p:sp>
          <p:nvSpPr>
            <p:cNvPr id="92" name="Rectangle 91">
              <a:extLst>
                <a:ext uri="{FF2B5EF4-FFF2-40B4-BE49-F238E27FC236}">
                  <a16:creationId xmlns:a16="http://schemas.microsoft.com/office/drawing/2014/main" id="{903F3378-5DBB-EFC3-71B6-85E3CDE4030D}"/>
                </a:ext>
              </a:extLst>
            </p:cNvPr>
            <p:cNvSpPr/>
            <p:nvPr/>
          </p:nvSpPr>
          <p:spPr bwMode="auto">
            <a:xfrm>
              <a:off x="3781429" y="2626472"/>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Temp. sensor</a:t>
              </a:r>
            </a:p>
          </p:txBody>
        </p:sp>
        <p:sp>
          <p:nvSpPr>
            <p:cNvPr id="93" name="Rectangle 92">
              <a:extLst>
                <a:ext uri="{FF2B5EF4-FFF2-40B4-BE49-F238E27FC236}">
                  <a16:creationId xmlns:a16="http://schemas.microsoft.com/office/drawing/2014/main" id="{148722D3-61D0-0B0D-43A9-4B61449797D6}"/>
                </a:ext>
              </a:extLst>
            </p:cNvPr>
            <p:cNvSpPr/>
            <p:nvPr>
              <p:custDataLst>
                <p:tags r:id="rId28"/>
              </p:custDataLst>
            </p:nvPr>
          </p:nvSpPr>
          <p:spPr bwMode="auto">
            <a:xfrm>
              <a:off x="3791744" y="3411384"/>
              <a:ext cx="975059" cy="402211"/>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800" dirty="0">
                  <a:latin typeface="+mj-lt"/>
                </a:rPr>
                <a:t>2-ch; CAN-FD up to 8 Mbps</a:t>
              </a:r>
            </a:p>
          </p:txBody>
        </p:sp>
        <p:sp>
          <p:nvSpPr>
            <p:cNvPr id="94" name="Rectangle 93">
              <a:extLst>
                <a:ext uri="{FF2B5EF4-FFF2-40B4-BE49-F238E27FC236}">
                  <a16:creationId xmlns:a16="http://schemas.microsoft.com/office/drawing/2014/main" id="{C66C7BA4-81DB-E480-3ED5-30352DC0724B}"/>
                </a:ext>
              </a:extLst>
            </p:cNvPr>
            <p:cNvSpPr/>
            <p:nvPr/>
          </p:nvSpPr>
          <p:spPr bwMode="auto">
            <a:xfrm>
              <a:off x="446494" y="2161944"/>
              <a:ext cx="967731" cy="365646"/>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SAU</a:t>
              </a:r>
            </a:p>
          </p:txBody>
        </p:sp>
        <p:cxnSp>
          <p:nvCxnSpPr>
            <p:cNvPr id="95" name="Straight Connector 94">
              <a:extLst>
                <a:ext uri="{FF2B5EF4-FFF2-40B4-BE49-F238E27FC236}">
                  <a16:creationId xmlns:a16="http://schemas.microsoft.com/office/drawing/2014/main" id="{A668771C-5781-BDAE-64C9-3E2110379603}"/>
                </a:ext>
              </a:extLst>
            </p:cNvPr>
            <p:cNvCxnSpPr>
              <a:cxnSpLocks/>
              <a:stCxn id="18" idx="0"/>
              <a:endCxn id="31" idx="2"/>
            </p:cNvCxnSpPr>
            <p:nvPr/>
          </p:nvCxnSpPr>
          <p:spPr>
            <a:xfrm flipH="1" flipV="1">
              <a:off x="1975392" y="3919945"/>
              <a:ext cx="499" cy="89682"/>
            </a:xfrm>
            <a:prstGeom prst="line">
              <a:avLst/>
            </a:prstGeom>
            <a:ln w="1270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7D7DD1D-C854-441A-F2DC-B69A5C403A97}"/>
                </a:ext>
              </a:extLst>
            </p:cNvPr>
            <p:cNvCxnSpPr>
              <a:cxnSpLocks/>
              <a:stCxn id="29" idx="2"/>
            </p:cNvCxnSpPr>
            <p:nvPr/>
          </p:nvCxnSpPr>
          <p:spPr>
            <a:xfrm flipH="1">
              <a:off x="927316" y="3463057"/>
              <a:ext cx="1" cy="81801"/>
            </a:xfrm>
            <a:prstGeom prst="line">
              <a:avLst/>
            </a:prstGeom>
            <a:ln w="1270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A0264A9E-8D44-53E4-E015-1EE9C4058C21}"/>
                </a:ext>
              </a:extLst>
            </p:cNvPr>
            <p:cNvCxnSpPr>
              <a:cxnSpLocks/>
              <a:stCxn id="46" idx="2"/>
            </p:cNvCxnSpPr>
            <p:nvPr/>
          </p:nvCxnSpPr>
          <p:spPr>
            <a:xfrm flipH="1">
              <a:off x="1969115" y="3449171"/>
              <a:ext cx="1" cy="95687"/>
            </a:xfrm>
            <a:prstGeom prst="line">
              <a:avLst/>
            </a:prstGeom>
            <a:ln w="1270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12" name="Rectangle 62">
            <a:extLst>
              <a:ext uri="{FF2B5EF4-FFF2-40B4-BE49-F238E27FC236}">
                <a16:creationId xmlns:a16="http://schemas.microsoft.com/office/drawing/2014/main" id="{DA14A060-BED6-E51A-D4C1-1AC7AC72ECE8}"/>
              </a:ext>
            </a:extLst>
          </p:cNvPr>
          <p:cNvSpPr>
            <a:spLocks noChangeArrowheads="1"/>
          </p:cNvSpPr>
          <p:nvPr>
            <p:custDataLst>
              <p:tags r:id="rId5"/>
            </p:custDataLst>
          </p:nvPr>
        </p:nvSpPr>
        <p:spPr bwMode="auto">
          <a:xfrm>
            <a:off x="5314157" y="5610995"/>
            <a:ext cx="116407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100" dirty="0">
                <a:solidFill>
                  <a:srgbClr val="000000"/>
                </a:solidFill>
                <a:latin typeface="+mj-lt"/>
              </a:rPr>
              <a:t>QFN-48 </a:t>
            </a:r>
            <a:br>
              <a:rPr lang="en-US" altLang="de-DE" sz="1100" dirty="0">
                <a:solidFill>
                  <a:srgbClr val="000000"/>
                </a:solidFill>
                <a:latin typeface="+mj-lt"/>
              </a:rPr>
            </a:br>
            <a:r>
              <a:rPr lang="en-US" altLang="de-DE" sz="700" dirty="0">
                <a:solidFill>
                  <a:srgbClr val="000000"/>
                </a:solidFill>
                <a:latin typeface="+mj-lt"/>
              </a:rPr>
              <a:t>(6x6mm, 0.4mm)</a:t>
            </a:r>
          </a:p>
        </p:txBody>
      </p:sp>
      <p:sp>
        <p:nvSpPr>
          <p:cNvPr id="113" name="Rectangle 62">
            <a:extLst>
              <a:ext uri="{FF2B5EF4-FFF2-40B4-BE49-F238E27FC236}">
                <a16:creationId xmlns:a16="http://schemas.microsoft.com/office/drawing/2014/main" id="{2C79A79A-A14B-3520-FC15-C01E1B251A52}"/>
              </a:ext>
            </a:extLst>
          </p:cNvPr>
          <p:cNvSpPr>
            <a:spLocks noChangeArrowheads="1"/>
          </p:cNvSpPr>
          <p:nvPr>
            <p:custDataLst>
              <p:tags r:id="rId6"/>
            </p:custDataLst>
          </p:nvPr>
        </p:nvSpPr>
        <p:spPr bwMode="auto">
          <a:xfrm>
            <a:off x="5320129" y="5972913"/>
            <a:ext cx="116407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100" dirty="0">
                <a:solidFill>
                  <a:srgbClr val="000000"/>
                </a:solidFill>
                <a:latin typeface="+mj-lt"/>
              </a:rPr>
              <a:t>QFN-64 </a:t>
            </a:r>
            <a:br>
              <a:rPr lang="en-US" altLang="de-DE" sz="1100" dirty="0">
                <a:solidFill>
                  <a:srgbClr val="000000"/>
                </a:solidFill>
                <a:latin typeface="+mj-lt"/>
              </a:rPr>
            </a:br>
            <a:r>
              <a:rPr lang="en-US" altLang="de-DE" sz="700" dirty="0">
                <a:solidFill>
                  <a:srgbClr val="000000"/>
                </a:solidFill>
                <a:latin typeface="+mj-lt"/>
              </a:rPr>
              <a:t>(8x8mm, 0.4mm)</a:t>
            </a:r>
          </a:p>
        </p:txBody>
      </p:sp>
      <p:sp>
        <p:nvSpPr>
          <p:cNvPr id="114" name="Rectangle 62">
            <a:extLst>
              <a:ext uri="{FF2B5EF4-FFF2-40B4-BE49-F238E27FC236}">
                <a16:creationId xmlns:a16="http://schemas.microsoft.com/office/drawing/2014/main" id="{26269184-1DEA-6FD7-2F92-AE39760CE977}"/>
              </a:ext>
            </a:extLst>
          </p:cNvPr>
          <p:cNvSpPr>
            <a:spLocks noChangeArrowheads="1"/>
          </p:cNvSpPr>
          <p:nvPr>
            <p:custDataLst>
              <p:tags r:id="rId7"/>
            </p:custDataLst>
          </p:nvPr>
        </p:nvSpPr>
        <p:spPr bwMode="auto">
          <a:xfrm>
            <a:off x="3434627" y="5610995"/>
            <a:ext cx="116407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100" dirty="0">
                <a:solidFill>
                  <a:srgbClr val="000000"/>
                </a:solidFill>
                <a:latin typeface="+mj-lt"/>
              </a:rPr>
              <a:t>QFP-48 </a:t>
            </a:r>
            <a:br>
              <a:rPr lang="en-US" altLang="de-DE" sz="1100" dirty="0">
                <a:solidFill>
                  <a:srgbClr val="000000"/>
                </a:solidFill>
                <a:latin typeface="+mj-lt"/>
              </a:rPr>
            </a:br>
            <a:r>
              <a:rPr lang="en-US" altLang="de-DE" sz="700" dirty="0">
                <a:solidFill>
                  <a:srgbClr val="000000"/>
                </a:solidFill>
                <a:latin typeface="+mj-lt"/>
              </a:rPr>
              <a:t>(7x7mm, 0.5mm)</a:t>
            </a:r>
          </a:p>
        </p:txBody>
      </p:sp>
      <p:sp>
        <p:nvSpPr>
          <p:cNvPr id="115" name="Rectangle 62">
            <a:extLst>
              <a:ext uri="{FF2B5EF4-FFF2-40B4-BE49-F238E27FC236}">
                <a16:creationId xmlns:a16="http://schemas.microsoft.com/office/drawing/2014/main" id="{40BB5C50-39BD-B839-7A84-8729A50FCC2E}"/>
              </a:ext>
            </a:extLst>
          </p:cNvPr>
          <p:cNvSpPr>
            <a:spLocks noChangeArrowheads="1"/>
          </p:cNvSpPr>
          <p:nvPr>
            <p:custDataLst>
              <p:tags r:id="rId8"/>
            </p:custDataLst>
          </p:nvPr>
        </p:nvSpPr>
        <p:spPr bwMode="auto">
          <a:xfrm>
            <a:off x="3434627" y="6002973"/>
            <a:ext cx="116407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100" dirty="0">
                <a:solidFill>
                  <a:srgbClr val="000000"/>
                </a:solidFill>
                <a:latin typeface="+mj-lt"/>
              </a:rPr>
              <a:t>QFP-64 </a:t>
            </a:r>
            <a:r>
              <a:rPr lang="en-US" altLang="de-DE" sz="700" dirty="0">
                <a:solidFill>
                  <a:srgbClr val="000000"/>
                </a:solidFill>
                <a:latin typeface="+mj-lt"/>
              </a:rPr>
              <a:t>(10x10mm, 0.5mm)</a:t>
            </a:r>
          </a:p>
        </p:txBody>
      </p:sp>
      <p:sp>
        <p:nvSpPr>
          <p:cNvPr id="116" name="Rectangle 115">
            <a:extLst>
              <a:ext uri="{FF2B5EF4-FFF2-40B4-BE49-F238E27FC236}">
                <a16:creationId xmlns:a16="http://schemas.microsoft.com/office/drawing/2014/main" id="{F181FFB1-0D9B-39C5-A3C0-0024D88C6500}"/>
              </a:ext>
            </a:extLst>
          </p:cNvPr>
          <p:cNvSpPr>
            <a:spLocks noChangeArrowheads="1"/>
          </p:cNvSpPr>
          <p:nvPr>
            <p:custDataLst>
              <p:tags r:id="rId9"/>
            </p:custDataLst>
          </p:nvPr>
        </p:nvSpPr>
        <p:spPr bwMode="auto">
          <a:xfrm>
            <a:off x="4412165" y="5761183"/>
            <a:ext cx="962043" cy="369332"/>
          </a:xfrm>
          <a:prstGeom prst="rect">
            <a:avLst/>
          </a:prstGeom>
          <a:noFill/>
          <a:ln w="28575">
            <a:noFill/>
            <a:miter lim="800000"/>
            <a:headEnd/>
            <a:tailEnd/>
          </a:ln>
          <a:effectLst/>
          <a:extLst>
            <a:ext uri="{909E8E84-426E-40DD-AFC4-6F175D3DCCD1}">
              <a14:hiddenFill xmlns:a14="http://schemas.microsoft.com/office/drawing/2010/main">
                <a:solidFill>
                  <a:srgbClr val="FFFFFF"/>
                </a:solidFill>
              </a14:hiddenFill>
            </a:ext>
          </a:extLst>
        </p:spPr>
        <p:txBody>
          <a:bodyPr wrap="square" lIns="0">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100" dirty="0">
                <a:solidFill>
                  <a:srgbClr val="000000"/>
                </a:solidFill>
                <a:latin typeface="+mj-lt"/>
              </a:rPr>
              <a:t>QFP-80 </a:t>
            </a:r>
            <a:r>
              <a:rPr lang="en-US" altLang="de-DE" sz="700" dirty="0">
                <a:solidFill>
                  <a:srgbClr val="000000"/>
                </a:solidFill>
                <a:latin typeface="+mj-lt"/>
              </a:rPr>
              <a:t>(12x12mm, 0.5mm)</a:t>
            </a:r>
          </a:p>
        </p:txBody>
      </p:sp>
      <p:sp>
        <p:nvSpPr>
          <p:cNvPr id="55" name="Rectangle 54">
            <a:extLst>
              <a:ext uri="{FF2B5EF4-FFF2-40B4-BE49-F238E27FC236}">
                <a16:creationId xmlns:a16="http://schemas.microsoft.com/office/drawing/2014/main" id="{30CD8BD6-708D-4595-9CC4-DB38487F8651}"/>
              </a:ext>
            </a:extLst>
          </p:cNvPr>
          <p:cNvSpPr/>
          <p:nvPr>
            <p:custDataLst>
              <p:tags r:id="rId10"/>
            </p:custDataLst>
          </p:nvPr>
        </p:nvSpPr>
        <p:spPr bwMode="auto">
          <a:xfrm>
            <a:off x="337150" y="5373217"/>
            <a:ext cx="2997724" cy="1008533"/>
          </a:xfrm>
          <a:prstGeom prst="rect">
            <a:avLst/>
          </a:prstGeom>
          <a:noFill/>
          <a:ln w="9525">
            <a:solidFill>
              <a:schemeClr val="accent1"/>
            </a:solidFill>
            <a:miter lim="800000"/>
            <a:headEnd/>
            <a:tailEnd/>
          </a:ln>
          <a:effectLst/>
        </p:spPr>
        <p:txBody>
          <a:bodyPr lIns="91440" tIns="71977" rIns="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lnSpc>
                <a:spcPct val="110000"/>
              </a:lnSpc>
              <a:spcAft>
                <a:spcPts val="200"/>
              </a:spcAft>
              <a:buNone/>
            </a:pPr>
            <a:r>
              <a:rPr lang="en-US" sz="1200" b="1" dirty="0">
                <a:solidFill>
                  <a:schemeClr val="tx2"/>
                </a:solidFill>
                <a:latin typeface="+mj-lt"/>
              </a:rPr>
              <a:t>Status/Availability</a:t>
            </a:r>
          </a:p>
          <a:p>
            <a:pPr marL="228600" indent="-171450" defTabSz="914102" eaLnBrk="0" hangingPunct="0">
              <a:lnSpc>
                <a:spcPct val="110000"/>
              </a:lnSpc>
              <a:spcAft>
                <a:spcPts val="200"/>
              </a:spcAft>
            </a:pPr>
            <a:r>
              <a:rPr lang="en-US" sz="1050" b="1" dirty="0">
                <a:solidFill>
                  <a:srgbClr val="000000"/>
                </a:solidFill>
                <a:latin typeface="+mj-lt"/>
              </a:rPr>
              <a:t>In Production</a:t>
            </a:r>
            <a:endParaRPr lang="en-US" sz="1100" dirty="0">
              <a:solidFill>
                <a:srgbClr val="000000"/>
              </a:solidFill>
              <a:latin typeface="+mj-lt"/>
            </a:endParaRPr>
          </a:p>
        </p:txBody>
      </p:sp>
    </p:spTree>
    <p:extLst>
      <p:ext uri="{BB962C8B-B14F-4D97-AF65-F5344CB8AC3E}">
        <p14:creationId xmlns:p14="http://schemas.microsoft.com/office/powerpoint/2010/main" val="410707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1D3D-953B-577F-3432-FD49E14053FC}"/>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AE7C2293-0867-60D1-6271-57AD6E0DDE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347" imgH="348" progId="TCLayout.ActiveDocument.1">
                  <p:embed/>
                </p:oleObj>
              </mc:Choice>
              <mc:Fallback>
                <p:oleObj name="think-cell Slide" r:id="rId51" imgW="347" imgH="348" progId="TCLayout.ActiveDocument.1">
                  <p:embed/>
                  <p:pic>
                    <p:nvPicPr>
                      <p:cNvPr id="12" name="think-cell data - do not delete" hidden="1">
                        <a:extLst>
                          <a:ext uri="{FF2B5EF4-FFF2-40B4-BE49-F238E27FC236}">
                            <a16:creationId xmlns:a16="http://schemas.microsoft.com/office/drawing/2014/main" id="{AE7C2293-0867-60D1-6271-57AD6E0DDECD}"/>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20" name="Rectangle 19">
            <a:extLst>
              <a:ext uri="{FF2B5EF4-FFF2-40B4-BE49-F238E27FC236}">
                <a16:creationId xmlns:a16="http://schemas.microsoft.com/office/drawing/2014/main" id="{2B332684-AF2C-A92F-99D7-F39BB46BA409}"/>
              </a:ext>
            </a:extLst>
          </p:cNvPr>
          <p:cNvSpPr/>
          <p:nvPr>
            <p:custDataLst>
              <p:tags r:id="rId2"/>
            </p:custDataLst>
          </p:nvPr>
        </p:nvSpPr>
        <p:spPr bwMode="auto">
          <a:xfrm>
            <a:off x="2919707" y="5352798"/>
            <a:ext cx="3568511" cy="1026723"/>
          </a:xfrm>
          <a:prstGeom prst="rect">
            <a:avLst/>
          </a:prstGeom>
          <a:noFill/>
          <a:ln w="9525">
            <a:solidFill>
              <a:srgbClr val="0A8276"/>
            </a:solidFill>
            <a:miter lim="800000"/>
            <a:headEnd/>
            <a:tailEnd/>
          </a:ln>
          <a:effectLst/>
        </p:spPr>
        <p:txBody>
          <a:bodyPr lIns="71977" tIns="71977" rIns="71977" bIns="71977" anchor="t">
            <a:noAutofit/>
          </a:bodyPr>
          <a:lstStyle/>
          <a:p>
            <a:pPr defTabSz="914102" eaLnBrk="0" hangingPunct="0">
              <a:buClr>
                <a:srgbClr val="000000"/>
              </a:buClr>
              <a:defRPr/>
            </a:pPr>
            <a:r>
              <a:rPr lang="en-US" sz="1200" b="1" dirty="0">
                <a:solidFill>
                  <a:schemeClr val="tx2"/>
                </a:solidFill>
                <a:latin typeface="+mj-lt"/>
              </a:rPr>
              <a:t>Packages</a:t>
            </a:r>
            <a:endParaRPr lang="en-US" b="1" dirty="0">
              <a:solidFill>
                <a:schemeClr val="tx2"/>
              </a:solidFill>
              <a:latin typeface="+mj-lt"/>
            </a:endParaRPr>
          </a:p>
          <a:p>
            <a:pPr defTabSz="914102" eaLnBrk="0" hangingPunct="0">
              <a:buClr>
                <a:srgbClr val="000000"/>
              </a:buClr>
              <a:defRPr/>
            </a:pPr>
            <a:endParaRPr lang="en-US" b="1" dirty="0">
              <a:solidFill>
                <a:srgbClr val="00214A"/>
              </a:solidFill>
              <a:latin typeface="+mj-lt"/>
            </a:endParaRPr>
          </a:p>
          <a:p>
            <a:pPr defTabSz="914102" eaLnBrk="0" hangingPunct="0">
              <a:buClr>
                <a:srgbClr val="000000"/>
              </a:buClr>
              <a:defRPr/>
            </a:pPr>
            <a:endParaRPr lang="en-US" b="1" dirty="0">
              <a:solidFill>
                <a:srgbClr val="00214A"/>
              </a:solidFill>
              <a:latin typeface="+mj-lt"/>
            </a:endParaRPr>
          </a:p>
          <a:p>
            <a:pPr defTabSz="914102" eaLnBrk="0" hangingPunct="0">
              <a:buClr>
                <a:srgbClr val="000000"/>
              </a:buClr>
              <a:defRPr/>
            </a:pPr>
            <a:endParaRPr lang="en-US" b="1" dirty="0">
              <a:solidFill>
                <a:srgbClr val="00214A"/>
              </a:solidFill>
              <a:latin typeface="+mj-lt"/>
            </a:endParaRPr>
          </a:p>
        </p:txBody>
      </p:sp>
      <p:sp>
        <p:nvSpPr>
          <p:cNvPr id="18" name="Rectangle 17">
            <a:extLst>
              <a:ext uri="{FF2B5EF4-FFF2-40B4-BE49-F238E27FC236}">
                <a16:creationId xmlns:a16="http://schemas.microsoft.com/office/drawing/2014/main" id="{C809F579-7DBB-A85C-1CD9-9BE81512B0E3}"/>
              </a:ext>
            </a:extLst>
          </p:cNvPr>
          <p:cNvSpPr/>
          <p:nvPr>
            <p:custDataLst>
              <p:tags r:id="rId3"/>
            </p:custDataLst>
          </p:nvPr>
        </p:nvSpPr>
        <p:spPr bwMode="auto">
          <a:xfrm>
            <a:off x="342704" y="5352798"/>
            <a:ext cx="2458015" cy="1025931"/>
          </a:xfrm>
          <a:prstGeom prst="rect">
            <a:avLst/>
          </a:prstGeom>
          <a:noFill/>
          <a:ln w="9525">
            <a:solidFill>
              <a:srgbClr val="3B9B91"/>
            </a:solidFill>
            <a:miter lim="800000"/>
            <a:headEnd/>
            <a:tailEnd/>
          </a:ln>
          <a:effectLst/>
        </p:spPr>
        <p:txBody>
          <a:bodyPr lIns="71977" tIns="71977" rIns="71977" bIns="71977" anchor="t">
            <a:noAutofit/>
          </a:bodyPr>
          <a:lstStyle/>
          <a:p>
            <a:pPr marL="0" marR="0" lvl="0" indent="0" algn="l" defTabSz="914102" rtl="0" eaLnBrk="0" fontAlgn="base" latinLnBrk="0" hangingPunct="0">
              <a:lnSpc>
                <a:spcPct val="110000"/>
              </a:lnSpc>
              <a:spcBef>
                <a:spcPct val="0"/>
              </a:spcBef>
              <a:spcAft>
                <a:spcPct val="0"/>
              </a:spcAft>
              <a:buClr>
                <a:srgbClr val="0A8276"/>
              </a:buClr>
              <a:buSzTx/>
              <a:buFontTx/>
              <a:buNone/>
              <a:tabLst/>
              <a:defRPr/>
            </a:pPr>
            <a:r>
              <a:rPr kumimoji="0" lang="en-US" sz="1200" b="1" i="0" u="none" strike="noStrike" kern="1200" cap="none" spc="0" normalizeH="0" baseline="0" noProof="0" dirty="0">
                <a:ln>
                  <a:noFill/>
                </a:ln>
                <a:solidFill>
                  <a:srgbClr val="0A8276"/>
                </a:solidFill>
                <a:effectLst/>
                <a:uLnTx/>
                <a:uFillTx/>
                <a:latin typeface="+mj-lt"/>
                <a:cs typeface="Arial"/>
              </a:rPr>
              <a:t>Status/Availability</a:t>
            </a:r>
          </a:p>
          <a:p>
            <a:pPr marL="228600" marR="0" lvl="0" indent="-228600" algn="l" defTabSz="914102" rtl="0" eaLnBrk="0" fontAlgn="base" latinLnBrk="0" hangingPunct="0">
              <a:lnSpc>
                <a:spcPct val="110000"/>
              </a:lnSpc>
              <a:spcBef>
                <a:spcPct val="0"/>
              </a:spcBef>
              <a:spcAft>
                <a:spcPct val="0"/>
              </a:spcAft>
              <a:buClr>
                <a:srgbClr val="0A8276"/>
              </a:buClr>
              <a:buSzTx/>
              <a:buFont typeface="Symbol" panose="05050102010706020507" pitchFamily="18" charset="2"/>
              <a:buChar char="-"/>
              <a:tabLst/>
              <a:defRPr/>
            </a:pPr>
            <a:r>
              <a:rPr kumimoji="0" lang="en-US" sz="1100" b="1" i="0" u="none" strike="noStrike" kern="1200" cap="none" spc="0" normalizeH="0" baseline="0" noProof="0" dirty="0">
                <a:ln>
                  <a:noFill/>
                </a:ln>
                <a:solidFill>
                  <a:srgbClr val="000000"/>
                </a:solidFill>
                <a:effectLst/>
                <a:uLnTx/>
                <a:uFillTx/>
                <a:latin typeface="+mj-lt"/>
                <a:cs typeface="Arial"/>
              </a:rPr>
              <a:t>Samples / EVK</a:t>
            </a:r>
            <a:r>
              <a:rPr kumimoji="0" lang="en-US" sz="1100" i="0" u="none" strike="noStrike" kern="1200" cap="none" spc="0" normalizeH="0" baseline="0" noProof="0" dirty="0">
                <a:ln>
                  <a:noFill/>
                </a:ln>
                <a:solidFill>
                  <a:srgbClr val="000000"/>
                </a:solidFill>
                <a:effectLst/>
                <a:uLnTx/>
                <a:uFillTx/>
                <a:latin typeface="+mj-lt"/>
                <a:cs typeface="Arial"/>
              </a:rPr>
              <a:t> – </a:t>
            </a:r>
            <a:r>
              <a:rPr lang="en-US" sz="1100" dirty="0">
                <a:solidFill>
                  <a:srgbClr val="000000"/>
                </a:solidFill>
                <a:latin typeface="+mj-lt"/>
                <a:cs typeface="Arial"/>
              </a:rPr>
              <a:t>Available</a:t>
            </a:r>
            <a:endParaRPr kumimoji="0" lang="en-US" sz="1100" i="0" u="none" strike="noStrike" kern="1200" cap="none" spc="0" normalizeH="0" baseline="0" noProof="0" dirty="0">
              <a:ln>
                <a:noFill/>
              </a:ln>
              <a:solidFill>
                <a:srgbClr val="000000"/>
              </a:solidFill>
              <a:effectLst/>
              <a:uLnTx/>
              <a:uFillTx/>
              <a:latin typeface="+mj-lt"/>
              <a:cs typeface="Arial"/>
            </a:endParaRPr>
          </a:p>
          <a:p>
            <a:pPr marL="228600" lvl="0" indent="-228600" defTabSz="914102" eaLnBrk="0" hangingPunct="0">
              <a:lnSpc>
                <a:spcPct val="110000"/>
              </a:lnSpc>
              <a:buClr>
                <a:srgbClr val="0A8276"/>
              </a:buClr>
              <a:buFont typeface="Symbol" panose="05050102010706020507" pitchFamily="18" charset="2"/>
              <a:buChar char="-"/>
              <a:defRPr/>
            </a:pPr>
            <a:r>
              <a:rPr kumimoji="0" lang="en-US" sz="1100" b="1" i="0" u="none" strike="noStrike" kern="1200" cap="none" spc="0" normalizeH="0" baseline="0" noProof="0" dirty="0">
                <a:ln>
                  <a:noFill/>
                </a:ln>
                <a:solidFill>
                  <a:srgbClr val="000000"/>
                </a:solidFill>
                <a:effectLst/>
                <a:uLnTx/>
                <a:uFillTx/>
                <a:latin typeface="+mj-lt"/>
                <a:cs typeface="Arial"/>
              </a:rPr>
              <a:t>Qualified</a:t>
            </a:r>
            <a:r>
              <a:rPr kumimoji="0" lang="en-US" sz="1100" b="0" i="0" u="none" strike="noStrike" kern="1200" cap="none" spc="0" normalizeH="0" baseline="0" noProof="0" dirty="0">
                <a:ln>
                  <a:noFill/>
                </a:ln>
                <a:solidFill>
                  <a:srgbClr val="000000"/>
                </a:solidFill>
                <a:effectLst/>
                <a:uLnTx/>
                <a:uFillTx/>
                <a:latin typeface="+mj-lt"/>
                <a:cs typeface="Arial"/>
              </a:rPr>
              <a:t> </a:t>
            </a:r>
            <a:r>
              <a:rPr kumimoji="0" lang="en-US" sz="1100" b="1" i="0" u="none" strike="noStrike" kern="1200" cap="none" spc="0" normalizeH="0" baseline="0" noProof="0" dirty="0">
                <a:ln>
                  <a:noFill/>
                </a:ln>
                <a:solidFill>
                  <a:srgbClr val="000000"/>
                </a:solidFill>
                <a:effectLst/>
                <a:uLnTx/>
                <a:uFillTx/>
                <a:latin typeface="+mj-lt"/>
                <a:cs typeface="Arial"/>
              </a:rPr>
              <a:t>Samples</a:t>
            </a:r>
            <a:r>
              <a:rPr kumimoji="0" lang="en-US" sz="1100" b="0" i="0" u="none" strike="noStrike" kern="1200" cap="none" spc="0" normalizeH="0" baseline="0" noProof="0" dirty="0">
                <a:ln>
                  <a:noFill/>
                </a:ln>
                <a:solidFill>
                  <a:srgbClr val="000000"/>
                </a:solidFill>
                <a:effectLst/>
                <a:uLnTx/>
                <a:uFillTx/>
                <a:latin typeface="+mj-lt"/>
                <a:cs typeface="Arial"/>
              </a:rPr>
              <a:t> – </a:t>
            </a:r>
            <a:r>
              <a:rPr lang="en-US" sz="1100" dirty="0">
                <a:solidFill>
                  <a:srgbClr val="000000"/>
                </a:solidFill>
              </a:rPr>
              <a:t>Available</a:t>
            </a:r>
          </a:p>
          <a:p>
            <a:pPr marL="228600" marR="0" lvl="0" indent="-228600" algn="l" defTabSz="914102" rtl="0" eaLnBrk="0" fontAlgn="base" latinLnBrk="0" hangingPunct="0">
              <a:lnSpc>
                <a:spcPct val="110000"/>
              </a:lnSpc>
              <a:spcBef>
                <a:spcPct val="0"/>
              </a:spcBef>
              <a:spcAft>
                <a:spcPct val="0"/>
              </a:spcAft>
              <a:buClr>
                <a:srgbClr val="0A8276"/>
              </a:buClr>
              <a:buSzTx/>
              <a:buFont typeface="Symbol" panose="05050102010706020507" pitchFamily="18" charset="2"/>
              <a:buChar char="-"/>
              <a:tabLst/>
              <a:defRPr/>
            </a:pPr>
            <a:r>
              <a:rPr kumimoji="0" lang="en-US" sz="1100" b="1" i="0" u="none" strike="noStrike" kern="1200" cap="none" spc="0" normalizeH="0" baseline="0" noProof="0" dirty="0">
                <a:ln>
                  <a:noFill/>
                </a:ln>
                <a:solidFill>
                  <a:srgbClr val="000000"/>
                </a:solidFill>
                <a:effectLst/>
                <a:uLnTx/>
                <a:uFillTx/>
                <a:latin typeface="+mj-lt"/>
                <a:cs typeface="Arial"/>
              </a:rPr>
              <a:t>SOP</a:t>
            </a:r>
            <a:r>
              <a:rPr kumimoji="0" lang="en-US" sz="1100" b="0" i="0" u="none" strike="noStrike" kern="1200" cap="none" spc="0" normalizeH="0" baseline="0" noProof="0" dirty="0">
                <a:ln>
                  <a:noFill/>
                </a:ln>
                <a:solidFill>
                  <a:srgbClr val="000000"/>
                </a:solidFill>
                <a:effectLst/>
                <a:uLnTx/>
                <a:uFillTx/>
                <a:latin typeface="+mj-lt"/>
                <a:cs typeface="Arial"/>
              </a:rPr>
              <a:t> – Q4 2026</a:t>
            </a:r>
            <a:endParaRPr lang="en-US" b="1" dirty="0">
              <a:solidFill>
                <a:srgbClr val="00214A"/>
              </a:solidFill>
              <a:latin typeface="+mj-lt"/>
            </a:endParaRPr>
          </a:p>
        </p:txBody>
      </p:sp>
      <p:sp>
        <p:nvSpPr>
          <p:cNvPr id="7" name="Rectangle 6">
            <a:extLst>
              <a:ext uri="{FF2B5EF4-FFF2-40B4-BE49-F238E27FC236}">
                <a16:creationId xmlns:a16="http://schemas.microsoft.com/office/drawing/2014/main" id="{58E59DE5-CDA7-48B9-141E-1ED62647DF01}"/>
              </a:ext>
            </a:extLst>
          </p:cNvPr>
          <p:cNvSpPr/>
          <p:nvPr/>
        </p:nvSpPr>
        <p:spPr bwMode="auto">
          <a:xfrm>
            <a:off x="6527669" y="1162307"/>
            <a:ext cx="5329369" cy="3956899"/>
          </a:xfrm>
          <a:prstGeom prst="rect">
            <a:avLst/>
          </a:prstGeom>
          <a:noFill/>
          <a:ln w="9525">
            <a:noFill/>
            <a:miter lim="800000"/>
            <a:headEnd/>
            <a:tailEnd/>
          </a:ln>
        </p:spPr>
        <p:txBody>
          <a:bodyPr rot="0" spcFirstLastPara="0" vertOverflow="overflow" horzOverflow="overflow" vert="horz" wrap="square" lIns="95971" tIns="95971" rIns="95971" bIns="95971" numCol="1" spcCol="0" rtlCol="0" fromWordArt="0" anchor="t" anchorCtr="0" forceAA="0" compatLnSpc="1">
            <a:prstTxWarp prst="textNoShape">
              <a:avLst/>
            </a:prstTxWarp>
            <a:noAutofit/>
          </a:bodyPr>
          <a:lstStyle/>
          <a:p>
            <a:pPr defTabSz="914102" eaLnBrk="0" hangingPunct="0">
              <a:buClr>
                <a:srgbClr val="B70D28"/>
              </a:buClr>
              <a:tabLst>
                <a:tab pos="261853" algn="l"/>
                <a:tab pos="8518931" algn="r"/>
              </a:tabLst>
              <a:defRPr/>
            </a:pPr>
            <a:endParaRPr lang="en-US" sz="1000" kern="0" dirty="0">
              <a:solidFill>
                <a:srgbClr val="000000"/>
              </a:solidFill>
              <a:latin typeface="+mj-lt"/>
            </a:endParaRPr>
          </a:p>
        </p:txBody>
      </p:sp>
      <p:sp>
        <p:nvSpPr>
          <p:cNvPr id="61" name="Rectangle 62">
            <a:extLst>
              <a:ext uri="{FF2B5EF4-FFF2-40B4-BE49-F238E27FC236}">
                <a16:creationId xmlns:a16="http://schemas.microsoft.com/office/drawing/2014/main" id="{DC5614DB-2B33-3A75-A875-11BA2B7B0099}"/>
              </a:ext>
            </a:extLst>
          </p:cNvPr>
          <p:cNvSpPr>
            <a:spLocks noChangeArrowheads="1"/>
          </p:cNvSpPr>
          <p:nvPr>
            <p:custDataLst>
              <p:tags r:id="rId4"/>
            </p:custDataLst>
          </p:nvPr>
        </p:nvSpPr>
        <p:spPr bwMode="auto">
          <a:xfrm>
            <a:off x="2992167" y="5740755"/>
            <a:ext cx="116407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200" dirty="0">
                <a:solidFill>
                  <a:srgbClr val="000000"/>
                </a:solidFill>
                <a:latin typeface="+mj-lt"/>
              </a:rPr>
              <a:t>QFP-64 </a:t>
            </a:r>
            <a:r>
              <a:rPr lang="en-US" altLang="de-DE" sz="800" dirty="0">
                <a:solidFill>
                  <a:srgbClr val="000000"/>
                </a:solidFill>
                <a:latin typeface="+mj-lt"/>
              </a:rPr>
              <a:t>(10x10mm, 0.5mm)</a:t>
            </a:r>
          </a:p>
        </p:txBody>
      </p:sp>
      <p:sp>
        <p:nvSpPr>
          <p:cNvPr id="67" name="Rectangle 66">
            <a:extLst>
              <a:ext uri="{FF2B5EF4-FFF2-40B4-BE49-F238E27FC236}">
                <a16:creationId xmlns:a16="http://schemas.microsoft.com/office/drawing/2014/main" id="{C1A06C3E-671A-16E9-BB5A-43D78EDEC91F}"/>
              </a:ext>
            </a:extLst>
          </p:cNvPr>
          <p:cNvSpPr/>
          <p:nvPr>
            <p:custDataLst>
              <p:tags r:id="rId5"/>
            </p:custDataLst>
          </p:nvPr>
        </p:nvSpPr>
        <p:spPr bwMode="auto">
          <a:xfrm>
            <a:off x="364317" y="5510583"/>
            <a:ext cx="3474868" cy="582713"/>
          </a:xfrm>
          <a:prstGeom prst="rect">
            <a:avLst/>
          </a:prstGeom>
          <a:noFill/>
          <a:ln w="28575">
            <a:noFill/>
            <a:miter lim="800000"/>
            <a:headEnd/>
            <a:tailEnd/>
          </a:ln>
          <a:effectLst/>
        </p:spPr>
        <p:txBody>
          <a:bodyPr lIns="71977" tIns="71977" rIns="71977" bIns="71977" anchor="ctr"/>
          <a:lstStyle/>
          <a:p>
            <a:pPr defTabSz="914102" eaLnBrk="0" hangingPunct="0">
              <a:buClr>
                <a:srgbClr val="000000"/>
              </a:buClr>
            </a:pPr>
            <a:endParaRPr lang="en-US" sz="1050" dirty="0">
              <a:solidFill>
                <a:srgbClr val="FF0000"/>
              </a:solidFill>
            </a:endParaRPr>
          </a:p>
        </p:txBody>
      </p:sp>
      <p:sp>
        <p:nvSpPr>
          <p:cNvPr id="14" name="Rectangle 13">
            <a:extLst>
              <a:ext uri="{FF2B5EF4-FFF2-40B4-BE49-F238E27FC236}">
                <a16:creationId xmlns:a16="http://schemas.microsoft.com/office/drawing/2014/main" id="{C3CBED08-BC61-3CAC-B328-9ABEF971EF37}"/>
              </a:ext>
            </a:extLst>
          </p:cNvPr>
          <p:cNvSpPr/>
          <p:nvPr>
            <p:custDataLst>
              <p:tags r:id="rId6"/>
            </p:custDataLst>
          </p:nvPr>
        </p:nvSpPr>
        <p:spPr bwMode="auto">
          <a:xfrm>
            <a:off x="6607207" y="1162307"/>
            <a:ext cx="5254998" cy="5219443"/>
          </a:xfrm>
          <a:prstGeom prst="rect">
            <a:avLst/>
          </a:prstGeom>
          <a:noFill/>
          <a:ln w="9525">
            <a:solidFill>
              <a:schemeClr val="accent1"/>
            </a:solidFill>
            <a:miter lim="800000"/>
            <a:headEnd/>
            <a:tailEnd/>
          </a:ln>
          <a:effectLst/>
        </p:spPr>
        <p:txBody>
          <a:bodyPr lIns="91440" tIns="71977" rIns="9144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buClr>
                <a:srgbClr val="B70D28"/>
              </a:buClr>
              <a:buNone/>
              <a:tabLst>
                <a:tab pos="261853" algn="l"/>
                <a:tab pos="8518931" algn="r"/>
              </a:tabLst>
              <a:defRPr/>
            </a:pPr>
            <a:r>
              <a:rPr lang="en-US" sz="1200" b="1" dirty="0">
                <a:solidFill>
                  <a:schemeClr val="tx2"/>
                </a:solidFill>
                <a:latin typeface="+mj-lt"/>
                <a:cs typeface="Arial" charset="0"/>
              </a:rPr>
              <a:t>Applications / Target Markets</a:t>
            </a:r>
          </a:p>
          <a:p>
            <a:pPr marL="171450" lvl="1" indent="-171450" defTabSz="914102" eaLnBrk="0" hangingPunct="0">
              <a:lnSpc>
                <a:spcPct val="110000"/>
              </a:lnSpc>
              <a:spcAft>
                <a:spcPts val="100"/>
              </a:spcAft>
              <a:buFont typeface="Symbol" panose="05050102010706020507" pitchFamily="18" charset="2"/>
              <a:buChar char="-"/>
              <a:tabLst>
                <a:tab pos="176156" algn="l"/>
                <a:tab pos="8518931" algn="r"/>
              </a:tabLst>
              <a:defRPr/>
            </a:pPr>
            <a:r>
              <a:rPr lang="de-DE" altLang="en-US" sz="1050" dirty="0">
                <a:latin typeface="+mj-lt"/>
                <a:ea typeface="Verdana" panose="020B0604030504040204" pitchFamily="34" charset="0"/>
              </a:rPr>
              <a:t>Single and dual motor control and PFC, tri-motor control.</a:t>
            </a:r>
          </a:p>
          <a:p>
            <a:pPr marL="171450" lvl="1" indent="-171450" defTabSz="914102" eaLnBrk="0" hangingPunct="0">
              <a:lnSpc>
                <a:spcPct val="110000"/>
              </a:lnSpc>
              <a:spcAft>
                <a:spcPts val="100"/>
              </a:spcAft>
              <a:buFont typeface="Symbol" panose="05050102010706020507" pitchFamily="18" charset="2"/>
              <a:buChar char="-"/>
              <a:tabLst>
                <a:tab pos="176156" algn="l"/>
                <a:tab pos="8518931" algn="r"/>
              </a:tabLst>
              <a:defRPr/>
            </a:pPr>
            <a:r>
              <a:rPr lang="de-DE" altLang="en-US" sz="1050" dirty="0">
                <a:latin typeface="+mj-lt"/>
                <a:ea typeface="Verdana" panose="020B0604030504040204" pitchFamily="34" charset="0"/>
              </a:rPr>
              <a:t>MHA and Aircon drives and compressors, SPMS, Solar, Robotics, Industrial Drives</a:t>
            </a:r>
          </a:p>
          <a:p>
            <a:pPr marL="0" lvl="1" defTabSz="914102" eaLnBrk="0" hangingPunct="0">
              <a:spcBef>
                <a:spcPts val="600"/>
              </a:spcBef>
              <a:spcAft>
                <a:spcPts val="300"/>
              </a:spcAft>
              <a:buClr>
                <a:srgbClr val="B70D28"/>
              </a:buClr>
              <a:buNone/>
              <a:tabLst>
                <a:tab pos="176156" algn="l"/>
                <a:tab pos="8518931" algn="r"/>
              </a:tabLst>
              <a:defRPr/>
            </a:pPr>
            <a:r>
              <a:rPr lang="en-US" altLang="en-US" sz="1200" b="1" dirty="0">
                <a:solidFill>
                  <a:schemeClr val="tx2"/>
                </a:solidFill>
                <a:latin typeface="+mj-lt"/>
                <a:ea typeface="Verdana" panose="020B0604030504040204" pitchFamily="34" charset="0"/>
              </a:rPr>
              <a:t>Product </a:t>
            </a:r>
            <a:r>
              <a:rPr lang="de-DE" altLang="en-US" sz="1200" b="1" dirty="0">
                <a:solidFill>
                  <a:schemeClr val="tx2"/>
                </a:solidFill>
                <a:latin typeface="+mj-lt"/>
                <a:cs typeface="Arial" charset="0"/>
              </a:rPr>
              <a:t>Highlights</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rPr>
              <a:t>Low power modes</a:t>
            </a:r>
            <a:r>
              <a:rPr lang="en-US" sz="1100" kern="0" dirty="0">
                <a:solidFill>
                  <a:srgbClr val="000000"/>
                </a:solidFill>
              </a:rPr>
              <a:t> – deep sleep (&lt;10uA), sleep, hibernate (&lt;1uA) </a:t>
            </a:r>
            <a:endParaRPr lang="en-US" sz="1100" kern="0" dirty="0">
              <a:solidFill>
                <a:srgbClr val="000000"/>
              </a:solidFill>
              <a:latin typeface="+mj-lt"/>
            </a:endParaRP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Idle sampling ADC</a:t>
            </a:r>
            <a:r>
              <a:rPr lang="en-US" sz="1100" kern="0" dirty="0">
                <a:solidFill>
                  <a:srgbClr val="000000"/>
                </a:solidFill>
                <a:latin typeface="+mj-lt"/>
              </a:rPr>
              <a:t>:</a:t>
            </a:r>
          </a:p>
          <a:p>
            <a:pPr marL="269875" lvl="2" indent="-90488"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latin typeface="+mj-lt"/>
              </a:rPr>
              <a:t>Low jitter and high performance, obsoleting external buffer caps</a:t>
            </a:r>
          </a:p>
          <a:p>
            <a:pPr marL="269875" lvl="2" indent="-90488"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latin typeface="+mj-lt"/>
              </a:rPr>
              <a:t>9 </a:t>
            </a:r>
            <a:r>
              <a:rPr lang="en-US" sz="1100" kern="0" dirty="0" err="1">
                <a:solidFill>
                  <a:srgbClr val="000000"/>
                </a:solidFill>
                <a:latin typeface="+mj-lt"/>
              </a:rPr>
              <a:t>Msps</a:t>
            </a:r>
            <a:r>
              <a:rPr lang="en-US" sz="1100" kern="0" dirty="0">
                <a:solidFill>
                  <a:srgbClr val="000000"/>
                </a:solidFill>
                <a:latin typeface="+mj-lt"/>
              </a:rPr>
              <a:t>, 16 </a:t>
            </a:r>
            <a:r>
              <a:rPr lang="en-US" sz="1100" kern="0" dirty="0" err="1">
                <a:solidFill>
                  <a:srgbClr val="000000"/>
                </a:solidFill>
                <a:latin typeface="+mj-lt"/>
              </a:rPr>
              <a:t>ch</a:t>
            </a:r>
            <a:r>
              <a:rPr lang="en-US" sz="1100" kern="0" dirty="0">
                <a:solidFill>
                  <a:srgbClr val="000000"/>
                </a:solidFill>
                <a:latin typeface="+mj-lt"/>
              </a:rPr>
              <a:t> sync. sampling, 16-bit oversampling, in-built gain</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Comparators</a:t>
            </a:r>
            <a:r>
              <a:rPr lang="en-US" sz="1100" kern="0" dirty="0">
                <a:solidFill>
                  <a:srgbClr val="000000"/>
                </a:solidFill>
                <a:latin typeface="+mj-lt"/>
              </a:rPr>
              <a:t>: 11ns in-built 10-bit DAC and slope generator</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kern="0" dirty="0">
                <a:solidFill>
                  <a:srgbClr val="000000"/>
                </a:solidFill>
                <a:latin typeface="+mj-lt"/>
              </a:rPr>
              <a:t>R2R DAC with buffer for external output</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Timer/Counter/PWM (TCPWM)</a:t>
            </a:r>
            <a:r>
              <a:rPr lang="en-US" sz="1100" kern="0" dirty="0">
                <a:solidFill>
                  <a:srgbClr val="000000"/>
                </a:solidFill>
                <a:latin typeface="+mj-lt"/>
              </a:rPr>
              <a:t>:</a:t>
            </a:r>
          </a:p>
          <a:p>
            <a:pPr marL="269875" lvl="1" indent="-92075"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latin typeface="+mj-lt"/>
              </a:rPr>
              <a:t>Complementary output/</a:t>
            </a:r>
            <a:r>
              <a:rPr lang="en-US" sz="1100" kern="0" dirty="0" err="1">
                <a:solidFill>
                  <a:srgbClr val="000000"/>
                </a:solidFill>
                <a:latin typeface="+mj-lt"/>
              </a:rPr>
              <a:t>ch</a:t>
            </a:r>
            <a:r>
              <a:rPr lang="en-US" sz="1100" kern="0" dirty="0">
                <a:solidFill>
                  <a:srgbClr val="000000"/>
                </a:solidFill>
                <a:latin typeface="+mj-lt"/>
              </a:rPr>
              <a:t>, multi-</a:t>
            </a:r>
            <a:r>
              <a:rPr lang="en-US" sz="1100" kern="0" dirty="0" err="1">
                <a:solidFill>
                  <a:srgbClr val="000000"/>
                </a:solidFill>
                <a:latin typeface="+mj-lt"/>
              </a:rPr>
              <a:t>ch</a:t>
            </a:r>
            <a:r>
              <a:rPr lang="en-US" sz="1100" kern="0" dirty="0">
                <a:solidFill>
                  <a:srgbClr val="000000"/>
                </a:solidFill>
                <a:latin typeface="+mj-lt"/>
              </a:rPr>
              <a:t> control, shadow update, input glitch filter, PRNG dithering</a:t>
            </a:r>
          </a:p>
          <a:p>
            <a:pPr marL="269875" lvl="1" indent="-92075"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latin typeface="+mj-lt"/>
              </a:rPr>
              <a:t>&lt; 100 </a:t>
            </a:r>
            <a:r>
              <a:rPr lang="en-US" sz="1100" kern="0" dirty="0" err="1">
                <a:solidFill>
                  <a:srgbClr val="000000"/>
                </a:solidFill>
                <a:latin typeface="+mj-lt"/>
              </a:rPr>
              <a:t>ps</a:t>
            </a:r>
            <a:r>
              <a:rPr lang="en-US" sz="1100" kern="0" dirty="0">
                <a:solidFill>
                  <a:srgbClr val="000000"/>
                </a:solidFill>
                <a:latin typeface="+mj-lt"/>
              </a:rPr>
              <a:t> high resolution PWM (HRPWM) for period, duty &amp; dead time</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err="1">
                <a:solidFill>
                  <a:srgbClr val="000000"/>
                </a:solidFill>
                <a:latin typeface="+mj-lt"/>
              </a:rPr>
              <a:t>TriggerMux</a:t>
            </a:r>
            <a:r>
              <a:rPr lang="en-US" sz="1100" kern="0" dirty="0">
                <a:solidFill>
                  <a:srgbClr val="000000"/>
                </a:solidFill>
                <a:latin typeface="+mj-lt"/>
              </a:rPr>
              <a:t>: &lt; 1ns latency programmable peripheral interconnects</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Memory:</a:t>
            </a:r>
          </a:p>
          <a:p>
            <a:pPr marL="395288" lvl="1" indent="-171450"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latin typeface="+mj-lt"/>
              </a:rPr>
              <a:t>Up to 512kB RWW Flash, ECC on Flash &amp; RAM</a:t>
            </a:r>
          </a:p>
          <a:p>
            <a:pPr marL="395288" lvl="1" indent="-171450" defTabSz="575972" eaLnBrk="0" fontAlgn="auto" hangingPunct="0">
              <a:lnSpc>
                <a:spcPct val="110000"/>
              </a:lnSpc>
              <a:spcBef>
                <a:spcPts val="0"/>
              </a:spcBef>
              <a:spcAft>
                <a:spcPts val="100"/>
              </a:spcAft>
              <a:buFont typeface="Wingdings" panose="05000000000000000000" pitchFamily="2" charset="2"/>
              <a:buChar char="§"/>
            </a:pPr>
            <a:r>
              <a:rPr lang="en-US" sz="1100" kern="0" dirty="0">
                <a:solidFill>
                  <a:srgbClr val="000000"/>
                </a:solidFill>
              </a:rPr>
              <a:t>16 kB Instruction Cache</a:t>
            </a:r>
            <a:endParaRPr lang="en-US" sz="1100" kern="0" dirty="0">
              <a:solidFill>
                <a:srgbClr val="000000"/>
              </a:solidFill>
              <a:latin typeface="+mj-lt"/>
            </a:endParaRP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kern="0" dirty="0">
                <a:solidFill>
                  <a:srgbClr val="000000"/>
                </a:solidFill>
              </a:rPr>
              <a:t>10-clock-cycles CORDIC Accelerator</a:t>
            </a:r>
            <a:r>
              <a:rPr lang="en-US" sz="1100" kern="0" dirty="0">
                <a:solidFill>
                  <a:srgbClr val="000000"/>
                </a:solidFill>
                <a:latin typeface="+mj-lt"/>
              </a:rPr>
              <a:t> </a:t>
            </a: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Security</a:t>
            </a:r>
            <a:r>
              <a:rPr lang="en-US" sz="1100" kern="0" dirty="0">
                <a:solidFill>
                  <a:srgbClr val="000000"/>
                </a:solidFill>
                <a:latin typeface="+mj-lt"/>
              </a:rPr>
              <a:t>: PSA L3 ready, PQC ready, </a:t>
            </a:r>
            <a:r>
              <a:rPr lang="en-US" sz="1100" kern="0" dirty="0">
                <a:solidFill>
                  <a:srgbClr val="000000"/>
                </a:solidFill>
              </a:rPr>
              <a:t>Configurable Flash</a:t>
            </a:r>
            <a:endParaRPr lang="en-US" sz="1100" kern="0" dirty="0">
              <a:solidFill>
                <a:srgbClr val="000000"/>
              </a:solidFill>
              <a:latin typeface="+mj-lt"/>
            </a:endParaRPr>
          </a:p>
          <a:p>
            <a:pPr marL="172800" indent="-172800" defTabSz="575972" eaLnBrk="0" fontAlgn="auto" hangingPunct="0">
              <a:lnSpc>
                <a:spcPct val="110000"/>
              </a:lnSpc>
              <a:spcBef>
                <a:spcPts val="0"/>
              </a:spcBef>
              <a:spcAft>
                <a:spcPts val="100"/>
              </a:spcAft>
              <a:buFont typeface="Symbol" panose="05050102010706020507" pitchFamily="18" charset="2"/>
              <a:buChar char="-"/>
            </a:pPr>
            <a:r>
              <a:rPr lang="en-US" sz="1100" b="1" kern="0" dirty="0">
                <a:solidFill>
                  <a:srgbClr val="000000"/>
                </a:solidFill>
                <a:latin typeface="+mj-lt"/>
              </a:rPr>
              <a:t>Safety</a:t>
            </a:r>
            <a:r>
              <a:rPr lang="en-US" sz="1100" kern="0" dirty="0">
                <a:solidFill>
                  <a:srgbClr val="000000"/>
                </a:solidFill>
                <a:latin typeface="+mj-lt"/>
              </a:rPr>
              <a:t>: Class B &amp; SIL 2 capable</a:t>
            </a:r>
          </a:p>
          <a:p>
            <a:pPr marL="0" lvl="1" defTabSz="914102" eaLnBrk="0" hangingPunct="0">
              <a:spcBef>
                <a:spcPts val="600"/>
              </a:spcBef>
              <a:spcAft>
                <a:spcPts val="300"/>
              </a:spcAft>
              <a:buClr>
                <a:srgbClr val="B70D28"/>
              </a:buClr>
              <a:buNone/>
              <a:tabLst>
                <a:tab pos="176156" algn="l"/>
                <a:tab pos="8518931" algn="r"/>
              </a:tabLst>
              <a:defRPr/>
            </a:pPr>
            <a:r>
              <a:rPr lang="en-US" sz="1200" b="1" dirty="0">
                <a:solidFill>
                  <a:schemeClr val="tx2"/>
                </a:solidFill>
                <a:latin typeface="+mj-lt"/>
                <a:cs typeface="Arial" charset="0"/>
              </a:rPr>
              <a:t>Operating range</a:t>
            </a:r>
          </a:p>
          <a:p>
            <a:pPr marL="171450" lvl="1" indent="-171450" defTabSz="914102" eaLnBrk="0" hangingPunct="0">
              <a:lnSpc>
                <a:spcPct val="110000"/>
              </a:lnSpc>
              <a:spcAft>
                <a:spcPts val="100"/>
              </a:spcAft>
              <a:buFont typeface="Wingdings" panose="05000000000000000000" pitchFamily="2" charset="2"/>
              <a:buChar char="§"/>
              <a:tabLst>
                <a:tab pos="176156" algn="l"/>
                <a:tab pos="8518931" algn="r"/>
              </a:tabLst>
              <a:defRPr/>
            </a:pPr>
            <a:r>
              <a:rPr lang="en-US" sz="1050" dirty="0">
                <a:latin typeface="+mj-lt"/>
                <a:ea typeface="Verdana" panose="020B0604030504040204" pitchFamily="34" charset="0"/>
              </a:rPr>
              <a:t>1.71 – 3.6V</a:t>
            </a:r>
          </a:p>
          <a:p>
            <a:pPr marL="171450" lvl="1" indent="-171450" defTabSz="914102" eaLnBrk="0" hangingPunct="0">
              <a:lnSpc>
                <a:spcPct val="110000"/>
              </a:lnSpc>
              <a:spcAft>
                <a:spcPts val="100"/>
              </a:spcAft>
              <a:buFont typeface="Wingdings" panose="05000000000000000000" pitchFamily="2" charset="2"/>
              <a:buChar char="§"/>
              <a:tabLst>
                <a:tab pos="176156" algn="l"/>
                <a:tab pos="8518931" algn="r"/>
              </a:tabLst>
              <a:defRPr/>
            </a:pPr>
            <a:r>
              <a:rPr lang="en-US" sz="1050" dirty="0">
                <a:latin typeface="+mj-lt"/>
                <a:ea typeface="Verdana" panose="020B0604030504040204" pitchFamily="34" charset="0"/>
              </a:rPr>
              <a:t>&lt;1 – 10 µA low power modes </a:t>
            </a:r>
          </a:p>
          <a:p>
            <a:pPr marL="171450" lvl="1" indent="-171450" defTabSz="914102" eaLnBrk="0" hangingPunct="0">
              <a:lnSpc>
                <a:spcPct val="110000"/>
              </a:lnSpc>
              <a:spcAft>
                <a:spcPts val="100"/>
              </a:spcAft>
              <a:buFont typeface="Wingdings" panose="05000000000000000000" pitchFamily="2" charset="2"/>
              <a:buChar char="§"/>
              <a:tabLst>
                <a:tab pos="539750" algn="l"/>
                <a:tab pos="8518525" algn="r"/>
              </a:tabLst>
              <a:defRPr/>
            </a:pPr>
            <a:r>
              <a:rPr lang="en-US" sz="1050" dirty="0">
                <a:solidFill>
                  <a:srgbClr val="000000"/>
                </a:solidFill>
                <a:latin typeface="+mj-lt"/>
              </a:rPr>
              <a:t>125°C </a:t>
            </a:r>
            <a:r>
              <a:rPr lang="en-US" sz="1050" dirty="0" err="1">
                <a:solidFill>
                  <a:srgbClr val="000000"/>
                </a:solidFill>
                <a:latin typeface="+mj-lt"/>
              </a:rPr>
              <a:t>Tj</a:t>
            </a:r>
            <a:r>
              <a:rPr lang="en-US" sz="1050" dirty="0">
                <a:solidFill>
                  <a:srgbClr val="000000"/>
                </a:solidFill>
                <a:latin typeface="+mj-lt"/>
              </a:rPr>
              <a:t> </a:t>
            </a:r>
            <a:r>
              <a:rPr lang="en-US" sz="1000" kern="0" dirty="0">
                <a:solidFill>
                  <a:srgbClr val="000000"/>
                </a:solidFill>
                <a:latin typeface="+mj-lt"/>
              </a:rPr>
              <a:t>		</a:t>
            </a:r>
          </a:p>
          <a:p>
            <a:pPr defTabSz="914102" eaLnBrk="0" hangingPunct="0">
              <a:lnSpc>
                <a:spcPct val="110000"/>
              </a:lnSpc>
              <a:spcAft>
                <a:spcPts val="100"/>
              </a:spcAft>
              <a:buNone/>
            </a:pPr>
            <a:endParaRPr lang="en-US" sz="1200" kern="0" dirty="0">
              <a:solidFill>
                <a:srgbClr val="000000"/>
              </a:solidFill>
              <a:latin typeface="+mj-lt"/>
            </a:endParaRPr>
          </a:p>
        </p:txBody>
      </p:sp>
      <p:grpSp>
        <p:nvGrpSpPr>
          <p:cNvPr id="9" name="Group 8">
            <a:extLst>
              <a:ext uri="{FF2B5EF4-FFF2-40B4-BE49-F238E27FC236}">
                <a16:creationId xmlns:a16="http://schemas.microsoft.com/office/drawing/2014/main" id="{6D5D9BC9-BAA0-0E35-FDA4-8875AB83EA79}"/>
              </a:ext>
            </a:extLst>
          </p:cNvPr>
          <p:cNvGrpSpPr/>
          <p:nvPr/>
        </p:nvGrpSpPr>
        <p:grpSpPr>
          <a:xfrm>
            <a:off x="399854" y="1447800"/>
            <a:ext cx="6000946" cy="3718672"/>
            <a:chOff x="399854" y="1336265"/>
            <a:chExt cx="5649679" cy="3830207"/>
          </a:xfrm>
        </p:grpSpPr>
        <p:sp>
          <p:nvSpPr>
            <p:cNvPr id="28" name="Rectangle 27">
              <a:extLst>
                <a:ext uri="{FF2B5EF4-FFF2-40B4-BE49-F238E27FC236}">
                  <a16:creationId xmlns:a16="http://schemas.microsoft.com/office/drawing/2014/main" id="{8CDA655F-6F75-AD24-E391-C411B835487A}"/>
                </a:ext>
              </a:extLst>
            </p:cNvPr>
            <p:cNvSpPr/>
            <p:nvPr>
              <p:custDataLst>
                <p:tags r:id="rId10"/>
              </p:custDataLst>
            </p:nvPr>
          </p:nvSpPr>
          <p:spPr bwMode="auto">
            <a:xfrm>
              <a:off x="3772913" y="2852704"/>
              <a:ext cx="2276620" cy="419089"/>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endParaRPr lang="en-US" sz="1050" b="1" dirty="0">
                <a:solidFill>
                  <a:schemeClr val="bg1"/>
                </a:solidFill>
                <a:latin typeface="+mj-lt"/>
              </a:endParaRPr>
            </a:p>
          </p:txBody>
        </p:sp>
        <p:sp>
          <p:nvSpPr>
            <p:cNvPr id="29" name="Rectangle 28">
              <a:extLst>
                <a:ext uri="{FF2B5EF4-FFF2-40B4-BE49-F238E27FC236}">
                  <a16:creationId xmlns:a16="http://schemas.microsoft.com/office/drawing/2014/main" id="{E5D67EDD-6422-DDA4-B832-53FC9798E65E}"/>
                </a:ext>
              </a:extLst>
            </p:cNvPr>
            <p:cNvSpPr/>
            <p:nvPr>
              <p:custDataLst>
                <p:tags r:id="rId11"/>
              </p:custDataLst>
            </p:nvPr>
          </p:nvSpPr>
          <p:spPr bwMode="auto">
            <a:xfrm>
              <a:off x="4936359" y="4169427"/>
              <a:ext cx="1113173" cy="997045"/>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I/O</a:t>
              </a:r>
            </a:p>
          </p:txBody>
        </p:sp>
        <p:sp>
          <p:nvSpPr>
            <p:cNvPr id="30" name="Rectangle 29">
              <a:extLst>
                <a:ext uri="{FF2B5EF4-FFF2-40B4-BE49-F238E27FC236}">
                  <a16:creationId xmlns:a16="http://schemas.microsoft.com/office/drawing/2014/main" id="{73907A24-30BB-D20A-D23B-C8B3B1CDD880}"/>
                </a:ext>
              </a:extLst>
            </p:cNvPr>
            <p:cNvSpPr/>
            <p:nvPr>
              <p:custDataLst>
                <p:tags r:id="rId12"/>
              </p:custDataLst>
            </p:nvPr>
          </p:nvSpPr>
          <p:spPr bwMode="auto">
            <a:xfrm>
              <a:off x="3784231" y="4169427"/>
              <a:ext cx="1113173" cy="997044"/>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SECURITY</a:t>
              </a:r>
            </a:p>
          </p:txBody>
        </p:sp>
        <p:sp>
          <p:nvSpPr>
            <p:cNvPr id="31" name="Rectangle 30">
              <a:extLst>
                <a:ext uri="{FF2B5EF4-FFF2-40B4-BE49-F238E27FC236}">
                  <a16:creationId xmlns:a16="http://schemas.microsoft.com/office/drawing/2014/main" id="{5EBC0BB0-022C-7E87-814B-1D49ACD5AD58}"/>
                </a:ext>
              </a:extLst>
            </p:cNvPr>
            <p:cNvSpPr/>
            <p:nvPr>
              <p:custDataLst>
                <p:tags r:id="rId13"/>
              </p:custDataLst>
            </p:nvPr>
          </p:nvSpPr>
          <p:spPr bwMode="auto">
            <a:xfrm>
              <a:off x="409959" y="1336265"/>
              <a:ext cx="5639574" cy="1519973"/>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dirty="0">
                  <a:solidFill>
                    <a:schemeClr val="bg1"/>
                  </a:solidFill>
                  <a:latin typeface="+mj-lt"/>
                </a:rPr>
                <a:t>SYSTEM</a:t>
              </a:r>
            </a:p>
          </p:txBody>
        </p:sp>
        <p:sp>
          <p:nvSpPr>
            <p:cNvPr id="32" name="Rectangle 31">
              <a:extLst>
                <a:ext uri="{FF2B5EF4-FFF2-40B4-BE49-F238E27FC236}">
                  <a16:creationId xmlns:a16="http://schemas.microsoft.com/office/drawing/2014/main" id="{A6BE9D1D-8DAB-31F0-AB05-AE4330F7A13B}"/>
                </a:ext>
              </a:extLst>
            </p:cNvPr>
            <p:cNvSpPr/>
            <p:nvPr>
              <p:custDataLst>
                <p:tags r:id="rId14"/>
              </p:custDataLst>
            </p:nvPr>
          </p:nvSpPr>
          <p:spPr bwMode="auto">
            <a:xfrm>
              <a:off x="399854" y="2900414"/>
              <a:ext cx="3321120" cy="2266057"/>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50" b="1">
                  <a:solidFill>
                    <a:schemeClr val="bg1"/>
                  </a:solidFill>
                  <a:latin typeface="+mj-lt"/>
                </a:rPr>
                <a:t>REAL TIME CONTROL</a:t>
              </a:r>
              <a:endParaRPr lang="en-US" sz="1050" b="1" dirty="0">
                <a:solidFill>
                  <a:schemeClr val="bg1"/>
                </a:solidFill>
                <a:latin typeface="+mj-lt"/>
              </a:endParaRPr>
            </a:p>
          </p:txBody>
        </p:sp>
        <p:sp>
          <p:nvSpPr>
            <p:cNvPr id="33" name="Rectangle 32">
              <a:extLst>
                <a:ext uri="{FF2B5EF4-FFF2-40B4-BE49-F238E27FC236}">
                  <a16:creationId xmlns:a16="http://schemas.microsoft.com/office/drawing/2014/main" id="{B08668BD-7349-9110-ADB1-4636782B0A8E}"/>
                </a:ext>
              </a:extLst>
            </p:cNvPr>
            <p:cNvSpPr/>
            <p:nvPr>
              <p:custDataLst>
                <p:tags r:id="rId15"/>
              </p:custDataLst>
            </p:nvPr>
          </p:nvSpPr>
          <p:spPr bwMode="auto">
            <a:xfrm>
              <a:off x="3780877" y="3336716"/>
              <a:ext cx="2268655" cy="769462"/>
            </a:xfrm>
            <a:prstGeom prst="rect">
              <a:avLst/>
            </a:prstGeom>
            <a:solidFill>
              <a:srgbClr val="3B9B91"/>
            </a:solidFill>
            <a:ln w="9525">
              <a:noFill/>
              <a:miter lim="800000"/>
              <a:headEnd/>
              <a:tailEnd/>
            </a:ln>
            <a:effectLst/>
          </p:spPr>
          <p:txBody>
            <a:bodyPr lIns="71977" tIns="71977" rIns="71977" bIns="71977"/>
            <a:lstStyle/>
            <a:p>
              <a:pPr defTabSz="914102" eaLnBrk="0" hangingPunct="0">
                <a:buClr>
                  <a:srgbClr val="000000"/>
                </a:buClr>
                <a:defRPr/>
              </a:pPr>
              <a:r>
                <a:rPr lang="en-US" sz="1000" b="1" dirty="0">
                  <a:solidFill>
                    <a:schemeClr val="bg1"/>
                  </a:solidFill>
                  <a:latin typeface="+mj-lt"/>
                </a:rPr>
                <a:t>COMMUNICATION</a:t>
              </a:r>
            </a:p>
            <a:p>
              <a:pPr defTabSz="914102" eaLnBrk="0" hangingPunct="0">
                <a:buClr>
                  <a:srgbClr val="000000"/>
                </a:buClr>
                <a:defRPr/>
              </a:pPr>
              <a:endParaRPr lang="en-US" sz="1050" b="1" dirty="0">
                <a:solidFill>
                  <a:schemeClr val="bg1"/>
                </a:solidFill>
                <a:latin typeface="+mj-lt"/>
              </a:endParaRPr>
            </a:p>
            <a:p>
              <a:pPr defTabSz="914102" eaLnBrk="0" hangingPunct="0">
                <a:buClr>
                  <a:srgbClr val="000000"/>
                </a:buClr>
                <a:defRPr/>
              </a:pPr>
              <a:endParaRPr lang="en-US" sz="1050" b="1" dirty="0">
                <a:solidFill>
                  <a:schemeClr val="bg1"/>
                </a:solidFill>
                <a:latin typeface="+mj-lt"/>
              </a:endParaRPr>
            </a:p>
          </p:txBody>
        </p:sp>
        <p:sp>
          <p:nvSpPr>
            <p:cNvPr id="34" name="Rectangle 33">
              <a:extLst>
                <a:ext uri="{FF2B5EF4-FFF2-40B4-BE49-F238E27FC236}">
                  <a16:creationId xmlns:a16="http://schemas.microsoft.com/office/drawing/2014/main" id="{05B786F4-7D56-45C7-FF59-F073A5E8E323}"/>
                </a:ext>
              </a:extLst>
            </p:cNvPr>
            <p:cNvSpPr/>
            <p:nvPr>
              <p:custDataLst>
                <p:tags r:id="rId16"/>
              </p:custDataLst>
            </p:nvPr>
          </p:nvSpPr>
          <p:spPr bwMode="auto">
            <a:xfrm>
              <a:off x="541683" y="4395861"/>
              <a:ext cx="3055642" cy="709539"/>
            </a:xfrm>
            <a:prstGeom prst="rect">
              <a:avLst/>
            </a:prstGeom>
            <a:solidFill>
              <a:schemeClr val="bg1">
                <a:lumMod val="85000"/>
              </a:schemeClr>
            </a:solidFill>
            <a:ln w="28575">
              <a:noFill/>
              <a:miter lim="800000"/>
              <a:headEnd/>
              <a:tailEnd/>
            </a:ln>
            <a:effectLst/>
          </p:spPr>
          <p:txBody>
            <a:bodyPr lIns="71977" tIns="36000" rIns="71977" bIns="71977" anchor="t" anchorCtr="0"/>
            <a:lstStyle/>
            <a:p>
              <a:pPr algn="ctr" defTabSz="914102" eaLnBrk="0" hangingPunct="0">
                <a:buClr>
                  <a:srgbClr val="000000"/>
                </a:buClr>
              </a:pPr>
              <a:r>
                <a:rPr lang="en-US" sz="800" dirty="0">
                  <a:latin typeface="+mj-lt"/>
                </a:rPr>
                <a:t>TCPWM timer</a:t>
              </a:r>
            </a:p>
          </p:txBody>
        </p:sp>
        <p:sp>
          <p:nvSpPr>
            <p:cNvPr id="35" name="Rectangle 34">
              <a:extLst>
                <a:ext uri="{FF2B5EF4-FFF2-40B4-BE49-F238E27FC236}">
                  <a16:creationId xmlns:a16="http://schemas.microsoft.com/office/drawing/2014/main" id="{EBF63DD4-5009-5413-100D-EA59B4B59D07}"/>
                </a:ext>
              </a:extLst>
            </p:cNvPr>
            <p:cNvSpPr/>
            <p:nvPr>
              <p:custDataLst>
                <p:tags r:id="rId17"/>
              </p:custDataLst>
            </p:nvPr>
          </p:nvSpPr>
          <p:spPr bwMode="auto">
            <a:xfrm>
              <a:off x="510989" y="1624297"/>
              <a:ext cx="968986" cy="804315"/>
            </a:xfrm>
            <a:prstGeom prst="rect">
              <a:avLst/>
            </a:prstGeom>
            <a:solidFill>
              <a:schemeClr val="tx2"/>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defRPr/>
              </a:pPr>
              <a:r>
                <a:rPr lang="en-US" sz="800" dirty="0">
                  <a:solidFill>
                    <a:schemeClr val="bg1"/>
                  </a:solidFill>
                  <a:latin typeface="+mj-lt"/>
                </a:rPr>
                <a:t>ARM®</a:t>
              </a:r>
            </a:p>
            <a:p>
              <a:pPr algn="ctr" defTabSz="914102" eaLnBrk="0" hangingPunct="0">
                <a:buClr>
                  <a:srgbClr val="000000"/>
                </a:buClr>
                <a:defRPr/>
              </a:pPr>
              <a:r>
                <a:rPr lang="en-US" sz="800" dirty="0">
                  <a:solidFill>
                    <a:schemeClr val="bg1"/>
                  </a:solidFill>
                  <a:latin typeface="+mj-lt"/>
                </a:rPr>
                <a:t>Cortex-M33</a:t>
              </a:r>
            </a:p>
            <a:p>
              <a:pPr algn="ctr" defTabSz="914102" eaLnBrk="0" hangingPunct="0">
                <a:buClr>
                  <a:srgbClr val="000000"/>
                </a:buClr>
                <a:defRPr/>
              </a:pPr>
              <a:r>
                <a:rPr lang="en-US" sz="800" dirty="0">
                  <a:solidFill>
                    <a:schemeClr val="bg1"/>
                  </a:solidFill>
                  <a:latin typeface="+mj-lt"/>
                </a:rPr>
                <a:t>DSP/FPU</a:t>
              </a:r>
            </a:p>
            <a:p>
              <a:pPr algn="ctr" defTabSz="914102" eaLnBrk="0" hangingPunct="0">
                <a:buClr>
                  <a:srgbClr val="000000"/>
                </a:buClr>
                <a:defRPr/>
              </a:pPr>
              <a:r>
                <a:rPr lang="en-US" sz="800" dirty="0" err="1">
                  <a:solidFill>
                    <a:schemeClr val="bg1"/>
                  </a:solidFill>
                  <a:latin typeface="+mj-lt"/>
                </a:rPr>
                <a:t>TrustZone</a:t>
              </a:r>
              <a:endParaRPr lang="en-US" sz="800" dirty="0">
                <a:solidFill>
                  <a:schemeClr val="bg1"/>
                </a:solidFill>
                <a:latin typeface="+mj-lt"/>
              </a:endParaRPr>
            </a:p>
            <a:p>
              <a:pPr algn="ctr" defTabSz="914102" eaLnBrk="0" hangingPunct="0">
                <a:buClr>
                  <a:srgbClr val="000000"/>
                </a:buClr>
                <a:defRPr/>
              </a:pPr>
              <a:r>
                <a:rPr lang="en-US" sz="800" dirty="0">
                  <a:solidFill>
                    <a:schemeClr val="bg1"/>
                  </a:solidFill>
                  <a:latin typeface="+mj-lt"/>
                </a:rPr>
                <a:t>180MHz</a:t>
              </a:r>
            </a:p>
          </p:txBody>
        </p:sp>
        <p:sp>
          <p:nvSpPr>
            <p:cNvPr id="36" name="Rectangle 35">
              <a:extLst>
                <a:ext uri="{FF2B5EF4-FFF2-40B4-BE49-F238E27FC236}">
                  <a16:creationId xmlns:a16="http://schemas.microsoft.com/office/drawing/2014/main" id="{50DA92BD-0017-1EB7-E1B3-E5D531A61060}"/>
                </a:ext>
              </a:extLst>
            </p:cNvPr>
            <p:cNvSpPr/>
            <p:nvPr>
              <p:custDataLst>
                <p:tags r:id="rId18"/>
              </p:custDataLst>
            </p:nvPr>
          </p:nvSpPr>
          <p:spPr bwMode="auto">
            <a:xfrm>
              <a:off x="4969412" y="2490932"/>
              <a:ext cx="975059" cy="30218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PLL/FLL</a:t>
              </a:r>
            </a:p>
          </p:txBody>
        </p:sp>
        <p:sp>
          <p:nvSpPr>
            <p:cNvPr id="37" name="Rectangle 36">
              <a:extLst>
                <a:ext uri="{FF2B5EF4-FFF2-40B4-BE49-F238E27FC236}">
                  <a16:creationId xmlns:a16="http://schemas.microsoft.com/office/drawing/2014/main" id="{92A59736-E31E-442C-34BB-22B8AD24388F}"/>
                </a:ext>
              </a:extLst>
            </p:cNvPr>
            <p:cNvSpPr/>
            <p:nvPr>
              <p:custDataLst>
                <p:tags r:id="rId19"/>
              </p:custDataLst>
            </p:nvPr>
          </p:nvSpPr>
          <p:spPr bwMode="auto">
            <a:xfrm>
              <a:off x="3845924" y="2490931"/>
              <a:ext cx="975059" cy="30218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2 independent WDT</a:t>
              </a:r>
            </a:p>
          </p:txBody>
        </p:sp>
        <p:sp>
          <p:nvSpPr>
            <p:cNvPr id="38" name="Rectangle 37">
              <a:extLst>
                <a:ext uri="{FF2B5EF4-FFF2-40B4-BE49-F238E27FC236}">
                  <a16:creationId xmlns:a16="http://schemas.microsoft.com/office/drawing/2014/main" id="{3F9BB723-B7BD-653B-D023-43AC2B4088BC}"/>
                </a:ext>
              </a:extLst>
            </p:cNvPr>
            <p:cNvSpPr/>
            <p:nvPr>
              <p:custDataLst>
                <p:tags r:id="rId20"/>
              </p:custDataLst>
            </p:nvPr>
          </p:nvSpPr>
          <p:spPr bwMode="auto">
            <a:xfrm>
              <a:off x="1637474" y="2485447"/>
              <a:ext cx="975059" cy="30218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0" tIns="0" rIns="0" bIns="0" anchor="ctr"/>
            <a:lstStyle/>
            <a:p>
              <a:pPr algn="ctr" defTabSz="914102" eaLnBrk="0" hangingPunct="0">
                <a:buClr>
                  <a:srgbClr val="000000"/>
                </a:buClr>
                <a:defRPr/>
              </a:pPr>
              <a:r>
                <a:rPr lang="en-US" sz="800" dirty="0">
                  <a:solidFill>
                    <a:schemeClr val="tx1"/>
                  </a:solidFill>
                  <a:latin typeface="+mj-lt"/>
                </a:rPr>
                <a:t>Up to 512kB </a:t>
              </a:r>
            </a:p>
            <a:p>
              <a:pPr algn="ctr" defTabSz="914102" eaLnBrk="0" hangingPunct="0">
                <a:buClr>
                  <a:srgbClr val="000000"/>
                </a:buClr>
                <a:defRPr/>
              </a:pPr>
              <a:r>
                <a:rPr lang="en-US" sz="800" dirty="0">
                  <a:solidFill>
                    <a:schemeClr val="tx1"/>
                  </a:solidFill>
                  <a:latin typeface="+mj-lt"/>
                </a:rPr>
                <a:t>RWW flash, ECC</a:t>
              </a:r>
            </a:p>
          </p:txBody>
        </p:sp>
        <p:sp>
          <p:nvSpPr>
            <p:cNvPr id="39" name="Rectangle 38">
              <a:extLst>
                <a:ext uri="{FF2B5EF4-FFF2-40B4-BE49-F238E27FC236}">
                  <a16:creationId xmlns:a16="http://schemas.microsoft.com/office/drawing/2014/main" id="{884ED93C-BE33-ED01-C1E1-3177D738A03A}"/>
                </a:ext>
              </a:extLst>
            </p:cNvPr>
            <p:cNvSpPr/>
            <p:nvPr>
              <p:custDataLst>
                <p:tags r:id="rId21"/>
              </p:custDataLst>
            </p:nvPr>
          </p:nvSpPr>
          <p:spPr bwMode="auto">
            <a:xfrm>
              <a:off x="533400" y="3194197"/>
              <a:ext cx="975059" cy="365647"/>
            </a:xfrm>
            <a:prstGeom prst="rect">
              <a:avLst/>
            </a:prstGeom>
            <a:solidFill>
              <a:schemeClr val="bg1">
                <a:lumMod val="85000"/>
              </a:schemeClr>
            </a:solidFill>
            <a:ln w="28575">
              <a:noFill/>
              <a:miter lim="800000"/>
              <a:headEnd/>
              <a:tailEnd/>
            </a:ln>
            <a:effectLst/>
          </p:spPr>
          <p:txBody>
            <a:bodyPr lIns="71977" tIns="71977" rIns="71977" bIns="71977" anchor="ctr" anchorCtr="0"/>
            <a:lstStyle/>
            <a:p>
              <a:pPr algn="ctr" defTabSz="914102" eaLnBrk="0" hangingPunct="0">
                <a:buClr>
                  <a:srgbClr val="000000"/>
                </a:buClr>
              </a:pPr>
              <a:r>
                <a:rPr lang="en-US" sz="800" dirty="0">
                  <a:latin typeface="+mj-lt"/>
                </a:rPr>
                <a:t>12-bit 9-Msps SAR ADC</a:t>
              </a:r>
            </a:p>
            <a:p>
              <a:pPr algn="ctr" defTabSz="914102" eaLnBrk="0" hangingPunct="0">
                <a:buClr>
                  <a:srgbClr val="000000"/>
                </a:buClr>
              </a:pPr>
              <a:r>
                <a:rPr lang="en-US" sz="800" dirty="0">
                  <a:latin typeface="+mj-lt"/>
                </a:rPr>
                <a:t>Up to 24-ch</a:t>
              </a:r>
            </a:p>
          </p:txBody>
        </p:sp>
        <p:sp>
          <p:nvSpPr>
            <p:cNvPr id="41" name="Rectangle 40">
              <a:extLst>
                <a:ext uri="{FF2B5EF4-FFF2-40B4-BE49-F238E27FC236}">
                  <a16:creationId xmlns:a16="http://schemas.microsoft.com/office/drawing/2014/main" id="{7C061736-0EF5-8D05-4B79-F23F7BA705AB}"/>
                </a:ext>
              </a:extLst>
            </p:cNvPr>
            <p:cNvSpPr/>
            <p:nvPr>
              <p:custDataLst>
                <p:tags r:id="rId22"/>
              </p:custDataLst>
            </p:nvPr>
          </p:nvSpPr>
          <p:spPr bwMode="auto">
            <a:xfrm>
              <a:off x="540686" y="3957835"/>
              <a:ext cx="975060" cy="381905"/>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err="1">
                  <a:latin typeface="+mj-lt"/>
                </a:rPr>
                <a:t>TriggerMux</a:t>
              </a:r>
              <a:endParaRPr lang="en-US" sz="800" dirty="0">
                <a:latin typeface="+mj-lt"/>
              </a:endParaRPr>
            </a:p>
          </p:txBody>
        </p:sp>
        <p:sp>
          <p:nvSpPr>
            <p:cNvPr id="42" name="Rectangle 41">
              <a:extLst>
                <a:ext uri="{FF2B5EF4-FFF2-40B4-BE49-F238E27FC236}">
                  <a16:creationId xmlns:a16="http://schemas.microsoft.com/office/drawing/2014/main" id="{0F98F249-476D-5F64-ACD8-24DAE9AF5518}"/>
                </a:ext>
              </a:extLst>
            </p:cNvPr>
            <p:cNvSpPr/>
            <p:nvPr>
              <p:custDataLst>
                <p:tags r:id="rId23"/>
              </p:custDataLst>
            </p:nvPr>
          </p:nvSpPr>
          <p:spPr bwMode="auto">
            <a:xfrm>
              <a:off x="2704111" y="1627606"/>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64 kB</a:t>
              </a:r>
            </a:p>
            <a:p>
              <a:pPr algn="ctr" defTabSz="914102" eaLnBrk="0" hangingPunct="0">
                <a:buClr>
                  <a:srgbClr val="000000"/>
                </a:buClr>
                <a:defRPr/>
              </a:pPr>
              <a:r>
                <a:rPr lang="en-US" sz="800" dirty="0">
                  <a:latin typeface="+mj-lt"/>
                </a:rPr>
                <a:t>Boot ROM</a:t>
              </a:r>
            </a:p>
          </p:txBody>
        </p:sp>
        <p:sp>
          <p:nvSpPr>
            <p:cNvPr id="43" name="Rectangle 42">
              <a:extLst>
                <a:ext uri="{FF2B5EF4-FFF2-40B4-BE49-F238E27FC236}">
                  <a16:creationId xmlns:a16="http://schemas.microsoft.com/office/drawing/2014/main" id="{01F87E69-B26B-D510-3FBB-8960C39DA648}"/>
                </a:ext>
              </a:extLst>
            </p:cNvPr>
            <p:cNvSpPr/>
            <p:nvPr>
              <p:custDataLst>
                <p:tags r:id="rId24"/>
              </p:custDataLst>
            </p:nvPr>
          </p:nvSpPr>
          <p:spPr bwMode="auto">
            <a:xfrm>
              <a:off x="2718277" y="2077699"/>
              <a:ext cx="975059" cy="361381"/>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2x 16-ch</a:t>
              </a:r>
            </a:p>
            <a:p>
              <a:pPr algn="ctr" defTabSz="914102" eaLnBrk="0" hangingPunct="0">
                <a:buClr>
                  <a:srgbClr val="000000"/>
                </a:buClr>
                <a:defRPr/>
              </a:pPr>
              <a:r>
                <a:rPr lang="en-US" sz="800" dirty="0">
                  <a:latin typeface="+mj-lt"/>
                </a:rPr>
                <a:t>DMA</a:t>
              </a:r>
            </a:p>
          </p:txBody>
        </p:sp>
        <p:sp>
          <p:nvSpPr>
            <p:cNvPr id="44" name="Rectangle 43">
              <a:extLst>
                <a:ext uri="{FF2B5EF4-FFF2-40B4-BE49-F238E27FC236}">
                  <a16:creationId xmlns:a16="http://schemas.microsoft.com/office/drawing/2014/main" id="{10AFBA11-9306-AA23-8C40-348E8B21BF9E}"/>
                </a:ext>
              </a:extLst>
            </p:cNvPr>
            <p:cNvSpPr/>
            <p:nvPr>
              <p:custDataLst>
                <p:tags r:id="rId25"/>
              </p:custDataLst>
            </p:nvPr>
          </p:nvSpPr>
          <p:spPr bwMode="auto">
            <a:xfrm>
              <a:off x="646896" y="4569838"/>
              <a:ext cx="1360340" cy="493411"/>
            </a:xfrm>
            <a:prstGeom prst="rect">
              <a:avLst/>
            </a:prstGeom>
            <a:noFill/>
            <a:ln w="6350">
              <a:solidFill>
                <a:schemeClr val="tx1">
                  <a:lumMod val="50000"/>
                  <a:lumOff val="50000"/>
                </a:schemeClr>
              </a:solid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dirty="0">
                  <a:solidFill>
                    <a:schemeClr val="tx1"/>
                  </a:solidFill>
                  <a:latin typeface="+mj-lt"/>
                </a:rPr>
                <a:t>8-ch 32-bit</a:t>
              </a:r>
            </a:p>
            <a:p>
              <a:pPr algn="ctr" defTabSz="914102" eaLnBrk="0" hangingPunct="0">
                <a:buClr>
                  <a:srgbClr val="000000"/>
                </a:buClr>
              </a:pPr>
              <a:r>
                <a:rPr lang="en-US" sz="800" dirty="0">
                  <a:solidFill>
                    <a:schemeClr val="tx1"/>
                  </a:solidFill>
                  <a:latin typeface="+mj-lt"/>
                </a:rPr>
                <a:t>(</a:t>
              </a:r>
              <a:r>
                <a:rPr lang="en-US" sz="800" dirty="0">
                  <a:solidFill>
                    <a:schemeClr val="tx1"/>
                  </a:solidFill>
                </a:rPr>
                <a:t>HRPWM</a:t>
              </a:r>
              <a:r>
                <a:rPr lang="en-US" sz="800" dirty="0">
                  <a:solidFill>
                    <a:schemeClr val="tx1"/>
                  </a:solidFill>
                  <a:latin typeface="+mj-lt"/>
                </a:rPr>
                <a:t>)</a:t>
              </a:r>
            </a:p>
          </p:txBody>
        </p:sp>
        <p:sp>
          <p:nvSpPr>
            <p:cNvPr id="45" name="Rectangle 44">
              <a:extLst>
                <a:ext uri="{FF2B5EF4-FFF2-40B4-BE49-F238E27FC236}">
                  <a16:creationId xmlns:a16="http://schemas.microsoft.com/office/drawing/2014/main" id="{E98F2FE6-A2F0-B8AA-6BAD-CC8319A24482}"/>
                </a:ext>
              </a:extLst>
            </p:cNvPr>
            <p:cNvSpPr/>
            <p:nvPr>
              <p:custDataLst>
                <p:tags r:id="rId26"/>
              </p:custDataLst>
            </p:nvPr>
          </p:nvSpPr>
          <p:spPr bwMode="auto">
            <a:xfrm>
              <a:off x="3864945" y="4452963"/>
              <a:ext cx="967731" cy="365646"/>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defRPr/>
              </a:pPr>
              <a:r>
                <a:rPr lang="en-US" sz="800" dirty="0">
                  <a:solidFill>
                    <a:schemeClr val="tx1"/>
                  </a:solidFill>
                  <a:latin typeface="+mj-lt"/>
                </a:rPr>
                <a:t>Crypto accelerator</a:t>
              </a:r>
              <a:br>
                <a:rPr lang="en-US" sz="800" dirty="0">
                  <a:solidFill>
                    <a:schemeClr val="tx1"/>
                  </a:solidFill>
                  <a:latin typeface="+mj-lt"/>
                </a:rPr>
              </a:br>
              <a:r>
                <a:rPr lang="en-US" sz="700" dirty="0">
                  <a:solidFill>
                    <a:schemeClr val="tx1"/>
                  </a:solidFill>
                  <a:latin typeface="+mj-lt"/>
                </a:rPr>
                <a:t>(SHA2-384)</a:t>
              </a:r>
              <a:endParaRPr lang="en-US" sz="800" dirty="0">
                <a:solidFill>
                  <a:schemeClr val="tx1"/>
                </a:solidFill>
                <a:latin typeface="+mj-lt"/>
              </a:endParaRPr>
            </a:p>
          </p:txBody>
        </p:sp>
        <p:sp>
          <p:nvSpPr>
            <p:cNvPr id="46" name="Rectangle 45">
              <a:extLst>
                <a:ext uri="{FF2B5EF4-FFF2-40B4-BE49-F238E27FC236}">
                  <a16:creationId xmlns:a16="http://schemas.microsoft.com/office/drawing/2014/main" id="{DB2DD12D-2652-18A1-D44B-D20B4C0C8387}"/>
                </a:ext>
              </a:extLst>
            </p:cNvPr>
            <p:cNvSpPr/>
            <p:nvPr>
              <p:custDataLst>
                <p:tags r:id="rId27"/>
              </p:custDataLst>
            </p:nvPr>
          </p:nvSpPr>
          <p:spPr bwMode="auto">
            <a:xfrm>
              <a:off x="1631198" y="2074867"/>
              <a:ext cx="975059" cy="36564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defRPr/>
              </a:pPr>
              <a:r>
                <a:rPr lang="en-US" sz="700" dirty="0">
                  <a:solidFill>
                    <a:schemeClr val="tx1"/>
                  </a:solidFill>
                  <a:latin typeface="+mj-lt"/>
                </a:rPr>
                <a:t>Up to 128 kB SRAM ECC</a:t>
              </a:r>
            </a:p>
            <a:p>
              <a:pPr algn="ctr" defTabSz="914102" eaLnBrk="0" hangingPunct="0">
                <a:buClr>
                  <a:srgbClr val="000000"/>
                </a:buClr>
                <a:defRPr/>
              </a:pPr>
              <a:r>
                <a:rPr lang="en-US" sz="700" dirty="0">
                  <a:solidFill>
                    <a:schemeClr val="tx1"/>
                  </a:solidFill>
                  <a:latin typeface="+mj-lt"/>
                </a:rPr>
                <a:t>deep sleep retention</a:t>
              </a:r>
            </a:p>
          </p:txBody>
        </p:sp>
        <p:sp>
          <p:nvSpPr>
            <p:cNvPr id="50" name="Rectangle 49">
              <a:extLst>
                <a:ext uri="{FF2B5EF4-FFF2-40B4-BE49-F238E27FC236}">
                  <a16:creationId xmlns:a16="http://schemas.microsoft.com/office/drawing/2014/main" id="{3805C8D4-24E8-4060-8D73-08C14BF4EC3A}"/>
                </a:ext>
              </a:extLst>
            </p:cNvPr>
            <p:cNvSpPr/>
            <p:nvPr>
              <p:custDataLst>
                <p:tags r:id="rId28"/>
              </p:custDataLst>
            </p:nvPr>
          </p:nvSpPr>
          <p:spPr bwMode="auto">
            <a:xfrm>
              <a:off x="1623991" y="1627606"/>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16  kB</a:t>
              </a:r>
            </a:p>
            <a:p>
              <a:pPr algn="ctr" defTabSz="914102" eaLnBrk="0" hangingPunct="0">
                <a:buClr>
                  <a:srgbClr val="000000"/>
                </a:buClr>
                <a:defRPr/>
              </a:pPr>
              <a:r>
                <a:rPr lang="en-US" sz="800" dirty="0">
                  <a:latin typeface="+mj-lt"/>
                </a:rPr>
                <a:t>I-Cache</a:t>
              </a:r>
            </a:p>
          </p:txBody>
        </p:sp>
        <p:sp>
          <p:nvSpPr>
            <p:cNvPr id="52" name="Rectangle 51">
              <a:extLst>
                <a:ext uri="{FF2B5EF4-FFF2-40B4-BE49-F238E27FC236}">
                  <a16:creationId xmlns:a16="http://schemas.microsoft.com/office/drawing/2014/main" id="{E3D7CF62-A214-7A21-6D1E-41A79685BA90}"/>
                </a:ext>
              </a:extLst>
            </p:cNvPr>
            <p:cNvSpPr/>
            <p:nvPr>
              <p:custDataLst>
                <p:tags r:id="rId29"/>
              </p:custDataLst>
            </p:nvPr>
          </p:nvSpPr>
          <p:spPr bwMode="auto">
            <a:xfrm>
              <a:off x="4910794" y="2886660"/>
              <a:ext cx="1033678" cy="285966"/>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SWD/JTAG/ Trace/ Boundary scan</a:t>
              </a:r>
            </a:p>
          </p:txBody>
        </p:sp>
        <p:sp>
          <p:nvSpPr>
            <p:cNvPr id="57" name="Rectangle 56">
              <a:extLst>
                <a:ext uri="{FF2B5EF4-FFF2-40B4-BE49-F238E27FC236}">
                  <a16:creationId xmlns:a16="http://schemas.microsoft.com/office/drawing/2014/main" id="{9D2F327E-B5B6-91F8-94AA-9FB37FFB3604}"/>
                </a:ext>
              </a:extLst>
            </p:cNvPr>
            <p:cNvSpPr/>
            <p:nvPr>
              <p:custDataLst>
                <p:tags r:id="rId30"/>
              </p:custDataLst>
            </p:nvPr>
          </p:nvSpPr>
          <p:spPr bwMode="auto">
            <a:xfrm>
              <a:off x="5008045" y="3456471"/>
              <a:ext cx="975059" cy="363749"/>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700" dirty="0">
                  <a:latin typeface="+mj-lt"/>
                </a:rPr>
                <a:t>6x SCB (UART, SPI, I2C,</a:t>
              </a:r>
              <a:r>
                <a:rPr lang="en-US" sz="700" dirty="0"/>
                <a:t> </a:t>
              </a:r>
              <a:r>
                <a:rPr lang="en-US" sz="700" dirty="0" err="1"/>
                <a:t>PMBus</a:t>
              </a:r>
              <a:r>
                <a:rPr lang="en-US" sz="700" dirty="0">
                  <a:latin typeface="+mj-lt"/>
                </a:rPr>
                <a:t>), 1 x deep sleep</a:t>
              </a:r>
            </a:p>
          </p:txBody>
        </p:sp>
        <p:sp>
          <p:nvSpPr>
            <p:cNvPr id="68" name="Rectangle 67">
              <a:extLst>
                <a:ext uri="{FF2B5EF4-FFF2-40B4-BE49-F238E27FC236}">
                  <a16:creationId xmlns:a16="http://schemas.microsoft.com/office/drawing/2014/main" id="{8C183B84-E443-F93E-2569-C89CACB0F0DE}"/>
                </a:ext>
              </a:extLst>
            </p:cNvPr>
            <p:cNvSpPr/>
            <p:nvPr>
              <p:custDataLst>
                <p:tags r:id="rId31"/>
              </p:custDataLst>
            </p:nvPr>
          </p:nvSpPr>
          <p:spPr bwMode="auto">
            <a:xfrm>
              <a:off x="2099536" y="4856730"/>
              <a:ext cx="1360340" cy="183793"/>
            </a:xfrm>
            <a:prstGeom prst="rect">
              <a:avLst/>
            </a:prstGeom>
            <a:noFill/>
            <a:ln w="6350">
              <a:solidFill>
                <a:schemeClr val="tx1">
                  <a:lumMod val="50000"/>
                  <a:lumOff val="50000"/>
                </a:schemeClr>
              </a:solid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dirty="0">
                  <a:solidFill>
                    <a:schemeClr val="tx1"/>
                  </a:solidFill>
                  <a:latin typeface="+mj-lt"/>
                </a:rPr>
                <a:t>2 x Encoder/Hall I/F</a:t>
              </a:r>
            </a:p>
          </p:txBody>
        </p:sp>
        <p:sp>
          <p:nvSpPr>
            <p:cNvPr id="70" name="Rectangle 69">
              <a:extLst>
                <a:ext uri="{FF2B5EF4-FFF2-40B4-BE49-F238E27FC236}">
                  <a16:creationId xmlns:a16="http://schemas.microsoft.com/office/drawing/2014/main" id="{05238509-4F2F-4416-EFE7-0BC399B3323B}"/>
                </a:ext>
              </a:extLst>
            </p:cNvPr>
            <p:cNvSpPr/>
            <p:nvPr>
              <p:custDataLst>
                <p:tags r:id="rId32"/>
              </p:custDataLst>
            </p:nvPr>
          </p:nvSpPr>
          <p:spPr bwMode="auto">
            <a:xfrm>
              <a:off x="548141" y="3609785"/>
              <a:ext cx="960952" cy="298451"/>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2x LPCOMP</a:t>
              </a:r>
            </a:p>
            <a:p>
              <a:pPr algn="ctr" defTabSz="914102" eaLnBrk="0" hangingPunct="0">
                <a:buClr>
                  <a:srgbClr val="000000"/>
                </a:buClr>
                <a:defRPr/>
              </a:pPr>
              <a:r>
                <a:rPr lang="en-US" sz="800" dirty="0">
                  <a:latin typeface="+mj-lt"/>
                </a:rPr>
                <a:t>(deep sleep)</a:t>
              </a:r>
            </a:p>
          </p:txBody>
        </p:sp>
        <p:sp>
          <p:nvSpPr>
            <p:cNvPr id="71" name="Rectangle 70">
              <a:extLst>
                <a:ext uri="{FF2B5EF4-FFF2-40B4-BE49-F238E27FC236}">
                  <a16:creationId xmlns:a16="http://schemas.microsoft.com/office/drawing/2014/main" id="{92EE582E-D905-AB59-3A19-1F9C32089E99}"/>
                </a:ext>
              </a:extLst>
            </p:cNvPr>
            <p:cNvSpPr/>
            <p:nvPr>
              <p:custDataLst>
                <p:tags r:id="rId33"/>
              </p:custDataLst>
            </p:nvPr>
          </p:nvSpPr>
          <p:spPr bwMode="auto">
            <a:xfrm>
              <a:off x="3053950" y="3188019"/>
              <a:ext cx="543376" cy="36564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a:solidFill>
                    <a:schemeClr val="dk1"/>
                  </a:solidFill>
                  <a:latin typeface="+mj-lt"/>
                </a:rPr>
                <a:t>3P3Z Filter</a:t>
              </a:r>
              <a:endParaRPr lang="en-US" sz="800" dirty="0">
                <a:solidFill>
                  <a:schemeClr val="dk1"/>
                </a:solidFill>
                <a:latin typeface="+mj-lt"/>
              </a:endParaRPr>
            </a:p>
          </p:txBody>
        </p:sp>
        <p:sp>
          <p:nvSpPr>
            <p:cNvPr id="74" name="Rectangle 73">
              <a:extLst>
                <a:ext uri="{FF2B5EF4-FFF2-40B4-BE49-F238E27FC236}">
                  <a16:creationId xmlns:a16="http://schemas.microsoft.com/office/drawing/2014/main" id="{FEB30496-CD0B-CB0C-19DB-8CB2721402C6}"/>
                </a:ext>
              </a:extLst>
            </p:cNvPr>
            <p:cNvSpPr/>
            <p:nvPr>
              <p:custDataLst>
                <p:tags r:id="rId34"/>
              </p:custDataLst>
            </p:nvPr>
          </p:nvSpPr>
          <p:spPr bwMode="auto">
            <a:xfrm>
              <a:off x="2092969" y="4569838"/>
              <a:ext cx="1360340" cy="183793"/>
            </a:xfrm>
            <a:prstGeom prst="rect">
              <a:avLst/>
            </a:prstGeom>
            <a:noFill/>
            <a:ln w="6350">
              <a:solidFill>
                <a:schemeClr val="tx1">
                  <a:lumMod val="50000"/>
                  <a:lumOff val="50000"/>
                </a:schemeClr>
              </a:solid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dirty="0">
                  <a:solidFill>
                    <a:schemeClr val="tx1"/>
                  </a:solidFill>
                  <a:latin typeface="+mj-lt"/>
                </a:rPr>
                <a:t>16-ch</a:t>
              </a:r>
              <a:r>
                <a:rPr lang="en-US" sz="800" dirty="0">
                  <a:solidFill>
                    <a:srgbClr val="000000"/>
                  </a:solidFill>
                  <a:latin typeface="+mj-lt"/>
                </a:rPr>
                <a:t> 16-bit</a:t>
              </a:r>
            </a:p>
          </p:txBody>
        </p:sp>
        <p:sp>
          <p:nvSpPr>
            <p:cNvPr id="79" name="Rectangle 78">
              <a:extLst>
                <a:ext uri="{FF2B5EF4-FFF2-40B4-BE49-F238E27FC236}">
                  <a16:creationId xmlns:a16="http://schemas.microsoft.com/office/drawing/2014/main" id="{E0DCD01E-1A79-9DF2-37AC-03B29741C0AB}"/>
                </a:ext>
              </a:extLst>
            </p:cNvPr>
            <p:cNvSpPr/>
            <p:nvPr>
              <p:custDataLst>
                <p:tags r:id="rId35"/>
              </p:custDataLst>
            </p:nvPr>
          </p:nvSpPr>
          <p:spPr bwMode="auto">
            <a:xfrm>
              <a:off x="3856239" y="4873158"/>
              <a:ext cx="975059" cy="232242"/>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TRNG</a:t>
              </a:r>
            </a:p>
          </p:txBody>
        </p:sp>
        <p:sp>
          <p:nvSpPr>
            <p:cNvPr id="89" name="Rectangle 88">
              <a:extLst>
                <a:ext uri="{FF2B5EF4-FFF2-40B4-BE49-F238E27FC236}">
                  <a16:creationId xmlns:a16="http://schemas.microsoft.com/office/drawing/2014/main" id="{37D4534A-D485-012E-826F-8209411BC114}"/>
                </a:ext>
              </a:extLst>
            </p:cNvPr>
            <p:cNvSpPr/>
            <p:nvPr>
              <p:custDataLst>
                <p:tags r:id="rId36"/>
              </p:custDataLst>
            </p:nvPr>
          </p:nvSpPr>
          <p:spPr bwMode="auto">
            <a:xfrm>
              <a:off x="3845924" y="1627606"/>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MPU</a:t>
              </a:r>
            </a:p>
            <a:p>
              <a:pPr algn="ctr" defTabSz="914102" eaLnBrk="0" hangingPunct="0">
                <a:buClr>
                  <a:srgbClr val="000000"/>
                </a:buClr>
                <a:defRPr/>
              </a:pPr>
              <a:r>
                <a:rPr lang="en-US" sz="800" dirty="0">
                  <a:latin typeface="+mj-lt"/>
                </a:rPr>
                <a:t>Secure/non secure</a:t>
              </a:r>
            </a:p>
          </p:txBody>
        </p:sp>
        <p:sp>
          <p:nvSpPr>
            <p:cNvPr id="91" name="Rectangle 90">
              <a:extLst>
                <a:ext uri="{FF2B5EF4-FFF2-40B4-BE49-F238E27FC236}">
                  <a16:creationId xmlns:a16="http://schemas.microsoft.com/office/drawing/2014/main" id="{17F71851-0CFC-77A7-BD2F-67633E4345F1}"/>
                </a:ext>
              </a:extLst>
            </p:cNvPr>
            <p:cNvSpPr/>
            <p:nvPr>
              <p:custDataLst>
                <p:tags r:id="rId37"/>
              </p:custDataLst>
            </p:nvPr>
          </p:nvSpPr>
          <p:spPr bwMode="auto">
            <a:xfrm>
              <a:off x="3845924" y="2073434"/>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4-ch</a:t>
              </a:r>
            </a:p>
            <a:p>
              <a:pPr algn="ctr" defTabSz="914102" eaLnBrk="0" hangingPunct="0">
                <a:buClr>
                  <a:srgbClr val="000000"/>
                </a:buClr>
                <a:defRPr/>
              </a:pPr>
              <a:r>
                <a:rPr lang="en-US" sz="800" dirty="0">
                  <a:latin typeface="+mj-lt"/>
                </a:rPr>
                <a:t>IPC</a:t>
              </a:r>
            </a:p>
          </p:txBody>
        </p:sp>
        <p:sp>
          <p:nvSpPr>
            <p:cNvPr id="93" name="Rectangle 92">
              <a:extLst>
                <a:ext uri="{FF2B5EF4-FFF2-40B4-BE49-F238E27FC236}">
                  <a16:creationId xmlns:a16="http://schemas.microsoft.com/office/drawing/2014/main" id="{F7B3B6CB-2363-FBD3-3A61-1217C991C76B}"/>
                </a:ext>
              </a:extLst>
            </p:cNvPr>
            <p:cNvSpPr/>
            <p:nvPr>
              <p:custDataLst>
                <p:tags r:id="rId38"/>
              </p:custDataLst>
            </p:nvPr>
          </p:nvSpPr>
          <p:spPr bwMode="auto">
            <a:xfrm>
              <a:off x="4964279" y="1624297"/>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Verdana"/>
                </a:rPr>
                <a:t>48 MHz</a:t>
              </a:r>
            </a:p>
            <a:p>
              <a:pPr algn="ctr" defTabSz="914102" eaLnBrk="0" hangingPunct="0">
                <a:buClr>
                  <a:srgbClr val="000000"/>
                </a:buClr>
                <a:defRPr/>
              </a:pPr>
              <a:r>
                <a:rPr lang="en-US" sz="800" dirty="0">
                  <a:latin typeface="Verdana"/>
                </a:rPr>
                <a:t>8 MHz</a:t>
              </a:r>
            </a:p>
            <a:p>
              <a:pPr algn="ctr" defTabSz="914102" eaLnBrk="0" hangingPunct="0">
                <a:buClr>
                  <a:srgbClr val="000000"/>
                </a:buClr>
                <a:defRPr/>
              </a:pPr>
              <a:r>
                <a:rPr lang="en-US" sz="800" dirty="0">
                  <a:latin typeface="Verdana"/>
                </a:rPr>
                <a:t>32.768 kHz</a:t>
              </a:r>
            </a:p>
          </p:txBody>
        </p:sp>
        <p:sp>
          <p:nvSpPr>
            <p:cNvPr id="94" name="Rectangle 93">
              <a:extLst>
                <a:ext uri="{FF2B5EF4-FFF2-40B4-BE49-F238E27FC236}">
                  <a16:creationId xmlns:a16="http://schemas.microsoft.com/office/drawing/2014/main" id="{91290911-8136-618A-2E9C-DEDE98B792C0}"/>
                </a:ext>
              </a:extLst>
            </p:cNvPr>
            <p:cNvSpPr/>
            <p:nvPr>
              <p:custDataLst>
                <p:tags r:id="rId39"/>
              </p:custDataLst>
            </p:nvPr>
          </p:nvSpPr>
          <p:spPr bwMode="auto">
            <a:xfrm>
              <a:off x="4961432" y="2068667"/>
              <a:ext cx="975059"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External crystal oscillator I/F</a:t>
              </a:r>
            </a:p>
          </p:txBody>
        </p:sp>
        <p:sp>
          <p:nvSpPr>
            <p:cNvPr id="95" name="Rectangle 94">
              <a:extLst>
                <a:ext uri="{FF2B5EF4-FFF2-40B4-BE49-F238E27FC236}">
                  <a16:creationId xmlns:a16="http://schemas.microsoft.com/office/drawing/2014/main" id="{55537229-55A6-1DA0-208A-EDB314B64324}"/>
                </a:ext>
              </a:extLst>
            </p:cNvPr>
            <p:cNvSpPr/>
            <p:nvPr>
              <p:custDataLst>
                <p:tags r:id="rId40"/>
              </p:custDataLst>
            </p:nvPr>
          </p:nvSpPr>
          <p:spPr bwMode="auto">
            <a:xfrm>
              <a:off x="3845924" y="2883862"/>
              <a:ext cx="975059" cy="284793"/>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Temp. sensor</a:t>
              </a:r>
            </a:p>
          </p:txBody>
        </p:sp>
        <p:sp>
          <p:nvSpPr>
            <p:cNvPr id="96" name="Rectangle 95">
              <a:extLst>
                <a:ext uri="{FF2B5EF4-FFF2-40B4-BE49-F238E27FC236}">
                  <a16:creationId xmlns:a16="http://schemas.microsoft.com/office/drawing/2014/main" id="{6D7989D3-EE9D-BD87-CEDB-090E70D7A0C5}"/>
                </a:ext>
              </a:extLst>
            </p:cNvPr>
            <p:cNvSpPr/>
            <p:nvPr>
              <p:custDataLst>
                <p:tags r:id="rId41"/>
              </p:custDataLst>
            </p:nvPr>
          </p:nvSpPr>
          <p:spPr bwMode="auto">
            <a:xfrm>
              <a:off x="3856239" y="3650548"/>
              <a:ext cx="1054554" cy="168565"/>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700" dirty="0">
                  <a:latin typeface="+mj-lt"/>
                </a:rPr>
                <a:t>2-ch CAN-FD 8 Mbps</a:t>
              </a:r>
            </a:p>
          </p:txBody>
        </p:sp>
        <p:sp>
          <p:nvSpPr>
            <p:cNvPr id="97" name="Rectangle 96">
              <a:extLst>
                <a:ext uri="{FF2B5EF4-FFF2-40B4-BE49-F238E27FC236}">
                  <a16:creationId xmlns:a16="http://schemas.microsoft.com/office/drawing/2014/main" id="{5FCC6894-183F-CD58-62DA-FA895AAB9A61}"/>
                </a:ext>
              </a:extLst>
            </p:cNvPr>
            <p:cNvSpPr/>
            <p:nvPr>
              <p:custDataLst>
                <p:tags r:id="rId42"/>
              </p:custDataLst>
            </p:nvPr>
          </p:nvSpPr>
          <p:spPr bwMode="auto">
            <a:xfrm>
              <a:off x="510989" y="2479265"/>
              <a:ext cx="967731" cy="30218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SAU</a:t>
              </a:r>
            </a:p>
          </p:txBody>
        </p:sp>
        <p:sp>
          <p:nvSpPr>
            <p:cNvPr id="98" name="Rectangle 97">
              <a:extLst>
                <a:ext uri="{FF2B5EF4-FFF2-40B4-BE49-F238E27FC236}">
                  <a16:creationId xmlns:a16="http://schemas.microsoft.com/office/drawing/2014/main" id="{C25A21BB-538D-46C6-0981-420FBBC66B46}"/>
                </a:ext>
              </a:extLst>
            </p:cNvPr>
            <p:cNvSpPr/>
            <p:nvPr>
              <p:custDataLst>
                <p:tags r:id="rId43"/>
              </p:custDataLst>
            </p:nvPr>
          </p:nvSpPr>
          <p:spPr bwMode="auto">
            <a:xfrm>
              <a:off x="2621839" y="3957833"/>
              <a:ext cx="975059" cy="395019"/>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dirty="0">
                  <a:solidFill>
                    <a:schemeClr val="dk1"/>
                  </a:solidFill>
                  <a:latin typeface="+mj-lt"/>
                </a:rPr>
                <a:t>2x 12-bit DAC with buffer for output</a:t>
              </a:r>
            </a:p>
          </p:txBody>
        </p:sp>
        <p:sp>
          <p:nvSpPr>
            <p:cNvPr id="99" name="Rectangle 98">
              <a:extLst>
                <a:ext uri="{FF2B5EF4-FFF2-40B4-BE49-F238E27FC236}">
                  <a16:creationId xmlns:a16="http://schemas.microsoft.com/office/drawing/2014/main" id="{48520045-1788-372E-DE0A-A46B2A22405C}"/>
                </a:ext>
              </a:extLst>
            </p:cNvPr>
            <p:cNvSpPr/>
            <p:nvPr>
              <p:custDataLst>
                <p:tags r:id="rId44"/>
              </p:custDataLst>
            </p:nvPr>
          </p:nvSpPr>
          <p:spPr bwMode="auto">
            <a:xfrm>
              <a:off x="1572417" y="3609786"/>
              <a:ext cx="2024481" cy="29192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defRPr/>
              </a:pPr>
              <a:r>
                <a:rPr lang="en-US" sz="800" dirty="0">
                  <a:latin typeface="+mj-lt"/>
                </a:rPr>
                <a:t>9x Comparator w/ 10-bit DAC</a:t>
              </a:r>
            </a:p>
          </p:txBody>
        </p:sp>
        <p:sp>
          <p:nvSpPr>
            <p:cNvPr id="100" name="Rectangle 99">
              <a:extLst>
                <a:ext uri="{FF2B5EF4-FFF2-40B4-BE49-F238E27FC236}">
                  <a16:creationId xmlns:a16="http://schemas.microsoft.com/office/drawing/2014/main" id="{A61FC74D-8D39-5165-5785-43AB443D92D5}"/>
                </a:ext>
              </a:extLst>
            </p:cNvPr>
            <p:cNvSpPr/>
            <p:nvPr>
              <p:custDataLst>
                <p:tags r:id="rId45"/>
              </p:custDataLst>
            </p:nvPr>
          </p:nvSpPr>
          <p:spPr bwMode="auto">
            <a:xfrm>
              <a:off x="1572417" y="3965677"/>
              <a:ext cx="975060" cy="381905"/>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800" dirty="0">
                  <a:latin typeface="+mj-lt"/>
                </a:rPr>
                <a:t>4</a:t>
              </a:r>
              <a:r>
                <a:rPr lang="en-US" sz="800" dirty="0">
                  <a:solidFill>
                    <a:schemeClr val="dk1"/>
                  </a:solidFill>
                  <a:latin typeface="+mj-lt"/>
                </a:rPr>
                <a:t>x </a:t>
              </a:r>
              <a:r>
                <a:rPr lang="en-US" sz="800" dirty="0" err="1">
                  <a:solidFill>
                    <a:schemeClr val="dk1"/>
                  </a:solidFill>
                  <a:latin typeface="+mj-lt"/>
                </a:rPr>
                <a:t>OpA</a:t>
              </a:r>
              <a:r>
                <a:rPr lang="en-US" sz="800" dirty="0" err="1">
                  <a:latin typeface="+mj-lt"/>
                </a:rPr>
                <a:t>mps</a:t>
              </a:r>
              <a:endParaRPr lang="en-US" sz="800" dirty="0">
                <a:solidFill>
                  <a:schemeClr val="dk1"/>
                </a:solidFill>
                <a:latin typeface="+mj-lt"/>
              </a:endParaRPr>
            </a:p>
          </p:txBody>
        </p:sp>
        <p:sp>
          <p:nvSpPr>
            <p:cNvPr id="101" name="Rectangle 100">
              <a:extLst>
                <a:ext uri="{FF2B5EF4-FFF2-40B4-BE49-F238E27FC236}">
                  <a16:creationId xmlns:a16="http://schemas.microsoft.com/office/drawing/2014/main" id="{065DDDDF-6536-AF61-AB9C-609E5EB98850}"/>
                </a:ext>
              </a:extLst>
            </p:cNvPr>
            <p:cNvSpPr/>
            <p:nvPr>
              <p:custDataLst>
                <p:tags r:id="rId46"/>
              </p:custDataLst>
            </p:nvPr>
          </p:nvSpPr>
          <p:spPr bwMode="auto">
            <a:xfrm>
              <a:off x="1587473" y="3194543"/>
              <a:ext cx="1414263" cy="365647"/>
            </a:xfrm>
            <a:prstGeom prst="rect">
              <a:avLst/>
            </a:prstGeom>
            <a:solidFill>
              <a:schemeClr val="bg1">
                <a:lumMod val="85000"/>
              </a:schemeClr>
            </a:solidFill>
            <a:ln w="9525">
              <a:noFill/>
              <a:miter lim="800000"/>
              <a:headEnd/>
              <a:tailEnd/>
            </a:ln>
            <a:effectLst/>
          </p:spPr>
          <p:txBody>
            <a:bodyPr lIns="71977" tIns="71977" rIns="71977" bIns="71977" anchor="ctr"/>
            <a:lstStyle/>
            <a:p>
              <a:pPr algn="ctr" defTabSz="914102" eaLnBrk="0" hangingPunct="0">
                <a:buClr>
                  <a:srgbClr val="000000"/>
                </a:buClr>
                <a:defRPr/>
              </a:pPr>
              <a:r>
                <a:rPr lang="en-US" sz="800" dirty="0">
                  <a:latin typeface="+mj-lt"/>
                </a:rPr>
                <a:t>CORDIC accelerator</a:t>
              </a:r>
            </a:p>
          </p:txBody>
        </p:sp>
        <p:sp>
          <p:nvSpPr>
            <p:cNvPr id="3" name="Rectangle 2">
              <a:extLst>
                <a:ext uri="{FF2B5EF4-FFF2-40B4-BE49-F238E27FC236}">
                  <a16:creationId xmlns:a16="http://schemas.microsoft.com/office/drawing/2014/main" id="{55D58326-E11E-BF01-1A8E-D1A584D6EEE6}"/>
                </a:ext>
              </a:extLst>
            </p:cNvPr>
            <p:cNvSpPr/>
            <p:nvPr>
              <p:custDataLst>
                <p:tags r:id="rId47"/>
              </p:custDataLst>
            </p:nvPr>
          </p:nvSpPr>
          <p:spPr bwMode="auto">
            <a:xfrm>
              <a:off x="3852638" y="3873662"/>
              <a:ext cx="1054554" cy="158448"/>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700" dirty="0">
                  <a:latin typeface="+mj-lt"/>
                </a:rPr>
                <a:t>1x I3C</a:t>
              </a:r>
            </a:p>
          </p:txBody>
        </p:sp>
        <p:sp>
          <p:nvSpPr>
            <p:cNvPr id="4" name="Rectangle 3">
              <a:extLst>
                <a:ext uri="{FF2B5EF4-FFF2-40B4-BE49-F238E27FC236}">
                  <a16:creationId xmlns:a16="http://schemas.microsoft.com/office/drawing/2014/main" id="{BD57C7AC-6C1E-25B8-E1EF-ABA9C7951A58}"/>
                </a:ext>
              </a:extLst>
            </p:cNvPr>
            <p:cNvSpPr/>
            <p:nvPr>
              <p:custDataLst>
                <p:tags r:id="rId48"/>
              </p:custDataLst>
            </p:nvPr>
          </p:nvSpPr>
          <p:spPr bwMode="auto">
            <a:xfrm>
              <a:off x="5008368" y="3869755"/>
              <a:ext cx="977907" cy="158448"/>
            </a:xfrm>
            <a:prstGeom prst="rect">
              <a:avLst/>
            </a:prstGeom>
            <a:solidFill>
              <a:schemeClr val="bg1">
                <a:lumMod val="85000"/>
              </a:schemeClr>
            </a:solidFill>
            <a:ln w="28575">
              <a:noFill/>
              <a:miter lim="800000"/>
              <a:headEnd/>
              <a:tailEnd/>
            </a:ln>
            <a:effectLst/>
          </p:spPr>
          <p:txBody>
            <a:bodyPr lIns="71977" tIns="71977" rIns="71977" bIns="71977" anchor="ctr"/>
            <a:lstStyle/>
            <a:p>
              <a:pPr algn="ctr" defTabSz="914102" eaLnBrk="0" hangingPunct="0">
                <a:buClr>
                  <a:srgbClr val="000000"/>
                </a:buClr>
              </a:pPr>
              <a:r>
                <a:rPr lang="en-US" sz="700" dirty="0">
                  <a:latin typeface="+mj-lt"/>
                </a:rPr>
                <a:t>USB-FS</a:t>
              </a:r>
            </a:p>
          </p:txBody>
        </p:sp>
      </p:grpSp>
      <p:grpSp>
        <p:nvGrpSpPr>
          <p:cNvPr id="5" name="Group 4">
            <a:extLst>
              <a:ext uri="{FF2B5EF4-FFF2-40B4-BE49-F238E27FC236}">
                <a16:creationId xmlns:a16="http://schemas.microsoft.com/office/drawing/2014/main" id="{DD435956-F870-5EBD-F67A-F56CB3760156}"/>
              </a:ext>
            </a:extLst>
          </p:cNvPr>
          <p:cNvGrpSpPr/>
          <p:nvPr/>
        </p:nvGrpSpPr>
        <p:grpSpPr>
          <a:xfrm>
            <a:off x="4070365" y="5751441"/>
            <a:ext cx="2242270" cy="402798"/>
            <a:chOff x="12256235" y="6200201"/>
            <a:chExt cx="2242270" cy="402798"/>
          </a:xfrm>
        </p:grpSpPr>
        <p:sp>
          <p:nvSpPr>
            <p:cNvPr id="63" name="Rectangle 62">
              <a:extLst>
                <a:ext uri="{FF2B5EF4-FFF2-40B4-BE49-F238E27FC236}">
                  <a16:creationId xmlns:a16="http://schemas.microsoft.com/office/drawing/2014/main" id="{A68941DF-E4B1-0AE6-248D-E87946B65F43}"/>
                </a:ext>
              </a:extLst>
            </p:cNvPr>
            <p:cNvSpPr>
              <a:spLocks noChangeArrowheads="1"/>
            </p:cNvSpPr>
            <p:nvPr/>
          </p:nvSpPr>
          <p:spPr bwMode="auto">
            <a:xfrm>
              <a:off x="13334433" y="6200201"/>
              <a:ext cx="1164072" cy="400110"/>
            </a:xfrm>
            <a:prstGeom prst="rect">
              <a:avLst/>
            </a:prstGeom>
            <a:noFill/>
            <a:ln w="28575">
              <a:noFill/>
              <a:miter lim="800000"/>
              <a:headEnd/>
              <a:tailEnd/>
            </a:ln>
            <a:effectLst/>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marR="0" lvl="1" indent="0" algn="l" defTabSz="914102" rtl="0" eaLnBrk="1" fontAlgn="base" latinLnBrk="0" hangingPunct="1">
                <a:lnSpc>
                  <a:spcPct val="100000"/>
                </a:lnSpc>
                <a:spcBef>
                  <a:spcPct val="0"/>
                </a:spcBef>
                <a:spcAft>
                  <a:spcPct val="0"/>
                </a:spcAft>
                <a:buClr>
                  <a:srgbClr val="00214A"/>
                </a:buClr>
                <a:buSzTx/>
                <a:buFontTx/>
                <a:buNone/>
                <a:tabLst/>
                <a:defRPr/>
              </a:pPr>
              <a:r>
                <a:rPr kumimoji="0" lang="en-US" altLang="de-DE" sz="1200" b="0" i="0" u="none" strike="noStrike" kern="1200" cap="none" spc="0" normalizeH="0" baseline="0" noProof="0" dirty="0">
                  <a:ln>
                    <a:noFill/>
                  </a:ln>
                  <a:solidFill>
                    <a:srgbClr val="000000"/>
                  </a:solidFill>
                  <a:effectLst/>
                  <a:uLnTx/>
                  <a:uFillTx/>
                  <a:latin typeface="Arial"/>
                  <a:cs typeface="Arial"/>
                </a:rPr>
                <a:t>QFP-100 </a:t>
              </a:r>
              <a:r>
                <a:rPr kumimoji="0" lang="en-US" altLang="de-DE" sz="800" b="0" i="0" u="none" strike="noStrike" kern="1200" cap="none" spc="0" normalizeH="0" baseline="0" noProof="0" dirty="0">
                  <a:ln>
                    <a:noFill/>
                  </a:ln>
                  <a:solidFill>
                    <a:srgbClr val="000000"/>
                  </a:solidFill>
                  <a:effectLst/>
                  <a:uLnTx/>
                  <a:uFillTx/>
                  <a:latin typeface="Arial"/>
                  <a:cs typeface="Arial"/>
                </a:rPr>
                <a:t>(14x14mm, 0.5mm)</a:t>
              </a:r>
            </a:p>
          </p:txBody>
        </p:sp>
        <p:sp>
          <p:nvSpPr>
            <p:cNvPr id="2" name="Rectangle 1">
              <a:extLst>
                <a:ext uri="{FF2B5EF4-FFF2-40B4-BE49-F238E27FC236}">
                  <a16:creationId xmlns:a16="http://schemas.microsoft.com/office/drawing/2014/main" id="{5ECEECED-1CCA-2412-F534-A76D75DFE12E}"/>
                </a:ext>
              </a:extLst>
            </p:cNvPr>
            <p:cNvSpPr>
              <a:spLocks noChangeArrowheads="1"/>
            </p:cNvSpPr>
            <p:nvPr/>
          </p:nvSpPr>
          <p:spPr bwMode="auto">
            <a:xfrm>
              <a:off x="12256235" y="6202889"/>
              <a:ext cx="1164072" cy="400110"/>
            </a:xfrm>
            <a:prstGeom prst="rect">
              <a:avLst/>
            </a:prstGeom>
            <a:noFill/>
            <a:ln w="28575">
              <a:noFill/>
              <a:miter lim="800000"/>
              <a:headEnd/>
              <a:tailEnd/>
            </a:ln>
            <a:effectLst/>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Aft>
                  <a:spcPts val="1200"/>
                </a:spcAft>
                <a:buClr>
                  <a:schemeClr val="accent1"/>
                </a:buClr>
                <a:buFont typeface="Wingdings" pitchFamily="2" charset="2"/>
                <a:buChar char="n"/>
                <a:defRPr sz="2000">
                  <a:solidFill>
                    <a:schemeClr val="tx1"/>
                  </a:solidFill>
                  <a:latin typeface="Verdana" pitchFamily="34" charset="0"/>
                  <a:ea typeface="Verdana" pitchFamily="34" charset="0"/>
                  <a:cs typeface="Verdana" pitchFamily="34" charset="0"/>
                </a:defRPr>
              </a:lvl1pPr>
              <a:lvl2pPr eaLnBrk="0" hangingPunct="0">
                <a:spcAft>
                  <a:spcPts val="900"/>
                </a:spcAft>
                <a:buClr>
                  <a:schemeClr val="accent1"/>
                </a:buClr>
                <a:buSzPct val="80000"/>
                <a:buFont typeface="Wingdings" pitchFamily="2" charset="2"/>
                <a:buChar char="o"/>
                <a:defRPr sz="2000">
                  <a:solidFill>
                    <a:schemeClr val="tx1"/>
                  </a:solidFill>
                  <a:latin typeface="Verdana" pitchFamily="34" charset="0"/>
                  <a:ea typeface="Verdana" pitchFamily="34" charset="0"/>
                  <a:cs typeface="Verdana" pitchFamily="34" charset="0"/>
                </a:defRPr>
              </a:lvl2pPr>
              <a:lvl3pPr marL="1143000" indent="-228600" eaLnBrk="0" hangingPunct="0">
                <a:spcAft>
                  <a:spcPts val="600"/>
                </a:spcAft>
                <a:buClr>
                  <a:schemeClr val="accent1"/>
                </a:buClr>
                <a:buSzPct val="100000"/>
                <a:buFont typeface="Verdana" pitchFamily="34" charset="0"/>
                <a:buChar char="―"/>
                <a:defRPr>
                  <a:solidFill>
                    <a:schemeClr val="tx1"/>
                  </a:solidFill>
                  <a:latin typeface="Verdana" pitchFamily="34" charset="0"/>
                  <a:ea typeface="Verdana" pitchFamily="34" charset="0"/>
                  <a:cs typeface="Verdana" pitchFamily="34" charset="0"/>
                </a:defRPr>
              </a:lvl3pPr>
              <a:lvl4pPr marL="1600200" indent="-228600" eaLnBrk="0" hangingPunct="0">
                <a:spcAft>
                  <a:spcPts val="300"/>
                </a:spcAft>
                <a:buClr>
                  <a:schemeClr val="accent1"/>
                </a:buClr>
                <a:buFont typeface="Verdana" pitchFamily="34" charset="0"/>
                <a:buChar char="―"/>
                <a:defRPr sz="1600">
                  <a:solidFill>
                    <a:schemeClr val="tx1"/>
                  </a:solidFill>
                  <a:latin typeface="Verdana" pitchFamily="34" charset="0"/>
                  <a:ea typeface="Verdana" pitchFamily="34" charset="0"/>
                  <a:cs typeface="Verdana" pitchFamily="34" charset="0"/>
                </a:defRPr>
              </a:lvl4pPr>
              <a:lvl5pPr marL="2057400" indent="-228600" eaLnBrk="0" hangingPunct="0">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5pPr>
              <a:lvl6pPr marL="25146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6pPr>
              <a:lvl7pPr marL="29718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7pPr>
              <a:lvl8pPr marL="34290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8pPr>
              <a:lvl9pPr marL="3886200" indent="-228600" eaLnBrk="0" fontAlgn="base" hangingPunct="0">
                <a:spcBef>
                  <a:spcPct val="0"/>
                </a:spcBef>
                <a:spcAft>
                  <a:spcPts val="300"/>
                </a:spcAft>
                <a:buClr>
                  <a:schemeClr val="accent1"/>
                </a:buClr>
                <a:buFont typeface="Verdana" pitchFamily="34" charset="0"/>
                <a:buChar char="―"/>
                <a:defRPr sz="1400">
                  <a:solidFill>
                    <a:schemeClr val="tx1"/>
                  </a:solidFill>
                  <a:latin typeface="Verdana" pitchFamily="34" charset="0"/>
                  <a:ea typeface="Verdana" pitchFamily="34" charset="0"/>
                  <a:cs typeface="Verdana" pitchFamily="34" charset="0"/>
                </a:defRPr>
              </a:lvl9pPr>
            </a:lstStyle>
            <a:p>
              <a:pPr marL="85698" lvl="1" defTabSz="914102" eaLnBrk="1" hangingPunct="1">
                <a:spcAft>
                  <a:spcPct val="0"/>
                </a:spcAft>
                <a:buClr>
                  <a:srgbClr val="00214A"/>
                </a:buClr>
                <a:buSzTx/>
                <a:buNone/>
              </a:pPr>
              <a:r>
                <a:rPr lang="en-US" altLang="de-DE" sz="1200" dirty="0">
                  <a:solidFill>
                    <a:srgbClr val="000000"/>
                  </a:solidFill>
                  <a:latin typeface="+mj-lt"/>
                </a:rPr>
                <a:t>QFP-80 </a:t>
              </a:r>
              <a:r>
                <a:rPr lang="en-US" altLang="de-DE" sz="800" dirty="0">
                  <a:solidFill>
                    <a:srgbClr val="000000"/>
                  </a:solidFill>
                  <a:latin typeface="+mj-lt"/>
                </a:rPr>
                <a:t>(12x12mm, 0.5mm)</a:t>
              </a:r>
            </a:p>
          </p:txBody>
        </p:sp>
      </p:grpSp>
      <p:sp>
        <p:nvSpPr>
          <p:cNvPr id="6" name="Title 5">
            <a:extLst>
              <a:ext uri="{FF2B5EF4-FFF2-40B4-BE49-F238E27FC236}">
                <a16:creationId xmlns:a16="http://schemas.microsoft.com/office/drawing/2014/main" id="{E8EC1981-EB35-D61F-59C7-512C23596481}"/>
              </a:ext>
            </a:extLst>
          </p:cNvPr>
          <p:cNvSpPr>
            <a:spLocks noGrp="1"/>
          </p:cNvSpPr>
          <p:nvPr>
            <p:ph type="title"/>
          </p:nvPr>
        </p:nvSpPr>
        <p:spPr>
          <a:xfrm>
            <a:off x="353431" y="194400"/>
            <a:ext cx="9613068" cy="720000"/>
          </a:xfrm>
        </p:spPr>
        <p:txBody>
          <a:bodyPr vert="horz" anchor="ctr"/>
          <a:lstStyle/>
          <a:p>
            <a:r>
              <a:rPr lang="de-DE" dirty="0"/>
              <a:t>PSOC™ Control C3 </a:t>
            </a:r>
            <a:r>
              <a:rPr lang="en-US" dirty="0"/>
              <a:t>Main Line </a:t>
            </a:r>
            <a:br>
              <a:rPr lang="en-US" dirty="0"/>
            </a:br>
            <a:r>
              <a:rPr lang="en-US" b="0" dirty="0"/>
              <a:t>PSC3M/P6 (Sampling)</a:t>
            </a:r>
          </a:p>
        </p:txBody>
      </p:sp>
      <p:sp>
        <p:nvSpPr>
          <p:cNvPr id="8" name="Rectangle 7">
            <a:extLst>
              <a:ext uri="{FF2B5EF4-FFF2-40B4-BE49-F238E27FC236}">
                <a16:creationId xmlns:a16="http://schemas.microsoft.com/office/drawing/2014/main" id="{FB680C24-78ED-F4C7-79BD-66B1531D0003}"/>
              </a:ext>
            </a:extLst>
          </p:cNvPr>
          <p:cNvSpPr/>
          <p:nvPr>
            <p:custDataLst>
              <p:tags r:id="rId7"/>
            </p:custDataLst>
          </p:nvPr>
        </p:nvSpPr>
        <p:spPr bwMode="auto">
          <a:xfrm>
            <a:off x="337149" y="1163621"/>
            <a:ext cx="6147051" cy="4065580"/>
          </a:xfrm>
          <a:prstGeom prst="rect">
            <a:avLst/>
          </a:prstGeom>
          <a:noFill/>
          <a:ln w="9525">
            <a:solidFill>
              <a:schemeClr val="accent1"/>
            </a:solidFill>
            <a:miter lim="800000"/>
            <a:headEnd/>
            <a:tailEnd/>
          </a:ln>
          <a:effectLst/>
        </p:spPr>
        <p:txBody>
          <a:bodyPr lIns="91440" tIns="71977" rIns="91440" bIns="71977" anchor="t"/>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defTabSz="914102" eaLnBrk="0" hangingPunct="0">
              <a:lnSpc>
                <a:spcPct val="110000"/>
              </a:lnSpc>
              <a:spcAft>
                <a:spcPts val="200"/>
              </a:spcAft>
              <a:buNone/>
            </a:pPr>
            <a:r>
              <a:rPr lang="en-US" sz="1200" b="1" dirty="0">
                <a:solidFill>
                  <a:schemeClr val="tx2"/>
                </a:solidFill>
                <a:latin typeface="+mj-lt"/>
              </a:rPr>
              <a:t>Block diagram</a:t>
            </a:r>
          </a:p>
        </p:txBody>
      </p:sp>
      <p:sp>
        <p:nvSpPr>
          <p:cNvPr id="10" name="Rectangle 9">
            <a:extLst>
              <a:ext uri="{FF2B5EF4-FFF2-40B4-BE49-F238E27FC236}">
                <a16:creationId xmlns:a16="http://schemas.microsoft.com/office/drawing/2014/main" id="{619B9305-881C-6F70-C049-F87F8F3F6676}"/>
              </a:ext>
            </a:extLst>
          </p:cNvPr>
          <p:cNvSpPr/>
          <p:nvPr/>
        </p:nvSpPr>
        <p:spPr bwMode="auto">
          <a:xfrm>
            <a:off x="1714423" y="4061349"/>
            <a:ext cx="876377" cy="256855"/>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3" name="Rectangle 12">
            <a:extLst>
              <a:ext uri="{FF2B5EF4-FFF2-40B4-BE49-F238E27FC236}">
                <a16:creationId xmlns:a16="http://schemas.microsoft.com/office/drawing/2014/main" id="{263089C9-6BE1-CE82-7C2F-E9D4C21A9485}"/>
              </a:ext>
            </a:extLst>
          </p:cNvPr>
          <p:cNvSpPr/>
          <p:nvPr/>
        </p:nvSpPr>
        <p:spPr bwMode="auto">
          <a:xfrm>
            <a:off x="2805905" y="4046360"/>
            <a:ext cx="959759" cy="302196"/>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6" name="Rectangle 15">
            <a:extLst>
              <a:ext uri="{FF2B5EF4-FFF2-40B4-BE49-F238E27FC236}">
                <a16:creationId xmlns:a16="http://schemas.microsoft.com/office/drawing/2014/main" id="{E8010960-FFA9-D695-3C8A-7074409C795B}"/>
              </a:ext>
            </a:extLst>
          </p:cNvPr>
          <p:cNvSpPr/>
          <p:nvPr/>
        </p:nvSpPr>
        <p:spPr bwMode="auto">
          <a:xfrm>
            <a:off x="3266805" y="3283175"/>
            <a:ext cx="498859" cy="256855"/>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9" name="Rectangle 18">
            <a:extLst>
              <a:ext uri="{FF2B5EF4-FFF2-40B4-BE49-F238E27FC236}">
                <a16:creationId xmlns:a16="http://schemas.microsoft.com/office/drawing/2014/main" id="{2A0ED8FE-755B-325E-423B-1ECBD581290B}"/>
              </a:ext>
            </a:extLst>
          </p:cNvPr>
          <p:cNvSpPr/>
          <p:nvPr/>
        </p:nvSpPr>
        <p:spPr bwMode="auto">
          <a:xfrm>
            <a:off x="4343400" y="3938542"/>
            <a:ext cx="533400" cy="136322"/>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22" name="Rectangle 21">
            <a:extLst>
              <a:ext uri="{FF2B5EF4-FFF2-40B4-BE49-F238E27FC236}">
                <a16:creationId xmlns:a16="http://schemas.microsoft.com/office/drawing/2014/main" id="{9C7071A5-CBA4-D48C-449A-22584FF234B0}"/>
              </a:ext>
            </a:extLst>
          </p:cNvPr>
          <p:cNvSpPr/>
          <p:nvPr/>
        </p:nvSpPr>
        <p:spPr bwMode="auto">
          <a:xfrm>
            <a:off x="5483574" y="3922705"/>
            <a:ext cx="533400" cy="136322"/>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24" name="Rectangle 23">
            <a:extLst>
              <a:ext uri="{FF2B5EF4-FFF2-40B4-BE49-F238E27FC236}">
                <a16:creationId xmlns:a16="http://schemas.microsoft.com/office/drawing/2014/main" id="{D9767BC2-7468-50F1-D182-BB53E3422362}"/>
              </a:ext>
            </a:extLst>
          </p:cNvPr>
          <p:cNvSpPr/>
          <p:nvPr/>
        </p:nvSpPr>
        <p:spPr bwMode="auto">
          <a:xfrm>
            <a:off x="4343400" y="4664278"/>
            <a:ext cx="533400" cy="136322"/>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26" name="Rectangle 25">
            <a:extLst>
              <a:ext uri="{FF2B5EF4-FFF2-40B4-BE49-F238E27FC236}">
                <a16:creationId xmlns:a16="http://schemas.microsoft.com/office/drawing/2014/main" id="{F7072641-DBA5-472C-B6F5-36C33C0BB749}"/>
              </a:ext>
            </a:extLst>
          </p:cNvPr>
          <p:cNvSpPr/>
          <p:nvPr/>
        </p:nvSpPr>
        <p:spPr bwMode="auto">
          <a:xfrm>
            <a:off x="1752601" y="2567886"/>
            <a:ext cx="928404" cy="274917"/>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47" name="Rectangle 46">
            <a:extLst>
              <a:ext uri="{FF2B5EF4-FFF2-40B4-BE49-F238E27FC236}">
                <a16:creationId xmlns:a16="http://schemas.microsoft.com/office/drawing/2014/main" id="{99F14DBA-39D8-CD0A-8021-3F82A882664D}"/>
              </a:ext>
            </a:extLst>
          </p:cNvPr>
          <p:cNvSpPr/>
          <p:nvPr/>
        </p:nvSpPr>
        <p:spPr bwMode="auto">
          <a:xfrm>
            <a:off x="1752601" y="2140142"/>
            <a:ext cx="947748" cy="364083"/>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53" name="Rectangle 52">
            <a:extLst>
              <a:ext uri="{FF2B5EF4-FFF2-40B4-BE49-F238E27FC236}">
                <a16:creationId xmlns:a16="http://schemas.microsoft.com/office/drawing/2014/main" id="{688503D3-285D-387E-A126-7BECFEDAE995}"/>
              </a:ext>
            </a:extLst>
          </p:cNvPr>
          <p:cNvSpPr/>
          <p:nvPr/>
        </p:nvSpPr>
        <p:spPr bwMode="auto">
          <a:xfrm>
            <a:off x="2358254" y="4851187"/>
            <a:ext cx="1146946" cy="203771"/>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55" name="Rectangle 54">
            <a:extLst>
              <a:ext uri="{FF2B5EF4-FFF2-40B4-BE49-F238E27FC236}">
                <a16:creationId xmlns:a16="http://schemas.microsoft.com/office/drawing/2014/main" id="{F81F8BD4-E6E3-23B4-114E-1617185BA5D2}"/>
              </a:ext>
            </a:extLst>
          </p:cNvPr>
          <p:cNvSpPr/>
          <p:nvPr/>
        </p:nvSpPr>
        <p:spPr bwMode="auto">
          <a:xfrm>
            <a:off x="1067303" y="4653177"/>
            <a:ext cx="632798" cy="311994"/>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58" name="Rectangle 57">
            <a:extLst>
              <a:ext uri="{FF2B5EF4-FFF2-40B4-BE49-F238E27FC236}">
                <a16:creationId xmlns:a16="http://schemas.microsoft.com/office/drawing/2014/main" id="{C61EDCCF-F9B7-1DA4-4384-6888231353F4}"/>
              </a:ext>
            </a:extLst>
          </p:cNvPr>
          <p:cNvSpPr/>
          <p:nvPr/>
        </p:nvSpPr>
        <p:spPr bwMode="auto">
          <a:xfrm>
            <a:off x="1823972" y="3704835"/>
            <a:ext cx="1681228" cy="203559"/>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65" name="Rectangle 64">
            <a:extLst>
              <a:ext uri="{FF2B5EF4-FFF2-40B4-BE49-F238E27FC236}">
                <a16:creationId xmlns:a16="http://schemas.microsoft.com/office/drawing/2014/main" id="{DC232A47-90BA-F6C3-0928-2CD8AA2626EA}"/>
              </a:ext>
            </a:extLst>
          </p:cNvPr>
          <p:cNvSpPr/>
          <p:nvPr/>
        </p:nvSpPr>
        <p:spPr bwMode="auto">
          <a:xfrm>
            <a:off x="656897" y="3251966"/>
            <a:ext cx="873080" cy="340419"/>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69" name="Rectangle 68">
            <a:extLst>
              <a:ext uri="{FF2B5EF4-FFF2-40B4-BE49-F238E27FC236}">
                <a16:creationId xmlns:a16="http://schemas.microsoft.com/office/drawing/2014/main" id="{9999DFA5-3146-86F5-F345-D7D7733A6D8A}"/>
              </a:ext>
            </a:extLst>
          </p:cNvPr>
          <p:cNvSpPr/>
          <p:nvPr/>
        </p:nvSpPr>
        <p:spPr bwMode="auto">
          <a:xfrm>
            <a:off x="5172835" y="5751442"/>
            <a:ext cx="1146946" cy="403826"/>
          </a:xfrm>
          <a:prstGeom prst="rect">
            <a:avLst/>
          </a:prstGeom>
          <a:noFill/>
          <a:ln w="9525">
            <a:solidFill>
              <a:srgbClr val="FF0000"/>
            </a:solidFill>
            <a:prstDash val="lgDash"/>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5" name="Rectangle 14">
            <a:extLst>
              <a:ext uri="{FF2B5EF4-FFF2-40B4-BE49-F238E27FC236}">
                <a16:creationId xmlns:a16="http://schemas.microsoft.com/office/drawing/2014/main" id="{992A0D5B-22B8-0979-5E01-3E298D6A0C5A}"/>
              </a:ext>
            </a:extLst>
          </p:cNvPr>
          <p:cNvSpPr/>
          <p:nvPr>
            <p:custDataLst>
              <p:tags r:id="rId8"/>
            </p:custDataLst>
          </p:nvPr>
        </p:nvSpPr>
        <p:spPr bwMode="auto">
          <a:xfrm>
            <a:off x="5294559" y="4473740"/>
            <a:ext cx="1043516" cy="36564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700" dirty="0">
                <a:solidFill>
                  <a:schemeClr val="tx1"/>
                </a:solidFill>
                <a:latin typeface="+mj-lt"/>
              </a:rPr>
              <a:t>Up to 70 GPIOs, </a:t>
            </a:r>
            <a:br>
              <a:rPr lang="en-US" sz="700" dirty="0">
                <a:solidFill>
                  <a:schemeClr val="tx1"/>
                </a:solidFill>
                <a:latin typeface="+mj-lt"/>
              </a:rPr>
            </a:br>
            <a:r>
              <a:rPr lang="en-US" sz="700" dirty="0">
                <a:solidFill>
                  <a:schemeClr val="tx1"/>
                </a:solidFill>
                <a:latin typeface="+mj-lt"/>
              </a:rPr>
              <a:t>16 analog</a:t>
            </a:r>
          </a:p>
        </p:txBody>
      </p:sp>
      <p:sp>
        <p:nvSpPr>
          <p:cNvPr id="21" name="Rectangle 20">
            <a:extLst>
              <a:ext uri="{FF2B5EF4-FFF2-40B4-BE49-F238E27FC236}">
                <a16:creationId xmlns:a16="http://schemas.microsoft.com/office/drawing/2014/main" id="{BDE1FB91-30D0-4D7B-E9D4-FEEBA2FFB7AF}"/>
              </a:ext>
            </a:extLst>
          </p:cNvPr>
          <p:cNvSpPr/>
          <p:nvPr>
            <p:custDataLst>
              <p:tags r:id="rId9"/>
            </p:custDataLst>
          </p:nvPr>
        </p:nvSpPr>
        <p:spPr bwMode="auto">
          <a:xfrm>
            <a:off x="5294558" y="4878363"/>
            <a:ext cx="1043517" cy="227037"/>
          </a:xfrm>
          <a:prstGeom prst="rect">
            <a:avLst/>
          </a:prstGeom>
          <a:solidFill>
            <a:schemeClr val="bg1">
              <a:lumMod val="85000"/>
            </a:schemeClr>
          </a:solidFill>
          <a:ln>
            <a:noFill/>
            <a:headEnd/>
            <a:tailEnd/>
          </a:ln>
        </p:spPr>
        <p:style>
          <a:lnRef idx="2">
            <a:schemeClr val="accent6"/>
          </a:lnRef>
          <a:fillRef idx="1">
            <a:schemeClr val="lt1"/>
          </a:fillRef>
          <a:effectRef idx="0">
            <a:schemeClr val="accent6"/>
          </a:effectRef>
          <a:fontRef idx="minor">
            <a:schemeClr val="dk1"/>
          </a:fontRef>
        </p:style>
        <p:txBody>
          <a:bodyPr lIns="71977" tIns="71977" rIns="71977" bIns="71977" anchor="ctr"/>
          <a:lstStyle/>
          <a:p>
            <a:pPr algn="ctr" defTabSz="914102" eaLnBrk="0" hangingPunct="0">
              <a:buClr>
                <a:srgbClr val="000000"/>
              </a:buClr>
            </a:pPr>
            <a:r>
              <a:rPr lang="en-US" sz="700" dirty="0">
                <a:latin typeface="+mj-lt"/>
              </a:rPr>
              <a:t>7x Smart I/O</a:t>
            </a:r>
          </a:p>
        </p:txBody>
      </p:sp>
    </p:spTree>
    <p:extLst>
      <p:ext uri="{BB962C8B-B14F-4D97-AF65-F5344CB8AC3E}">
        <p14:creationId xmlns:p14="http://schemas.microsoft.com/office/powerpoint/2010/main" val="2439533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00F901-088B-45C2-BF6F-1F8A76B0CF2C}"/>
              </a:ext>
            </a:extLst>
          </p:cNvPr>
          <p:cNvSpPr>
            <a:spLocks noGrp="1"/>
          </p:cNvSpPr>
          <p:nvPr>
            <p:ph type="title"/>
          </p:nvPr>
        </p:nvSpPr>
        <p:spPr/>
        <p:txBody>
          <a:bodyPr/>
          <a:lstStyle/>
          <a:p>
            <a:r>
              <a:rPr lang="de-DE" dirty="0"/>
              <a:t>PSOC™ Control C3 – Microcontroller Family Overview</a:t>
            </a:r>
            <a:br>
              <a:rPr lang="de-DE" dirty="0"/>
            </a:br>
            <a:r>
              <a:rPr lang="de-DE" dirty="0"/>
              <a:t>Delta between PSC3M/P5 vs PSC3M/P6</a:t>
            </a:r>
          </a:p>
        </p:txBody>
      </p:sp>
      <p:graphicFrame>
        <p:nvGraphicFramePr>
          <p:cNvPr id="8" name="Content Placeholder 5">
            <a:extLst>
              <a:ext uri="{FF2B5EF4-FFF2-40B4-BE49-F238E27FC236}">
                <a16:creationId xmlns:a16="http://schemas.microsoft.com/office/drawing/2014/main" id="{43C95E20-6C1B-4002-A8B8-3AE2B60F817F}"/>
              </a:ext>
            </a:extLst>
          </p:cNvPr>
          <p:cNvGraphicFramePr>
            <a:graphicFrameLocks/>
          </p:cNvGraphicFramePr>
          <p:nvPr>
            <p:extLst>
              <p:ext uri="{D42A27DB-BD31-4B8C-83A1-F6EECF244321}">
                <p14:modId xmlns:p14="http://schemas.microsoft.com/office/powerpoint/2010/main" val="3591772515"/>
              </p:ext>
            </p:extLst>
          </p:nvPr>
        </p:nvGraphicFramePr>
        <p:xfrm>
          <a:off x="335361" y="1066800"/>
          <a:ext cx="11521680" cy="5513971"/>
        </p:xfrm>
        <a:graphic>
          <a:graphicData uri="http://schemas.openxmlformats.org/drawingml/2006/table">
            <a:tbl>
              <a:tblPr>
                <a:tableStyleId>{6E25E649-3F16-4E02-A733-19D2CDBF48F0}</a:tableStyleId>
              </a:tblPr>
              <a:tblGrid>
                <a:gridCol w="951620">
                  <a:extLst>
                    <a:ext uri="{9D8B030D-6E8A-4147-A177-3AD203B41FA5}">
                      <a16:colId xmlns:a16="http://schemas.microsoft.com/office/drawing/2014/main" val="2505522250"/>
                    </a:ext>
                  </a:extLst>
                </a:gridCol>
                <a:gridCol w="1585509">
                  <a:extLst>
                    <a:ext uri="{9D8B030D-6E8A-4147-A177-3AD203B41FA5}">
                      <a16:colId xmlns:a16="http://schemas.microsoft.com/office/drawing/2014/main" val="996791291"/>
                    </a:ext>
                  </a:extLst>
                </a:gridCol>
                <a:gridCol w="1736510">
                  <a:extLst>
                    <a:ext uri="{9D8B030D-6E8A-4147-A177-3AD203B41FA5}">
                      <a16:colId xmlns:a16="http://schemas.microsoft.com/office/drawing/2014/main" val="2509323827"/>
                    </a:ext>
                  </a:extLst>
                </a:gridCol>
                <a:gridCol w="1736510">
                  <a:extLst>
                    <a:ext uri="{9D8B030D-6E8A-4147-A177-3AD203B41FA5}">
                      <a16:colId xmlns:a16="http://schemas.microsoft.com/office/drawing/2014/main" val="3520749589"/>
                    </a:ext>
                  </a:extLst>
                </a:gridCol>
                <a:gridCol w="1917659">
                  <a:extLst>
                    <a:ext uri="{9D8B030D-6E8A-4147-A177-3AD203B41FA5}">
                      <a16:colId xmlns:a16="http://schemas.microsoft.com/office/drawing/2014/main" val="598142751"/>
                    </a:ext>
                  </a:extLst>
                </a:gridCol>
                <a:gridCol w="1744047">
                  <a:extLst>
                    <a:ext uri="{9D8B030D-6E8A-4147-A177-3AD203B41FA5}">
                      <a16:colId xmlns:a16="http://schemas.microsoft.com/office/drawing/2014/main" val="3753306846"/>
                    </a:ext>
                  </a:extLst>
                </a:gridCol>
                <a:gridCol w="1849825">
                  <a:extLst>
                    <a:ext uri="{9D8B030D-6E8A-4147-A177-3AD203B41FA5}">
                      <a16:colId xmlns:a16="http://schemas.microsoft.com/office/drawing/2014/main" val="3045371412"/>
                    </a:ext>
                  </a:extLst>
                </a:gridCol>
              </a:tblGrid>
              <a:tr h="582267">
                <a:tc>
                  <a:txBody>
                    <a:bodyPr/>
                    <a:lstStyle/>
                    <a:p>
                      <a:pPr algn="l" fontAlgn="base"/>
                      <a:br>
                        <a:rPr lang="en-US" sz="1100" dirty="0">
                          <a:effectLst/>
                          <a:hlinkClick r:id="rId2"/>
                        </a:rPr>
                      </a:br>
                      <a:endParaRPr lang="en-US" sz="1100" b="1" dirty="0">
                        <a:solidFill>
                          <a:srgbClr val="1D1D1D"/>
                        </a:solidFill>
                        <a:effectLst/>
                      </a:endParaRPr>
                    </a:p>
                  </a:txBody>
                  <a:tcPr marL="72019" marR="72019" marT="36009" marB="36009" anchor="ctr">
                    <a:lnL>
                      <a:noFill/>
                    </a:lnL>
                    <a:lnR w="12700" cap="flat" cmpd="sng" algn="ctr">
                      <a:noFill/>
                      <a:prstDash val="solid"/>
                      <a:round/>
                      <a:headEnd type="none" w="med" len="med"/>
                      <a:tailEnd type="none" w="med" len="med"/>
                    </a:lnR>
                    <a:lnT w="254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ase"/>
                      <a:r>
                        <a:rPr lang="en-US" sz="1400" b="1" dirty="0">
                          <a:solidFill>
                            <a:schemeClr val="bg1"/>
                          </a:solidFill>
                          <a:effectLst/>
                        </a:rPr>
                        <a:t>PSOC™ Control C3 </a:t>
                      </a:r>
                      <a:br>
                        <a:rPr lang="en-US" sz="1400" b="1" dirty="0">
                          <a:solidFill>
                            <a:schemeClr val="bg1"/>
                          </a:solidFill>
                          <a:effectLst/>
                        </a:rPr>
                      </a:br>
                      <a:r>
                        <a:rPr lang="en-US" sz="1400" b="1" dirty="0">
                          <a:solidFill>
                            <a:schemeClr val="bg1"/>
                          </a:solidFill>
                          <a:effectLst/>
                        </a:rPr>
                        <a:t>Entry Line</a:t>
                      </a:r>
                    </a:p>
                  </a:txBody>
                  <a:tcPr marL="72019" marR="72019" marT="36009" marB="36009" anchor="ctr">
                    <a:lnL w="12700" cap="flat" cmpd="sng" algn="ctr">
                      <a:noFill/>
                      <a:prstDash val="solid"/>
                      <a:round/>
                      <a:headEnd type="none" w="med" len="med"/>
                      <a:tailEnd type="none" w="med" len="med"/>
                    </a:lnL>
                    <a:lnR w="9525" cap="flat" cmpd="sng" algn="ctr">
                      <a:solidFill>
                        <a:schemeClr val="tx2"/>
                      </a:solidFill>
                      <a:prstDash val="solid"/>
                      <a:round/>
                      <a:headEnd type="none" w="med" len="med"/>
                      <a:tailEnd type="none" w="med" len="med"/>
                    </a:lnR>
                    <a:lnT w="254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3B9B91"/>
                    </a:solidFill>
                  </a:tcPr>
                </a:tc>
                <a:tc hMerge="1">
                  <a:txBody>
                    <a:bodyPr/>
                    <a:lstStyle/>
                    <a:p>
                      <a:endParaRPr lang="de-DE"/>
                    </a:p>
                  </a:txBody>
                  <a:tcPr/>
                </a:tc>
                <a:tc>
                  <a:txBody>
                    <a:bodyPr/>
                    <a:lstStyle/>
                    <a:p>
                      <a:pPr algn="ctr" fontAlgn="base"/>
                      <a:endParaRPr lang="en-US" sz="1400" b="1" dirty="0">
                        <a:solidFill>
                          <a:schemeClr val="bg1"/>
                        </a:solidFill>
                        <a:effectLst/>
                      </a:endParaRPr>
                    </a:p>
                  </a:txBody>
                  <a:tcPr marL="72019" marR="72019" marT="36009" marB="36009"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p>
                      <a:pPr algn="ctr" fontAlgn="base"/>
                      <a:r>
                        <a:rPr lang="en-US" sz="1400" b="1" dirty="0">
                          <a:solidFill>
                            <a:schemeClr val="bg1"/>
                          </a:solidFill>
                          <a:effectLst/>
                        </a:rPr>
                        <a:t>PSOC™ Control C3 </a:t>
                      </a:r>
                      <a:br>
                        <a:rPr lang="en-US" sz="1400" b="1" dirty="0">
                          <a:solidFill>
                            <a:schemeClr val="bg1"/>
                          </a:solidFill>
                          <a:effectLst/>
                        </a:rPr>
                      </a:br>
                      <a:r>
                        <a:rPr lang="en-US" sz="1400" b="1" dirty="0">
                          <a:solidFill>
                            <a:schemeClr val="bg1"/>
                          </a:solidFill>
                          <a:effectLst/>
                        </a:rPr>
                        <a:t>Main Line</a:t>
                      </a:r>
                    </a:p>
                  </a:txBody>
                  <a:tcPr marL="72019" marR="72019" marT="36009" marB="36009"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l" fontAlgn="base"/>
                      <a:endParaRPr lang="en-US" sz="1400" b="1" dirty="0">
                        <a:solidFill>
                          <a:srgbClr val="1D1D1D"/>
                        </a:solidFill>
                        <a:effectLst/>
                      </a:endParaRPr>
                    </a:p>
                  </a:txBody>
                  <a:tcPr marL="72019" marR="72019" marT="36009" marB="36009">
                    <a:lnL w="9525" cap="flat" cmpd="sng" algn="ctr">
                      <a:solidFill>
                        <a:schemeClr val="tx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ase"/>
                      <a:r>
                        <a:rPr lang="de-DE" sz="1400" b="1" dirty="0">
                          <a:solidFill>
                            <a:schemeClr val="bg1"/>
                          </a:solidFill>
                          <a:effectLst/>
                        </a:rPr>
                        <a:t>PSOC™ Control C3 Performance Line</a:t>
                      </a:r>
                    </a:p>
                  </a:txBody>
                  <a:tcPr marL="72019" marR="72019" marT="36009" marB="36009" anchor="ctr">
                    <a:lnL w="9525" cap="flat" cmpd="sng" algn="ctr">
                      <a:solidFill>
                        <a:schemeClr val="tx2"/>
                      </a:solidFill>
                      <a:prstDash val="solid"/>
                      <a:round/>
                      <a:headEnd type="none" w="med" len="med"/>
                      <a:tailEnd type="none" w="med" len="med"/>
                    </a:lnL>
                    <a:lnR>
                      <a:noFill/>
                    </a:lnR>
                    <a:lnT w="254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360648962"/>
                  </a:ext>
                </a:extLst>
              </a:tr>
              <a:tr h="345626">
                <a:tc>
                  <a:txBody>
                    <a:bodyPr/>
                    <a:lstStyle/>
                    <a:p>
                      <a:pPr algn="l"/>
                      <a:r>
                        <a:rPr lang="de-DE" sz="1100" b="1" dirty="0">
                          <a:solidFill>
                            <a:schemeClr val="tx1">
                              <a:lumMod val="75000"/>
                              <a:lumOff val="25000"/>
                            </a:schemeClr>
                          </a:solidFill>
                          <a:effectLst/>
                        </a:rPr>
                        <a:t>Variant</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dirty="0">
                          <a:solidFill>
                            <a:schemeClr val="tx2"/>
                          </a:solidFill>
                          <a:effectLst/>
                        </a:rPr>
                        <a:t>C3M1 / C3P1</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a:solidFill>
                            <a:schemeClr val="tx2"/>
                          </a:solidFill>
                          <a:effectLst/>
                        </a:rPr>
                        <a:t>C3M3 / C3P2</a:t>
                      </a:r>
                      <a:endParaRPr lang="en-US" sz="1200" b="1" dirty="0">
                        <a:solidFill>
                          <a:schemeClr val="tx2"/>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kern="1200" dirty="0">
                          <a:solidFill>
                            <a:schemeClr val="tx2"/>
                          </a:solidFill>
                          <a:effectLst/>
                          <a:latin typeface="+mn-lt"/>
                          <a:ea typeface="+mn-ea"/>
                          <a:cs typeface="+mn-cs"/>
                        </a:rPr>
                        <a:t>C3M4 / C3P4</a:t>
                      </a:r>
                      <a:endParaRPr lang="en-US" sz="1200" b="1" dirty="0">
                        <a:solidFill>
                          <a:schemeClr val="tx2"/>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kern="1200" dirty="0">
                          <a:solidFill>
                            <a:schemeClr val="tx2"/>
                          </a:solidFill>
                          <a:effectLst/>
                          <a:latin typeface="+mn-lt"/>
                          <a:ea typeface="+mn-ea"/>
                          <a:cs typeface="+mn-cs"/>
                        </a:rPr>
                        <a:t>C3M5 / C3P5</a:t>
                      </a:r>
                      <a:endParaRPr lang="en-US" sz="1200" b="1" dirty="0">
                        <a:solidFill>
                          <a:schemeClr val="tx2"/>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kern="1200" dirty="0">
                          <a:solidFill>
                            <a:schemeClr val="tx2"/>
                          </a:solidFill>
                          <a:effectLst/>
                          <a:latin typeface="+mn-lt"/>
                          <a:ea typeface="+mn-ea"/>
                          <a:cs typeface="+mn-cs"/>
                        </a:rPr>
                        <a:t>C3M6 / C3P6</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kern="1200" dirty="0">
                          <a:solidFill>
                            <a:schemeClr val="tx2"/>
                          </a:solidFill>
                          <a:effectLst/>
                          <a:latin typeface="+mn-lt"/>
                          <a:ea typeface="+mn-ea"/>
                          <a:cs typeface="+mn-cs"/>
                        </a:rPr>
                        <a:t>C3M7-8 / C3P7-8</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4613498"/>
                  </a:ext>
                </a:extLst>
              </a:tr>
              <a:tr h="345626">
                <a:tc>
                  <a:txBody>
                    <a:bodyPr/>
                    <a:lstStyle/>
                    <a:p>
                      <a:pPr algn="l"/>
                      <a:r>
                        <a:rPr lang="de-DE" sz="1100" b="1" dirty="0">
                          <a:solidFill>
                            <a:schemeClr val="tx1">
                              <a:lumMod val="75000"/>
                              <a:lumOff val="25000"/>
                            </a:schemeClr>
                          </a:solidFill>
                          <a:effectLst/>
                        </a:rPr>
                        <a:t>Processing</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dirty="0">
                          <a:solidFill>
                            <a:schemeClr val="tx1"/>
                          </a:solidFill>
                          <a:effectLst/>
                        </a:rPr>
                        <a:t>Single Core M33 @100MHz</a:t>
                      </a:r>
                      <a:endParaRPr lang="en-US"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solidFill>
                            <a:schemeClr val="tx1"/>
                          </a:solidFill>
                          <a:effectLst/>
                        </a:rPr>
                        <a:t>Single Core M33 @100MHz</a:t>
                      </a:r>
                      <a:endParaRPr lang="en-US"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a:solidFill>
                            <a:schemeClr val="tx1"/>
                          </a:solidFill>
                          <a:effectLst/>
                        </a:rPr>
                        <a:t>Single Core M33 @180MHz</a:t>
                      </a:r>
                      <a:endParaRPr lang="en-US"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Single Core M33 </a:t>
                      </a:r>
                      <a:br>
                        <a:rPr lang="en-US" sz="1100" kern="1200" dirty="0">
                          <a:solidFill>
                            <a:schemeClr val="tx1"/>
                          </a:solidFill>
                          <a:effectLst/>
                          <a:latin typeface="+mn-lt"/>
                          <a:ea typeface="+mn-ea"/>
                          <a:cs typeface="+mn-cs"/>
                        </a:rPr>
                      </a:br>
                      <a:r>
                        <a:rPr lang="en-US" sz="1100" kern="1200" dirty="0">
                          <a:solidFill>
                            <a:schemeClr val="tx1"/>
                          </a:solidFill>
                          <a:effectLst/>
                          <a:latin typeface="+mn-lt"/>
                          <a:ea typeface="+mn-ea"/>
                          <a:cs typeface="+mn-cs"/>
                        </a:rPr>
                        <a:t>@180MHz</a:t>
                      </a:r>
                      <a:endParaRPr lang="en-US"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1400" b="0" dirty="0">
                        <a:solidFill>
                          <a:srgbClr val="1D1D1D"/>
                        </a:solidFill>
                        <a:effectLst/>
                      </a:endParaRPr>
                    </a:p>
                  </a:txBody>
                  <a:tcPr marL="72019" marR="72019" marT="36009" marB="36009">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Single Core M33 @180MHz</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0980334"/>
                  </a:ext>
                </a:extLst>
              </a:tr>
              <a:tr h="34562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de-DE" sz="1100" b="1" dirty="0">
                          <a:solidFill>
                            <a:schemeClr val="tx1">
                              <a:lumMod val="75000"/>
                              <a:lumOff val="25000"/>
                            </a:schemeClr>
                          </a:solidFill>
                          <a:effectLst/>
                        </a:rPr>
                        <a:t>Accelerator</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N</a:t>
                      </a:r>
                      <a:r>
                        <a:rPr lang="en-US" altLang="zh-CN" sz="1100" kern="1200" dirty="0">
                          <a:solidFill>
                            <a:schemeClr val="tx1"/>
                          </a:solidFill>
                          <a:effectLst/>
                          <a:latin typeface="+mn-lt"/>
                          <a:ea typeface="+mn-ea"/>
                          <a:cs typeface="+mn-cs"/>
                        </a:rPr>
                        <a:t>o</a:t>
                      </a:r>
                      <a:endParaRPr lang="en-US" sz="1100" kern="1200" dirty="0">
                        <a:solidFill>
                          <a:schemeClr val="tx1"/>
                        </a:solidFill>
                        <a:effectLst/>
                        <a:latin typeface="+mn-lt"/>
                        <a:ea typeface="+mn-ea"/>
                        <a:cs typeface="+mn-cs"/>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mn-lt"/>
                          <a:ea typeface="+mn-ea"/>
                          <a:cs typeface="+mn-cs"/>
                        </a:rPr>
                        <a:t>CORDIC</a:t>
                      </a:r>
                      <a:endParaRPr lang="en-US" sz="1100" kern="1200" dirty="0">
                        <a:solidFill>
                          <a:schemeClr val="tx1"/>
                        </a:solidFill>
                        <a:effectLst/>
                        <a:latin typeface="+mn-lt"/>
                        <a:ea typeface="+mn-ea"/>
                        <a:cs typeface="+mn-cs"/>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mn-lt"/>
                          <a:ea typeface="+mn-ea"/>
                          <a:cs typeface="+mn-cs"/>
                        </a:rPr>
                        <a:t>N</a:t>
                      </a:r>
                      <a:r>
                        <a:rPr lang="en-US" altLang="zh-CN" sz="1100" kern="1200">
                          <a:solidFill>
                            <a:schemeClr val="tx1"/>
                          </a:solidFill>
                          <a:effectLst/>
                          <a:latin typeface="+mn-lt"/>
                          <a:ea typeface="+mn-ea"/>
                          <a:cs typeface="+mn-cs"/>
                        </a:rPr>
                        <a:t>o</a:t>
                      </a:r>
                      <a:endParaRPr lang="en-US" sz="1100" kern="1200" dirty="0">
                        <a:solidFill>
                          <a:schemeClr val="tx1"/>
                        </a:solidFill>
                        <a:effectLst/>
                        <a:latin typeface="+mn-lt"/>
                        <a:ea typeface="+mn-ea"/>
                        <a:cs typeface="+mn-cs"/>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mn-lt"/>
                          <a:ea typeface="+mn-ea"/>
                          <a:cs typeface="+mn-cs"/>
                        </a:rPr>
                        <a:t>CORDIC</a:t>
                      </a:r>
                      <a:endParaRPr lang="en-US" sz="1100" kern="1200" dirty="0">
                        <a:solidFill>
                          <a:schemeClr val="tx1"/>
                        </a:solidFill>
                        <a:effectLst/>
                        <a:latin typeface="+mn-lt"/>
                        <a:ea typeface="+mn-ea"/>
                        <a:cs typeface="+mn-cs"/>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CORDIC, </a:t>
                      </a:r>
                      <a:r>
                        <a:rPr lang="en-US" sz="1100" b="1" kern="1200" dirty="0">
                          <a:solidFill>
                            <a:schemeClr val="tx1"/>
                          </a:solidFill>
                          <a:effectLst/>
                          <a:latin typeface="+mn-lt"/>
                          <a:ea typeface="+mn-ea"/>
                          <a:cs typeface="+mn-cs"/>
                        </a:rPr>
                        <a:t>3x3p3z filters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dirty="0">
                          <a:solidFill>
                            <a:schemeClr val="tx1"/>
                          </a:solidFill>
                          <a:effectLst/>
                        </a:rPr>
                        <a:t>PPCA (2x M33 @200MHz), CORDIC</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8433510"/>
                  </a:ext>
                </a:extLst>
              </a:tr>
              <a:tr h="466999">
                <a:tc>
                  <a:txBody>
                    <a:bodyPr/>
                    <a:lstStyle/>
                    <a:p>
                      <a:pPr algn="l"/>
                      <a:r>
                        <a:rPr lang="de-DE" sz="1100" b="1" dirty="0">
                          <a:solidFill>
                            <a:schemeClr val="tx1">
                              <a:lumMod val="75000"/>
                              <a:lumOff val="25000"/>
                            </a:schemeClr>
                          </a:solidFill>
                          <a:effectLst/>
                        </a:rPr>
                        <a:t>Memory</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Up to 256KB Flash</a:t>
                      </a:r>
                      <a:br>
                        <a:rPr lang="de-DE" sz="1100" dirty="0">
                          <a:solidFill>
                            <a:schemeClr val="tx1"/>
                          </a:solidFill>
                          <a:effectLst/>
                        </a:rPr>
                      </a:br>
                      <a:r>
                        <a:rPr lang="de-DE" sz="1100" dirty="0">
                          <a:solidFill>
                            <a:schemeClr val="tx1"/>
                          </a:solidFill>
                          <a:effectLst/>
                        </a:rPr>
                        <a:t>32-64kB RAM</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Up to 256KB Flash</a:t>
                      </a:r>
                      <a:br>
                        <a:rPr lang="de-DE" sz="1100">
                          <a:solidFill>
                            <a:schemeClr val="tx1"/>
                          </a:solidFill>
                          <a:effectLst/>
                        </a:rPr>
                      </a:br>
                      <a:r>
                        <a:rPr lang="de-DE" sz="1100">
                          <a:solidFill>
                            <a:schemeClr val="tx1"/>
                          </a:solidFill>
                          <a:effectLst/>
                        </a:rPr>
                        <a:t>32kB RAM</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Up to 256KB Flash</a:t>
                      </a:r>
                      <a:br>
                        <a:rPr lang="de-DE" sz="1100" dirty="0">
                          <a:solidFill>
                            <a:schemeClr val="tx1"/>
                          </a:solidFill>
                          <a:effectLst/>
                        </a:rPr>
                      </a:br>
                      <a:r>
                        <a:rPr lang="de-DE" sz="1100" dirty="0">
                          <a:solidFill>
                            <a:schemeClr val="tx1"/>
                          </a:solidFill>
                          <a:effectLst/>
                        </a:rPr>
                        <a:t>64kB RAM</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Up to 256KB Flash</a:t>
                      </a:r>
                      <a:br>
                        <a:rPr lang="de-DE" sz="1100" dirty="0">
                          <a:solidFill>
                            <a:schemeClr val="tx1"/>
                          </a:solidFill>
                          <a:effectLst/>
                        </a:rPr>
                      </a:br>
                      <a:r>
                        <a:rPr lang="de-DE" sz="1100" dirty="0">
                          <a:solidFill>
                            <a:schemeClr val="tx1"/>
                          </a:solidFill>
                          <a:effectLst/>
                        </a:rPr>
                        <a:t>64kB RAM( ECC+RWW)</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dirty="0">
                          <a:solidFill>
                            <a:schemeClr val="tx1"/>
                          </a:solidFill>
                          <a:effectLst/>
                        </a:rPr>
                        <a:t>Up to </a:t>
                      </a:r>
                      <a:r>
                        <a:rPr lang="de-DE" sz="1100" b="1" dirty="0">
                          <a:solidFill>
                            <a:schemeClr val="tx1"/>
                          </a:solidFill>
                          <a:effectLst/>
                        </a:rPr>
                        <a:t>512KB</a:t>
                      </a:r>
                      <a:r>
                        <a:rPr lang="de-DE" sz="1100" dirty="0">
                          <a:solidFill>
                            <a:schemeClr val="tx1"/>
                          </a:solidFill>
                          <a:effectLst/>
                        </a:rPr>
                        <a:t> Flash</a:t>
                      </a:r>
                      <a:br>
                        <a:rPr lang="de-DE" sz="1100" dirty="0">
                          <a:solidFill>
                            <a:schemeClr val="tx1"/>
                          </a:solidFill>
                          <a:effectLst/>
                        </a:rPr>
                      </a:br>
                      <a:r>
                        <a:rPr lang="de-DE" sz="1100" b="1" dirty="0">
                          <a:solidFill>
                            <a:schemeClr val="tx1"/>
                          </a:solidFill>
                          <a:effectLst/>
                        </a:rPr>
                        <a:t>128kB</a:t>
                      </a:r>
                      <a:r>
                        <a:rPr lang="de-DE" sz="1100" dirty="0">
                          <a:solidFill>
                            <a:schemeClr val="tx1"/>
                          </a:solidFill>
                          <a:effectLst/>
                        </a:rPr>
                        <a:t> RAM( ECC+RWW)</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Up to 512KB Flash</a:t>
                      </a:r>
                      <a:br>
                        <a:rPr lang="de-DE" sz="1100" dirty="0">
                          <a:solidFill>
                            <a:schemeClr val="tx1"/>
                          </a:solidFill>
                          <a:effectLst/>
                        </a:rPr>
                      </a:br>
                      <a:r>
                        <a:rPr lang="de-DE" sz="1100" dirty="0">
                          <a:solidFill>
                            <a:schemeClr val="tx1"/>
                          </a:solidFill>
                          <a:effectLst/>
                        </a:rPr>
                        <a:t>128kB RAM</a:t>
                      </a:r>
                      <a:r>
                        <a:rPr lang="de-DE" sz="1100" b="0" dirty="0">
                          <a:solidFill>
                            <a:schemeClr val="tx1"/>
                          </a:solidFill>
                          <a:effectLst/>
                        </a:rPr>
                        <a:t> (112kB PPCA)</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7022056"/>
                  </a:ext>
                </a:extLst>
              </a:tr>
              <a:tr h="662086">
                <a:tc>
                  <a:txBody>
                    <a:bodyPr/>
                    <a:lstStyle/>
                    <a:p>
                      <a:pPr algn="l"/>
                      <a:r>
                        <a:rPr lang="de-DE" sz="1100" b="1" dirty="0">
                          <a:solidFill>
                            <a:schemeClr val="tx1">
                              <a:lumMod val="75000"/>
                              <a:lumOff val="25000"/>
                            </a:schemeClr>
                          </a:solidFill>
                          <a:effectLst/>
                        </a:rPr>
                        <a:t>Analog Peripherals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5 Msps</a:t>
                      </a:r>
                      <a:br>
                        <a:rPr lang="de-DE" sz="1100">
                          <a:solidFill>
                            <a:schemeClr val="tx1"/>
                          </a:solidFill>
                          <a:effectLst/>
                        </a:rPr>
                      </a:br>
                      <a:r>
                        <a:rPr lang="de-DE" sz="1100">
                          <a:solidFill>
                            <a:schemeClr val="tx1"/>
                          </a:solidFill>
                          <a:effectLst/>
                        </a:rPr>
                        <a:t>22 ch. 4x S/H</a:t>
                      </a:r>
                      <a:br>
                        <a:rPr lang="de-DE" sz="1100">
                          <a:solidFill>
                            <a:schemeClr val="tx1"/>
                          </a:solidFill>
                          <a:effectLst/>
                        </a:rPr>
                      </a:br>
                      <a:r>
                        <a:rPr lang="de-DE" sz="1100">
                          <a:solidFill>
                            <a:schemeClr val="tx1"/>
                          </a:solidFill>
                          <a:effectLst/>
                        </a:rPr>
                        <a:t>3x OpAmps</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6 Msps</a:t>
                      </a:r>
                      <a:br>
                        <a:rPr lang="de-DE" sz="1100">
                          <a:solidFill>
                            <a:schemeClr val="tx1"/>
                          </a:solidFill>
                          <a:effectLst/>
                        </a:rPr>
                      </a:br>
                      <a:r>
                        <a:rPr lang="de-DE" sz="1100">
                          <a:solidFill>
                            <a:schemeClr val="tx1"/>
                          </a:solidFill>
                          <a:effectLst/>
                        </a:rPr>
                        <a:t>16 ch. 16x S/H</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9 Msps</a:t>
                      </a:r>
                      <a:br>
                        <a:rPr lang="de-DE" sz="1100">
                          <a:solidFill>
                            <a:schemeClr val="tx1"/>
                          </a:solidFill>
                          <a:effectLst/>
                        </a:rPr>
                      </a:br>
                      <a:r>
                        <a:rPr lang="de-DE" sz="1100">
                          <a:solidFill>
                            <a:schemeClr val="tx1"/>
                          </a:solidFill>
                          <a:effectLst/>
                        </a:rPr>
                        <a:t>22 ch. 4x S/H</a:t>
                      </a:r>
                    </a:p>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3x OpAmps</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12 Msps</a:t>
                      </a:r>
                      <a:br>
                        <a:rPr lang="de-DE" sz="1100" dirty="0">
                          <a:solidFill>
                            <a:schemeClr val="tx1"/>
                          </a:solidFill>
                          <a:effectLst/>
                        </a:rPr>
                      </a:br>
                      <a:r>
                        <a:rPr lang="de-DE" sz="1100" dirty="0">
                          <a:solidFill>
                            <a:schemeClr val="tx1"/>
                          </a:solidFill>
                          <a:effectLst/>
                        </a:rPr>
                        <a:t>18 ch. 16 S/H, 5 CSG</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b="1" dirty="0">
                          <a:solidFill>
                            <a:schemeClr val="tx1"/>
                          </a:solidFill>
                          <a:effectLst/>
                        </a:rPr>
                        <a:t>9 Msps</a:t>
                      </a:r>
                      <a:br>
                        <a:rPr lang="de-DE" sz="1100" dirty="0">
                          <a:solidFill>
                            <a:schemeClr val="tx1"/>
                          </a:solidFill>
                          <a:effectLst/>
                        </a:rPr>
                      </a:br>
                      <a:r>
                        <a:rPr lang="de-DE" sz="1100" b="1" dirty="0">
                          <a:solidFill>
                            <a:schemeClr val="tx1"/>
                          </a:solidFill>
                          <a:effectLst/>
                        </a:rPr>
                        <a:t>24 ch</a:t>
                      </a:r>
                      <a:r>
                        <a:rPr lang="de-DE" sz="1100" dirty="0">
                          <a:solidFill>
                            <a:schemeClr val="tx1"/>
                          </a:solidFill>
                          <a:effectLst/>
                        </a:rPr>
                        <a:t>. 16 S/H</a:t>
                      </a:r>
                      <a:br>
                        <a:rPr lang="de-DE" sz="1100" dirty="0">
                          <a:solidFill>
                            <a:schemeClr val="tx1"/>
                          </a:solidFill>
                          <a:effectLst/>
                        </a:rPr>
                      </a:br>
                      <a:r>
                        <a:rPr lang="de-DE" sz="1100" b="1" dirty="0">
                          <a:solidFill>
                            <a:schemeClr val="tx1"/>
                          </a:solidFill>
                          <a:effectLst/>
                        </a:rPr>
                        <a:t>4x OpAmps</a:t>
                      </a:r>
                      <a:r>
                        <a:rPr lang="de-DE" sz="1100" b="1" kern="1200" dirty="0">
                          <a:solidFill>
                            <a:schemeClr val="tx1"/>
                          </a:solidFill>
                          <a:effectLst/>
                          <a:latin typeface="+mn-lt"/>
                          <a:ea typeface="+mn-ea"/>
                          <a:cs typeface="+mn-cs"/>
                        </a:rPr>
                        <a:t>, 9 CSG,2x12-bit DAC</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chemeClr val="tx1"/>
                          </a:solidFill>
                          <a:effectLst/>
                        </a:rPr>
                        <a:t>25 Msps</a:t>
                      </a:r>
                      <a:br>
                        <a:rPr lang="en-US" sz="1100" b="0">
                          <a:solidFill>
                            <a:schemeClr val="tx1"/>
                          </a:solidFill>
                          <a:effectLst/>
                        </a:rPr>
                      </a:br>
                      <a:r>
                        <a:rPr lang="en-US" sz="1100" b="0">
                          <a:solidFill>
                            <a:schemeClr val="tx1"/>
                          </a:solidFill>
                          <a:effectLst/>
                        </a:rPr>
                        <a:t>48 ch. </a:t>
                      </a:r>
                      <a:r>
                        <a:rPr lang="de-DE" sz="1100">
                          <a:solidFill>
                            <a:schemeClr val="tx1"/>
                          </a:solidFill>
                          <a:effectLst/>
                        </a:rPr>
                        <a:t>16 S/H</a:t>
                      </a:r>
                      <a:br>
                        <a:rPr lang="de-DE" sz="1100">
                          <a:solidFill>
                            <a:schemeClr val="tx1"/>
                          </a:solidFill>
                          <a:effectLst/>
                        </a:rPr>
                      </a:br>
                      <a:r>
                        <a:rPr lang="de-DE" sz="1100">
                          <a:solidFill>
                            <a:schemeClr val="tx1"/>
                          </a:solidFill>
                          <a:effectLst/>
                        </a:rPr>
                        <a:t>12-bit DAC</a:t>
                      </a:r>
                      <a:endParaRPr lang="en-US"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4760558"/>
                  </a:ext>
                </a:extLst>
              </a:tr>
              <a:tr h="662086">
                <a:tc>
                  <a:txBody>
                    <a:bodyPr/>
                    <a:lstStyle/>
                    <a:p>
                      <a:pPr algn="l"/>
                      <a:r>
                        <a:rPr lang="en-US" sz="1100" b="1" dirty="0">
                          <a:solidFill>
                            <a:schemeClr val="tx1">
                              <a:lumMod val="75000"/>
                              <a:lumOff val="25000"/>
                            </a:schemeClr>
                          </a:solidFill>
                          <a:effectLst/>
                        </a:rPr>
                        <a:t>Digital Peripherals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8x 16-bit TCPWM</a:t>
                      </a:r>
                      <a:br>
                        <a:rPr lang="de-DE" sz="1100" dirty="0">
                          <a:solidFill>
                            <a:schemeClr val="tx1"/>
                          </a:solidFill>
                          <a:effectLst/>
                        </a:rPr>
                      </a:br>
                      <a:r>
                        <a:rPr lang="de-DE" sz="1100" dirty="0">
                          <a:solidFill>
                            <a:schemeClr val="tx1"/>
                          </a:solidFill>
                          <a:effectLst/>
                        </a:rPr>
                        <a:t>4x 32-bit PWM</a:t>
                      </a:r>
                      <a:br>
                        <a:rPr lang="de-DE" sz="1100" dirty="0">
                          <a:solidFill>
                            <a:schemeClr val="tx1"/>
                          </a:solidFill>
                          <a:effectLst/>
                        </a:rPr>
                      </a:br>
                      <a:r>
                        <a:rPr lang="de-DE" sz="1100" dirty="0">
                          <a:solidFill>
                            <a:schemeClr val="tx1"/>
                          </a:solidFill>
                          <a:effectLst/>
                        </a:rPr>
                        <a:t>1x Encoder/Hall-IF</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a:solidFill>
                            <a:schemeClr val="tx1"/>
                          </a:solidFill>
                          <a:effectLst/>
                        </a:rPr>
                        <a:t>16x 16-bit TCPWM</a:t>
                      </a:r>
                      <a:br>
                        <a:rPr lang="de-DE" sz="1100">
                          <a:solidFill>
                            <a:schemeClr val="tx1"/>
                          </a:solidFill>
                          <a:effectLst/>
                        </a:rPr>
                      </a:br>
                      <a:r>
                        <a:rPr lang="de-DE" sz="1100">
                          <a:solidFill>
                            <a:schemeClr val="tx1"/>
                          </a:solidFill>
                          <a:effectLst/>
                        </a:rPr>
                        <a:t>4x 32-bit PWM</a:t>
                      </a:r>
                      <a:br>
                        <a:rPr lang="de-DE" sz="1100">
                          <a:solidFill>
                            <a:schemeClr val="tx1"/>
                          </a:solidFill>
                          <a:effectLst/>
                        </a:rPr>
                      </a:br>
                      <a:r>
                        <a:rPr lang="de-DE" sz="1100">
                          <a:solidFill>
                            <a:schemeClr val="tx1"/>
                          </a:solidFill>
                          <a:effectLst/>
                        </a:rPr>
                        <a:t>1x Encoder/Hall-IF</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kern="1200" dirty="0">
                          <a:solidFill>
                            <a:schemeClr val="tx1"/>
                          </a:solidFill>
                          <a:effectLst/>
                          <a:latin typeface="+mn-lt"/>
                          <a:ea typeface="+mn-ea"/>
                          <a:cs typeface="+mn-cs"/>
                        </a:rPr>
                        <a:t>8x 16-bit TCPWM</a:t>
                      </a:r>
                      <a:br>
                        <a:rPr lang="de-DE" sz="1100" kern="1200" dirty="0">
                          <a:solidFill>
                            <a:schemeClr val="tx1"/>
                          </a:solidFill>
                          <a:effectLst/>
                          <a:latin typeface="+mn-lt"/>
                          <a:ea typeface="+mn-ea"/>
                          <a:cs typeface="+mn-cs"/>
                        </a:rPr>
                      </a:br>
                      <a:r>
                        <a:rPr lang="de-DE" sz="1100" kern="1200" dirty="0">
                          <a:solidFill>
                            <a:schemeClr val="tx1"/>
                          </a:solidFill>
                          <a:effectLst/>
                          <a:latin typeface="+mn-lt"/>
                          <a:ea typeface="+mn-ea"/>
                          <a:cs typeface="+mn-cs"/>
                        </a:rPr>
                        <a:t>4x 32-bit PWM</a:t>
                      </a:r>
                      <a:br>
                        <a:rPr lang="de-DE" sz="1100" kern="1200" dirty="0">
                          <a:solidFill>
                            <a:schemeClr val="tx1"/>
                          </a:solidFill>
                          <a:effectLst/>
                          <a:latin typeface="+mn-lt"/>
                          <a:ea typeface="+mn-ea"/>
                          <a:cs typeface="+mn-cs"/>
                        </a:rPr>
                      </a:br>
                      <a:r>
                        <a:rPr lang="de-DE" sz="1100" kern="1200" dirty="0">
                          <a:solidFill>
                            <a:schemeClr val="tx1"/>
                          </a:solidFill>
                          <a:effectLst/>
                          <a:latin typeface="+mn-lt"/>
                          <a:ea typeface="+mn-ea"/>
                          <a:cs typeface="+mn-cs"/>
                        </a:rPr>
                        <a:t>1x </a:t>
                      </a:r>
                      <a:r>
                        <a:rPr lang="de-DE" sz="1100" dirty="0">
                          <a:solidFill>
                            <a:schemeClr val="tx1"/>
                          </a:solidFill>
                          <a:effectLst/>
                        </a:rPr>
                        <a:t>Encoder/Hall-IF</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kern="1200" dirty="0">
                          <a:solidFill>
                            <a:schemeClr val="tx1"/>
                          </a:solidFill>
                          <a:effectLst/>
                          <a:latin typeface="+mn-lt"/>
                          <a:ea typeface="+mn-ea"/>
                          <a:cs typeface="+mn-cs"/>
                        </a:rPr>
                        <a:t>16x 16-bit TCPWM</a:t>
                      </a:r>
                      <a:br>
                        <a:rPr lang="de-DE" sz="1100" kern="1200" dirty="0">
                          <a:solidFill>
                            <a:schemeClr val="tx1"/>
                          </a:solidFill>
                          <a:effectLst/>
                          <a:latin typeface="+mn-lt"/>
                          <a:ea typeface="+mn-ea"/>
                          <a:cs typeface="+mn-cs"/>
                        </a:rPr>
                      </a:br>
                      <a:r>
                        <a:rPr lang="de-DE" sz="1100" kern="1200" dirty="0">
                          <a:solidFill>
                            <a:schemeClr val="tx1"/>
                          </a:solidFill>
                          <a:effectLst/>
                          <a:latin typeface="+mn-lt"/>
                          <a:ea typeface="+mn-ea"/>
                          <a:cs typeface="+mn-cs"/>
                        </a:rPr>
                        <a:t>4x 32-bit PWM (HRPWM-65ps)</a:t>
                      </a:r>
                      <a:br>
                        <a:rPr lang="de-DE" sz="1100" kern="1200" dirty="0">
                          <a:solidFill>
                            <a:schemeClr val="tx1"/>
                          </a:solidFill>
                          <a:effectLst/>
                          <a:latin typeface="+mn-lt"/>
                          <a:ea typeface="+mn-ea"/>
                          <a:cs typeface="+mn-cs"/>
                        </a:rPr>
                      </a:br>
                      <a:r>
                        <a:rPr lang="de-DE" sz="1100" kern="1200" dirty="0">
                          <a:solidFill>
                            <a:schemeClr val="tx1"/>
                          </a:solidFill>
                          <a:effectLst/>
                          <a:latin typeface="+mn-lt"/>
                          <a:ea typeface="+mn-ea"/>
                          <a:cs typeface="+mn-cs"/>
                        </a:rPr>
                        <a:t>1x Encoder/Hall-IF</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dirty="0">
                          <a:solidFill>
                            <a:schemeClr val="tx1"/>
                          </a:solidFill>
                          <a:effectLst/>
                        </a:rPr>
                        <a:t>16x 16-bit TCPWM</a:t>
                      </a:r>
                      <a:br>
                        <a:rPr lang="de-DE" sz="1100" dirty="0">
                          <a:solidFill>
                            <a:schemeClr val="tx1"/>
                          </a:solidFill>
                          <a:effectLst/>
                        </a:rPr>
                      </a:br>
                      <a:r>
                        <a:rPr lang="de-DE" sz="1100" b="1" dirty="0">
                          <a:solidFill>
                            <a:schemeClr val="tx1"/>
                          </a:solidFill>
                          <a:effectLst/>
                        </a:rPr>
                        <a:t>8x 32-bit PWM (HRPWM-100ps</a:t>
                      </a:r>
                      <a:r>
                        <a:rPr lang="de-DE" sz="1100" dirty="0">
                          <a:solidFill>
                            <a:schemeClr val="tx1"/>
                          </a:solidFill>
                          <a:effectLst/>
                        </a:rPr>
                        <a:t>)</a:t>
                      </a:r>
                      <a:br>
                        <a:rPr lang="de-DE" sz="1100" dirty="0">
                          <a:solidFill>
                            <a:schemeClr val="tx1"/>
                          </a:solidFill>
                          <a:effectLst/>
                        </a:rPr>
                      </a:br>
                      <a:r>
                        <a:rPr lang="de-DE" sz="1100" b="1" dirty="0">
                          <a:solidFill>
                            <a:schemeClr val="tx1"/>
                          </a:solidFill>
                          <a:effectLst/>
                        </a:rPr>
                        <a:t>2x Encoder/Hall-IF</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dirty="0">
                          <a:solidFill>
                            <a:schemeClr val="tx1"/>
                          </a:solidFill>
                          <a:effectLst/>
                        </a:rPr>
                        <a:t>12x 16-bit TCPWM</a:t>
                      </a:r>
                      <a:br>
                        <a:rPr lang="de-DE" sz="1100" dirty="0">
                          <a:solidFill>
                            <a:schemeClr val="tx1"/>
                          </a:solidFill>
                          <a:effectLst/>
                        </a:rPr>
                      </a:br>
                      <a:r>
                        <a:rPr lang="de-DE" sz="1100" dirty="0">
                          <a:solidFill>
                            <a:schemeClr val="tx1"/>
                          </a:solidFill>
                          <a:effectLst/>
                        </a:rPr>
                        <a:t>12x 32-bit PWM (HRPWM)</a:t>
                      </a:r>
                      <a:br>
                        <a:rPr lang="de-DE" sz="1100" dirty="0">
                          <a:solidFill>
                            <a:schemeClr val="tx1"/>
                          </a:solidFill>
                          <a:effectLst/>
                        </a:rPr>
                      </a:br>
                      <a:r>
                        <a:rPr lang="de-DE" sz="1100" dirty="0">
                          <a:solidFill>
                            <a:schemeClr val="tx1"/>
                          </a:solidFill>
                          <a:effectLst/>
                        </a:rPr>
                        <a:t>1x Encoder/Hall-IF</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7525310"/>
                  </a:ext>
                </a:extLst>
              </a:tr>
              <a:tr h="445198">
                <a:tc>
                  <a:txBody>
                    <a:bodyPr/>
                    <a:lstStyle/>
                    <a:p>
                      <a:pPr algn="l"/>
                      <a:r>
                        <a:rPr lang="en-US" sz="1100" b="1" dirty="0">
                          <a:solidFill>
                            <a:schemeClr val="tx1">
                              <a:lumMod val="75000"/>
                              <a:lumOff val="25000"/>
                            </a:schemeClr>
                          </a:solidFill>
                          <a:effectLst/>
                        </a:rPr>
                        <a:t>Interfaces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PMBus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PMBus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PMBus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CAN-FD, PMBus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CAN-FD, PMBus,</a:t>
                      </a:r>
                    </a:p>
                    <a:p>
                      <a:pPr algn="ctr"/>
                      <a:r>
                        <a:rPr lang="de-DE" sz="1100" b="0" dirty="0">
                          <a:solidFill>
                            <a:schemeClr val="tx1"/>
                          </a:solidFill>
                          <a:effectLst/>
                        </a:rPr>
                        <a:t>1x </a:t>
                      </a:r>
                      <a:r>
                        <a:rPr lang="de-DE" sz="1100" b="1" dirty="0">
                          <a:solidFill>
                            <a:schemeClr val="tx1"/>
                          </a:solidFill>
                          <a:effectLst/>
                        </a:rPr>
                        <a:t>USB-FS</a:t>
                      </a:r>
                      <a:r>
                        <a:rPr lang="de-DE" sz="1100" b="0" dirty="0">
                          <a:solidFill>
                            <a:schemeClr val="tx1"/>
                          </a:solidFill>
                          <a:effectLst/>
                        </a:rPr>
                        <a:t>, 1x </a:t>
                      </a:r>
                      <a:r>
                        <a:rPr lang="de-DE" sz="1100" b="1" dirty="0">
                          <a:solidFill>
                            <a:schemeClr val="tx1"/>
                          </a:solidFill>
                          <a:effectLst/>
                        </a:rPr>
                        <a:t>I3C</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b="0" dirty="0">
                          <a:solidFill>
                            <a:schemeClr val="tx1"/>
                          </a:solidFill>
                          <a:effectLst/>
                        </a:rPr>
                        <a:t>SCB, CAN-FD, PMBus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5484113"/>
                  </a:ext>
                </a:extLst>
              </a:tr>
              <a:tr h="345626">
                <a:tc>
                  <a:txBody>
                    <a:bodyPr/>
                    <a:lstStyle/>
                    <a:p>
                      <a:pPr algn="l"/>
                      <a:r>
                        <a:rPr lang="en-US" sz="1100" b="1" dirty="0">
                          <a:solidFill>
                            <a:schemeClr val="tx1">
                              <a:lumMod val="75000"/>
                              <a:lumOff val="25000"/>
                            </a:schemeClr>
                          </a:solidFill>
                          <a:effectLst/>
                        </a:rPr>
                        <a:t>Safety</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SIL-2</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pPr algn="ctr"/>
                      <a:endParaRPr lang="de-DE" sz="1200" b="0" dirty="0">
                        <a:solidFill>
                          <a:schemeClr val="bg1">
                            <a:lumMod val="50000"/>
                          </a:schemeClr>
                        </a:solidFill>
                        <a:effectLst/>
                      </a:endParaRPr>
                    </a:p>
                  </a:txBody>
                  <a:tcPr marL="72019" marR="72019" marT="36009" marB="3600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de-DE" sz="1400" b="0" dirty="0">
                        <a:solidFill>
                          <a:srgbClr val="1D1D1D"/>
                        </a:solidFill>
                        <a:effectLst/>
                      </a:endParaRPr>
                    </a:p>
                  </a:txBody>
                  <a:tcPr marL="72019" marR="72019" marT="36009" marB="36009">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195133307"/>
                  </a:ext>
                </a:extLst>
              </a:tr>
              <a:tr h="345626">
                <a:tc>
                  <a:txBody>
                    <a:bodyPr/>
                    <a:lstStyle/>
                    <a:p>
                      <a:pPr algn="l"/>
                      <a:r>
                        <a:rPr lang="de-DE" sz="1100" b="1" dirty="0">
                          <a:solidFill>
                            <a:schemeClr val="tx1">
                              <a:lumMod val="75000"/>
                              <a:lumOff val="25000"/>
                            </a:schemeClr>
                          </a:solidFill>
                          <a:effectLst/>
                        </a:rPr>
                        <a:t>Security</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gridSpan="4">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Up to PSA-L2</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a:r>
                        <a:rPr lang="de-DE" sz="1100" b="1" dirty="0">
                          <a:solidFill>
                            <a:schemeClr val="tx1"/>
                          </a:solidFill>
                          <a:effectLst/>
                        </a:rPr>
                        <a:t>PSA-L3, PQC</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1400" b="0" dirty="0">
                        <a:solidFill>
                          <a:srgbClr val="1D1D1D"/>
                        </a:solidFill>
                        <a:effectLst/>
                      </a:endParaRPr>
                    </a:p>
                  </a:txBody>
                  <a:tcPr marL="72019" marR="72019" marT="36009" marB="36009">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46395026"/>
                  </a:ext>
                </a:extLst>
              </a:tr>
              <a:tr h="257449">
                <a:tc>
                  <a:txBody>
                    <a:bodyPr/>
                    <a:lstStyle/>
                    <a:p>
                      <a:pPr algn="l"/>
                      <a:r>
                        <a:rPr lang="de-DE" sz="1100" b="1" dirty="0">
                          <a:solidFill>
                            <a:schemeClr val="tx1">
                              <a:lumMod val="75000"/>
                              <a:lumOff val="25000"/>
                            </a:schemeClr>
                          </a:solidFill>
                          <a:effectLst/>
                        </a:rPr>
                        <a:t>Packages</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VQFN-40, VQFN-48,</a:t>
                      </a:r>
                    </a:p>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LQFP-48, LQFP-64</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VQFN-48, LQFP-48, VQFN-64, LQFP-64</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VQFN-40, VQFN-48,</a:t>
                      </a:r>
                    </a:p>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LQFP-48, LQFP-64</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de-DE" sz="1100" dirty="0">
                          <a:solidFill>
                            <a:schemeClr val="tx1"/>
                          </a:solidFill>
                          <a:effectLst/>
                        </a:rPr>
                        <a:t>VQFN-48, LQFP-48, VQFN-64, LQFP-64, LQFP-80</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dirty="0">
                          <a:solidFill>
                            <a:schemeClr val="tx1"/>
                          </a:solidFill>
                          <a:effectLst/>
                        </a:rPr>
                        <a:t>LQFP-64, LQFP-80, </a:t>
                      </a:r>
                      <a:r>
                        <a:rPr lang="de-DE" sz="1100" b="1" dirty="0">
                          <a:solidFill>
                            <a:schemeClr val="tx1"/>
                          </a:solidFill>
                          <a:effectLst/>
                        </a:rPr>
                        <a:t>LQFP-100</a:t>
                      </a: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de-DE" sz="1100" dirty="0">
                          <a:solidFill>
                            <a:schemeClr val="tx1"/>
                          </a:solidFill>
                          <a:effectLst/>
                        </a:rPr>
                        <a:t>VQFN-48, LQFP-48, VQFN-64, LQFP-80, LQFP-100</a:t>
                      </a:r>
                      <a:endParaRPr lang="de-DE" sz="1100" b="0" dirty="0">
                        <a:solidFill>
                          <a:schemeClr val="tx1"/>
                        </a:solidFill>
                        <a:effectLst/>
                      </a:endParaRPr>
                    </a:p>
                  </a:txBody>
                  <a:tcPr marL="72019" marR="72019" marT="36009" marB="36009"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4432703"/>
                  </a:ext>
                </a:extLst>
              </a:tr>
            </a:tbl>
          </a:graphicData>
        </a:graphic>
      </p:graphicFrame>
      <p:sp>
        <p:nvSpPr>
          <p:cNvPr id="2" name="Rectangle 1">
            <a:extLst>
              <a:ext uri="{FF2B5EF4-FFF2-40B4-BE49-F238E27FC236}">
                <a16:creationId xmlns:a16="http://schemas.microsoft.com/office/drawing/2014/main" id="{FF428BED-5709-BDFF-1F74-1927CEA9DEC3}"/>
              </a:ext>
            </a:extLst>
          </p:cNvPr>
          <p:cNvSpPr/>
          <p:nvPr/>
        </p:nvSpPr>
        <p:spPr bwMode="auto">
          <a:xfrm>
            <a:off x="6400800" y="1676400"/>
            <a:ext cx="3657600" cy="4876800"/>
          </a:xfrm>
          <a:prstGeom prst="rect">
            <a:avLst/>
          </a:prstGeom>
          <a:noFill/>
          <a:ln w="28575">
            <a:solidFill>
              <a:srgbClr val="FF0000"/>
            </a:solidFill>
            <a:prstDash val="dashDot"/>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655402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r>
              <a:rPr sz="1500" b="1" dirty="0"/>
              <a:t>Motor control </a:t>
            </a:r>
            <a:r>
              <a:rPr sz="1500" dirty="0"/>
              <a:t>– appliances, industrial, mobility</a:t>
            </a:r>
          </a:p>
          <a:p>
            <a:pPr lvl="1"/>
            <a:r>
              <a:rPr sz="1400" dirty="0"/>
              <a:t>Power tools, gardening tools, home appliances</a:t>
            </a:r>
          </a:p>
          <a:p>
            <a:pPr lvl="1"/>
            <a:r>
              <a:rPr sz="1400" dirty="0"/>
              <a:t>Industrial drives, general-purpose drives, robotics</a:t>
            </a:r>
          </a:p>
          <a:p>
            <a:pPr lvl="1"/>
            <a:r>
              <a:rPr sz="1400" dirty="0"/>
              <a:t>HVAC compressors, dryers, aircon outdoor units</a:t>
            </a:r>
          </a:p>
          <a:p>
            <a:pPr lvl="1"/>
            <a:r>
              <a:rPr sz="1400" dirty="0"/>
              <a:t>Light electric vehicles, e-bikes, drones</a:t>
            </a:r>
            <a:endParaRPr lang="de-DE" sz="1400" dirty="0"/>
          </a:p>
          <a:p>
            <a:pPr marL="252000" lvl="1" indent="0">
              <a:buNone/>
            </a:pPr>
            <a:endParaRPr sz="1400" dirty="0"/>
          </a:p>
          <a:p>
            <a:r>
              <a:rPr sz="1500" b="1" dirty="0"/>
              <a:t>Digital power conversion</a:t>
            </a:r>
          </a:p>
          <a:p>
            <a:pPr lvl="1"/>
            <a:r>
              <a:rPr sz="1400" dirty="0"/>
              <a:t>SMPS + PFC for LED, server, PC, telecom BBU</a:t>
            </a:r>
          </a:p>
          <a:p>
            <a:pPr lvl="1"/>
            <a:r>
              <a:rPr sz="1400" dirty="0"/>
              <a:t>EV chargers, on-board chargers, solar micro-inverters</a:t>
            </a:r>
          </a:p>
          <a:p>
            <a:pPr lvl="1"/>
            <a:r>
              <a:rPr sz="1400" dirty="0"/>
              <a:t>Multi-rail / multi-phase converters (digital PSU with </a:t>
            </a:r>
            <a:r>
              <a:rPr sz="1400" dirty="0" err="1"/>
              <a:t>PMBus</a:t>
            </a:r>
            <a:r>
              <a:rPr sz="1400" dirty="0"/>
              <a:t>)</a:t>
            </a:r>
            <a:endParaRPr lang="de-DE" sz="1400" dirty="0"/>
          </a:p>
          <a:p>
            <a:pPr marL="252000" lvl="1" indent="0">
              <a:buNone/>
            </a:pPr>
            <a:endParaRPr sz="1400" dirty="0"/>
          </a:p>
          <a:p>
            <a:r>
              <a:rPr sz="1500" b="1" dirty="0"/>
              <a:t>Wide-bandgap technologies </a:t>
            </a:r>
            <a:r>
              <a:rPr sz="1500" dirty="0"/>
              <a:t>– </a:t>
            </a:r>
            <a:r>
              <a:rPr sz="1500" dirty="0" err="1"/>
              <a:t>SiC</a:t>
            </a:r>
            <a:r>
              <a:rPr sz="1500" dirty="0"/>
              <a:t> and </a:t>
            </a:r>
            <a:r>
              <a:rPr sz="1500" dirty="0" err="1"/>
              <a:t>GaN</a:t>
            </a:r>
            <a:r>
              <a:rPr sz="1500" dirty="0"/>
              <a:t> power stages</a:t>
            </a:r>
            <a:endParaRPr lang="de-DE" sz="1500" dirty="0"/>
          </a:p>
          <a:p>
            <a:endParaRPr sz="1500" dirty="0"/>
          </a:p>
          <a:p>
            <a:r>
              <a:rPr sz="1500" b="1" dirty="0"/>
              <a:t>Smart home </a:t>
            </a:r>
            <a:r>
              <a:rPr sz="1500" dirty="0"/>
              <a:t>– secure connected controllers</a:t>
            </a:r>
          </a:p>
        </p:txBody>
      </p:sp>
      <p:sp>
        <p:nvSpPr>
          <p:cNvPr id="3" name="Title 2"/>
          <p:cNvSpPr>
            <a:spLocks noGrp="1"/>
          </p:cNvSpPr>
          <p:nvPr>
            <p:ph type="title"/>
          </p:nvPr>
        </p:nvSpPr>
        <p:spPr/>
        <p:txBody>
          <a:bodyPr/>
          <a:lstStyle/>
          <a:p>
            <a:r>
              <a:t>Target markets and applications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93C3FC7-D553-AA89-427F-33CFBF384744}"/>
              </a:ext>
            </a:extLst>
          </p:cNvPr>
          <p:cNvSpPr>
            <a:spLocks noGrp="1"/>
          </p:cNvSpPr>
          <p:nvPr>
            <p:ph type="title"/>
          </p:nvPr>
        </p:nvSpPr>
        <p:spPr>
          <a:xfrm>
            <a:off x="335360" y="188720"/>
            <a:ext cx="9613068" cy="720000"/>
          </a:xfrm>
        </p:spPr>
        <p:txBody>
          <a:bodyPr vert="horz"/>
          <a:lstStyle/>
          <a:p>
            <a:r>
              <a:rPr lang="en-US"/>
              <a:t>Controller - </a:t>
            </a:r>
            <a:r>
              <a:rPr lang="en-US" err="1"/>
              <a:t>PSoC</a:t>
            </a:r>
            <a:r>
              <a:rPr lang="en-US"/>
              <a:t> Control C3Mx</a:t>
            </a:r>
            <a:br>
              <a:rPr lang="en-US"/>
            </a:br>
            <a:r>
              <a:rPr lang="en-GB" sz="1800" i="1">
                <a:latin typeface="Calibri" panose="020F0502020204030204" pitchFamily="34" charset="0"/>
                <a:cs typeface="Calibri" panose="020F0502020204030204" pitchFamily="34" charset="0"/>
              </a:rPr>
              <a:t>setup used for the tests</a:t>
            </a:r>
            <a:endParaRPr sz="1400" b="0" i="1"/>
          </a:p>
        </p:txBody>
      </p:sp>
      <p:sp>
        <p:nvSpPr>
          <p:cNvPr id="6" name="TextBox 5">
            <a:extLst>
              <a:ext uri="{FF2B5EF4-FFF2-40B4-BE49-F238E27FC236}">
                <a16:creationId xmlns:a16="http://schemas.microsoft.com/office/drawing/2014/main" id="{5E793918-DDD8-4525-791D-F5F41C3A21FF}"/>
              </a:ext>
            </a:extLst>
          </p:cNvPr>
          <p:cNvSpPr txBox="1"/>
          <p:nvPr/>
        </p:nvSpPr>
        <p:spPr bwMode="auto">
          <a:xfrm>
            <a:off x="227391" y="1405918"/>
            <a:ext cx="3728084" cy="1662635"/>
          </a:xfrm>
          <a:prstGeom prst="rect">
            <a:avLst/>
          </a:prstGeom>
          <a:noFill/>
          <a:ln w="9525">
            <a:noFill/>
            <a:miter lim="800000"/>
            <a:headEnd/>
            <a:tailEnd/>
          </a:ln>
          <a:effectLst/>
        </p:spPr>
        <p:txBody>
          <a:bodyPr wrap="square" lIns="0" tIns="0" rIns="0" bIns="0" rtlCol="0" anchor="t" anchorCtr="0">
            <a:spAutoFit/>
          </a:bodyPr>
          <a:lstStyle/>
          <a:p>
            <a:pPr algn="ctr" defTabSz="576000" eaLnBrk="0" fontAlgn="auto" hangingPunct="0">
              <a:lnSpc>
                <a:spcPct val="120000"/>
              </a:lnSpc>
              <a:spcBef>
                <a:spcPts val="0"/>
              </a:spcBef>
              <a:spcAft>
                <a:spcPts val="0"/>
              </a:spcAft>
              <a:buClr>
                <a:schemeClr val="tx2"/>
              </a:buClr>
            </a:pPr>
            <a:r>
              <a:rPr lang="en-US" b="1" i="1" kern="0">
                <a:latin typeface="+mn-lt"/>
              </a:rPr>
              <a:t>Control and Computing performance meeting </a:t>
            </a:r>
            <a:r>
              <a:rPr lang="en-US" b="1" i="1" kern="0" err="1">
                <a:latin typeface="+mn-lt"/>
              </a:rPr>
              <a:t>GaN</a:t>
            </a:r>
            <a:r>
              <a:rPr lang="en-US" b="1" i="1" kern="0">
                <a:latin typeface="+mn-lt"/>
              </a:rPr>
              <a:t> base system requirements</a:t>
            </a:r>
            <a:endParaRPr lang="en-US" sz="1000" i="1" kern="0">
              <a:latin typeface="+mn-lt"/>
            </a:endParaRP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b="1" kern="0">
                <a:latin typeface="+mn-lt"/>
              </a:rPr>
              <a:t>Control frequency&gt; 50kHz</a:t>
            </a:r>
            <a:r>
              <a:rPr lang="en-US" sz="1050" kern="0">
                <a:latin typeface="+mn-lt"/>
              </a:rPr>
              <a:t> to enable stable control</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kern="0">
                <a:latin typeface="+mn-lt"/>
              </a:rPr>
              <a:t>Motor Control Firmware able to work in </a:t>
            </a:r>
            <a:r>
              <a:rPr lang="en-US" sz="1050" b="1" kern="0">
                <a:latin typeface="+mn-lt"/>
              </a:rPr>
              <a:t>high-power</a:t>
            </a:r>
            <a:r>
              <a:rPr lang="en-US" sz="1050" kern="0">
                <a:latin typeface="+mn-lt"/>
              </a:rPr>
              <a:t> and  </a:t>
            </a:r>
            <a:r>
              <a:rPr lang="en-US" sz="1050" b="1" kern="0">
                <a:latin typeface="+mn-lt"/>
              </a:rPr>
              <a:t>high-speed</a:t>
            </a:r>
            <a:r>
              <a:rPr lang="en-US" sz="1050" kern="0">
                <a:latin typeface="+mn-lt"/>
              </a:rPr>
              <a:t> regime</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kern="0">
                <a:latin typeface="+mn-lt"/>
              </a:rPr>
              <a:t>Advanced motor control software to enable </a:t>
            </a:r>
            <a:r>
              <a:rPr lang="en-US" sz="1050" b="1" kern="0">
                <a:latin typeface="+mn-lt"/>
              </a:rPr>
              <a:t>on-the-fly</a:t>
            </a:r>
            <a:r>
              <a:rPr lang="en-US" sz="1050" kern="0">
                <a:latin typeface="+mn-lt"/>
              </a:rPr>
              <a:t> </a:t>
            </a:r>
            <a:r>
              <a:rPr lang="en-US" sz="1050" b="1" kern="0">
                <a:latin typeface="+mn-lt"/>
              </a:rPr>
              <a:t>debugging </a:t>
            </a:r>
            <a:r>
              <a:rPr lang="en-US" sz="1050" kern="0">
                <a:latin typeface="+mn-lt"/>
              </a:rPr>
              <a:t>and system troubleshooting</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kern="0">
                <a:latin typeface="+mn-lt"/>
              </a:rPr>
              <a:t>ARM Cortex M-33 guarantees </a:t>
            </a:r>
            <a:r>
              <a:rPr lang="en-US" sz="1050" b="1" kern="0">
                <a:latin typeface="+mn-lt"/>
              </a:rPr>
              <a:t>low-power working modes</a:t>
            </a:r>
          </a:p>
        </p:txBody>
      </p:sp>
      <p:graphicFrame>
        <p:nvGraphicFramePr>
          <p:cNvPr id="22" name="Chart 21" descr="Chart">
            <a:extLst>
              <a:ext uri="{FF2B5EF4-FFF2-40B4-BE49-F238E27FC236}">
                <a16:creationId xmlns:a16="http://schemas.microsoft.com/office/drawing/2014/main" id="{C3A192E1-6567-0982-3BBE-0F486E6218C0}"/>
              </a:ext>
            </a:extLst>
          </p:cNvPr>
          <p:cNvGraphicFramePr>
            <a:graphicFrameLocks/>
          </p:cNvGraphicFramePr>
          <p:nvPr>
            <p:extLst>
              <p:ext uri="{D42A27DB-BD31-4B8C-83A1-F6EECF244321}">
                <p14:modId xmlns:p14="http://schemas.microsoft.com/office/powerpoint/2010/main" val="2493190160"/>
              </p:ext>
            </p:extLst>
          </p:nvPr>
        </p:nvGraphicFramePr>
        <p:xfrm>
          <a:off x="3362219" y="858375"/>
          <a:ext cx="5764260" cy="658969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DB97CD5D-68E3-1521-F49E-EBD558D30E87}"/>
              </a:ext>
            </a:extLst>
          </p:cNvPr>
          <p:cNvSpPr txBox="1"/>
          <p:nvPr/>
        </p:nvSpPr>
        <p:spPr bwMode="auto">
          <a:xfrm>
            <a:off x="8328646" y="1523145"/>
            <a:ext cx="3528392" cy="1846468"/>
          </a:xfrm>
          <a:prstGeom prst="rect">
            <a:avLst/>
          </a:prstGeom>
          <a:noFill/>
          <a:ln w="9525">
            <a:noFill/>
            <a:miter lim="800000"/>
            <a:headEnd/>
            <a:tailEnd/>
          </a:ln>
          <a:effectLst/>
        </p:spPr>
        <p:txBody>
          <a:bodyPr wrap="square" lIns="0" tIns="0" rIns="0" bIns="0" rtlCol="0" anchor="t" anchorCtr="0">
            <a:spAutoFit/>
          </a:bodyPr>
          <a:lstStyle/>
          <a:p>
            <a:pPr algn="ctr" defTabSz="576000" eaLnBrk="0" fontAlgn="auto" hangingPunct="0">
              <a:lnSpc>
                <a:spcPct val="120000"/>
              </a:lnSpc>
              <a:spcBef>
                <a:spcPts val="0"/>
              </a:spcBef>
              <a:spcAft>
                <a:spcPts val="0"/>
              </a:spcAft>
              <a:buClr>
                <a:schemeClr val="tx2"/>
              </a:buClr>
            </a:pPr>
            <a:r>
              <a:rPr lang="en-US" b="1" i="1" kern="0">
                <a:latin typeface="+mn-lt"/>
              </a:rPr>
              <a:t>Versatile analog to digital converter</a:t>
            </a:r>
          </a:p>
          <a:p>
            <a:pPr algn="ctr" defTabSz="576000" eaLnBrk="0" fontAlgn="auto" hangingPunct="0">
              <a:lnSpc>
                <a:spcPct val="120000"/>
              </a:lnSpc>
              <a:spcBef>
                <a:spcPts val="0"/>
              </a:spcBef>
              <a:spcAft>
                <a:spcPts val="0"/>
              </a:spcAft>
              <a:buClr>
                <a:schemeClr val="tx2"/>
              </a:buClr>
            </a:pPr>
            <a:endParaRPr lang="en-US" sz="1000" b="1" i="1" kern="0">
              <a:latin typeface="+mn-lt"/>
            </a:endParaRP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b="1" kern="0">
                <a:latin typeface="+mn-lt"/>
              </a:rPr>
              <a:t>Rapid conversion and data transmission time</a:t>
            </a:r>
            <a:r>
              <a:rPr lang="en-US" sz="1100" kern="0">
                <a:latin typeface="+mn-lt"/>
              </a:rPr>
              <a:t> cannot bottleneck control frequency requirement </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b="1" kern="0">
                <a:latin typeface="+mn-lt"/>
              </a:rPr>
              <a:t>Instantaneous Over Current Protection </a:t>
            </a:r>
            <a:r>
              <a:rPr lang="en-US" sz="1100" kern="0">
                <a:latin typeface="+mn-lt"/>
              </a:rPr>
              <a:t>with analog comparators and programmable digital to analog converters</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a:latin typeface="+mn-lt"/>
              </a:rPr>
              <a:t>Autonomous Controller enabling </a:t>
            </a:r>
            <a:r>
              <a:rPr lang="en-US" sz="1100" b="1" kern="0">
                <a:latin typeface="+mn-lt"/>
              </a:rPr>
              <a:t>customized debugging methods</a:t>
            </a:r>
          </a:p>
        </p:txBody>
      </p:sp>
      <p:sp>
        <p:nvSpPr>
          <p:cNvPr id="10" name="TextBox 9">
            <a:extLst>
              <a:ext uri="{FF2B5EF4-FFF2-40B4-BE49-F238E27FC236}">
                <a16:creationId xmlns:a16="http://schemas.microsoft.com/office/drawing/2014/main" id="{CC56823F-CA28-D735-A31C-64253CCCC89C}"/>
              </a:ext>
            </a:extLst>
          </p:cNvPr>
          <p:cNvSpPr txBox="1"/>
          <p:nvPr/>
        </p:nvSpPr>
        <p:spPr bwMode="auto">
          <a:xfrm>
            <a:off x="8400654" y="4171174"/>
            <a:ext cx="3456384" cy="1829668"/>
          </a:xfrm>
          <a:prstGeom prst="rect">
            <a:avLst/>
          </a:prstGeom>
          <a:noFill/>
          <a:ln w="9525">
            <a:noFill/>
            <a:miter lim="800000"/>
            <a:headEnd/>
            <a:tailEnd/>
          </a:ln>
          <a:effectLst/>
        </p:spPr>
        <p:txBody>
          <a:bodyPr wrap="square" lIns="0" tIns="0" rIns="0" bIns="0" rtlCol="0" anchor="t" anchorCtr="0">
            <a:spAutoFit/>
          </a:bodyPr>
          <a:lstStyle/>
          <a:p>
            <a:pPr algn="ctr" defTabSz="576000" eaLnBrk="0" fontAlgn="auto" hangingPunct="0">
              <a:lnSpc>
                <a:spcPct val="120000"/>
              </a:lnSpc>
              <a:spcBef>
                <a:spcPts val="0"/>
              </a:spcBef>
              <a:spcAft>
                <a:spcPts val="0"/>
              </a:spcAft>
              <a:buClr>
                <a:schemeClr val="tx2"/>
              </a:buClr>
            </a:pPr>
            <a:r>
              <a:rPr lang="en-US" b="1" i="1" kern="0">
                <a:latin typeface="+mn-lt"/>
              </a:rPr>
              <a:t>State-of-Art Pulse Width Modulation</a:t>
            </a:r>
          </a:p>
          <a:p>
            <a:pPr algn="ctr" defTabSz="576000" eaLnBrk="0" fontAlgn="auto" hangingPunct="0">
              <a:lnSpc>
                <a:spcPct val="120000"/>
              </a:lnSpc>
              <a:spcBef>
                <a:spcPts val="0"/>
              </a:spcBef>
              <a:spcAft>
                <a:spcPts val="0"/>
              </a:spcAft>
              <a:buClr>
                <a:schemeClr val="tx2"/>
              </a:buClr>
            </a:pPr>
            <a:endParaRPr lang="en-US" sz="1000" b="1" i="1" kern="0">
              <a:latin typeface="+mn-lt"/>
            </a:endParaRP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a:latin typeface="+mn-lt"/>
              </a:rPr>
              <a:t>TCPWM has to meet </a:t>
            </a:r>
            <a:r>
              <a:rPr lang="en-US" sz="1100" b="1" kern="0">
                <a:latin typeface="+mn-lt"/>
              </a:rPr>
              <a:t>High Switching Frequency </a:t>
            </a:r>
            <a:r>
              <a:rPr lang="en-US" sz="1100" kern="0">
                <a:latin typeface="+mn-lt"/>
              </a:rPr>
              <a:t>requirement</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b="1" kern="0">
                <a:latin typeface="+mn-lt"/>
              </a:rPr>
              <a:t>Flexible routing </a:t>
            </a:r>
            <a:r>
              <a:rPr lang="en-US" sz="1100" kern="0">
                <a:latin typeface="+mn-lt"/>
              </a:rPr>
              <a:t>guarantees seamless porting of TCPWM to all digital pins</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a:latin typeface="+mn-lt"/>
              </a:rPr>
              <a:t>HRPWM functionality allowing to </a:t>
            </a:r>
            <a:r>
              <a:rPr lang="en-US" sz="1100" b="1" kern="0">
                <a:latin typeface="+mn-lt"/>
              </a:rPr>
              <a:t>set accurate and ultra-short dead-time</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endParaRPr lang="en-US" sz="1000" kern="0">
              <a:latin typeface="+mn-lt"/>
            </a:endParaRPr>
          </a:p>
        </p:txBody>
      </p:sp>
      <p:sp>
        <p:nvSpPr>
          <p:cNvPr id="11" name="TextBox 10">
            <a:extLst>
              <a:ext uri="{FF2B5EF4-FFF2-40B4-BE49-F238E27FC236}">
                <a16:creationId xmlns:a16="http://schemas.microsoft.com/office/drawing/2014/main" id="{A5D1547B-6FBB-5274-4057-35720E22FFB3}"/>
              </a:ext>
            </a:extLst>
          </p:cNvPr>
          <p:cNvSpPr txBox="1"/>
          <p:nvPr/>
        </p:nvSpPr>
        <p:spPr bwMode="auto">
          <a:xfrm>
            <a:off x="227391" y="3717032"/>
            <a:ext cx="3204313" cy="2520280"/>
          </a:xfrm>
          <a:prstGeom prst="rect">
            <a:avLst/>
          </a:prstGeom>
          <a:noFill/>
          <a:ln w="9525">
            <a:noFill/>
            <a:miter lim="800000"/>
            <a:headEnd/>
            <a:tailEnd/>
          </a:ln>
          <a:effectLst/>
        </p:spPr>
        <p:txBody>
          <a:bodyPr wrap="square" lIns="0" tIns="0" rIns="0" bIns="0" rtlCol="0" anchor="t" anchorCtr="0">
            <a:spAutoFit/>
          </a:bodyPr>
          <a:lstStyle/>
          <a:p>
            <a:pPr algn="ctr" defTabSz="576000" eaLnBrk="0" fontAlgn="auto" hangingPunct="0">
              <a:lnSpc>
                <a:spcPct val="120000"/>
              </a:lnSpc>
              <a:spcBef>
                <a:spcPts val="0"/>
              </a:spcBef>
              <a:spcAft>
                <a:spcPts val="0"/>
              </a:spcAft>
              <a:buClr>
                <a:schemeClr val="tx2"/>
              </a:buClr>
            </a:pPr>
            <a:r>
              <a:rPr lang="en-US" b="1" i="1" kern="0">
                <a:latin typeface="+mn-lt"/>
              </a:rPr>
              <a:t>Highest Performance at affordable price</a:t>
            </a:r>
          </a:p>
          <a:p>
            <a:pPr algn="ctr" defTabSz="576000" eaLnBrk="0" fontAlgn="auto" hangingPunct="0">
              <a:lnSpc>
                <a:spcPct val="120000"/>
              </a:lnSpc>
              <a:spcBef>
                <a:spcPts val="0"/>
              </a:spcBef>
              <a:spcAft>
                <a:spcPts val="0"/>
              </a:spcAft>
              <a:buClr>
                <a:schemeClr val="tx2"/>
              </a:buClr>
            </a:pPr>
            <a:endParaRPr lang="en-US" sz="1000" b="1" i="1" kern="0">
              <a:latin typeface="+mn-lt"/>
            </a:endParaRP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b="1" kern="0">
                <a:latin typeface="+mn-lt"/>
              </a:rPr>
              <a:t>Perfect feature set match</a:t>
            </a:r>
            <a:r>
              <a:rPr lang="en-US" sz="1050" kern="0">
                <a:latin typeface="+mn-lt"/>
              </a:rPr>
              <a:t> for </a:t>
            </a:r>
            <a:r>
              <a:rPr lang="en-US" sz="1050" kern="0" err="1">
                <a:latin typeface="+mn-lt"/>
              </a:rPr>
              <a:t>GaN</a:t>
            </a:r>
            <a:r>
              <a:rPr lang="en-US" sz="1050" kern="0">
                <a:latin typeface="+mn-lt"/>
              </a:rPr>
              <a:t> enablement projects – strong focus on ADC, PWM and CPU for Motor Control</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b="1" kern="0">
                <a:latin typeface="+mn-lt"/>
              </a:rPr>
              <a:t>Scalable portfolio </a:t>
            </a:r>
            <a:r>
              <a:rPr lang="en-US" sz="1050" kern="0">
                <a:latin typeface="+mn-lt"/>
              </a:rPr>
              <a:t>of packages and memory in multiple product families</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b="1" kern="0">
                <a:latin typeface="+mn-lt"/>
              </a:rPr>
              <a:t>Cutting-edge technology </a:t>
            </a:r>
            <a:r>
              <a:rPr lang="en-US" sz="1050" kern="0">
                <a:latin typeface="+mn-lt"/>
              </a:rPr>
              <a:t>enables impressive MCU in competitive price.</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050" kern="0">
                <a:latin typeface="+mn-lt"/>
              </a:rPr>
              <a:t>Due to ARM Cortex-M33 and safety libraries, MCU meets </a:t>
            </a:r>
            <a:r>
              <a:rPr lang="en-US" sz="1050" b="1" kern="0">
                <a:latin typeface="+mn-lt"/>
              </a:rPr>
              <a:t>safety and security </a:t>
            </a:r>
            <a:r>
              <a:rPr lang="en-US" sz="1050" kern="0">
                <a:latin typeface="+mn-lt"/>
              </a:rPr>
              <a:t>needs</a:t>
            </a:r>
          </a:p>
        </p:txBody>
      </p:sp>
      <p:sp>
        <p:nvSpPr>
          <p:cNvPr id="15" name="Rectangle 14">
            <a:extLst>
              <a:ext uri="{FF2B5EF4-FFF2-40B4-BE49-F238E27FC236}">
                <a16:creationId xmlns:a16="http://schemas.microsoft.com/office/drawing/2014/main" id="{B2B406E9-FDEC-3641-D563-D28FFB35D9D9}"/>
              </a:ext>
            </a:extLst>
          </p:cNvPr>
          <p:cNvSpPr/>
          <p:nvPr/>
        </p:nvSpPr>
        <p:spPr bwMode="auto">
          <a:xfrm>
            <a:off x="190083" y="1402688"/>
            <a:ext cx="3715816" cy="1653401"/>
          </a:xfrm>
          <a:prstGeom prst="rect">
            <a:avLst/>
          </a:prstGeom>
          <a:noFill/>
          <a:ln w="19050">
            <a:solidFill>
              <a:srgbClr val="0070C0"/>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16" name="Rectangle 15">
            <a:extLst>
              <a:ext uri="{FF2B5EF4-FFF2-40B4-BE49-F238E27FC236}">
                <a16:creationId xmlns:a16="http://schemas.microsoft.com/office/drawing/2014/main" id="{21EDD31E-6EA0-B439-F475-4E9A15A91284}"/>
              </a:ext>
            </a:extLst>
          </p:cNvPr>
          <p:cNvSpPr/>
          <p:nvPr/>
        </p:nvSpPr>
        <p:spPr bwMode="auto">
          <a:xfrm>
            <a:off x="119336" y="3614925"/>
            <a:ext cx="3384376" cy="2694395"/>
          </a:xfrm>
          <a:prstGeom prst="rect">
            <a:avLst/>
          </a:prstGeom>
          <a:noFill/>
          <a:ln w="19050">
            <a:solidFill>
              <a:schemeClr val="accent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17" name="Rectangle 16">
            <a:extLst>
              <a:ext uri="{FF2B5EF4-FFF2-40B4-BE49-F238E27FC236}">
                <a16:creationId xmlns:a16="http://schemas.microsoft.com/office/drawing/2014/main" id="{4E56DCCE-B164-D842-247C-717A947A01FF}"/>
              </a:ext>
            </a:extLst>
          </p:cNvPr>
          <p:cNvSpPr/>
          <p:nvPr/>
        </p:nvSpPr>
        <p:spPr bwMode="auto">
          <a:xfrm>
            <a:off x="8128954" y="1232431"/>
            <a:ext cx="3728083" cy="2255957"/>
          </a:xfrm>
          <a:prstGeom prst="rect">
            <a:avLst/>
          </a:prstGeom>
          <a:noFill/>
          <a:ln w="19050">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18" name="Rectangle 17">
            <a:extLst>
              <a:ext uri="{FF2B5EF4-FFF2-40B4-BE49-F238E27FC236}">
                <a16:creationId xmlns:a16="http://schemas.microsoft.com/office/drawing/2014/main" id="{6BAAC593-6669-66D4-0A1D-7958FDADD9F3}"/>
              </a:ext>
            </a:extLst>
          </p:cNvPr>
          <p:cNvSpPr/>
          <p:nvPr/>
        </p:nvSpPr>
        <p:spPr bwMode="auto">
          <a:xfrm>
            <a:off x="8328646" y="4039268"/>
            <a:ext cx="3528391" cy="2054028"/>
          </a:xfrm>
          <a:prstGeom prst="rect">
            <a:avLst/>
          </a:prstGeom>
          <a:noFill/>
          <a:ln w="19050">
            <a:solidFill>
              <a:schemeClr val="accent3">
                <a:lumMod val="50000"/>
              </a:schemeClr>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cxnSp>
        <p:nvCxnSpPr>
          <p:cNvPr id="40" name="Straight Connector 39">
            <a:extLst>
              <a:ext uri="{FF2B5EF4-FFF2-40B4-BE49-F238E27FC236}">
                <a16:creationId xmlns:a16="http://schemas.microsoft.com/office/drawing/2014/main" id="{54827260-96D0-A76B-5E02-9D71602F761E}"/>
              </a:ext>
            </a:extLst>
          </p:cNvPr>
          <p:cNvCxnSpPr>
            <a:cxnSpLocks/>
          </p:cNvCxnSpPr>
          <p:nvPr/>
        </p:nvCxnSpPr>
        <p:spPr>
          <a:xfrm>
            <a:off x="3905899" y="2060848"/>
            <a:ext cx="3054197" cy="0"/>
          </a:xfrm>
          <a:prstGeom prst="line">
            <a:avLst/>
          </a:prstGeom>
          <a:ln w="19050">
            <a:solidFill>
              <a:srgbClr val="0070C0"/>
            </a:solidFill>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59A4146-C710-8E1B-22CA-128FBE96B7E4}"/>
              </a:ext>
            </a:extLst>
          </p:cNvPr>
          <p:cNvCxnSpPr>
            <a:cxnSpLocks/>
          </p:cNvCxnSpPr>
          <p:nvPr/>
        </p:nvCxnSpPr>
        <p:spPr>
          <a:xfrm>
            <a:off x="3905899" y="2996952"/>
            <a:ext cx="1109981" cy="0"/>
          </a:xfrm>
          <a:prstGeom prst="line">
            <a:avLst/>
          </a:prstGeom>
          <a:ln w="19050">
            <a:solidFill>
              <a:srgbClr val="0070C0"/>
            </a:solidFill>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7C4C3AB-937C-BC7E-550B-41887642AF39}"/>
              </a:ext>
            </a:extLst>
          </p:cNvPr>
          <p:cNvCxnSpPr>
            <a:cxnSpLocks/>
          </p:cNvCxnSpPr>
          <p:nvPr/>
        </p:nvCxnSpPr>
        <p:spPr>
          <a:xfrm>
            <a:off x="7464152" y="2852936"/>
            <a:ext cx="664802" cy="0"/>
          </a:xfrm>
          <a:prstGeom prst="line">
            <a:avLst/>
          </a:prstGeom>
          <a:ln w="1905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21EFF84-96AF-9341-28F2-554E27198228}"/>
              </a:ext>
            </a:extLst>
          </p:cNvPr>
          <p:cNvCxnSpPr>
            <a:cxnSpLocks/>
          </p:cNvCxnSpPr>
          <p:nvPr/>
        </p:nvCxnSpPr>
        <p:spPr>
          <a:xfrm>
            <a:off x="7464152" y="4335594"/>
            <a:ext cx="864494" cy="0"/>
          </a:xfrm>
          <a:prstGeom prst="line">
            <a:avLst/>
          </a:prstGeom>
          <a:ln w="19050">
            <a:solidFill>
              <a:schemeClr val="accent3">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2A4E355-683D-9E03-328A-064BDC4C2F5E}"/>
              </a:ext>
            </a:extLst>
          </p:cNvPr>
          <p:cNvCxnSpPr>
            <a:cxnSpLocks/>
          </p:cNvCxnSpPr>
          <p:nvPr/>
        </p:nvCxnSpPr>
        <p:spPr>
          <a:xfrm>
            <a:off x="3503712" y="4335594"/>
            <a:ext cx="1512168" cy="0"/>
          </a:xfrm>
          <a:prstGeom prst="line">
            <a:avLst/>
          </a:prstGeom>
          <a:ln w="19050">
            <a:solidFill>
              <a:schemeClr val="accent6"/>
            </a:solidFill>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8B4902F-FD61-1B7F-66A2-A6B00686ACD3}"/>
              </a:ext>
            </a:extLst>
          </p:cNvPr>
          <p:cNvCxnSpPr>
            <a:cxnSpLocks/>
          </p:cNvCxnSpPr>
          <p:nvPr/>
        </p:nvCxnSpPr>
        <p:spPr>
          <a:xfrm>
            <a:off x="3503712" y="5157192"/>
            <a:ext cx="3024336" cy="0"/>
          </a:xfrm>
          <a:prstGeom prst="line">
            <a:avLst/>
          </a:prstGeom>
          <a:ln w="19050">
            <a:solidFill>
              <a:schemeClr val="accent6"/>
            </a:solidFill>
            <a:tailEnd type="none"/>
          </a:ln>
        </p:spPr>
        <p:style>
          <a:lnRef idx="1">
            <a:schemeClr val="accent1"/>
          </a:lnRef>
          <a:fillRef idx="0">
            <a:schemeClr val="accent1"/>
          </a:fillRef>
          <a:effectRef idx="0">
            <a:schemeClr val="accent1"/>
          </a:effectRef>
          <a:fontRef idx="minor">
            <a:schemeClr val="tx1"/>
          </a:fontRef>
        </p:style>
      </p:cxnSp>
      <p:pic>
        <p:nvPicPr>
          <p:cNvPr id="12" name="Picture 2" descr="KIT_PSC3M5_CC2">
            <a:extLst>
              <a:ext uri="{FF2B5EF4-FFF2-40B4-BE49-F238E27FC236}">
                <a16:creationId xmlns:a16="http://schemas.microsoft.com/office/drawing/2014/main" id="{DBCB60EC-FEAD-2E9E-F401-9FDF628E7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4381" y="61080"/>
            <a:ext cx="2634973" cy="1129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52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9" name="Object 8" hidden="1"/>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Title 1"/>
          <p:cNvSpPr>
            <a:spLocks noGrp="1"/>
          </p:cNvSpPr>
          <p:nvPr>
            <p:ph type="title"/>
          </p:nvPr>
        </p:nvSpPr>
        <p:spPr>
          <a:xfrm>
            <a:off x="335360" y="188720"/>
            <a:ext cx="11192676" cy="720000"/>
          </a:xfrm>
        </p:spPr>
        <p:txBody>
          <a:bodyPr vert="horz"/>
          <a:lstStyle/>
          <a:p>
            <a:r>
              <a:rPr lang="en-US" dirty="0"/>
              <a:t>MV GaN in motor drives</a:t>
            </a:r>
            <a:br>
              <a:rPr lang="en-US" dirty="0"/>
            </a:br>
            <a:r>
              <a:rPr lang="en-US" sz="1800" dirty="0"/>
              <a:t>motor efficiency increase at higher switching frequencies up to 5-7% and reduction in motor temperature by </a:t>
            </a:r>
            <a:r>
              <a:rPr lang="en-US" sz="1800" dirty="0" err="1"/>
              <a:t>approx</a:t>
            </a:r>
            <a:r>
              <a:rPr lang="en-US" sz="1800" dirty="0"/>
              <a:t> 10%</a:t>
            </a:r>
            <a:endParaRPr sz="1800" dirty="0"/>
          </a:p>
        </p:txBody>
      </p:sp>
      <p:sp>
        <p:nvSpPr>
          <p:cNvPr id="255" name="TextBox 254">
            <a:extLst>
              <a:ext uri="{FF2B5EF4-FFF2-40B4-BE49-F238E27FC236}">
                <a16:creationId xmlns:a16="http://schemas.microsoft.com/office/drawing/2014/main" id="{DF0B3F46-6B67-45CC-BB44-B42D46007E65}"/>
              </a:ext>
            </a:extLst>
          </p:cNvPr>
          <p:cNvSpPr txBox="1"/>
          <p:nvPr/>
        </p:nvSpPr>
        <p:spPr bwMode="auto">
          <a:xfrm>
            <a:off x="986454" y="3403438"/>
            <a:ext cx="2454275" cy="167675"/>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lnSpc>
                <a:spcPct val="120000"/>
              </a:lnSpc>
              <a:spcBef>
                <a:spcPts val="0"/>
              </a:spcBef>
              <a:spcAft>
                <a:spcPts val="0"/>
              </a:spcAft>
              <a:buClr>
                <a:schemeClr val="tx2"/>
              </a:buClr>
            </a:pPr>
            <a:r>
              <a:rPr lang="en-US" sz="1000" b="1" i="1" kern="0" dirty="0">
                <a:latin typeface="+mn-lt"/>
              </a:rPr>
              <a:t>PMS motor losses dependency on </a:t>
            </a:r>
            <a:r>
              <a:rPr lang="en-US" sz="1000" b="1" i="1" kern="0" dirty="0" err="1"/>
              <a:t>Fsw</a:t>
            </a:r>
            <a:endParaRPr lang="en-US" sz="1000" b="1" i="1" kern="0" baseline="0" dirty="0">
              <a:latin typeface="+mn-lt"/>
              <a:ea typeface="+mn-ea"/>
              <a:cs typeface="+mn-cs"/>
            </a:endParaRPr>
          </a:p>
        </p:txBody>
      </p:sp>
      <p:grpSp>
        <p:nvGrpSpPr>
          <p:cNvPr id="12" name="Group 11">
            <a:extLst>
              <a:ext uri="{FF2B5EF4-FFF2-40B4-BE49-F238E27FC236}">
                <a16:creationId xmlns:a16="http://schemas.microsoft.com/office/drawing/2014/main" id="{1C61BA79-ED4A-4759-AC99-4B96D0492B8E}"/>
              </a:ext>
            </a:extLst>
          </p:cNvPr>
          <p:cNvGrpSpPr/>
          <p:nvPr/>
        </p:nvGrpSpPr>
        <p:grpSpPr>
          <a:xfrm>
            <a:off x="105496" y="1048757"/>
            <a:ext cx="4259596" cy="2149047"/>
            <a:chOff x="105496" y="1048757"/>
            <a:chExt cx="4259596" cy="2149047"/>
          </a:xfrm>
        </p:grpSpPr>
        <p:pic>
          <p:nvPicPr>
            <p:cNvPr id="99" name="Picture 98">
              <a:extLst>
                <a:ext uri="{FF2B5EF4-FFF2-40B4-BE49-F238E27FC236}">
                  <a16:creationId xmlns:a16="http://schemas.microsoft.com/office/drawing/2014/main" id="{FBDA2F50-7C2B-4CC5-8DA4-F49FDCF13909}"/>
                </a:ext>
              </a:extLst>
            </p:cNvPr>
            <p:cNvPicPr>
              <a:picLocks noChangeAspect="1"/>
            </p:cNvPicPr>
            <p:nvPr/>
          </p:nvPicPr>
          <p:blipFill>
            <a:blip r:embed="rId6"/>
            <a:stretch>
              <a:fillRect/>
            </a:stretch>
          </p:blipFill>
          <p:spPr>
            <a:xfrm>
              <a:off x="237031" y="1415290"/>
              <a:ext cx="3666649" cy="1581150"/>
            </a:xfrm>
            <a:prstGeom prst="rect">
              <a:avLst/>
            </a:prstGeom>
          </p:spPr>
        </p:pic>
        <p:pic>
          <p:nvPicPr>
            <p:cNvPr id="1223" name="Picture 199" descr="PSOC™ Control C3 | The Next Generation of Microcontrollers for Motor  Control and Power Conversion - Infineon Technologies">
              <a:extLst>
                <a:ext uri="{FF2B5EF4-FFF2-40B4-BE49-F238E27FC236}">
                  <a16:creationId xmlns:a16="http://schemas.microsoft.com/office/drawing/2014/main" id="{080A5A47-AAB9-46F1-B0F7-21EE6A1312B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9956" t="800" r="21988" b="1262"/>
            <a:stretch/>
          </p:blipFill>
          <p:spPr bwMode="auto">
            <a:xfrm>
              <a:off x="307622" y="1358866"/>
              <a:ext cx="410027" cy="390524"/>
            </a:xfrm>
            <a:prstGeom prst="rect">
              <a:avLst/>
            </a:prstGeom>
            <a:noFill/>
            <a:extLst>
              <a:ext uri="{909E8E84-426E-40DD-AFC4-6F175D3DCCD1}">
                <a14:hiddenFill xmlns:a14="http://schemas.microsoft.com/office/drawing/2010/main">
                  <a:solidFill>
                    <a:srgbClr val="FFFFFF"/>
                  </a:solidFill>
                </a14:hiddenFill>
              </a:ext>
            </a:extLst>
          </p:spPr>
        </p:pic>
        <p:pic>
          <p:nvPicPr>
            <p:cNvPr id="218" name="Picture 201" descr="Infineon package picture Gate Driver IC EiceDRIVER™ 1EDN71x6G">
              <a:extLst>
                <a:ext uri="{FF2B5EF4-FFF2-40B4-BE49-F238E27FC236}">
                  <a16:creationId xmlns:a16="http://schemas.microsoft.com/office/drawing/2014/main" id="{B2CECD58-2BF0-4825-8A3F-9944A039EAC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375" t="6666" r="9959" b="8307"/>
            <a:stretch/>
          </p:blipFill>
          <p:spPr bwMode="auto">
            <a:xfrm>
              <a:off x="1163225" y="1547254"/>
              <a:ext cx="294333" cy="152578"/>
            </a:xfrm>
            <a:prstGeom prst="rect">
              <a:avLst/>
            </a:prstGeom>
            <a:noFill/>
            <a:extLst>
              <a:ext uri="{909E8E84-426E-40DD-AFC4-6F175D3DCCD1}">
                <a14:hiddenFill xmlns:a14="http://schemas.microsoft.com/office/drawing/2010/main">
                  <a:solidFill>
                    <a:srgbClr val="FFFFFF"/>
                  </a:solidFill>
                </a14:hiddenFill>
              </a:ext>
            </a:extLst>
          </p:spPr>
        </p:pic>
        <p:sp>
          <p:nvSpPr>
            <p:cNvPr id="206" name="TextBox 205">
              <a:extLst>
                <a:ext uri="{FF2B5EF4-FFF2-40B4-BE49-F238E27FC236}">
                  <a16:creationId xmlns:a16="http://schemas.microsoft.com/office/drawing/2014/main" id="{0961012C-307E-45F2-9B97-F98902E49D7C}"/>
                </a:ext>
              </a:extLst>
            </p:cNvPr>
            <p:cNvSpPr txBox="1"/>
            <p:nvPr/>
          </p:nvSpPr>
          <p:spPr bwMode="auto">
            <a:xfrm>
              <a:off x="3800250" y="1708659"/>
              <a:ext cx="534987" cy="246671"/>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700" kern="0" baseline="0" dirty="0">
                  <a:latin typeface="+mn-lt"/>
                  <a:ea typeface="+mn-ea"/>
                  <a:cs typeface="+mn-cs"/>
                </a:rPr>
                <a:t>Switch</a:t>
              </a:r>
              <a:br>
                <a:rPr lang="en-US" sz="700" kern="0" baseline="0" dirty="0">
                  <a:latin typeface="+mn-lt"/>
                  <a:ea typeface="+mn-ea"/>
                  <a:cs typeface="+mn-cs"/>
                </a:rPr>
              </a:br>
              <a:r>
                <a:rPr lang="en-US" sz="700" kern="0" baseline="0" dirty="0">
                  <a:latin typeface="+mn-lt"/>
                  <a:ea typeface="+mn-ea"/>
                  <a:cs typeface="+mn-cs"/>
                </a:rPr>
                <a:t>60V GaN</a:t>
              </a:r>
            </a:p>
          </p:txBody>
        </p:sp>
        <p:pic>
          <p:nvPicPr>
            <p:cNvPr id="222" name="Picture 203" descr="Infineon launches high precision coreless current sensor for xEV  applications | Autocar Professional">
              <a:extLst>
                <a:ext uri="{FF2B5EF4-FFF2-40B4-BE49-F238E27FC236}">
                  <a16:creationId xmlns:a16="http://schemas.microsoft.com/office/drawing/2014/main" id="{7C9FC93E-CBE0-4C29-A064-C83B522C63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4555" y="2410943"/>
              <a:ext cx="334527" cy="223018"/>
            </a:xfrm>
            <a:prstGeom prst="rect">
              <a:avLst/>
            </a:prstGeom>
            <a:noFill/>
            <a:extLst>
              <a:ext uri="{909E8E84-426E-40DD-AFC4-6F175D3DCCD1}">
                <a14:hiddenFill xmlns:a14="http://schemas.microsoft.com/office/drawing/2010/main">
                  <a:solidFill>
                    <a:srgbClr val="FFFFFF"/>
                  </a:solidFill>
                </a14:hiddenFill>
              </a:ext>
            </a:extLst>
          </p:spPr>
        </p:pic>
        <p:sp>
          <p:nvSpPr>
            <p:cNvPr id="223" name="TextBox 222">
              <a:extLst>
                <a:ext uri="{FF2B5EF4-FFF2-40B4-BE49-F238E27FC236}">
                  <a16:creationId xmlns:a16="http://schemas.microsoft.com/office/drawing/2014/main" id="{73EBD28F-A903-484A-8AC0-715F75451611}"/>
                </a:ext>
              </a:extLst>
            </p:cNvPr>
            <p:cNvSpPr txBox="1"/>
            <p:nvPr/>
          </p:nvSpPr>
          <p:spPr bwMode="auto">
            <a:xfrm>
              <a:off x="3698695" y="2567249"/>
              <a:ext cx="649287" cy="375937"/>
            </a:xfrm>
            <a:prstGeom prst="rect">
              <a:avLst/>
            </a:prstGeom>
            <a:noFill/>
            <a:ln w="9525">
              <a:noFill/>
              <a:miter lim="800000"/>
              <a:headEnd/>
              <a:tailEnd/>
            </a:ln>
            <a:effectLst/>
          </p:spPr>
          <p:txBody>
            <a:bodyPr wrap="square" lIns="0" tIns="0" rIns="0" bIns="0" rtlCol="0" anchor="t" anchorCtr="0">
              <a:spAutoFit/>
            </a:bodyPr>
            <a:lstStyle/>
            <a:p>
              <a:pPr defTabSz="576000" eaLnBrk="0" fontAlgn="auto" hangingPunct="0">
                <a:lnSpc>
                  <a:spcPct val="120000"/>
                </a:lnSpc>
                <a:spcBef>
                  <a:spcPts val="0"/>
                </a:spcBef>
                <a:spcAft>
                  <a:spcPts val="0"/>
                </a:spcAft>
                <a:buClr>
                  <a:schemeClr val="tx2"/>
                </a:buClr>
              </a:pPr>
              <a:r>
                <a:rPr lang="en-US" sz="700" kern="0" dirty="0"/>
                <a:t>3x In-phase</a:t>
              </a:r>
              <a:br>
                <a:rPr lang="en-US" sz="700" kern="0" dirty="0"/>
              </a:br>
              <a:r>
                <a:rPr lang="en-US" sz="700" kern="0" dirty="0"/>
                <a:t>current sensor </a:t>
              </a:r>
              <a:r>
                <a:rPr lang="en-US" sz="700" kern="0" baseline="0" dirty="0">
                  <a:latin typeface="+mn-lt"/>
                  <a:ea typeface="+mn-ea"/>
                  <a:cs typeface="+mn-cs"/>
                </a:rPr>
                <a:t>TLE4972</a:t>
              </a:r>
            </a:p>
          </p:txBody>
        </p:sp>
        <p:sp>
          <p:nvSpPr>
            <p:cNvPr id="207" name="TextBox 206">
              <a:extLst>
                <a:ext uri="{FF2B5EF4-FFF2-40B4-BE49-F238E27FC236}">
                  <a16:creationId xmlns:a16="http://schemas.microsoft.com/office/drawing/2014/main" id="{DF47B069-A181-4319-BCA1-C18D3163E625}"/>
                </a:ext>
              </a:extLst>
            </p:cNvPr>
            <p:cNvSpPr txBox="1"/>
            <p:nvPr/>
          </p:nvSpPr>
          <p:spPr bwMode="auto">
            <a:xfrm>
              <a:off x="105496" y="1070151"/>
              <a:ext cx="4259596" cy="159339"/>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sz="950" b="1" i="1" kern="0" baseline="0" dirty="0">
                  <a:latin typeface="+mj-lt"/>
                  <a:ea typeface="+mn-ea"/>
                  <a:cs typeface="+mn-cs"/>
                </a:rPr>
                <a:t>Full Infineon GaN based motor drive solution including FOC firmware</a:t>
              </a:r>
            </a:p>
          </p:txBody>
        </p:sp>
        <p:pic>
          <p:nvPicPr>
            <p:cNvPr id="1230" name="Picture 206" descr="IGC019S06S1 CoolGaN Transistor 60 V G3 PQFN 3x5 product image">
              <a:extLst>
                <a:ext uri="{FF2B5EF4-FFF2-40B4-BE49-F238E27FC236}">
                  <a16:creationId xmlns:a16="http://schemas.microsoft.com/office/drawing/2014/main" id="{3F0A5D3D-535B-4CE4-BC7D-5D7869A07D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5279" y="1686223"/>
              <a:ext cx="382899" cy="253895"/>
            </a:xfrm>
            <a:prstGeom prst="rect">
              <a:avLst/>
            </a:prstGeom>
            <a:noFill/>
            <a:extLst>
              <a:ext uri="{909E8E84-426E-40DD-AFC4-6F175D3DCCD1}">
                <a14:hiddenFill xmlns:a14="http://schemas.microsoft.com/office/drawing/2010/main">
                  <a:solidFill>
                    <a:srgbClr val="FFFFFF"/>
                  </a:solidFill>
                </a14:hiddenFill>
              </a:ext>
            </a:extLst>
          </p:spPr>
        </p:pic>
        <p:sp>
          <p:nvSpPr>
            <p:cNvPr id="213" name="Oval 212">
              <a:extLst>
                <a:ext uri="{FF2B5EF4-FFF2-40B4-BE49-F238E27FC236}">
                  <a16:creationId xmlns:a16="http://schemas.microsoft.com/office/drawing/2014/main" id="{3734F15D-3EAA-4360-9700-8382CE151100}"/>
                </a:ext>
              </a:extLst>
            </p:cNvPr>
            <p:cNvSpPr/>
            <p:nvPr/>
          </p:nvSpPr>
          <p:spPr bwMode="auto">
            <a:xfrm>
              <a:off x="3476345" y="2173554"/>
              <a:ext cx="87379" cy="72008"/>
            </a:xfrm>
            <a:prstGeom prst="ellipse">
              <a:avLst/>
            </a:prstGeom>
            <a:noFill/>
            <a:ln w="9525">
              <a:solidFill>
                <a:schemeClr val="accent6">
                  <a:lumMod val="75000"/>
                </a:schemeClr>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pic>
          <p:nvPicPr>
            <p:cNvPr id="247" name="Graphic 246">
              <a:extLst>
                <a:ext uri="{FF2B5EF4-FFF2-40B4-BE49-F238E27FC236}">
                  <a16:creationId xmlns:a16="http://schemas.microsoft.com/office/drawing/2014/main" id="{B919B330-02A4-4082-991F-DAE78F5596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5989" y="1417850"/>
              <a:ext cx="365126" cy="293688"/>
            </a:xfrm>
            <a:prstGeom prst="rect">
              <a:avLst/>
            </a:prstGeom>
          </p:spPr>
        </p:pic>
        <p:sp>
          <p:nvSpPr>
            <p:cNvPr id="299" name="Rectangle 298">
              <a:extLst>
                <a:ext uri="{FF2B5EF4-FFF2-40B4-BE49-F238E27FC236}">
                  <a16:creationId xmlns:a16="http://schemas.microsoft.com/office/drawing/2014/main" id="{1FC02BF0-BF80-4DE8-A0C2-86D0A53B609B}"/>
                </a:ext>
              </a:extLst>
            </p:cNvPr>
            <p:cNvSpPr/>
            <p:nvPr/>
          </p:nvSpPr>
          <p:spPr bwMode="auto">
            <a:xfrm>
              <a:off x="108145" y="1048757"/>
              <a:ext cx="4188976" cy="2149047"/>
            </a:xfrm>
            <a:prstGeom prst="rect">
              <a:avLst/>
            </a:prstGeom>
            <a:noFill/>
            <a:ln w="19050">
              <a:solidFill>
                <a:srgbClr val="00B050"/>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sp>
        <p:nvSpPr>
          <p:cNvPr id="300" name="Rectangle 299">
            <a:extLst>
              <a:ext uri="{FF2B5EF4-FFF2-40B4-BE49-F238E27FC236}">
                <a16:creationId xmlns:a16="http://schemas.microsoft.com/office/drawing/2014/main" id="{91E31AEC-C5D3-40A3-94E5-D9AE16987447}"/>
              </a:ext>
            </a:extLst>
          </p:cNvPr>
          <p:cNvSpPr/>
          <p:nvPr/>
        </p:nvSpPr>
        <p:spPr bwMode="auto">
          <a:xfrm>
            <a:off x="105495" y="3393066"/>
            <a:ext cx="4188976" cy="3132277"/>
          </a:xfrm>
          <a:prstGeom prst="rect">
            <a:avLst/>
          </a:prstGeom>
          <a:noFill/>
          <a:ln w="19050">
            <a:solidFill>
              <a:srgbClr val="0070C0"/>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nvGrpSpPr>
          <p:cNvPr id="1163" name="Group 1162">
            <a:extLst>
              <a:ext uri="{FF2B5EF4-FFF2-40B4-BE49-F238E27FC236}">
                <a16:creationId xmlns:a16="http://schemas.microsoft.com/office/drawing/2014/main" id="{01E82C47-96F5-44B7-833D-414EBE7BAFAD}"/>
              </a:ext>
            </a:extLst>
          </p:cNvPr>
          <p:cNvGrpSpPr/>
          <p:nvPr/>
        </p:nvGrpSpPr>
        <p:grpSpPr>
          <a:xfrm>
            <a:off x="5842911" y="6229991"/>
            <a:ext cx="5358211" cy="270629"/>
            <a:chOff x="5943335" y="6143046"/>
            <a:chExt cx="5358211" cy="270629"/>
          </a:xfrm>
        </p:grpSpPr>
        <p:pic>
          <p:nvPicPr>
            <p:cNvPr id="248" name="Picture 247">
              <a:extLst>
                <a:ext uri="{FF2B5EF4-FFF2-40B4-BE49-F238E27FC236}">
                  <a16:creationId xmlns:a16="http://schemas.microsoft.com/office/drawing/2014/main" id="{44F533D2-0F50-4FC9-B8AC-F760580D4ECE}"/>
                </a:ext>
              </a:extLst>
            </p:cNvPr>
            <p:cNvPicPr>
              <a:picLocks noChangeAspect="1"/>
            </p:cNvPicPr>
            <p:nvPr/>
          </p:nvPicPr>
          <p:blipFill rotWithShape="1">
            <a:blip r:embed="rId12"/>
            <a:srcRect b="55968"/>
            <a:stretch/>
          </p:blipFill>
          <p:spPr>
            <a:xfrm>
              <a:off x="5943335" y="6163261"/>
              <a:ext cx="2706237" cy="184474"/>
            </a:xfrm>
            <a:prstGeom prst="rect">
              <a:avLst/>
            </a:prstGeom>
          </p:spPr>
        </p:pic>
        <p:pic>
          <p:nvPicPr>
            <p:cNvPr id="304" name="Picture 303">
              <a:extLst>
                <a:ext uri="{FF2B5EF4-FFF2-40B4-BE49-F238E27FC236}">
                  <a16:creationId xmlns:a16="http://schemas.microsoft.com/office/drawing/2014/main" id="{C0886DA6-01F2-46EB-A70C-825AAA54E72A}"/>
                </a:ext>
              </a:extLst>
            </p:cNvPr>
            <p:cNvPicPr>
              <a:picLocks noChangeAspect="1"/>
            </p:cNvPicPr>
            <p:nvPr/>
          </p:nvPicPr>
          <p:blipFill rotWithShape="1">
            <a:blip r:embed="rId12"/>
            <a:srcRect t="35404"/>
            <a:stretch/>
          </p:blipFill>
          <p:spPr>
            <a:xfrm>
              <a:off x="8595309" y="6143046"/>
              <a:ext cx="2706237" cy="270629"/>
            </a:xfrm>
            <a:prstGeom prst="rect">
              <a:avLst/>
            </a:prstGeom>
          </p:spPr>
        </p:pic>
      </p:grpSp>
      <p:grpSp>
        <p:nvGrpSpPr>
          <p:cNvPr id="16" name="Group 15">
            <a:extLst>
              <a:ext uri="{FF2B5EF4-FFF2-40B4-BE49-F238E27FC236}">
                <a16:creationId xmlns:a16="http://schemas.microsoft.com/office/drawing/2014/main" id="{51624121-F22F-4435-ADD5-C3E58B21CF16}"/>
              </a:ext>
            </a:extLst>
          </p:cNvPr>
          <p:cNvGrpSpPr/>
          <p:nvPr/>
        </p:nvGrpSpPr>
        <p:grpSpPr>
          <a:xfrm>
            <a:off x="4474996" y="3384293"/>
            <a:ext cx="7603882" cy="3141050"/>
            <a:chOff x="4474996" y="3384293"/>
            <a:chExt cx="7603882" cy="3141050"/>
          </a:xfrm>
        </p:grpSpPr>
        <p:sp>
          <p:nvSpPr>
            <p:cNvPr id="272" name="Rectangle 271">
              <a:extLst>
                <a:ext uri="{FF2B5EF4-FFF2-40B4-BE49-F238E27FC236}">
                  <a16:creationId xmlns:a16="http://schemas.microsoft.com/office/drawing/2014/main" id="{43C7D800-ABD2-47F6-952F-C5C38844CB75}"/>
                </a:ext>
              </a:extLst>
            </p:cNvPr>
            <p:cNvSpPr/>
            <p:nvPr/>
          </p:nvSpPr>
          <p:spPr bwMode="auto">
            <a:xfrm>
              <a:off x="4474996" y="3386638"/>
              <a:ext cx="7603882" cy="3138705"/>
            </a:xfrm>
            <a:prstGeom prst="rect">
              <a:avLst/>
            </a:prstGeom>
            <a:noFill/>
            <a:ln w="19050">
              <a:solidFill>
                <a:srgbClr val="F97414"/>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73" name="TextBox 272">
              <a:extLst>
                <a:ext uri="{FF2B5EF4-FFF2-40B4-BE49-F238E27FC236}">
                  <a16:creationId xmlns:a16="http://schemas.microsoft.com/office/drawing/2014/main" id="{4FBA300F-7F22-4DEE-A1D3-0689A75FA456}"/>
                </a:ext>
              </a:extLst>
            </p:cNvPr>
            <p:cNvSpPr txBox="1"/>
            <p:nvPr/>
          </p:nvSpPr>
          <p:spPr bwMode="auto">
            <a:xfrm>
              <a:off x="7727067" y="3384293"/>
              <a:ext cx="1529385" cy="1844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100" b="1" i="1" kern="0" baseline="0" dirty="0">
                  <a:latin typeface="+mn-lt"/>
                  <a:ea typeface="+mn-ea"/>
                  <a:cs typeface="+mn-cs"/>
                </a:rPr>
                <a:t>Measurement results</a:t>
              </a:r>
            </a:p>
          </p:txBody>
        </p:sp>
        <p:sp>
          <p:nvSpPr>
            <p:cNvPr id="1164" name="TextBox 1163">
              <a:extLst>
                <a:ext uri="{FF2B5EF4-FFF2-40B4-BE49-F238E27FC236}">
                  <a16:creationId xmlns:a16="http://schemas.microsoft.com/office/drawing/2014/main" id="{A441DB92-A608-4BB5-97FA-CD4B82FA0619}"/>
                </a:ext>
              </a:extLst>
            </p:cNvPr>
            <p:cNvSpPr txBox="1"/>
            <p:nvPr/>
          </p:nvSpPr>
          <p:spPr bwMode="auto">
            <a:xfrm>
              <a:off x="6568518" y="3552100"/>
              <a:ext cx="3799117" cy="154209"/>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900" i="1" kern="0" baseline="0" dirty="0">
                  <a:latin typeface="+mn-lt"/>
                  <a:ea typeface="+mn-ea"/>
                  <a:cs typeface="+mn-cs"/>
                </a:rPr>
                <a:t>Ls=28uH, Rs=5m</a:t>
              </a:r>
              <a:r>
                <a:rPr lang="el-GR" sz="900" i="1" kern="0" baseline="0" dirty="0">
                  <a:latin typeface="Calibri" panose="020F0502020204030204" pitchFamily="34" charset="0"/>
                  <a:cs typeface="Calibri" panose="020F0502020204030204" pitchFamily="34" charset="0"/>
                </a:rPr>
                <a:t>Ω</a:t>
              </a:r>
              <a:r>
                <a:rPr lang="en-US" sz="900" i="1" kern="0" baseline="0" dirty="0">
                  <a:latin typeface="+mn-lt"/>
                  <a:ea typeface="+mn-ea"/>
                  <a:cs typeface="+mn-cs"/>
                </a:rPr>
                <a:t>, RPM=25000, Vin=40V, </a:t>
              </a:r>
              <a:r>
                <a:rPr lang="en-US" sz="900" i="1" kern="0" baseline="0" dirty="0" err="1">
                  <a:latin typeface="+mn-lt"/>
                  <a:ea typeface="+mn-ea"/>
                  <a:cs typeface="+mn-cs"/>
                </a:rPr>
                <a:t>Iphase</a:t>
              </a:r>
              <a:r>
                <a:rPr lang="en-US" sz="900" i="1" kern="0" baseline="0" dirty="0">
                  <a:latin typeface="+mn-lt"/>
                  <a:ea typeface="+mn-ea"/>
                  <a:cs typeface="+mn-cs"/>
                </a:rPr>
                <a:t>=50Arms, PP=2, M=0.5</a:t>
              </a:r>
            </a:p>
          </p:txBody>
        </p:sp>
      </p:grpSp>
      <p:grpSp>
        <p:nvGrpSpPr>
          <p:cNvPr id="17" name="Group 16">
            <a:extLst>
              <a:ext uri="{FF2B5EF4-FFF2-40B4-BE49-F238E27FC236}">
                <a16:creationId xmlns:a16="http://schemas.microsoft.com/office/drawing/2014/main" id="{1C5AD74D-5B14-4297-BA33-7053DF7EF6F3}"/>
              </a:ext>
            </a:extLst>
          </p:cNvPr>
          <p:cNvGrpSpPr/>
          <p:nvPr/>
        </p:nvGrpSpPr>
        <p:grpSpPr>
          <a:xfrm>
            <a:off x="4473036" y="3706309"/>
            <a:ext cx="3576741" cy="2603011"/>
            <a:chOff x="4473036" y="3706309"/>
            <a:chExt cx="3576741" cy="2603011"/>
          </a:xfrm>
        </p:grpSpPr>
        <p:graphicFrame>
          <p:nvGraphicFramePr>
            <p:cNvPr id="241" name="Chart 240" descr="Chart">
              <a:extLst>
                <a:ext uri="{FF2B5EF4-FFF2-40B4-BE49-F238E27FC236}">
                  <a16:creationId xmlns:a16="http://schemas.microsoft.com/office/drawing/2014/main" id="{CC9B86EB-EC4E-4EB6-9284-24D762F46E29}"/>
                </a:ext>
              </a:extLst>
            </p:cNvPr>
            <p:cNvGraphicFramePr>
              <a:graphicFrameLocks/>
            </p:cNvGraphicFramePr>
            <p:nvPr>
              <p:extLst>
                <p:ext uri="{D42A27DB-BD31-4B8C-83A1-F6EECF244321}">
                  <p14:modId xmlns:p14="http://schemas.microsoft.com/office/powerpoint/2010/main" val="1193537825"/>
                </p:ext>
              </p:extLst>
            </p:nvPr>
          </p:nvGraphicFramePr>
          <p:xfrm>
            <a:off x="4473036" y="3706309"/>
            <a:ext cx="3576741" cy="2603011"/>
          </p:xfrm>
          <a:graphic>
            <a:graphicData uri="http://schemas.openxmlformats.org/drawingml/2006/chart">
              <c:chart xmlns:c="http://schemas.openxmlformats.org/drawingml/2006/chart" xmlns:r="http://schemas.openxmlformats.org/officeDocument/2006/relationships" r:id="rId13"/>
            </a:graphicData>
          </a:graphic>
        </p:graphicFrame>
        <p:sp>
          <p:nvSpPr>
            <p:cNvPr id="265" name="Arrow: Curved Left 264">
              <a:extLst>
                <a:ext uri="{FF2B5EF4-FFF2-40B4-BE49-F238E27FC236}">
                  <a16:creationId xmlns:a16="http://schemas.microsoft.com/office/drawing/2014/main" id="{44EF4EE2-28DA-4633-A4BA-B9B487478EBB}"/>
                </a:ext>
              </a:extLst>
            </p:cNvPr>
            <p:cNvSpPr/>
            <p:nvPr/>
          </p:nvSpPr>
          <p:spPr bwMode="auto">
            <a:xfrm flipV="1">
              <a:off x="6880021" y="4345222"/>
              <a:ext cx="356457" cy="468522"/>
            </a:xfrm>
            <a:prstGeom prst="curvedLef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266" name="TextBox 265">
              <a:extLst>
                <a:ext uri="{FF2B5EF4-FFF2-40B4-BE49-F238E27FC236}">
                  <a16:creationId xmlns:a16="http://schemas.microsoft.com/office/drawing/2014/main" id="{FC1E1AE2-B638-43AE-9616-950EEDE35837}"/>
                </a:ext>
              </a:extLst>
            </p:cNvPr>
            <p:cNvSpPr txBox="1"/>
            <p:nvPr/>
          </p:nvSpPr>
          <p:spPr bwMode="auto">
            <a:xfrm>
              <a:off x="7263080" y="4562727"/>
              <a:ext cx="363882" cy="184474"/>
            </a:xfrm>
            <a:prstGeom prst="rect">
              <a:avLst/>
            </a:prstGeom>
            <a:solidFill>
              <a:schemeClr val="bg1"/>
            </a:solid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100" i="1" kern="0">
                  <a:latin typeface="+mn-lt"/>
                </a:rPr>
                <a:t>+5</a:t>
              </a:r>
              <a:r>
                <a:rPr lang="en-US" sz="1100" i="1" kern="0" baseline="0">
                  <a:latin typeface="+mn-lt"/>
                  <a:ea typeface="+mn-ea"/>
                  <a:cs typeface="+mn-cs"/>
                </a:rPr>
                <a:t>%</a:t>
              </a:r>
            </a:p>
          </p:txBody>
        </p:sp>
        <p:grpSp>
          <p:nvGrpSpPr>
            <p:cNvPr id="5" name="Group 4">
              <a:extLst>
                <a:ext uri="{FF2B5EF4-FFF2-40B4-BE49-F238E27FC236}">
                  <a16:creationId xmlns:a16="http://schemas.microsoft.com/office/drawing/2014/main" id="{4E8E0F7F-9582-4147-BC04-7D54233F3ABC}"/>
                </a:ext>
              </a:extLst>
            </p:cNvPr>
            <p:cNvGrpSpPr/>
            <p:nvPr/>
          </p:nvGrpSpPr>
          <p:grpSpPr>
            <a:xfrm>
              <a:off x="6103701" y="5070863"/>
              <a:ext cx="1683625" cy="691146"/>
              <a:chOff x="6167532" y="5112257"/>
              <a:chExt cx="1643264" cy="653182"/>
            </a:xfrm>
          </p:grpSpPr>
          <p:sp>
            <p:nvSpPr>
              <p:cNvPr id="60" name="Oval 59">
                <a:extLst>
                  <a:ext uri="{FF2B5EF4-FFF2-40B4-BE49-F238E27FC236}">
                    <a16:creationId xmlns:a16="http://schemas.microsoft.com/office/drawing/2014/main" id="{512D7256-8DBD-40FB-94EF-BCC21E4B224A}"/>
                  </a:ext>
                </a:extLst>
              </p:cNvPr>
              <p:cNvSpPr/>
              <p:nvPr/>
            </p:nvSpPr>
            <p:spPr bwMode="auto">
              <a:xfrm rot="21113588">
                <a:off x="6167532" y="5112257"/>
                <a:ext cx="1643264" cy="653182"/>
              </a:xfrm>
              <a:prstGeom prst="ellipse">
                <a:avLst/>
              </a:prstGeom>
              <a:solidFill>
                <a:schemeClr val="accent6">
                  <a:lumMod val="7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3" name="TextBox 2">
                <a:extLst>
                  <a:ext uri="{FF2B5EF4-FFF2-40B4-BE49-F238E27FC236}">
                    <a16:creationId xmlns:a16="http://schemas.microsoft.com/office/drawing/2014/main" id="{E8D0D973-4B64-4264-A018-D5F99C6BC783}"/>
                  </a:ext>
                </a:extLst>
              </p:cNvPr>
              <p:cNvSpPr txBox="1"/>
              <p:nvPr/>
            </p:nvSpPr>
            <p:spPr bwMode="auto">
              <a:xfrm rot="20917114">
                <a:off x="6346804" y="5157288"/>
                <a:ext cx="1325684" cy="537006"/>
              </a:xfrm>
              <a:prstGeom prst="rect">
                <a:avLst/>
              </a:prstGeom>
              <a:noFill/>
              <a:ln w="9525">
                <a:noFill/>
                <a:miter lim="800000"/>
                <a:headEnd/>
                <a:tailEnd/>
              </a:ln>
              <a:effectLst/>
            </p:spPr>
            <p:txBody>
              <a:bodyPr wrap="non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de-AT" sz="1000" kern="0" baseline="0">
                    <a:solidFill>
                      <a:schemeClr val="bg1"/>
                    </a:solidFill>
                    <a:latin typeface="+mn-lt"/>
                    <a:ea typeface="+mn-ea"/>
                    <a:cs typeface="+mn-cs"/>
                  </a:rPr>
                  <a:t>Enables:</a:t>
                </a:r>
                <a:br>
                  <a:rPr lang="de-AT" sz="1000" kern="0" baseline="0">
                    <a:solidFill>
                      <a:schemeClr val="bg1"/>
                    </a:solidFill>
                    <a:latin typeface="+mn-lt"/>
                    <a:ea typeface="+mn-ea"/>
                    <a:cs typeface="+mn-cs"/>
                  </a:rPr>
                </a:br>
                <a:r>
                  <a:rPr lang="de-AT" sz="1000" kern="0" baseline="0">
                    <a:solidFill>
                      <a:schemeClr val="bg1"/>
                    </a:solidFill>
                    <a:latin typeface="+mn-lt"/>
                    <a:ea typeface="+mn-ea"/>
                    <a:cs typeface="+mn-cs"/>
                  </a:rPr>
                  <a:t>Longer battery run-time</a:t>
                </a:r>
              </a:p>
              <a:p>
                <a:pPr marR="0" algn="ctr" defTabSz="576000" eaLnBrk="0" fontAlgn="auto" latinLnBrk="0" hangingPunct="0">
                  <a:lnSpc>
                    <a:spcPct val="120000"/>
                  </a:lnSpc>
                  <a:spcBef>
                    <a:spcPts val="0"/>
                  </a:spcBef>
                  <a:spcAft>
                    <a:spcPts val="0"/>
                  </a:spcAft>
                  <a:buClr>
                    <a:schemeClr val="tx2"/>
                  </a:buClr>
                  <a:buSzTx/>
                  <a:tabLst/>
                </a:pPr>
                <a:r>
                  <a:rPr lang="de-AT" sz="1000" kern="0">
                    <a:solidFill>
                      <a:schemeClr val="bg1"/>
                    </a:solidFill>
                    <a:latin typeface="+mn-lt"/>
                  </a:rPr>
                  <a:t>Cheaper motor design</a:t>
                </a:r>
                <a:endParaRPr lang="en-US" sz="1000" kern="0" baseline="0">
                  <a:solidFill>
                    <a:schemeClr val="bg1"/>
                  </a:solidFill>
                  <a:latin typeface="+mn-lt"/>
                </a:endParaRPr>
              </a:p>
            </p:txBody>
          </p:sp>
        </p:grpSp>
      </p:grpSp>
      <p:grpSp>
        <p:nvGrpSpPr>
          <p:cNvPr id="18" name="Group 17">
            <a:extLst>
              <a:ext uri="{FF2B5EF4-FFF2-40B4-BE49-F238E27FC236}">
                <a16:creationId xmlns:a16="http://schemas.microsoft.com/office/drawing/2014/main" id="{CAB9DB77-505B-4C4C-AA6B-E806100FBFE3}"/>
              </a:ext>
            </a:extLst>
          </p:cNvPr>
          <p:cNvGrpSpPr/>
          <p:nvPr/>
        </p:nvGrpSpPr>
        <p:grpSpPr>
          <a:xfrm>
            <a:off x="8017447" y="3706309"/>
            <a:ext cx="4033892" cy="2582796"/>
            <a:chOff x="8017447" y="3706309"/>
            <a:chExt cx="4033892" cy="2582796"/>
          </a:xfrm>
        </p:grpSpPr>
        <p:graphicFrame>
          <p:nvGraphicFramePr>
            <p:cNvPr id="308" name="Chart 307" descr="Chart">
              <a:extLst>
                <a:ext uri="{FF2B5EF4-FFF2-40B4-BE49-F238E27FC236}">
                  <a16:creationId xmlns:a16="http://schemas.microsoft.com/office/drawing/2014/main" id="{3935845F-76D6-4FE1-9F12-298F24150AED}"/>
                </a:ext>
              </a:extLst>
            </p:cNvPr>
            <p:cNvGraphicFramePr>
              <a:graphicFrameLocks/>
            </p:cNvGraphicFramePr>
            <p:nvPr>
              <p:extLst>
                <p:ext uri="{D42A27DB-BD31-4B8C-83A1-F6EECF244321}">
                  <p14:modId xmlns:p14="http://schemas.microsoft.com/office/powerpoint/2010/main" val="1144510124"/>
                </p:ext>
              </p:extLst>
            </p:nvPr>
          </p:nvGraphicFramePr>
          <p:xfrm>
            <a:off x="8017447" y="3706309"/>
            <a:ext cx="3697550" cy="2582796"/>
          </p:xfrm>
          <a:graphic>
            <a:graphicData uri="http://schemas.openxmlformats.org/drawingml/2006/chart">
              <c:chart xmlns:c="http://schemas.openxmlformats.org/drawingml/2006/chart" xmlns:r="http://schemas.openxmlformats.org/officeDocument/2006/relationships" r:id="rId14"/>
            </a:graphicData>
          </a:graphic>
        </p:graphicFrame>
        <p:sp>
          <p:nvSpPr>
            <p:cNvPr id="263" name="Arrow: Curved Left 262">
              <a:extLst>
                <a:ext uri="{FF2B5EF4-FFF2-40B4-BE49-F238E27FC236}">
                  <a16:creationId xmlns:a16="http://schemas.microsoft.com/office/drawing/2014/main" id="{2A382FC0-45D7-4362-A755-12E7CB97751A}"/>
                </a:ext>
              </a:extLst>
            </p:cNvPr>
            <p:cNvSpPr/>
            <p:nvPr/>
          </p:nvSpPr>
          <p:spPr bwMode="auto">
            <a:xfrm>
              <a:off x="11319453" y="4126108"/>
              <a:ext cx="356457" cy="679395"/>
            </a:xfrm>
            <a:prstGeom prst="curvedLef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264" name="TextBox 263">
              <a:extLst>
                <a:ext uri="{FF2B5EF4-FFF2-40B4-BE49-F238E27FC236}">
                  <a16:creationId xmlns:a16="http://schemas.microsoft.com/office/drawing/2014/main" id="{353D4E27-3F92-424D-96C0-4ED31F77D289}"/>
                </a:ext>
              </a:extLst>
            </p:cNvPr>
            <p:cNvSpPr txBox="1"/>
            <p:nvPr/>
          </p:nvSpPr>
          <p:spPr bwMode="auto">
            <a:xfrm>
              <a:off x="11687457" y="4284911"/>
              <a:ext cx="363882" cy="184474"/>
            </a:xfrm>
            <a:prstGeom prst="rect">
              <a:avLst/>
            </a:prstGeom>
            <a:solidFill>
              <a:schemeClr val="bg1"/>
            </a:solid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100" i="1" kern="0">
                  <a:latin typeface="+mn-lt"/>
                </a:rPr>
                <a:t>-</a:t>
              </a:r>
              <a:r>
                <a:rPr lang="en-US" sz="1100" i="1" kern="0" baseline="0">
                  <a:latin typeface="+mn-lt"/>
                  <a:ea typeface="+mn-ea"/>
                  <a:cs typeface="+mn-cs"/>
                </a:rPr>
                <a:t>10%</a:t>
              </a:r>
            </a:p>
          </p:txBody>
        </p:sp>
        <p:grpSp>
          <p:nvGrpSpPr>
            <p:cNvPr id="61" name="Group 60">
              <a:extLst>
                <a:ext uri="{FF2B5EF4-FFF2-40B4-BE49-F238E27FC236}">
                  <a16:creationId xmlns:a16="http://schemas.microsoft.com/office/drawing/2014/main" id="{2FD7D83D-7A29-42A2-B369-1A83096E04A7}"/>
                </a:ext>
              </a:extLst>
            </p:cNvPr>
            <p:cNvGrpSpPr/>
            <p:nvPr/>
          </p:nvGrpSpPr>
          <p:grpSpPr>
            <a:xfrm>
              <a:off x="9098839" y="5025580"/>
              <a:ext cx="1683625" cy="691146"/>
              <a:chOff x="6167532" y="5112257"/>
              <a:chExt cx="1643264" cy="653182"/>
            </a:xfrm>
          </p:grpSpPr>
          <p:sp>
            <p:nvSpPr>
              <p:cNvPr id="62" name="Oval 61">
                <a:extLst>
                  <a:ext uri="{FF2B5EF4-FFF2-40B4-BE49-F238E27FC236}">
                    <a16:creationId xmlns:a16="http://schemas.microsoft.com/office/drawing/2014/main" id="{ACE34AAF-83BD-40C5-8065-CA1D76FBE0CF}"/>
                  </a:ext>
                </a:extLst>
              </p:cNvPr>
              <p:cNvSpPr/>
              <p:nvPr/>
            </p:nvSpPr>
            <p:spPr bwMode="auto">
              <a:xfrm rot="21113588">
                <a:off x="6167532" y="5112257"/>
                <a:ext cx="1643264" cy="653182"/>
              </a:xfrm>
              <a:prstGeom prst="ellipse">
                <a:avLst/>
              </a:prstGeom>
              <a:solidFill>
                <a:schemeClr val="accent6">
                  <a:lumMod val="7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a:solidFill>
                    <a:schemeClr val="bg1"/>
                  </a:solidFill>
                  <a:latin typeface="+mn-lt"/>
                  <a:ea typeface="+mn-ea"/>
                  <a:cs typeface="+mn-cs"/>
                </a:endParaRPr>
              </a:p>
            </p:txBody>
          </p:sp>
          <p:sp>
            <p:nvSpPr>
              <p:cNvPr id="63" name="TextBox 62">
                <a:extLst>
                  <a:ext uri="{FF2B5EF4-FFF2-40B4-BE49-F238E27FC236}">
                    <a16:creationId xmlns:a16="http://schemas.microsoft.com/office/drawing/2014/main" id="{B47C70ED-24DF-40BF-979F-C146F45D9BFF}"/>
                  </a:ext>
                </a:extLst>
              </p:cNvPr>
              <p:cNvSpPr txBox="1"/>
              <p:nvPr/>
            </p:nvSpPr>
            <p:spPr bwMode="auto">
              <a:xfrm rot="20917114">
                <a:off x="6302539" y="5173069"/>
                <a:ext cx="1403624" cy="507509"/>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de-AT" sz="1000" kern="0" baseline="0">
                    <a:solidFill>
                      <a:schemeClr val="bg1"/>
                    </a:solidFill>
                    <a:latin typeface="+mn-lt"/>
                    <a:ea typeface="+mn-ea"/>
                    <a:cs typeface="+mn-cs"/>
                  </a:rPr>
                  <a:t>Enables:</a:t>
                </a:r>
                <a:br>
                  <a:rPr lang="de-AT" sz="1000" kern="0" baseline="0">
                    <a:solidFill>
                      <a:schemeClr val="bg1"/>
                    </a:solidFill>
                    <a:latin typeface="+mn-lt"/>
                    <a:ea typeface="+mn-ea"/>
                    <a:cs typeface="+mn-cs"/>
                  </a:rPr>
                </a:br>
                <a:r>
                  <a:rPr lang="de-AT" sz="1000" kern="0">
                    <a:solidFill>
                      <a:schemeClr val="bg1"/>
                    </a:solidFill>
                    <a:latin typeface="+mn-lt"/>
                  </a:rPr>
                  <a:t>U</a:t>
                </a:r>
                <a:r>
                  <a:rPr lang="de-AT" sz="1000" kern="0" baseline="0">
                    <a:solidFill>
                      <a:schemeClr val="bg1"/>
                    </a:solidFill>
                    <a:latin typeface="+mn-lt"/>
                    <a:ea typeface="+mn-ea"/>
                    <a:cs typeface="+mn-cs"/>
                  </a:rPr>
                  <a:t>se of cheaper magnets in the motor</a:t>
                </a:r>
                <a:endParaRPr lang="en-US" sz="1000" kern="0" baseline="0">
                  <a:solidFill>
                    <a:schemeClr val="bg1"/>
                  </a:solidFill>
                  <a:latin typeface="+mn-lt"/>
                </a:endParaRPr>
              </a:p>
            </p:txBody>
          </p:sp>
        </p:grpSp>
      </p:grpSp>
      <p:grpSp>
        <p:nvGrpSpPr>
          <p:cNvPr id="14" name="Group 13">
            <a:extLst>
              <a:ext uri="{FF2B5EF4-FFF2-40B4-BE49-F238E27FC236}">
                <a16:creationId xmlns:a16="http://schemas.microsoft.com/office/drawing/2014/main" id="{40996500-EE8B-4B08-B24E-94A43BEBD362}"/>
              </a:ext>
            </a:extLst>
          </p:cNvPr>
          <p:cNvGrpSpPr/>
          <p:nvPr/>
        </p:nvGrpSpPr>
        <p:grpSpPr>
          <a:xfrm>
            <a:off x="6952266" y="1332089"/>
            <a:ext cx="2552909" cy="1628834"/>
            <a:chOff x="6952266" y="1332089"/>
            <a:chExt cx="2552909" cy="1628834"/>
          </a:xfrm>
        </p:grpSpPr>
        <p:pic>
          <p:nvPicPr>
            <p:cNvPr id="230" name="Picture 229">
              <a:extLst>
                <a:ext uri="{FF2B5EF4-FFF2-40B4-BE49-F238E27FC236}">
                  <a16:creationId xmlns:a16="http://schemas.microsoft.com/office/drawing/2014/main" id="{2CFF6F90-60D8-4721-B3B4-9AB66697C55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2266" y="1520923"/>
              <a:ext cx="2552909" cy="1440000"/>
            </a:xfrm>
            <a:prstGeom prst="rect">
              <a:avLst/>
            </a:prstGeom>
          </p:spPr>
        </p:pic>
        <p:sp>
          <p:nvSpPr>
            <p:cNvPr id="236" name="TextBox 235">
              <a:extLst>
                <a:ext uri="{FF2B5EF4-FFF2-40B4-BE49-F238E27FC236}">
                  <a16:creationId xmlns:a16="http://schemas.microsoft.com/office/drawing/2014/main" id="{DE086E19-7B39-4F70-A151-E768D0B615FA}"/>
                </a:ext>
              </a:extLst>
            </p:cNvPr>
            <p:cNvSpPr txBox="1"/>
            <p:nvPr/>
          </p:nvSpPr>
          <p:spPr bwMode="auto">
            <a:xfrm>
              <a:off x="7511699" y="2283722"/>
              <a:ext cx="1011495"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solidFill>
                    <a:srgbClr val="002060"/>
                  </a:solidFill>
                  <a:latin typeface="+mn-lt"/>
                  <a:ea typeface="+mn-ea"/>
                  <a:cs typeface="+mn-cs"/>
                </a:rPr>
                <a:t>I</a:t>
              </a:r>
              <a:r>
                <a:rPr lang="en-US" sz="1000" kern="0" baseline="-25000" dirty="0">
                  <a:solidFill>
                    <a:srgbClr val="002060"/>
                  </a:solidFill>
                  <a:latin typeface="+mn-lt"/>
                  <a:ea typeface="+mn-ea"/>
                  <a:cs typeface="+mn-cs"/>
                </a:rPr>
                <a:t>HF_RMS</a:t>
              </a:r>
              <a:r>
                <a:rPr lang="en-US" sz="1000" kern="0" dirty="0">
                  <a:solidFill>
                    <a:srgbClr val="002060"/>
                  </a:solidFill>
                  <a:latin typeface="+mn-lt"/>
                  <a:ea typeface="+mn-ea"/>
                  <a:cs typeface="+mn-cs"/>
                </a:rPr>
                <a:t>=2.51Arms</a:t>
              </a:r>
            </a:p>
          </p:txBody>
        </p:sp>
        <p:sp>
          <p:nvSpPr>
            <p:cNvPr id="231" name="TextBox 230">
              <a:extLst>
                <a:ext uri="{FF2B5EF4-FFF2-40B4-BE49-F238E27FC236}">
                  <a16:creationId xmlns:a16="http://schemas.microsoft.com/office/drawing/2014/main" id="{BEB8B184-6347-4AA7-B54B-58758B094A28}"/>
                </a:ext>
              </a:extLst>
            </p:cNvPr>
            <p:cNvSpPr txBox="1"/>
            <p:nvPr/>
          </p:nvSpPr>
          <p:spPr bwMode="auto">
            <a:xfrm>
              <a:off x="7618078" y="1332089"/>
              <a:ext cx="1402628" cy="234744"/>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kern="0" baseline="0" dirty="0">
                  <a:latin typeface="+mn-lt"/>
                  <a:ea typeface="+mn-ea"/>
                  <a:cs typeface="+mn-cs"/>
                </a:rPr>
                <a:t>16kHz 7-segment</a:t>
              </a:r>
            </a:p>
          </p:txBody>
        </p:sp>
        <p:sp>
          <p:nvSpPr>
            <p:cNvPr id="65" name="TextBox 64">
              <a:extLst>
                <a:ext uri="{FF2B5EF4-FFF2-40B4-BE49-F238E27FC236}">
                  <a16:creationId xmlns:a16="http://schemas.microsoft.com/office/drawing/2014/main" id="{A3309F45-E227-42A2-96FF-14295998A766}"/>
                </a:ext>
              </a:extLst>
            </p:cNvPr>
            <p:cNvSpPr txBox="1"/>
            <p:nvPr/>
          </p:nvSpPr>
          <p:spPr bwMode="auto">
            <a:xfrm>
              <a:off x="7318214" y="1904532"/>
              <a:ext cx="910506"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latin typeface="+mn-lt"/>
                  <a:ea typeface="+mn-ea"/>
                  <a:cs typeface="+mn-cs"/>
                </a:rPr>
                <a:t>I</a:t>
              </a:r>
              <a:r>
                <a:rPr lang="en-US" sz="1000" kern="0" baseline="-25000" dirty="0">
                  <a:latin typeface="+mn-lt"/>
                  <a:ea typeface="+mn-ea"/>
                  <a:cs typeface="+mn-cs"/>
                </a:rPr>
                <a:t>PH_RMS</a:t>
              </a:r>
              <a:r>
                <a:rPr lang="en-US" sz="1000" kern="0" dirty="0">
                  <a:latin typeface="+mn-lt"/>
                  <a:ea typeface="+mn-ea"/>
                  <a:cs typeface="+mn-cs"/>
                </a:rPr>
                <a:t>=46Arms</a:t>
              </a:r>
            </a:p>
          </p:txBody>
        </p:sp>
      </p:grpSp>
      <p:grpSp>
        <p:nvGrpSpPr>
          <p:cNvPr id="15" name="Group 14">
            <a:extLst>
              <a:ext uri="{FF2B5EF4-FFF2-40B4-BE49-F238E27FC236}">
                <a16:creationId xmlns:a16="http://schemas.microsoft.com/office/drawing/2014/main" id="{FEEB6DB6-662A-4C75-804D-85B506747055}"/>
              </a:ext>
            </a:extLst>
          </p:cNvPr>
          <p:cNvGrpSpPr/>
          <p:nvPr/>
        </p:nvGrpSpPr>
        <p:grpSpPr>
          <a:xfrm>
            <a:off x="9417565" y="1332089"/>
            <a:ext cx="2552909" cy="1644046"/>
            <a:chOff x="9417565" y="1332089"/>
            <a:chExt cx="2552909" cy="1644046"/>
          </a:xfrm>
        </p:grpSpPr>
        <p:pic>
          <p:nvPicPr>
            <p:cNvPr id="234" name="Picture 233">
              <a:extLst>
                <a:ext uri="{FF2B5EF4-FFF2-40B4-BE49-F238E27FC236}">
                  <a16:creationId xmlns:a16="http://schemas.microsoft.com/office/drawing/2014/main" id="{261D9699-A8DF-44FD-B318-44CFA5BBC1F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417565" y="1536135"/>
              <a:ext cx="2552909" cy="1440000"/>
            </a:xfrm>
            <a:prstGeom prst="rect">
              <a:avLst/>
            </a:prstGeom>
          </p:spPr>
        </p:pic>
        <p:sp>
          <p:nvSpPr>
            <p:cNvPr id="237" name="TextBox 236">
              <a:extLst>
                <a:ext uri="{FF2B5EF4-FFF2-40B4-BE49-F238E27FC236}">
                  <a16:creationId xmlns:a16="http://schemas.microsoft.com/office/drawing/2014/main" id="{A9942814-B25C-41F7-B2EE-94525A23451D}"/>
                </a:ext>
              </a:extLst>
            </p:cNvPr>
            <p:cNvSpPr txBox="1"/>
            <p:nvPr/>
          </p:nvSpPr>
          <p:spPr bwMode="auto">
            <a:xfrm>
              <a:off x="10045966" y="2265840"/>
              <a:ext cx="1011495"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solidFill>
                    <a:srgbClr val="002060"/>
                  </a:solidFill>
                  <a:latin typeface="+mn-lt"/>
                  <a:ea typeface="+mn-ea"/>
                  <a:cs typeface="+mn-cs"/>
                </a:rPr>
                <a:t>I</a:t>
              </a:r>
              <a:r>
                <a:rPr lang="en-US" sz="1000" kern="0" baseline="-25000" dirty="0">
                  <a:solidFill>
                    <a:srgbClr val="002060"/>
                  </a:solidFill>
                  <a:latin typeface="+mn-lt"/>
                  <a:ea typeface="+mn-ea"/>
                  <a:cs typeface="+mn-cs"/>
                </a:rPr>
                <a:t>HF_RMS</a:t>
              </a:r>
              <a:r>
                <a:rPr lang="en-US" sz="1000" kern="0" dirty="0">
                  <a:solidFill>
                    <a:srgbClr val="002060"/>
                  </a:solidFill>
                  <a:latin typeface="+mn-lt"/>
                  <a:ea typeface="+mn-ea"/>
                  <a:cs typeface="+mn-cs"/>
                </a:rPr>
                <a:t>=0.64Arms</a:t>
              </a:r>
            </a:p>
          </p:txBody>
        </p:sp>
        <p:sp>
          <p:nvSpPr>
            <p:cNvPr id="233" name="TextBox 232">
              <a:extLst>
                <a:ext uri="{FF2B5EF4-FFF2-40B4-BE49-F238E27FC236}">
                  <a16:creationId xmlns:a16="http://schemas.microsoft.com/office/drawing/2014/main" id="{0ED61B9C-E4D0-4831-8E68-0FF9DDB4467F}"/>
                </a:ext>
              </a:extLst>
            </p:cNvPr>
            <p:cNvSpPr txBox="1"/>
            <p:nvPr/>
          </p:nvSpPr>
          <p:spPr bwMode="auto">
            <a:xfrm>
              <a:off x="10026022" y="1332089"/>
              <a:ext cx="1502014" cy="234744"/>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kern="0" dirty="0">
                  <a:latin typeface="+mn-lt"/>
                </a:rPr>
                <a:t>100</a:t>
              </a:r>
              <a:r>
                <a:rPr lang="en-US" kern="0" baseline="0" dirty="0">
                  <a:latin typeface="+mn-lt"/>
                  <a:ea typeface="+mn-ea"/>
                  <a:cs typeface="+mn-cs"/>
                </a:rPr>
                <a:t>kHz 7-segment</a:t>
              </a:r>
            </a:p>
          </p:txBody>
        </p:sp>
        <p:sp>
          <p:nvSpPr>
            <p:cNvPr id="66" name="TextBox 65">
              <a:extLst>
                <a:ext uri="{FF2B5EF4-FFF2-40B4-BE49-F238E27FC236}">
                  <a16:creationId xmlns:a16="http://schemas.microsoft.com/office/drawing/2014/main" id="{C22F387E-A5B6-4551-9A6F-9550742B0EFE}"/>
                </a:ext>
              </a:extLst>
            </p:cNvPr>
            <p:cNvSpPr txBox="1"/>
            <p:nvPr/>
          </p:nvSpPr>
          <p:spPr bwMode="auto">
            <a:xfrm>
              <a:off x="9803602" y="1952590"/>
              <a:ext cx="910506"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latin typeface="+mn-lt"/>
                  <a:ea typeface="+mn-ea"/>
                  <a:cs typeface="+mn-cs"/>
                </a:rPr>
                <a:t>I</a:t>
              </a:r>
              <a:r>
                <a:rPr lang="en-US" sz="1000" kern="0" baseline="-25000" dirty="0">
                  <a:latin typeface="+mn-lt"/>
                  <a:ea typeface="+mn-ea"/>
                  <a:cs typeface="+mn-cs"/>
                </a:rPr>
                <a:t>PH_RMS</a:t>
              </a:r>
              <a:r>
                <a:rPr lang="en-US" sz="1000" kern="0" dirty="0">
                  <a:latin typeface="+mn-lt"/>
                  <a:ea typeface="+mn-ea"/>
                  <a:cs typeface="+mn-cs"/>
                </a:rPr>
                <a:t>=42Arms</a:t>
              </a:r>
            </a:p>
          </p:txBody>
        </p:sp>
      </p:grpSp>
      <p:pic>
        <p:nvPicPr>
          <p:cNvPr id="6" name="Picture 5">
            <a:extLst>
              <a:ext uri="{FF2B5EF4-FFF2-40B4-BE49-F238E27FC236}">
                <a16:creationId xmlns:a16="http://schemas.microsoft.com/office/drawing/2014/main" id="{F106A17A-2D34-4B1A-ABBD-60A25CBBD6B0}"/>
              </a:ext>
            </a:extLst>
          </p:cNvPr>
          <p:cNvPicPr>
            <a:picLocks noChangeAspect="1"/>
          </p:cNvPicPr>
          <p:nvPr/>
        </p:nvPicPr>
        <p:blipFill>
          <a:blip r:embed="rId17"/>
          <a:stretch>
            <a:fillRect/>
          </a:stretch>
        </p:blipFill>
        <p:spPr>
          <a:xfrm rot="5400000">
            <a:off x="462375" y="4204087"/>
            <a:ext cx="1673185" cy="1673185"/>
          </a:xfrm>
          <a:prstGeom prst="rect">
            <a:avLst/>
          </a:prstGeom>
        </p:spPr>
      </p:pic>
      <p:pic>
        <p:nvPicPr>
          <p:cNvPr id="8" name="Picture 7">
            <a:extLst>
              <a:ext uri="{FF2B5EF4-FFF2-40B4-BE49-F238E27FC236}">
                <a16:creationId xmlns:a16="http://schemas.microsoft.com/office/drawing/2014/main" id="{FA889BDE-034D-4BA4-AD12-71EAF851AB81}"/>
              </a:ext>
            </a:extLst>
          </p:cNvPr>
          <p:cNvPicPr>
            <a:picLocks noChangeAspect="1"/>
          </p:cNvPicPr>
          <p:nvPr/>
        </p:nvPicPr>
        <p:blipFill>
          <a:blip r:embed="rId18"/>
          <a:stretch>
            <a:fillRect/>
          </a:stretch>
        </p:blipFill>
        <p:spPr>
          <a:xfrm>
            <a:off x="1053775" y="4805012"/>
            <a:ext cx="464985" cy="464985"/>
          </a:xfrm>
          <a:prstGeom prst="rect">
            <a:avLst/>
          </a:prstGeom>
        </p:spPr>
      </p:pic>
      <p:grpSp>
        <p:nvGrpSpPr>
          <p:cNvPr id="13" name="Group 12">
            <a:extLst>
              <a:ext uri="{FF2B5EF4-FFF2-40B4-BE49-F238E27FC236}">
                <a16:creationId xmlns:a16="http://schemas.microsoft.com/office/drawing/2014/main" id="{BCE4DA07-7140-4808-9684-AE0ACB9E0ACF}"/>
              </a:ext>
            </a:extLst>
          </p:cNvPr>
          <p:cNvGrpSpPr/>
          <p:nvPr/>
        </p:nvGrpSpPr>
        <p:grpSpPr>
          <a:xfrm>
            <a:off x="3520036" y="1045398"/>
            <a:ext cx="8555225" cy="2152406"/>
            <a:chOff x="3520036" y="1045398"/>
            <a:chExt cx="8555225" cy="2152406"/>
          </a:xfrm>
        </p:grpSpPr>
        <p:pic>
          <p:nvPicPr>
            <p:cNvPr id="307" name="Picture 306">
              <a:extLst>
                <a:ext uri="{FF2B5EF4-FFF2-40B4-BE49-F238E27FC236}">
                  <a16:creationId xmlns:a16="http://schemas.microsoft.com/office/drawing/2014/main" id="{CAE8B251-41BB-4A9F-A703-48E71C4D903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483524" y="1525913"/>
              <a:ext cx="2552909" cy="1440000"/>
            </a:xfrm>
            <a:prstGeom prst="rect">
              <a:avLst/>
            </a:prstGeom>
          </p:spPr>
        </p:pic>
        <p:sp>
          <p:nvSpPr>
            <p:cNvPr id="208" name="TextBox 207">
              <a:extLst>
                <a:ext uri="{FF2B5EF4-FFF2-40B4-BE49-F238E27FC236}">
                  <a16:creationId xmlns:a16="http://schemas.microsoft.com/office/drawing/2014/main" id="{2CAE1FCB-63EB-415A-AE21-E4C81AD5D255}"/>
                </a:ext>
              </a:extLst>
            </p:cNvPr>
            <p:cNvSpPr txBox="1"/>
            <p:nvPr/>
          </p:nvSpPr>
          <p:spPr bwMode="auto">
            <a:xfrm>
              <a:off x="4987838" y="2306610"/>
              <a:ext cx="1011495"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solidFill>
                    <a:srgbClr val="002060"/>
                  </a:solidFill>
                  <a:latin typeface="+mn-lt"/>
                  <a:ea typeface="+mn-ea"/>
                  <a:cs typeface="+mn-cs"/>
                </a:rPr>
                <a:t>I</a:t>
              </a:r>
              <a:r>
                <a:rPr lang="en-US" sz="1000" kern="0" baseline="-25000" dirty="0">
                  <a:solidFill>
                    <a:srgbClr val="002060"/>
                  </a:solidFill>
                  <a:latin typeface="+mn-lt"/>
                  <a:ea typeface="+mn-ea"/>
                  <a:cs typeface="+mn-cs"/>
                </a:rPr>
                <a:t>HF_RMS</a:t>
              </a:r>
              <a:r>
                <a:rPr lang="en-US" sz="1000" kern="0" dirty="0">
                  <a:solidFill>
                    <a:srgbClr val="002060"/>
                  </a:solidFill>
                  <a:latin typeface="+mn-lt"/>
                  <a:ea typeface="+mn-ea"/>
                  <a:cs typeface="+mn-cs"/>
                </a:rPr>
                <a:t>=4.22Arms</a:t>
              </a:r>
            </a:p>
          </p:txBody>
        </p:sp>
        <p:sp>
          <p:nvSpPr>
            <p:cNvPr id="209" name="Rectangle 208">
              <a:extLst>
                <a:ext uri="{FF2B5EF4-FFF2-40B4-BE49-F238E27FC236}">
                  <a16:creationId xmlns:a16="http://schemas.microsoft.com/office/drawing/2014/main" id="{19C56DE2-2A2B-4DBB-A04C-2CFB67410E08}"/>
                </a:ext>
              </a:extLst>
            </p:cNvPr>
            <p:cNvSpPr/>
            <p:nvPr/>
          </p:nvSpPr>
          <p:spPr bwMode="auto">
            <a:xfrm>
              <a:off x="4471379" y="1045398"/>
              <a:ext cx="7603882" cy="2152406"/>
            </a:xfrm>
            <a:prstGeom prst="rect">
              <a:avLst/>
            </a:prstGeom>
            <a:noFill/>
            <a:ln w="19050">
              <a:solidFill>
                <a:schemeClr val="accent6">
                  <a:lumMod val="75000"/>
                </a:schemeClr>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50" name="TextBox 249">
              <a:extLst>
                <a:ext uri="{FF2B5EF4-FFF2-40B4-BE49-F238E27FC236}">
                  <a16:creationId xmlns:a16="http://schemas.microsoft.com/office/drawing/2014/main" id="{196CEC5F-1427-4CF4-A02E-344E9390FBE1}"/>
                </a:ext>
              </a:extLst>
            </p:cNvPr>
            <p:cNvSpPr txBox="1"/>
            <p:nvPr/>
          </p:nvSpPr>
          <p:spPr bwMode="auto">
            <a:xfrm>
              <a:off x="6332209" y="1045398"/>
              <a:ext cx="4621287" cy="1844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100" b="1" i="1" kern="0" baseline="0" dirty="0">
                  <a:latin typeface="+mn-lt"/>
                  <a:ea typeface="+mn-ea"/>
                  <a:cs typeface="+mn-cs"/>
                </a:rPr>
                <a:t>Phase current ripple reduction with higher </a:t>
              </a:r>
              <a:r>
                <a:rPr lang="en-US" sz="1100" b="1" i="1" kern="0" baseline="0" dirty="0" err="1">
                  <a:latin typeface="+mn-lt"/>
                  <a:ea typeface="+mn-ea"/>
                  <a:cs typeface="+mn-cs"/>
                </a:rPr>
                <a:t>Fsw</a:t>
              </a:r>
              <a:r>
                <a:rPr lang="en-US" sz="1100" b="1" i="1" kern="0" baseline="0" dirty="0">
                  <a:latin typeface="+mn-lt"/>
                  <a:ea typeface="+mn-ea"/>
                  <a:cs typeface="+mn-cs"/>
                </a:rPr>
                <a:t> and 7-segment FOC</a:t>
              </a:r>
            </a:p>
          </p:txBody>
        </p:sp>
        <p:sp>
          <p:nvSpPr>
            <p:cNvPr id="232" name="TextBox 231">
              <a:extLst>
                <a:ext uri="{FF2B5EF4-FFF2-40B4-BE49-F238E27FC236}">
                  <a16:creationId xmlns:a16="http://schemas.microsoft.com/office/drawing/2014/main" id="{6F2D2AAC-EDDB-4630-BB0D-4C74377555C7}"/>
                </a:ext>
              </a:extLst>
            </p:cNvPr>
            <p:cNvSpPr txBox="1"/>
            <p:nvPr/>
          </p:nvSpPr>
          <p:spPr bwMode="auto">
            <a:xfrm>
              <a:off x="5210134" y="1332089"/>
              <a:ext cx="1402628" cy="234744"/>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kern="0" baseline="0" dirty="0">
                  <a:latin typeface="+mn-lt"/>
                  <a:ea typeface="+mn-ea"/>
                  <a:cs typeface="+mn-cs"/>
                </a:rPr>
                <a:t>16kHz 5-segment</a:t>
              </a:r>
            </a:p>
          </p:txBody>
        </p:sp>
        <p:sp>
          <p:nvSpPr>
            <p:cNvPr id="64" name="TextBox 63">
              <a:extLst>
                <a:ext uri="{FF2B5EF4-FFF2-40B4-BE49-F238E27FC236}">
                  <a16:creationId xmlns:a16="http://schemas.microsoft.com/office/drawing/2014/main" id="{08BC4A25-9EE0-47AC-9C99-83691998A901}"/>
                </a:ext>
              </a:extLst>
            </p:cNvPr>
            <p:cNvSpPr txBox="1"/>
            <p:nvPr/>
          </p:nvSpPr>
          <p:spPr bwMode="auto">
            <a:xfrm>
              <a:off x="4896576" y="1879673"/>
              <a:ext cx="910506" cy="167675"/>
            </a:xfrm>
            <a:prstGeom prst="rect">
              <a:avLst/>
            </a:prstGeom>
            <a:solidFill>
              <a:schemeClr val="bg1"/>
            </a:solid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000" kern="0" baseline="0" dirty="0">
                  <a:latin typeface="+mn-lt"/>
                  <a:ea typeface="+mn-ea"/>
                  <a:cs typeface="+mn-cs"/>
                </a:rPr>
                <a:t>I</a:t>
              </a:r>
              <a:r>
                <a:rPr lang="en-US" sz="1000" kern="0" baseline="-25000" dirty="0">
                  <a:latin typeface="+mn-lt"/>
                  <a:ea typeface="+mn-ea"/>
                  <a:cs typeface="+mn-cs"/>
                </a:rPr>
                <a:t>PH_RMS</a:t>
              </a:r>
              <a:r>
                <a:rPr lang="en-US" sz="1000" kern="0" dirty="0">
                  <a:latin typeface="+mn-lt"/>
                  <a:ea typeface="+mn-ea"/>
                  <a:cs typeface="+mn-cs"/>
                </a:rPr>
                <a:t>=47Arms</a:t>
              </a:r>
            </a:p>
          </p:txBody>
        </p:sp>
        <p:cxnSp>
          <p:nvCxnSpPr>
            <p:cNvPr id="211" name="Connector: Elbow 210">
              <a:extLst>
                <a:ext uri="{FF2B5EF4-FFF2-40B4-BE49-F238E27FC236}">
                  <a16:creationId xmlns:a16="http://schemas.microsoft.com/office/drawing/2014/main" id="{3792602A-75B3-4703-85F8-C8BCC6F3B709}"/>
                </a:ext>
              </a:extLst>
            </p:cNvPr>
            <p:cNvCxnSpPr>
              <a:cxnSpLocks/>
              <a:stCxn id="213" idx="0"/>
            </p:cNvCxnSpPr>
            <p:nvPr/>
          </p:nvCxnSpPr>
          <p:spPr>
            <a:xfrm rot="5400000" flipH="1" flipV="1">
              <a:off x="3901634" y="1617731"/>
              <a:ext cx="174225" cy="937422"/>
            </a:xfrm>
            <a:prstGeom prst="bentConnector2">
              <a:avLst/>
            </a:prstGeom>
            <a:ln w="95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5DF1009-B414-497E-A8BD-1C56D29470E1}"/>
                  </a:ext>
                </a:extLst>
              </p:cNvPr>
              <p:cNvSpPr txBox="1"/>
              <p:nvPr/>
            </p:nvSpPr>
            <p:spPr bwMode="auto">
              <a:xfrm>
                <a:off x="176570" y="6219877"/>
                <a:ext cx="3372382" cy="429605"/>
              </a:xfrm>
              <a:prstGeom prst="rect">
                <a:avLst/>
              </a:prstGeom>
              <a:noFill/>
              <a:ln w="9525">
                <a:noFill/>
                <a:miter lim="800000"/>
                <a:headEnd/>
                <a:tailEnd/>
              </a:ln>
              <a:effectLst/>
            </p:spPr>
            <p:txBody>
              <a:bodyPr wrap="square" lIns="0" tIns="0" rIns="0" bIns="0" rtlCol="0" anchor="t" anchorCtr="0">
                <a:spAutoFit/>
              </a:bodyPr>
              <a:lstStyle/>
              <a:p>
                <a:pPr algn="just" defTabSz="576000" eaLnBrk="0" fontAlgn="auto" hangingPunct="0">
                  <a:lnSpc>
                    <a:spcPct val="120000"/>
                  </a:lnSpc>
                  <a:spcBef>
                    <a:spcPts val="0"/>
                  </a:spcBef>
                  <a:spcAft>
                    <a:spcPts val="0"/>
                  </a:spcAft>
                  <a:buClr>
                    <a:schemeClr val="tx2"/>
                  </a:buClr>
                </a:pPr>
                <a14:m>
                  <m:oMathPara xmlns:m="http://schemas.openxmlformats.org/officeDocument/2006/math">
                    <m:oMathParaPr>
                      <m:jc m:val="left"/>
                    </m:oMathParaPr>
                    <m:oMath xmlns:m="http://schemas.openxmlformats.org/officeDocument/2006/math">
                      <m:r>
                        <a:rPr lang="el-GR" sz="800" i="1" kern="0" smtClean="0">
                          <a:latin typeface="Cambria Math" panose="02040503050406030204" pitchFamily="18" charset="0"/>
                        </a:rPr>
                        <m:t>𝜎</m:t>
                      </m:r>
                      <m:r>
                        <a:rPr lang="de-AT" sz="800" i="1" kern="0" baseline="-25000">
                          <a:latin typeface="Cambria Math" panose="02040503050406030204" pitchFamily="18" charset="0"/>
                        </a:rPr>
                        <m:t>𝐸</m:t>
                      </m:r>
                      <m:r>
                        <a:rPr lang="de-AT" sz="800" i="1" kern="0" baseline="-25000">
                          <a:latin typeface="Cambria Math" panose="02040503050406030204" pitchFamily="18" charset="0"/>
                        </a:rPr>
                        <m:t>,</m:t>
                      </m:r>
                      <m:r>
                        <a:rPr lang="de-AT" sz="800" i="1" kern="0" baseline="-25000">
                          <a:latin typeface="Cambria Math" panose="02040503050406030204" pitchFamily="18" charset="0"/>
                        </a:rPr>
                        <m:t>𝐻</m:t>
                      </m:r>
                      <m:r>
                        <a:rPr lang="de-AT" sz="800" i="1" kern="0">
                          <a:latin typeface="Cambria Math" panose="02040503050406030204" pitchFamily="18" charset="0"/>
                        </a:rPr>
                        <m:t>−</m:t>
                      </m:r>
                      <m:r>
                        <a:rPr lang="de-AT" sz="800" i="1" kern="0">
                          <a:latin typeface="Cambria Math" panose="02040503050406030204" pitchFamily="18" charset="0"/>
                        </a:rPr>
                        <m:t>𝑚𝑎𝑡𝑒𝑟𝑖𝑎𝑙</m:t>
                      </m:r>
                      <m:r>
                        <a:rPr lang="de-AT" sz="800" i="1" kern="0">
                          <a:latin typeface="Cambria Math" panose="02040503050406030204" pitchFamily="18" charset="0"/>
                        </a:rPr>
                        <m:t> </m:t>
                      </m:r>
                      <m:r>
                        <a:rPr lang="de-AT" sz="800" i="1" kern="0">
                          <a:latin typeface="Cambria Math" panose="02040503050406030204" pitchFamily="18" charset="0"/>
                        </a:rPr>
                        <m:t>𝑝𝑟𝑜𝑝𝑒𝑟𝑡𝑖𝑒𝑠</m:t>
                      </m:r>
                      <m:r>
                        <a:rPr lang="de-AT" sz="800" i="1" kern="0">
                          <a:latin typeface="Cambria Math" panose="02040503050406030204" pitchFamily="18" charset="0"/>
                        </a:rPr>
                        <m:t>, </m:t>
                      </m:r>
                      <m:r>
                        <a:rPr lang="de-AT" sz="800" i="1" kern="0">
                          <a:latin typeface="Cambria Math" panose="02040503050406030204" pitchFamily="18" charset="0"/>
                        </a:rPr>
                        <m:t>𝑓</m:t>
                      </m:r>
                      <m:r>
                        <a:rPr lang="de-AT" sz="800" i="1" kern="0">
                          <a:latin typeface="Cambria Math" panose="02040503050406030204" pitchFamily="18" charset="0"/>
                        </a:rPr>
                        <m:t>−</m:t>
                      </m:r>
                      <m:r>
                        <a:rPr lang="de-AT" sz="800" i="1" kern="0">
                          <a:latin typeface="Cambria Math" panose="02040503050406030204" pitchFamily="18" charset="0"/>
                        </a:rPr>
                        <m:t>𝑓𝑟𝑒𝑞𝑢𝑒𝑛𝑐𝑦</m:t>
                      </m:r>
                      <m:r>
                        <a:rPr lang="de-AT" sz="800" i="1" kern="0">
                          <a:latin typeface="Cambria Math" panose="02040503050406030204" pitchFamily="18" charset="0"/>
                        </a:rPr>
                        <m:t> </m:t>
                      </m:r>
                      <m:r>
                        <a:rPr lang="de-AT" sz="800" i="1" kern="0">
                          <a:latin typeface="Cambria Math" panose="02040503050406030204" pitchFamily="18" charset="0"/>
                        </a:rPr>
                        <m:t>𝑜𝑓</m:t>
                      </m:r>
                      <m:r>
                        <a:rPr lang="de-AT" sz="800" i="1" kern="0">
                          <a:latin typeface="Cambria Math" panose="02040503050406030204" pitchFamily="18" charset="0"/>
                        </a:rPr>
                        <m:t> </m:t>
                      </m:r>
                      <m:r>
                        <a:rPr lang="de-AT" sz="800" i="1" kern="0">
                          <a:latin typeface="Cambria Math" panose="02040503050406030204" pitchFamily="18" charset="0"/>
                        </a:rPr>
                        <m:t>𝐵𝑠</m:t>
                      </m:r>
                      <m:r>
                        <a:rPr lang="de-AT" sz="800" i="1" kern="0">
                          <a:latin typeface="Cambria Math" panose="02040503050406030204" pitchFamily="18" charset="0"/>
                        </a:rPr>
                        <m:t>, </m:t>
                      </m:r>
                      <m:r>
                        <m:rPr>
                          <m:nor/>
                        </m:rPr>
                        <a:rPr lang="de-AT" sz="800" i="1" dirty="0">
                          <a:latin typeface="Cambria Math" panose="02040503050406030204" pitchFamily="18" charset="0"/>
                          <a:ea typeface="Cambria Math" panose="02040503050406030204" pitchFamily="18" charset="0"/>
                        </a:rPr>
                        <m:t>n</m:t>
                      </m:r>
                      <m:r>
                        <m:rPr>
                          <m:nor/>
                        </m:rPr>
                        <a:rPr lang="de-AT" sz="800" i="1" dirty="0">
                          <a:latin typeface="Cambria Math" panose="02040503050406030204" pitchFamily="18" charset="0"/>
                          <a:ea typeface="Cambria Math" panose="02040503050406030204" pitchFamily="18" charset="0"/>
                        </a:rPr>
                        <m:t> – 1.5 − 2.5</m:t>
                      </m:r>
                      <m:r>
                        <a:rPr lang="de-AT" sz="800" b="0" i="1" dirty="0" smtClean="0">
                          <a:latin typeface="Cambria Math" panose="02040503050406030204" pitchFamily="18" charset="0"/>
                          <a:ea typeface="Cambria Math" panose="02040503050406030204" pitchFamily="18" charset="0"/>
                        </a:rPr>
                        <m:t> </m:t>
                      </m:r>
                    </m:oMath>
                  </m:oMathPara>
                </a14:m>
                <a:br>
                  <a:rPr lang="de-AT" sz="800" b="0" i="1" dirty="0">
                    <a:latin typeface="Cambria Math" panose="02040503050406030204" pitchFamily="18" charset="0"/>
                    <a:ea typeface="Cambria Math" panose="02040503050406030204" pitchFamily="18" charset="0"/>
                  </a:rPr>
                </a:br>
                <a14:m>
                  <m:oMath xmlns:m="http://schemas.openxmlformats.org/officeDocument/2006/math">
                    <m:r>
                      <a:rPr lang="de-AT" sz="800" i="1" kern="0" smtClean="0">
                        <a:latin typeface="Cambria Math" panose="02040503050406030204" pitchFamily="18" charset="0"/>
                      </a:rPr>
                      <m:t>𝐵</m:t>
                    </m:r>
                    <m:r>
                      <a:rPr lang="de-AT" sz="800" b="0" i="1" kern="0" smtClean="0">
                        <a:latin typeface="Cambria Math" panose="02040503050406030204" pitchFamily="18" charset="0"/>
                      </a:rPr>
                      <m:t>𝑠</m:t>
                    </m:r>
                    <m:r>
                      <a:rPr lang="de-AT" sz="800" i="1" kern="0" smtClean="0">
                        <a:latin typeface="Cambria Math" panose="02040503050406030204" pitchFamily="18" charset="0"/>
                      </a:rPr>
                      <m:t>−</m:t>
                    </m:r>
                    <m:r>
                      <a:rPr lang="de-AT" sz="800" i="1" kern="0">
                        <a:latin typeface="Cambria Math" panose="02040503050406030204" pitchFamily="18" charset="0"/>
                      </a:rPr>
                      <m:t>𝑚𝑎𝑔𝑛𝑒𝑡𝑖𝑐</m:t>
                    </m:r>
                    <m:r>
                      <a:rPr lang="de-AT" sz="800" i="1" kern="0">
                        <a:latin typeface="Cambria Math" panose="02040503050406030204" pitchFamily="18" charset="0"/>
                      </a:rPr>
                      <m:t> </m:t>
                    </m:r>
                    <m:r>
                      <a:rPr lang="de-AT" sz="800" i="1" kern="0">
                        <a:latin typeface="Cambria Math" panose="02040503050406030204" pitchFamily="18" charset="0"/>
                      </a:rPr>
                      <m:t>𝑖𝑛𝑑𝑢𝑐𝑡𝑖𝑜𝑛</m:t>
                    </m:r>
                    <m:r>
                      <a:rPr lang="de-AT" sz="800" i="1" kern="0">
                        <a:latin typeface="Cambria Math" panose="02040503050406030204" pitchFamily="18" charset="0"/>
                      </a:rPr>
                      <m:t> </m:t>
                    </m:r>
                    <m:r>
                      <a:rPr lang="de-AT" sz="800" i="1" kern="0">
                        <a:latin typeface="Cambria Math" panose="02040503050406030204" pitchFamily="18" charset="0"/>
                      </a:rPr>
                      <m:t>𝑡h𝑟𝑜𝑢𝑔h</m:t>
                    </m:r>
                    <m:r>
                      <a:rPr lang="de-AT" sz="800" i="1" kern="0">
                        <a:latin typeface="Cambria Math" panose="02040503050406030204" pitchFamily="18" charset="0"/>
                      </a:rPr>
                      <m:t> </m:t>
                    </m:r>
                    <m:r>
                      <a:rPr lang="de-AT" sz="800" i="1" kern="0">
                        <a:latin typeface="Cambria Math" panose="02040503050406030204" pitchFamily="18" charset="0"/>
                      </a:rPr>
                      <m:t>𝑡h𝑒</m:t>
                    </m:r>
                    <m:r>
                      <a:rPr lang="de-AT" sz="800" i="1" kern="0">
                        <a:latin typeface="Cambria Math" panose="02040503050406030204" pitchFamily="18" charset="0"/>
                      </a:rPr>
                      <m:t> </m:t>
                    </m:r>
                    <m:r>
                      <a:rPr lang="de-AT" sz="800" i="1" kern="0">
                        <a:latin typeface="Cambria Math" panose="02040503050406030204" pitchFamily="18" charset="0"/>
                      </a:rPr>
                      <m:t>𝑚𝑎𝑡𝑒𝑟𝑖𝑎𝑙</m:t>
                    </m:r>
                    <m:r>
                      <a:rPr lang="de-AT" sz="800" i="1" kern="0">
                        <a:latin typeface="Cambria Math" panose="02040503050406030204" pitchFamily="18" charset="0"/>
                      </a:rPr>
                      <m:t>, </m:t>
                    </m:r>
                  </m:oMath>
                </a14:m>
                <a:r>
                  <a:rPr lang="de-AT" sz="800" i="1" kern="0" dirty="0">
                    <a:latin typeface="Cambria Math" panose="02040503050406030204" pitchFamily="18" charset="0"/>
                  </a:rPr>
                  <a:t>V</a:t>
                </a:r>
                <a14:m>
                  <m:oMath xmlns:m="http://schemas.openxmlformats.org/officeDocument/2006/math">
                    <m:r>
                      <a:rPr lang="de-AT" sz="800" i="1" kern="0">
                        <a:latin typeface="Cambria Math" panose="02040503050406030204" pitchFamily="18" charset="0"/>
                      </a:rPr>
                      <m:t> − </m:t>
                    </m:r>
                    <m:r>
                      <a:rPr lang="de-AT" sz="800" i="1" kern="0">
                        <a:latin typeface="Cambria Math" panose="02040503050406030204" pitchFamily="18" charset="0"/>
                      </a:rPr>
                      <m:t>𝑣𝑜𝑙𝑢𝑚𝑒</m:t>
                    </m:r>
                    <m:r>
                      <a:rPr lang="de-AT" sz="800" i="1" kern="0">
                        <a:latin typeface="Cambria Math" panose="02040503050406030204" pitchFamily="18" charset="0"/>
                      </a:rPr>
                      <m:t> </m:t>
                    </m:r>
                    <m:r>
                      <a:rPr lang="de-AT" sz="800" i="1" kern="0">
                        <a:latin typeface="Cambria Math" panose="02040503050406030204" pitchFamily="18" charset="0"/>
                      </a:rPr>
                      <m:t>𝑜𝑓</m:t>
                    </m:r>
                    <m:r>
                      <a:rPr lang="de-AT" sz="800" i="1" kern="0">
                        <a:latin typeface="Cambria Math" panose="02040503050406030204" pitchFamily="18" charset="0"/>
                      </a:rPr>
                      <m:t> </m:t>
                    </m:r>
                    <m:r>
                      <a:rPr lang="de-AT" sz="800" i="1" kern="0">
                        <a:latin typeface="Cambria Math" panose="02040503050406030204" pitchFamily="18" charset="0"/>
                      </a:rPr>
                      <m:t>𝑚𝑎𝑡𝑒𝑟𝑖𝑎𝑙</m:t>
                    </m:r>
                  </m:oMath>
                </a14:m>
                <a:r>
                  <a:rPr lang="de-AT" sz="800" i="1" dirty="0">
                    <a:latin typeface="Cambria Math" panose="02040503050406030204" pitchFamily="18" charset="0"/>
                    <a:ea typeface="Cambria Math" panose="02040503050406030204" pitchFamily="18" charset="0"/>
                  </a:rPr>
                  <a:t> </a:t>
                </a:r>
                <a:endParaRPr lang="en-US" sz="800" i="1" dirty="0">
                  <a:latin typeface="Cambria Math" panose="02040503050406030204" pitchFamily="18" charset="0"/>
                  <a:ea typeface="Cambria Math" panose="02040503050406030204" pitchFamily="18" charset="0"/>
                </a:endParaRPr>
              </a:p>
              <a:p>
                <a:pPr marR="0" algn="just" defTabSz="576000" eaLnBrk="0" fontAlgn="auto" latinLnBrk="0" hangingPunct="0">
                  <a:lnSpc>
                    <a:spcPct val="120000"/>
                  </a:lnSpc>
                  <a:spcBef>
                    <a:spcPts val="0"/>
                  </a:spcBef>
                  <a:spcAft>
                    <a:spcPts val="0"/>
                  </a:spcAft>
                  <a:buClr>
                    <a:schemeClr val="tx2"/>
                  </a:buClr>
                  <a:buSzTx/>
                  <a:tabLst/>
                </a:pPr>
                <a:endParaRPr lang="en-US" sz="800" i="1" kern="0" baseline="0" dirty="0">
                  <a:latin typeface="+mn-lt"/>
                </a:endParaRPr>
              </a:p>
            </p:txBody>
          </p:sp>
        </mc:Choice>
        <mc:Fallback xmlns="">
          <p:sp>
            <p:nvSpPr>
              <p:cNvPr id="75" name="TextBox 74">
                <a:extLst>
                  <a:ext uri="{FF2B5EF4-FFF2-40B4-BE49-F238E27FC236}">
                    <a16:creationId xmlns:a16="http://schemas.microsoft.com/office/drawing/2014/main" id="{65DF1009-B414-497E-A8BD-1C56D29470E1}"/>
                  </a:ext>
                </a:extLst>
              </p:cNvPr>
              <p:cNvSpPr txBox="1">
                <a:spLocks noRot="1" noChangeAspect="1" noMove="1" noResize="1" noEditPoints="1" noAdjustHandles="1" noChangeArrowheads="1" noChangeShapeType="1" noTextEdit="1"/>
              </p:cNvSpPr>
              <p:nvPr/>
            </p:nvSpPr>
            <p:spPr bwMode="auto">
              <a:xfrm>
                <a:off x="176570" y="6219877"/>
                <a:ext cx="3372382" cy="429605"/>
              </a:xfrm>
              <a:prstGeom prst="rect">
                <a:avLst/>
              </a:prstGeom>
              <a:blipFill>
                <a:blip r:embed="rId24"/>
                <a:stretch>
                  <a:fillRect l="-1085"/>
                </a:stretch>
              </a:blipFill>
              <a:ln w="9525">
                <a:noFill/>
                <a:miter lim="800000"/>
                <a:headEnd/>
                <a:tailEnd/>
              </a:ln>
              <a:effectLst/>
            </p:spPr>
            <p:txBody>
              <a:bodyPr/>
              <a:lstStyle/>
              <a:p>
                <a:r>
                  <a:rPr lang="en-US">
                    <a:noFill/>
                  </a:rPr>
                  <a:t> </a:t>
                </a:r>
              </a:p>
            </p:txBody>
          </p:sp>
        </mc:Fallback>
      </mc:AlternateContent>
      <p:pic>
        <p:nvPicPr>
          <p:cNvPr id="78" name="Picture 77">
            <a:extLst>
              <a:ext uri="{FF2B5EF4-FFF2-40B4-BE49-F238E27FC236}">
                <a16:creationId xmlns:a16="http://schemas.microsoft.com/office/drawing/2014/main" id="{16CF8407-C74D-4511-A984-FEFE2C0C40B9}"/>
              </a:ext>
            </a:extLst>
          </p:cNvPr>
          <p:cNvPicPr>
            <a:picLocks noChangeAspect="1"/>
          </p:cNvPicPr>
          <p:nvPr/>
        </p:nvPicPr>
        <p:blipFill>
          <a:blip r:embed="rId25"/>
          <a:stretch>
            <a:fillRect/>
          </a:stretch>
        </p:blipFill>
        <p:spPr>
          <a:xfrm>
            <a:off x="2314275" y="4439658"/>
            <a:ext cx="1004815" cy="1227532"/>
          </a:xfrm>
          <a:prstGeom prst="rect">
            <a:avLst/>
          </a:prstGeom>
        </p:spPr>
      </p:pic>
      <p:grpSp>
        <p:nvGrpSpPr>
          <p:cNvPr id="10" name="Group 9">
            <a:extLst>
              <a:ext uri="{FF2B5EF4-FFF2-40B4-BE49-F238E27FC236}">
                <a16:creationId xmlns:a16="http://schemas.microsoft.com/office/drawing/2014/main" id="{36112F4E-6BFA-433F-AB25-829FB5A0F0B5}"/>
              </a:ext>
            </a:extLst>
          </p:cNvPr>
          <p:cNvGrpSpPr/>
          <p:nvPr/>
        </p:nvGrpSpPr>
        <p:grpSpPr>
          <a:xfrm>
            <a:off x="2420982" y="3488583"/>
            <a:ext cx="1789179" cy="997208"/>
            <a:chOff x="2420982" y="3488583"/>
            <a:chExt cx="1789179" cy="997208"/>
          </a:xfrm>
        </p:grpSpPr>
        <p:pic>
          <p:nvPicPr>
            <p:cNvPr id="76" name="Picture 75">
              <a:extLst>
                <a:ext uri="{FF2B5EF4-FFF2-40B4-BE49-F238E27FC236}">
                  <a16:creationId xmlns:a16="http://schemas.microsoft.com/office/drawing/2014/main" id="{29BDDDE3-78D9-4B08-AC2A-DEB3AC4DC41C}"/>
                </a:ext>
              </a:extLst>
            </p:cNvPr>
            <p:cNvPicPr>
              <a:picLocks noChangeAspect="1"/>
            </p:cNvPicPr>
            <p:nvPr/>
          </p:nvPicPr>
          <p:blipFill>
            <a:blip r:embed="rId26"/>
            <a:stretch>
              <a:fillRect/>
            </a:stretch>
          </p:blipFill>
          <p:spPr>
            <a:xfrm>
              <a:off x="2920195" y="3488583"/>
              <a:ext cx="1289966" cy="997208"/>
            </a:xfrm>
            <a:prstGeom prst="rect">
              <a:avLst/>
            </a:prstGeom>
          </p:spPr>
        </p:pic>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CFD929C-79C0-4B18-8411-6E505D2023A3}"/>
                    </a:ext>
                  </a:extLst>
                </p:cNvPr>
                <p:cNvSpPr txBox="1"/>
                <p:nvPr/>
              </p:nvSpPr>
              <p:spPr bwMode="auto">
                <a:xfrm>
                  <a:off x="2420982" y="3634270"/>
                  <a:ext cx="848437" cy="369332"/>
                </a:xfrm>
                <a:prstGeom prst="rect">
                  <a:avLst/>
                </a:prstGeom>
                <a:noFill/>
                <a:ln w="9525">
                  <a:noFill/>
                  <a:miter lim="800000"/>
                  <a:headEnd/>
                  <a:tailEnd/>
                </a:ln>
                <a:effectLst/>
              </p:spPr>
              <p:txBody>
                <a:bodyPr wrap="non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14:m>
                    <m:oMathPara xmlns:m="http://schemas.openxmlformats.org/officeDocument/2006/math">
                      <m:oMathParaPr>
                        <m:jc m:val="centerGroup"/>
                      </m:oMathParaPr>
                      <m:oMath xmlns:m="http://schemas.openxmlformats.org/officeDocument/2006/math">
                        <m:r>
                          <a:rPr lang="de-AT" sz="1000" b="0" i="1" kern="0" baseline="0" smtClean="0">
                            <a:solidFill>
                              <a:schemeClr val="tx1"/>
                            </a:solidFill>
                            <a:latin typeface="Cambria Math" panose="02040503050406030204" pitchFamily="18" charset="0"/>
                          </a:rPr>
                          <m:t>𝑃</m:t>
                        </m:r>
                        <m:r>
                          <a:rPr lang="de-AT" sz="1000" b="0" i="1" kern="0" baseline="-25000" smtClean="0">
                            <a:solidFill>
                              <a:schemeClr val="tx1"/>
                            </a:solidFill>
                            <a:latin typeface="Cambria Math" panose="02040503050406030204" pitchFamily="18" charset="0"/>
                          </a:rPr>
                          <m:t>h𝑦𝑠𝑡</m:t>
                        </m:r>
                        <m:r>
                          <a:rPr lang="de-AT" sz="1000" b="0" i="1" kern="0" smtClean="0">
                            <a:solidFill>
                              <a:schemeClr val="tx1"/>
                            </a:solidFill>
                            <a:latin typeface="Cambria Math" panose="02040503050406030204" pitchFamily="18" charset="0"/>
                          </a:rPr>
                          <m:t>=</m:t>
                        </m:r>
                      </m:oMath>
                    </m:oMathPara>
                  </a14:m>
                  <a:endParaRPr lang="de-AT" sz="1000" b="0" i="1" kern="0" dirty="0">
                    <a:solidFill>
                      <a:schemeClr val="tx1"/>
                    </a:solidFill>
                    <a:latin typeface="Cambria Math" panose="02040503050406030204" pitchFamily="18" charset="0"/>
                  </a:endParaRPr>
                </a:p>
                <a:p>
                  <a:pPr marR="0" algn="l" defTabSz="576000" eaLnBrk="0" fontAlgn="auto" latinLnBrk="0" hangingPunct="0">
                    <a:lnSpc>
                      <a:spcPct val="120000"/>
                    </a:lnSpc>
                    <a:spcBef>
                      <a:spcPts val="0"/>
                    </a:spcBef>
                    <a:spcAft>
                      <a:spcPts val="0"/>
                    </a:spcAft>
                    <a:buClr>
                      <a:schemeClr val="tx2"/>
                    </a:buClr>
                    <a:buSzTx/>
                    <a:tabLst/>
                  </a:pPr>
                  <a14:m>
                    <m:oMathPara xmlns:m="http://schemas.openxmlformats.org/officeDocument/2006/math">
                      <m:oMathParaPr>
                        <m:jc m:val="centerGroup"/>
                      </m:oMathParaPr>
                      <m:oMath xmlns:m="http://schemas.openxmlformats.org/officeDocument/2006/math">
                        <m:r>
                          <m:rPr>
                            <m:sty m:val="p"/>
                          </m:rPr>
                          <a:rPr lang="el-GR" sz="1000" b="0" i="1" kern="0" smtClean="0">
                            <a:solidFill>
                              <a:schemeClr val="tx1"/>
                            </a:solidFill>
                            <a:latin typeface="Cambria Math" panose="02040503050406030204" pitchFamily="18" charset="0"/>
                          </a:rPr>
                          <m:t>σ</m:t>
                        </m:r>
                        <m:r>
                          <a:rPr lang="de-AT" sz="1000" b="0" i="1" kern="0" baseline="-25000" smtClean="0">
                            <a:solidFill>
                              <a:schemeClr val="tx1"/>
                            </a:solidFill>
                            <a:latin typeface="Cambria Math" panose="02040503050406030204" pitchFamily="18" charset="0"/>
                          </a:rPr>
                          <m:t>𝐻</m:t>
                        </m:r>
                        <m:r>
                          <a:rPr lang="de-AT" sz="1000" b="0" i="1" kern="0" smtClean="0">
                            <a:solidFill>
                              <a:schemeClr val="tx1"/>
                            </a:solidFill>
                            <a:latin typeface="Cambria Math" panose="02040503050406030204" pitchFamily="18" charset="0"/>
                          </a:rPr>
                          <m:t>∗</m:t>
                        </m:r>
                        <m:r>
                          <a:rPr lang="de-AT" sz="1000" b="0" i="1" kern="0" smtClean="0">
                            <a:solidFill>
                              <a:srgbClr val="FF0000"/>
                            </a:solidFill>
                            <a:latin typeface="Cambria Math" panose="02040503050406030204" pitchFamily="18" charset="0"/>
                          </a:rPr>
                          <m:t>𝑓</m:t>
                        </m:r>
                        <m:r>
                          <a:rPr lang="de-AT" sz="1000" b="0" i="1" kern="0" smtClean="0">
                            <a:solidFill>
                              <a:schemeClr val="tx1"/>
                            </a:solidFill>
                            <a:latin typeface="Cambria Math" panose="02040503050406030204" pitchFamily="18" charset="0"/>
                          </a:rPr>
                          <m:t>∗</m:t>
                        </m:r>
                        <m:sSup>
                          <m:sSupPr>
                            <m:ctrlPr>
                              <a:rPr lang="de-AT" sz="1000" b="0" i="1" kern="0" smtClean="0">
                                <a:solidFill>
                                  <a:schemeClr val="tx1"/>
                                </a:solidFill>
                                <a:latin typeface="Cambria Math" panose="02040503050406030204" pitchFamily="18" charset="0"/>
                              </a:rPr>
                            </m:ctrlPr>
                          </m:sSupPr>
                          <m:e>
                            <m:r>
                              <a:rPr lang="de-AT" sz="1000" b="0" i="1" kern="0" smtClean="0">
                                <a:solidFill>
                                  <a:schemeClr val="tx1"/>
                                </a:solidFill>
                                <a:latin typeface="Cambria Math" panose="02040503050406030204" pitchFamily="18" charset="0"/>
                              </a:rPr>
                              <m:t>𝐵</m:t>
                            </m:r>
                          </m:e>
                          <m:sup>
                            <m:r>
                              <a:rPr lang="de-AT" sz="1000" b="0" i="1" kern="0" smtClean="0">
                                <a:solidFill>
                                  <a:schemeClr val="tx1"/>
                                </a:solidFill>
                                <a:latin typeface="Cambria Math" panose="02040503050406030204" pitchFamily="18" charset="0"/>
                              </a:rPr>
                              <m:t>𝑛</m:t>
                            </m:r>
                          </m:sup>
                        </m:sSup>
                        <m:r>
                          <a:rPr lang="de-AT" sz="1000" b="0" i="1" kern="0" smtClean="0">
                            <a:solidFill>
                              <a:schemeClr val="tx1"/>
                            </a:solidFill>
                            <a:latin typeface="Cambria Math" panose="02040503050406030204" pitchFamily="18" charset="0"/>
                          </a:rPr>
                          <m:t>∗</m:t>
                        </m:r>
                        <m:r>
                          <a:rPr lang="de-AT" sz="1000" b="0" i="1" kern="0" smtClean="0">
                            <a:solidFill>
                              <a:schemeClr val="tx1"/>
                            </a:solidFill>
                            <a:latin typeface="Cambria Math" panose="02040503050406030204" pitchFamily="18" charset="0"/>
                          </a:rPr>
                          <m:t>𝑉</m:t>
                        </m:r>
                      </m:oMath>
                    </m:oMathPara>
                  </a14:m>
                  <a:endParaRPr lang="en-US" sz="1000" kern="0" dirty="0">
                    <a:solidFill>
                      <a:schemeClr val="tx1"/>
                    </a:solidFill>
                    <a:latin typeface="+mn-lt"/>
                  </a:endParaRPr>
                </a:p>
              </p:txBody>
            </p:sp>
          </mc:Choice>
          <mc:Fallback xmlns="">
            <p:sp>
              <p:nvSpPr>
                <p:cNvPr id="81" name="TextBox 80">
                  <a:extLst>
                    <a:ext uri="{FF2B5EF4-FFF2-40B4-BE49-F238E27FC236}">
                      <a16:creationId xmlns:a16="http://schemas.microsoft.com/office/drawing/2014/main" id="{3CFD929C-79C0-4B18-8411-6E505D2023A3}"/>
                    </a:ext>
                  </a:extLst>
                </p:cNvPr>
                <p:cNvSpPr txBox="1">
                  <a:spLocks noRot="1" noChangeAspect="1" noMove="1" noResize="1" noEditPoints="1" noAdjustHandles="1" noChangeArrowheads="1" noChangeShapeType="1" noTextEdit="1"/>
                </p:cNvSpPr>
                <p:nvPr/>
              </p:nvSpPr>
              <p:spPr bwMode="auto">
                <a:xfrm>
                  <a:off x="2420982" y="3634270"/>
                  <a:ext cx="848437" cy="369332"/>
                </a:xfrm>
                <a:prstGeom prst="rect">
                  <a:avLst/>
                </a:prstGeom>
                <a:blipFill>
                  <a:blip r:embed="rId27"/>
                  <a:stretch>
                    <a:fillRect l="-1439" r="-2878" b="-9836"/>
                  </a:stretch>
                </a:blipFill>
                <a:ln w="9525">
                  <a:noFill/>
                  <a:miter lim="800000"/>
                  <a:headEnd/>
                  <a:tailEnd/>
                </a:ln>
                <a:effectLst/>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84339EC4-624C-4E70-B9AB-639CADE0FC65}"/>
              </a:ext>
            </a:extLst>
          </p:cNvPr>
          <p:cNvGrpSpPr/>
          <p:nvPr/>
        </p:nvGrpSpPr>
        <p:grpSpPr>
          <a:xfrm>
            <a:off x="2345705" y="5358429"/>
            <a:ext cx="1822198" cy="861448"/>
            <a:chOff x="2345705" y="5358429"/>
            <a:chExt cx="1822198" cy="861448"/>
          </a:xfrm>
        </p:grpSpPr>
        <p:pic>
          <p:nvPicPr>
            <p:cNvPr id="77" name="Picture 76">
              <a:extLst>
                <a:ext uri="{FF2B5EF4-FFF2-40B4-BE49-F238E27FC236}">
                  <a16:creationId xmlns:a16="http://schemas.microsoft.com/office/drawing/2014/main" id="{A5301102-21B8-422B-95A6-ABF9E0E5137E}"/>
                </a:ext>
              </a:extLst>
            </p:cNvPr>
            <p:cNvPicPr>
              <a:picLocks noChangeAspect="1"/>
            </p:cNvPicPr>
            <p:nvPr/>
          </p:nvPicPr>
          <p:blipFill>
            <a:blip r:embed="rId28"/>
            <a:stretch>
              <a:fillRect/>
            </a:stretch>
          </p:blipFill>
          <p:spPr>
            <a:xfrm>
              <a:off x="3279536" y="5358429"/>
              <a:ext cx="888367" cy="861448"/>
            </a:xfrm>
            <a:prstGeom prst="rect">
              <a:avLst/>
            </a:prstGeom>
          </p:spPr>
        </p:pic>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E74BC87-6D50-4CC2-B258-B7814A02B5EC}"/>
                    </a:ext>
                  </a:extLst>
                </p:cNvPr>
                <p:cNvSpPr txBox="1"/>
                <p:nvPr/>
              </p:nvSpPr>
              <p:spPr bwMode="auto">
                <a:xfrm>
                  <a:off x="2345705" y="5692602"/>
                  <a:ext cx="895886" cy="369332"/>
                </a:xfrm>
                <a:prstGeom prst="rect">
                  <a:avLst/>
                </a:prstGeom>
                <a:noFill/>
                <a:ln w="9525">
                  <a:noFill/>
                  <a:miter lim="800000"/>
                  <a:headEnd/>
                  <a:tailEnd/>
                </a:ln>
                <a:effectLst/>
              </p:spPr>
              <p:txBody>
                <a:bodyPr wrap="none" lIns="0" tIns="0" rIns="0" bIns="0" rtlCol="0" anchor="t" anchorCtr="0">
                  <a:spAutoFit/>
                </a:bodyPr>
                <a:lstStyle/>
                <a:p>
                  <a:pPr defTabSz="576000" eaLnBrk="0" fontAlgn="auto" hangingPunct="0">
                    <a:lnSpc>
                      <a:spcPct val="120000"/>
                    </a:lnSpc>
                    <a:spcBef>
                      <a:spcPts val="0"/>
                    </a:spcBef>
                    <a:spcAft>
                      <a:spcPts val="0"/>
                    </a:spcAft>
                    <a:buClr>
                      <a:schemeClr val="tx2"/>
                    </a:buClr>
                  </a:pPr>
                  <a14:m>
                    <m:oMathPara xmlns:m="http://schemas.openxmlformats.org/officeDocument/2006/math">
                      <m:oMathParaPr>
                        <m:jc m:val="centerGroup"/>
                      </m:oMathParaPr>
                      <m:oMath xmlns:m="http://schemas.openxmlformats.org/officeDocument/2006/math">
                        <m:r>
                          <a:rPr lang="de-AT" sz="1000" b="0" i="1" kern="0" baseline="0" smtClean="0">
                            <a:solidFill>
                              <a:schemeClr val="tx1"/>
                            </a:solidFill>
                            <a:latin typeface="Cambria Math" panose="02040503050406030204" pitchFamily="18" charset="0"/>
                          </a:rPr>
                          <m:t>𝑃</m:t>
                        </m:r>
                        <m:r>
                          <a:rPr lang="de-AT" sz="1000" b="0" i="1" kern="0" baseline="-25000" smtClean="0">
                            <a:solidFill>
                              <a:schemeClr val="tx1"/>
                            </a:solidFill>
                            <a:latin typeface="Cambria Math" panose="02040503050406030204" pitchFamily="18" charset="0"/>
                          </a:rPr>
                          <m:t>𝐸𝑑𝑑𝑦</m:t>
                        </m:r>
                        <m:r>
                          <a:rPr lang="de-AT" sz="1000" b="0" i="1" kern="0" smtClean="0">
                            <a:solidFill>
                              <a:schemeClr val="tx1"/>
                            </a:solidFill>
                            <a:latin typeface="Cambria Math" panose="02040503050406030204" pitchFamily="18" charset="0"/>
                          </a:rPr>
                          <m:t>=</m:t>
                        </m:r>
                      </m:oMath>
                    </m:oMathPara>
                  </a14:m>
                  <a:endParaRPr lang="de-AT" sz="1000" b="0" i="1" kern="0" dirty="0">
                    <a:solidFill>
                      <a:schemeClr val="tx1"/>
                    </a:solidFill>
                    <a:latin typeface="Cambria Math" panose="02040503050406030204" pitchFamily="18" charset="0"/>
                  </a:endParaRPr>
                </a:p>
                <a:p>
                  <a:pPr defTabSz="576000" eaLnBrk="0" fontAlgn="auto" hangingPunct="0">
                    <a:lnSpc>
                      <a:spcPct val="120000"/>
                    </a:lnSpc>
                    <a:spcBef>
                      <a:spcPts val="0"/>
                    </a:spcBef>
                    <a:spcAft>
                      <a:spcPts val="0"/>
                    </a:spcAft>
                    <a:buClr>
                      <a:schemeClr val="tx2"/>
                    </a:buClr>
                  </a:pPr>
                  <a14:m>
                    <m:oMathPara xmlns:m="http://schemas.openxmlformats.org/officeDocument/2006/math">
                      <m:oMathParaPr>
                        <m:jc m:val="centerGroup"/>
                      </m:oMathParaPr>
                      <m:oMath xmlns:m="http://schemas.openxmlformats.org/officeDocument/2006/math">
                        <m:r>
                          <m:rPr>
                            <m:sty m:val="p"/>
                          </m:rPr>
                          <a:rPr lang="el-GR" sz="1000" b="0" i="1" kern="0" smtClean="0">
                            <a:solidFill>
                              <a:schemeClr val="tx1"/>
                            </a:solidFill>
                            <a:latin typeface="Cambria Math" panose="02040503050406030204" pitchFamily="18" charset="0"/>
                          </a:rPr>
                          <m:t>σ</m:t>
                        </m:r>
                        <m:r>
                          <a:rPr lang="de-AT" sz="1000" b="0" i="1" kern="0" baseline="-25000" smtClean="0">
                            <a:solidFill>
                              <a:schemeClr val="tx1"/>
                            </a:solidFill>
                            <a:latin typeface="Cambria Math" panose="02040503050406030204" pitchFamily="18" charset="0"/>
                          </a:rPr>
                          <m:t>𝐸</m:t>
                        </m:r>
                        <m:r>
                          <a:rPr lang="de-AT" sz="1000" b="0" i="1" kern="0" smtClean="0">
                            <a:solidFill>
                              <a:schemeClr val="tx1"/>
                            </a:solidFill>
                            <a:latin typeface="Cambria Math" panose="02040503050406030204" pitchFamily="18" charset="0"/>
                          </a:rPr>
                          <m:t>∗</m:t>
                        </m:r>
                        <m:sSup>
                          <m:sSupPr>
                            <m:ctrlPr>
                              <a:rPr lang="de-AT" sz="1000" b="0" i="1" kern="0" smtClean="0">
                                <a:solidFill>
                                  <a:srgbClr val="FF0000"/>
                                </a:solidFill>
                                <a:latin typeface="Cambria Math" panose="02040503050406030204" pitchFamily="18" charset="0"/>
                              </a:rPr>
                            </m:ctrlPr>
                          </m:sSupPr>
                          <m:e>
                            <m:r>
                              <a:rPr lang="de-AT" sz="1000" b="0" i="1" kern="0" smtClean="0">
                                <a:solidFill>
                                  <a:srgbClr val="FF0000"/>
                                </a:solidFill>
                                <a:latin typeface="Cambria Math" panose="02040503050406030204" pitchFamily="18" charset="0"/>
                              </a:rPr>
                              <m:t>𝑓</m:t>
                            </m:r>
                          </m:e>
                          <m:sup>
                            <m:r>
                              <a:rPr lang="de-AT" sz="1000" b="0" i="1" kern="0" smtClean="0">
                                <a:solidFill>
                                  <a:srgbClr val="FF0000"/>
                                </a:solidFill>
                                <a:latin typeface="Cambria Math" panose="02040503050406030204" pitchFamily="18" charset="0"/>
                              </a:rPr>
                              <m:t>2</m:t>
                            </m:r>
                          </m:sup>
                        </m:sSup>
                        <m:r>
                          <a:rPr lang="de-AT" sz="1000" b="0" i="1" kern="0" smtClean="0">
                            <a:solidFill>
                              <a:schemeClr val="tx1"/>
                            </a:solidFill>
                            <a:latin typeface="Cambria Math" panose="02040503050406030204" pitchFamily="18" charset="0"/>
                          </a:rPr>
                          <m:t>∗</m:t>
                        </m:r>
                        <m:sSup>
                          <m:sSupPr>
                            <m:ctrlPr>
                              <a:rPr lang="de-AT" sz="1000" b="0" i="1" kern="0" smtClean="0">
                                <a:solidFill>
                                  <a:schemeClr val="tx1"/>
                                </a:solidFill>
                                <a:latin typeface="Cambria Math" panose="02040503050406030204" pitchFamily="18" charset="0"/>
                              </a:rPr>
                            </m:ctrlPr>
                          </m:sSupPr>
                          <m:e>
                            <m:r>
                              <a:rPr lang="de-AT" sz="1000" b="0" i="1" kern="0" smtClean="0">
                                <a:solidFill>
                                  <a:schemeClr val="tx1"/>
                                </a:solidFill>
                                <a:latin typeface="Cambria Math" panose="02040503050406030204" pitchFamily="18" charset="0"/>
                              </a:rPr>
                              <m:t>𝐵</m:t>
                            </m:r>
                          </m:e>
                          <m:sup>
                            <m:r>
                              <a:rPr lang="de-AT" sz="1000" b="0" i="1" kern="0" smtClean="0">
                                <a:solidFill>
                                  <a:schemeClr val="tx1"/>
                                </a:solidFill>
                                <a:latin typeface="Cambria Math" panose="02040503050406030204" pitchFamily="18" charset="0"/>
                              </a:rPr>
                              <m:t>2</m:t>
                            </m:r>
                          </m:sup>
                        </m:sSup>
                        <m:r>
                          <a:rPr lang="de-AT" sz="1000" b="0" i="1" kern="0" smtClean="0">
                            <a:solidFill>
                              <a:schemeClr val="tx1"/>
                            </a:solidFill>
                            <a:latin typeface="Cambria Math" panose="02040503050406030204" pitchFamily="18" charset="0"/>
                          </a:rPr>
                          <m:t>∗</m:t>
                        </m:r>
                        <m:r>
                          <a:rPr lang="de-AT" sz="1000" b="0" i="1" kern="0" smtClean="0">
                            <a:solidFill>
                              <a:schemeClr val="tx1"/>
                            </a:solidFill>
                            <a:latin typeface="Cambria Math" panose="02040503050406030204" pitchFamily="18" charset="0"/>
                          </a:rPr>
                          <m:t>𝑉</m:t>
                        </m:r>
                      </m:oMath>
                    </m:oMathPara>
                  </a14:m>
                  <a:endParaRPr lang="en-US" sz="1000" kern="0" dirty="0">
                    <a:solidFill>
                      <a:schemeClr val="tx1"/>
                    </a:solidFill>
                    <a:latin typeface="+mn-lt"/>
                  </a:endParaRPr>
                </a:p>
              </p:txBody>
            </p:sp>
          </mc:Choice>
          <mc:Fallback xmlns="">
            <p:sp>
              <p:nvSpPr>
                <p:cNvPr id="82" name="TextBox 81">
                  <a:extLst>
                    <a:ext uri="{FF2B5EF4-FFF2-40B4-BE49-F238E27FC236}">
                      <a16:creationId xmlns:a16="http://schemas.microsoft.com/office/drawing/2014/main" id="{8E74BC87-6D50-4CC2-B258-B7814A02B5EC}"/>
                    </a:ext>
                  </a:extLst>
                </p:cNvPr>
                <p:cNvSpPr txBox="1">
                  <a:spLocks noRot="1" noChangeAspect="1" noMove="1" noResize="1" noEditPoints="1" noAdjustHandles="1" noChangeArrowheads="1" noChangeShapeType="1" noTextEdit="1"/>
                </p:cNvSpPr>
                <p:nvPr/>
              </p:nvSpPr>
              <p:spPr bwMode="auto">
                <a:xfrm>
                  <a:off x="2345705" y="5692602"/>
                  <a:ext cx="895886" cy="369332"/>
                </a:xfrm>
                <a:prstGeom prst="rect">
                  <a:avLst/>
                </a:prstGeom>
                <a:blipFill>
                  <a:blip r:embed="rId29"/>
                  <a:stretch>
                    <a:fillRect l="-1361" r="-2041" b="-11667"/>
                  </a:stretch>
                </a:blipFill>
                <a:ln w="9525">
                  <a:noFill/>
                  <a:miter lim="800000"/>
                  <a:headEnd/>
                  <a:tailEnd/>
                </a:ln>
                <a:effectLst/>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03B7B86B-7A57-4C0E-9261-E338871740AF}"/>
              </a:ext>
            </a:extLst>
          </p:cNvPr>
          <p:cNvGrpSpPr/>
          <p:nvPr/>
        </p:nvGrpSpPr>
        <p:grpSpPr>
          <a:xfrm>
            <a:off x="3319090" y="3903138"/>
            <a:ext cx="688410" cy="822007"/>
            <a:chOff x="3319090" y="3903138"/>
            <a:chExt cx="688410" cy="822007"/>
          </a:xfrm>
        </p:grpSpPr>
        <p:cxnSp>
          <p:nvCxnSpPr>
            <p:cNvPr id="83" name="Connector: Elbow 82">
              <a:extLst>
                <a:ext uri="{FF2B5EF4-FFF2-40B4-BE49-F238E27FC236}">
                  <a16:creationId xmlns:a16="http://schemas.microsoft.com/office/drawing/2014/main" id="{0FCCDBBA-0C5F-48B9-B949-6A87B09AD0EE}"/>
                </a:ext>
              </a:extLst>
            </p:cNvPr>
            <p:cNvCxnSpPr/>
            <p:nvPr/>
          </p:nvCxnSpPr>
          <p:spPr>
            <a:xfrm rot="5400000" flipH="1" flipV="1">
              <a:off x="3097889" y="4124339"/>
              <a:ext cx="822007" cy="379605"/>
            </a:xfrm>
            <a:prstGeom prst="bentConnector3">
              <a:avLst>
                <a:gd name="adj1" fmla="val -58"/>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91174EF5-D5A4-4BB5-A816-036CBDDFA33B}"/>
                </a:ext>
              </a:extLst>
            </p:cNvPr>
            <p:cNvGrpSpPr/>
            <p:nvPr/>
          </p:nvGrpSpPr>
          <p:grpSpPr>
            <a:xfrm>
              <a:off x="3468866" y="4395471"/>
              <a:ext cx="538634" cy="278370"/>
              <a:chOff x="3564977" y="4517093"/>
              <a:chExt cx="538634" cy="278370"/>
            </a:xfrm>
          </p:grpSpPr>
          <p:sp>
            <p:nvSpPr>
              <p:cNvPr id="100" name="Oval 99">
                <a:extLst>
                  <a:ext uri="{FF2B5EF4-FFF2-40B4-BE49-F238E27FC236}">
                    <a16:creationId xmlns:a16="http://schemas.microsoft.com/office/drawing/2014/main" id="{4675B597-2184-4A5D-B5FB-06E4E0039BBB}"/>
                  </a:ext>
                </a:extLst>
              </p:cNvPr>
              <p:cNvSpPr/>
              <p:nvPr/>
            </p:nvSpPr>
            <p:spPr bwMode="auto">
              <a:xfrm>
                <a:off x="3578615" y="4517093"/>
                <a:ext cx="524996" cy="278370"/>
              </a:xfrm>
              <a:prstGeom prst="ellipse">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1" name="Rectangle 100">
                <a:extLst>
                  <a:ext uri="{FF2B5EF4-FFF2-40B4-BE49-F238E27FC236}">
                    <a16:creationId xmlns:a16="http://schemas.microsoft.com/office/drawing/2014/main" id="{BE285D1E-E9B1-4AE2-BFDF-0255CC51A769}"/>
                  </a:ext>
                </a:extLst>
              </p:cNvPr>
              <p:cNvSpPr/>
              <p:nvPr/>
            </p:nvSpPr>
            <p:spPr>
              <a:xfrm>
                <a:off x="3564977" y="4531854"/>
                <a:ext cx="491209" cy="246221"/>
              </a:xfrm>
              <a:prstGeom prst="rect">
                <a:avLst/>
              </a:prstGeom>
              <a:ln>
                <a:noFill/>
              </a:ln>
            </p:spPr>
            <p:txBody>
              <a:bodyPr wrap="square">
                <a:spAutoFit/>
              </a:bodyPr>
              <a:lstStyle/>
              <a:p>
                <a:r>
                  <a:rPr lang="en-US" sz="1000" i="1" kern="0" dirty="0">
                    <a:solidFill>
                      <a:schemeClr val="bg1"/>
                    </a:solidFill>
                  </a:rPr>
                  <a:t>~F</a:t>
                </a:r>
                <a:r>
                  <a:rPr lang="en-US" sz="1000" i="1" kern="0" baseline="-25000" dirty="0">
                    <a:solidFill>
                      <a:schemeClr val="bg1"/>
                    </a:solidFill>
                  </a:rPr>
                  <a:t>SW</a:t>
                </a:r>
                <a:endParaRPr lang="en-US" sz="1000" baseline="-25000" dirty="0">
                  <a:solidFill>
                    <a:schemeClr val="bg1"/>
                  </a:solidFill>
                </a:endParaRPr>
              </a:p>
            </p:txBody>
          </p:sp>
        </p:grpSp>
      </p:grpSp>
      <p:grpSp>
        <p:nvGrpSpPr>
          <p:cNvPr id="4" name="Group 3">
            <a:extLst>
              <a:ext uri="{FF2B5EF4-FFF2-40B4-BE49-F238E27FC236}">
                <a16:creationId xmlns:a16="http://schemas.microsoft.com/office/drawing/2014/main" id="{D7929B89-0112-422E-A70F-23E0B49B86C8}"/>
              </a:ext>
            </a:extLst>
          </p:cNvPr>
          <p:cNvGrpSpPr/>
          <p:nvPr/>
        </p:nvGrpSpPr>
        <p:grpSpPr>
          <a:xfrm>
            <a:off x="2420982" y="4130067"/>
            <a:ext cx="898108" cy="479263"/>
            <a:chOff x="2420982" y="4130067"/>
            <a:chExt cx="898108" cy="479263"/>
          </a:xfrm>
        </p:grpSpPr>
        <p:cxnSp>
          <p:nvCxnSpPr>
            <p:cNvPr id="102" name="Connector: Elbow 101">
              <a:extLst>
                <a:ext uri="{FF2B5EF4-FFF2-40B4-BE49-F238E27FC236}">
                  <a16:creationId xmlns:a16="http://schemas.microsoft.com/office/drawing/2014/main" id="{18FA55AB-FAA8-4591-B18C-D0C4C9179570}"/>
                </a:ext>
              </a:extLst>
            </p:cNvPr>
            <p:cNvCxnSpPr/>
            <p:nvPr/>
          </p:nvCxnSpPr>
          <p:spPr>
            <a:xfrm flipV="1">
              <a:off x="2793648" y="4130067"/>
              <a:ext cx="525442" cy="479263"/>
            </a:xfrm>
            <a:prstGeom prst="bentConnector3">
              <a:avLst>
                <a:gd name="adj1" fmla="val -4493"/>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DFCF14CF-01C6-4FEB-8EFD-C9B0E68C5541}"/>
                </a:ext>
              </a:extLst>
            </p:cNvPr>
            <p:cNvGrpSpPr/>
            <p:nvPr/>
          </p:nvGrpSpPr>
          <p:grpSpPr>
            <a:xfrm>
              <a:off x="2420982" y="4133971"/>
              <a:ext cx="538634" cy="278370"/>
              <a:chOff x="3564977" y="4517093"/>
              <a:chExt cx="538634" cy="278370"/>
            </a:xfrm>
          </p:grpSpPr>
          <p:sp>
            <p:nvSpPr>
              <p:cNvPr id="104" name="Oval 103">
                <a:extLst>
                  <a:ext uri="{FF2B5EF4-FFF2-40B4-BE49-F238E27FC236}">
                    <a16:creationId xmlns:a16="http://schemas.microsoft.com/office/drawing/2014/main" id="{4C110C39-62C9-4DF9-B45B-6DD3088DDD0E}"/>
                  </a:ext>
                </a:extLst>
              </p:cNvPr>
              <p:cNvSpPr/>
              <p:nvPr/>
            </p:nvSpPr>
            <p:spPr bwMode="auto">
              <a:xfrm>
                <a:off x="3578615" y="4517093"/>
                <a:ext cx="524996" cy="278370"/>
              </a:xfrm>
              <a:prstGeom prst="ellipse">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5" name="Rectangle 104">
                <a:extLst>
                  <a:ext uri="{FF2B5EF4-FFF2-40B4-BE49-F238E27FC236}">
                    <a16:creationId xmlns:a16="http://schemas.microsoft.com/office/drawing/2014/main" id="{50B5D1C0-1EB8-4FF1-812A-2F0AAAA6A516}"/>
                  </a:ext>
                </a:extLst>
              </p:cNvPr>
              <p:cNvSpPr/>
              <p:nvPr/>
            </p:nvSpPr>
            <p:spPr>
              <a:xfrm>
                <a:off x="3564977" y="4531854"/>
                <a:ext cx="516905" cy="246221"/>
              </a:xfrm>
              <a:prstGeom prst="rect">
                <a:avLst/>
              </a:prstGeom>
              <a:ln>
                <a:noFill/>
              </a:ln>
            </p:spPr>
            <p:txBody>
              <a:bodyPr wrap="square">
                <a:spAutoFit/>
              </a:bodyPr>
              <a:lstStyle/>
              <a:p>
                <a:r>
                  <a:rPr lang="en-US" sz="1000" i="1" kern="0" dirty="0">
                    <a:solidFill>
                      <a:schemeClr val="bg1"/>
                    </a:solidFill>
                  </a:rPr>
                  <a:t>~F</a:t>
                </a:r>
                <a:r>
                  <a:rPr lang="en-US" sz="1000" i="1" kern="0" baseline="-25000" dirty="0">
                    <a:solidFill>
                      <a:schemeClr val="bg1"/>
                    </a:solidFill>
                  </a:rPr>
                  <a:t>ROT</a:t>
                </a:r>
                <a:endParaRPr lang="en-US" sz="1000" baseline="-25000" dirty="0">
                  <a:solidFill>
                    <a:schemeClr val="bg1"/>
                  </a:solidFill>
                </a:endParaRPr>
              </a:p>
            </p:txBody>
          </p:sp>
        </p:grpSp>
      </p:gr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EE1BD431-A65B-40E7-AC75-E00FE72C4728}"/>
                  </a:ext>
                </a:extLst>
              </p:cNvPr>
              <p:cNvSpPr txBox="1"/>
              <p:nvPr/>
            </p:nvSpPr>
            <p:spPr bwMode="auto">
              <a:xfrm>
                <a:off x="3405971" y="4945151"/>
                <a:ext cx="732252" cy="184666"/>
              </a:xfrm>
              <a:prstGeom prst="rect">
                <a:avLst/>
              </a:prstGeom>
              <a:noFill/>
              <a:ln w="9525">
                <a:noFill/>
                <a:miter lim="800000"/>
                <a:headEnd/>
                <a:tailEnd/>
              </a:ln>
              <a:effectLst/>
            </p:spPr>
            <p:txBody>
              <a:bodyPr wrap="none" lIns="0" tIns="0" rIns="0" bIns="0" rtlCol="0" anchor="t" anchorCtr="0">
                <a:spAutoFit/>
              </a:bodyPr>
              <a:lstStyle/>
              <a:p>
                <a:pPr defTabSz="576000" eaLnBrk="0" fontAlgn="auto" hangingPunct="0">
                  <a:lnSpc>
                    <a:spcPct val="120000"/>
                  </a:lnSpc>
                  <a:spcBef>
                    <a:spcPts val="0"/>
                  </a:spcBef>
                  <a:spcAft>
                    <a:spcPts val="0"/>
                  </a:spcAft>
                  <a:buClr>
                    <a:schemeClr val="tx2"/>
                  </a:buClr>
                </a:pPr>
                <a14:m>
                  <m:oMathPara xmlns:m="http://schemas.openxmlformats.org/officeDocument/2006/math">
                    <m:oMathParaPr>
                      <m:jc m:val="centerGroup"/>
                    </m:oMathParaPr>
                    <m:oMath xmlns:m="http://schemas.openxmlformats.org/officeDocument/2006/math">
                      <m:r>
                        <a:rPr lang="de-AT" sz="1000" b="0" i="1" kern="0" baseline="0" smtClean="0">
                          <a:solidFill>
                            <a:schemeClr val="tx1"/>
                          </a:solidFill>
                          <a:latin typeface="Cambria Math" panose="02040503050406030204" pitchFamily="18" charset="0"/>
                        </a:rPr>
                        <m:t>𝑃</m:t>
                      </m:r>
                      <m:r>
                        <a:rPr lang="de-AT" sz="1000" b="0" i="1" kern="0" baseline="-25000" smtClean="0">
                          <a:solidFill>
                            <a:schemeClr val="tx1"/>
                          </a:solidFill>
                          <a:latin typeface="Cambria Math" panose="02040503050406030204" pitchFamily="18" charset="0"/>
                        </a:rPr>
                        <m:t>𝐸𝑑𝑑𝑦</m:t>
                      </m:r>
                      <m:r>
                        <a:rPr lang="de-AT" sz="1000" b="0" i="1" kern="0" smtClean="0">
                          <a:solidFill>
                            <a:schemeClr val="tx1"/>
                          </a:solidFill>
                          <a:latin typeface="Cambria Math" panose="02040503050406030204" pitchFamily="18" charset="0"/>
                        </a:rPr>
                        <m:t>&gt;</m:t>
                      </m:r>
                      <m:r>
                        <a:rPr lang="de-AT" sz="1000" i="1" kern="0">
                          <a:latin typeface="Cambria Math" panose="02040503050406030204" pitchFamily="18" charset="0"/>
                        </a:rPr>
                        <m:t>𝑃</m:t>
                      </m:r>
                      <m:r>
                        <a:rPr lang="de-AT" sz="1000" i="1" kern="0" baseline="-25000">
                          <a:latin typeface="Cambria Math" panose="02040503050406030204" pitchFamily="18" charset="0"/>
                        </a:rPr>
                        <m:t>h𝑦𝑠</m:t>
                      </m:r>
                      <m:r>
                        <a:rPr lang="de-AT" sz="1000" b="0" i="1" kern="0" baseline="-25000" smtClean="0">
                          <a:latin typeface="Cambria Math" panose="02040503050406030204" pitchFamily="18" charset="0"/>
                        </a:rPr>
                        <m:t>𝑡</m:t>
                      </m:r>
                    </m:oMath>
                  </m:oMathPara>
                </a14:m>
                <a:endParaRPr lang="de-AT" sz="1000" i="1" kern="0" dirty="0">
                  <a:latin typeface="Cambria Math" panose="02040503050406030204" pitchFamily="18" charset="0"/>
                </a:endParaRPr>
              </a:p>
            </p:txBody>
          </p:sp>
        </mc:Choice>
        <mc:Fallback xmlns="">
          <p:sp>
            <p:nvSpPr>
              <p:cNvPr id="106" name="TextBox 105">
                <a:extLst>
                  <a:ext uri="{FF2B5EF4-FFF2-40B4-BE49-F238E27FC236}">
                    <a16:creationId xmlns:a16="http://schemas.microsoft.com/office/drawing/2014/main" id="{EE1BD431-A65B-40E7-AC75-E00FE72C4728}"/>
                  </a:ext>
                </a:extLst>
              </p:cNvPr>
              <p:cNvSpPr txBox="1">
                <a:spLocks noRot="1" noChangeAspect="1" noMove="1" noResize="1" noEditPoints="1" noAdjustHandles="1" noChangeArrowheads="1" noChangeShapeType="1" noTextEdit="1"/>
              </p:cNvSpPr>
              <p:nvPr/>
            </p:nvSpPr>
            <p:spPr bwMode="auto">
              <a:xfrm>
                <a:off x="3405971" y="4945151"/>
                <a:ext cx="732252" cy="184666"/>
              </a:xfrm>
              <a:prstGeom prst="rect">
                <a:avLst/>
              </a:prstGeom>
              <a:blipFill>
                <a:blip r:embed="rId30"/>
                <a:stretch>
                  <a:fillRect l="-4167" r="-1667" b="-19355"/>
                </a:stretch>
              </a:blipFill>
              <a:ln w="9525">
                <a:noFill/>
                <a:miter lim="800000"/>
                <a:headEnd/>
                <a:tailEnd/>
              </a:ln>
              <a:effectLst/>
            </p:spPr>
            <p:txBody>
              <a:bodyPr/>
              <a:lstStyle/>
              <a:p>
                <a:r>
                  <a:rPr lang="en-US">
                    <a:noFill/>
                  </a:rPr>
                  <a:t> </a:t>
                </a:r>
              </a:p>
            </p:txBody>
          </p:sp>
        </mc:Fallback>
      </mc:AlternateContent>
      <p:pic>
        <p:nvPicPr>
          <p:cNvPr id="80" name="Picture 79">
            <a:extLst>
              <a:ext uri="{FF2B5EF4-FFF2-40B4-BE49-F238E27FC236}">
                <a16:creationId xmlns:a16="http://schemas.microsoft.com/office/drawing/2014/main" id="{25F89989-C8ED-47D3-97F3-D02822DC38EC}"/>
              </a:ext>
            </a:extLst>
          </p:cNvPr>
          <p:cNvPicPr>
            <a:picLocks noChangeAspect="1"/>
          </p:cNvPicPr>
          <p:nvPr/>
        </p:nvPicPr>
        <p:blipFill rotWithShape="1">
          <a:blip r:embed="rId31">
            <a:extLst>
              <a:ext uri="{BEBA8EAE-BF5A-486C-A8C5-ECC9F3942E4B}">
                <a14:imgProps xmlns:a14="http://schemas.microsoft.com/office/drawing/2010/main">
                  <a14:imgLayer r:embed="rId32">
                    <a14:imgEffect>
                      <a14:backgroundRemoval t="23280" b="74471" l="12897" r="69544">
                        <a14:foregroundMark x1="69544" y1="46892" x2="69544" y2="46892"/>
                        <a14:foregroundMark x1="50496" y1="24669" x2="50496" y2="24669"/>
                        <a14:foregroundMark x1="29315" y1="33466" x2="29315" y2="33466"/>
                        <a14:foregroundMark x1="12946" y1="52513" x2="12946" y2="52513"/>
                        <a14:foregroundMark x1="42063" y1="23611" x2="42063" y2="23611"/>
                        <a14:foregroundMark x1="14782" y1="37368" x2="14782" y2="37368"/>
                        <a14:foregroundMark x1="46032" y1="23280" x2="46032" y2="23280"/>
                        <a14:foregroundMark x1="17708" y1="33135" x2="17708" y2="33135"/>
                        <a14:foregroundMark x1="13988" y1="43717" x2="13988" y2="43717"/>
                        <a14:backgroundMark x1="65327" y1="61376" x2="65327" y2="61376"/>
                        <a14:backgroundMark x1="65327" y1="58201" x2="65327" y2="58201"/>
                        <a14:backgroundMark x1="67163" y1="53241" x2="67163" y2="53241"/>
                        <a14:backgroundMark x1="65327" y1="53968" x2="65327" y2="53968"/>
                        <a14:backgroundMark x1="64286" y1="57143" x2="64286" y2="57143"/>
                        <a14:backgroundMark x1="66369" y1="53571" x2="66369" y2="53571"/>
                        <a14:backgroundMark x1="68502" y1="52513" x2="68502" y2="52513"/>
                      </a14:backgroundRemoval>
                    </a14:imgEffect>
                  </a14:imgLayer>
                </a14:imgProps>
              </a:ext>
              <a:ext uri="{28A0092B-C50C-407E-A947-70E740481C1C}">
                <a14:useLocalDpi xmlns:a14="http://schemas.microsoft.com/office/drawing/2010/main" val="0"/>
              </a:ext>
            </a:extLst>
          </a:blip>
          <a:srcRect l="7979" t="20601" r="25179" b="19200"/>
          <a:stretch/>
        </p:blipFill>
        <p:spPr>
          <a:xfrm rot="10800000">
            <a:off x="-15352" y="3260771"/>
            <a:ext cx="1022242" cy="690486"/>
          </a:xfrm>
          <a:prstGeom prst="rect">
            <a:avLst/>
          </a:prstGeom>
        </p:spPr>
      </p:pic>
    </p:spTree>
    <p:extLst>
      <p:ext uri="{BB962C8B-B14F-4D97-AF65-F5344CB8AC3E}">
        <p14:creationId xmlns:p14="http://schemas.microsoft.com/office/powerpoint/2010/main" val="954400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2134800"/>
            <a:ext cx="8656240" cy="1827600"/>
          </a:xfrm>
        </p:spPr>
        <p:txBody>
          <a:bodyPr/>
          <a:lstStyle/>
          <a:p>
            <a:r>
              <a:rPr dirty="0"/>
              <a:t>Session </a:t>
            </a:r>
            <a:r>
              <a:rPr lang="de-DE" dirty="0"/>
              <a:t>:</a:t>
            </a:r>
            <a:endParaRPr dirty="0"/>
          </a:p>
          <a:p>
            <a:r>
              <a:rPr lang="en-US" dirty="0"/>
              <a:t>PSOC™ Control C3M/P6</a:t>
            </a:r>
            <a:br>
              <a:rPr lang="en-US" dirty="0"/>
            </a:br>
            <a:r>
              <a:rPr lang="en-US" dirty="0"/>
              <a:t>What changed vs C3M/P5 and C3M7/8?</a:t>
            </a:r>
            <a:endParaRPr dirty="0"/>
          </a:p>
        </p:txBody>
      </p:sp>
      <p:sp>
        <p:nvSpPr>
          <p:cNvPr id="4" name="Footer Placeholder 3">
            <a:extLst>
              <a:ext uri="{FF2B5EF4-FFF2-40B4-BE49-F238E27FC236}">
                <a16:creationId xmlns:a16="http://schemas.microsoft.com/office/drawing/2014/main" id="{D0D43EBE-B08F-D7B9-C74B-463F7F584060}"/>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PSC3M6</a:t>
            </a:r>
            <a:r>
              <a:rPr dirty="0"/>
              <a:t> in one slide</a:t>
            </a:r>
          </a:p>
        </p:txBody>
      </p:sp>
      <p:sp>
        <p:nvSpPr>
          <p:cNvPr id="3" name="Rectangle 2"/>
          <p:cNvSpPr/>
          <p:nvPr/>
        </p:nvSpPr>
        <p:spPr>
          <a:xfrm>
            <a:off x="338328" y="1097280"/>
            <a:ext cx="3749039" cy="45720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dirty="0">
                <a:solidFill>
                  <a:srgbClr val="FFFFFF"/>
                </a:solidFill>
                <a:latin typeface="Arial"/>
              </a:rPr>
              <a:t>vs </a:t>
            </a:r>
            <a:r>
              <a:rPr lang="en-US" b="1" dirty="0">
                <a:solidFill>
                  <a:srgbClr val="FFFFFF"/>
                </a:solidFill>
                <a:latin typeface="Arial"/>
              </a:rPr>
              <a:t>PSC3M5</a:t>
            </a:r>
            <a:r>
              <a:rPr sz="1400" b="1" i="0" dirty="0">
                <a:solidFill>
                  <a:srgbClr val="FFFFFF"/>
                </a:solidFill>
                <a:latin typeface="Arial"/>
              </a:rPr>
              <a:t>: bigger and richer</a:t>
            </a:r>
            <a:r>
              <a:rPr lang="de-DE" sz="1400" b="1" i="0" dirty="0">
                <a:solidFill>
                  <a:srgbClr val="FFFFFF"/>
                </a:solidFill>
                <a:latin typeface="Arial"/>
              </a:rPr>
              <a:t> ( New)</a:t>
            </a:r>
            <a:endParaRPr sz="1400" b="1" i="0" dirty="0">
              <a:solidFill>
                <a:srgbClr val="FFFFFF"/>
              </a:solidFill>
              <a:latin typeface="Arial"/>
            </a:endParaRPr>
          </a:p>
        </p:txBody>
      </p:sp>
      <p:sp>
        <p:nvSpPr>
          <p:cNvPr id="4" name="Rectangle 3"/>
          <p:cNvSpPr/>
          <p:nvPr/>
        </p:nvSpPr>
        <p:spPr>
          <a:xfrm>
            <a:off x="338328" y="1554480"/>
            <a:ext cx="3749039" cy="4572000"/>
          </a:xfrm>
          <a:prstGeom prst="rect">
            <a:avLst/>
          </a:prstGeom>
          <a:solidFill>
            <a:srgbClr val="F6F9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645920"/>
            <a:ext cx="3611880" cy="4434840"/>
          </a:xfrm>
          <a:prstGeom prst="rect">
            <a:avLst/>
          </a:prstGeom>
          <a:noFill/>
        </p:spPr>
        <p:txBody>
          <a:bodyPr wrap="square" lIns="45720" tIns="27432" rIns="45720" bIns="27432">
            <a:spAutoFit/>
          </a:bodyPr>
          <a:lstStyle/>
          <a:p>
            <a:pPr>
              <a:spcAft>
                <a:spcPts val="1100"/>
              </a:spcAft>
            </a:pPr>
            <a:r>
              <a:rPr sz="1350" b="1">
                <a:solidFill>
                  <a:srgbClr val="0082CE"/>
                </a:solidFill>
                <a:latin typeface="Arial"/>
              </a:rPr>
              <a:t>• </a:t>
            </a:r>
            <a:r>
              <a:rPr sz="1350" b="1" i="0">
                <a:solidFill>
                  <a:srgbClr val="00305A"/>
                </a:solidFill>
                <a:latin typeface="Arial"/>
              </a:rPr>
              <a:t>2x memory</a:t>
            </a:r>
            <a:r>
              <a:rPr sz="1350" b="0" i="0">
                <a:solidFill>
                  <a:srgbClr val="00305A"/>
                </a:solidFill>
                <a:latin typeface="Arial"/>
              </a:rPr>
              <a:t>: 512 KB flash, 128 KB SRAM</a:t>
            </a:r>
          </a:p>
          <a:p>
            <a:pPr>
              <a:spcAft>
                <a:spcPts val="1100"/>
              </a:spcAft>
            </a:pPr>
            <a:r>
              <a:rPr sz="1350" b="1">
                <a:solidFill>
                  <a:srgbClr val="0082CE"/>
                </a:solidFill>
                <a:latin typeface="Arial"/>
              </a:rPr>
              <a:t>• </a:t>
            </a:r>
            <a:r>
              <a:rPr sz="1350" b="1" i="0">
                <a:solidFill>
                  <a:srgbClr val="00305A"/>
                </a:solidFill>
                <a:latin typeface="Arial"/>
              </a:rPr>
              <a:t>New analog</a:t>
            </a:r>
            <a:r>
              <a:rPr sz="1350" b="0" i="0">
                <a:solidFill>
                  <a:srgbClr val="00305A"/>
                </a:solidFill>
                <a:latin typeface="Arial"/>
              </a:rPr>
              <a:t>: 4 OpAmps, 2x 12-bit DAC, 3x 3P3Z filter, 9 comparators (was 5)</a:t>
            </a:r>
          </a:p>
          <a:p>
            <a:pPr>
              <a:spcAft>
                <a:spcPts val="1100"/>
              </a:spcAft>
            </a:pPr>
            <a:r>
              <a:rPr sz="1350" b="1">
                <a:solidFill>
                  <a:srgbClr val="0082CE"/>
                </a:solidFill>
                <a:latin typeface="Arial"/>
              </a:rPr>
              <a:t>• </a:t>
            </a:r>
            <a:r>
              <a:rPr sz="1350" b="1" i="0">
                <a:solidFill>
                  <a:srgbClr val="00305A"/>
                </a:solidFill>
                <a:latin typeface="Arial"/>
              </a:rPr>
              <a:t>New interfaces</a:t>
            </a:r>
            <a:r>
              <a:rPr sz="1350" b="0" i="0">
                <a:solidFill>
                  <a:srgbClr val="00305A"/>
                </a:solidFill>
                <a:latin typeface="Arial"/>
              </a:rPr>
              <a:t>: I3C, USB-FS host/device</a:t>
            </a:r>
          </a:p>
          <a:p>
            <a:pPr>
              <a:spcAft>
                <a:spcPts val="1100"/>
              </a:spcAft>
            </a:pPr>
            <a:r>
              <a:rPr sz="1350" b="1">
                <a:solidFill>
                  <a:srgbClr val="0082CE"/>
                </a:solidFill>
                <a:latin typeface="Arial"/>
              </a:rPr>
              <a:t>• </a:t>
            </a:r>
            <a:r>
              <a:rPr sz="1350" b="1" i="0">
                <a:solidFill>
                  <a:srgbClr val="00305A"/>
                </a:solidFill>
                <a:latin typeface="Arial"/>
              </a:rPr>
              <a:t>New security</a:t>
            </a:r>
            <a:r>
              <a:rPr sz="1350" b="0" i="0">
                <a:solidFill>
                  <a:srgbClr val="00305A"/>
                </a:solidFill>
                <a:latin typeface="Arial"/>
              </a:rPr>
              <a:t>: AES block, SHA-384/512, PQC, DICE, SVGS, PSA L3-ready</a:t>
            </a:r>
          </a:p>
          <a:p>
            <a:pPr>
              <a:spcAft>
                <a:spcPts val="1100"/>
              </a:spcAft>
            </a:pPr>
            <a:r>
              <a:rPr sz="1350" b="1">
                <a:solidFill>
                  <a:srgbClr val="0082CE"/>
                </a:solidFill>
                <a:latin typeface="Arial"/>
              </a:rPr>
              <a:t>• </a:t>
            </a:r>
            <a:r>
              <a:rPr sz="1350" b="1" i="0">
                <a:solidFill>
                  <a:srgbClr val="00305A"/>
                </a:solidFill>
                <a:latin typeface="Arial"/>
              </a:rPr>
              <a:t>More control</a:t>
            </a:r>
            <a:r>
              <a:rPr sz="1350" b="0" i="0">
                <a:solidFill>
                  <a:srgbClr val="00305A"/>
                </a:solidFill>
                <a:latin typeface="Arial"/>
              </a:rPr>
              <a:t>: 8x 32-bit HRPWM (was 4), 2 MOTIF (was 1)</a:t>
            </a:r>
          </a:p>
          <a:p>
            <a:pPr>
              <a:spcAft>
                <a:spcPts val="1100"/>
              </a:spcAft>
            </a:pPr>
            <a:r>
              <a:rPr sz="1350" b="1">
                <a:solidFill>
                  <a:srgbClr val="0082CE"/>
                </a:solidFill>
                <a:latin typeface="Arial"/>
              </a:rPr>
              <a:t>• </a:t>
            </a:r>
            <a:r>
              <a:rPr sz="1350" b="1" i="0">
                <a:solidFill>
                  <a:srgbClr val="00305A"/>
                </a:solidFill>
                <a:latin typeface="Arial"/>
              </a:rPr>
              <a:t>More pins</a:t>
            </a:r>
            <a:r>
              <a:rPr sz="1350" b="0" i="0">
                <a:solidFill>
                  <a:srgbClr val="00305A"/>
                </a:solidFill>
                <a:latin typeface="Arial"/>
              </a:rPr>
              <a:t>: 70 GPIO; E-LQFP-64/80/100 only</a:t>
            </a:r>
          </a:p>
          <a:p>
            <a:pPr>
              <a:spcAft>
                <a:spcPts val="1100"/>
              </a:spcAft>
            </a:pPr>
            <a:r>
              <a:rPr sz="1350" b="1">
                <a:solidFill>
                  <a:srgbClr val="0082CE"/>
                </a:solidFill>
                <a:latin typeface="Arial"/>
              </a:rPr>
              <a:t>• </a:t>
            </a:r>
            <a:r>
              <a:rPr sz="1350" b="0" i="0">
                <a:solidFill>
                  <a:srgbClr val="00305A"/>
                </a:solidFill>
                <a:latin typeface="Arial"/>
              </a:rPr>
              <a:t>Trade-offs: one DPLL, HPPASS at 180 MHz (ADC 9 vs 12 Msps)</a:t>
            </a:r>
          </a:p>
        </p:txBody>
      </p:sp>
      <p:sp>
        <p:nvSpPr>
          <p:cNvPr id="6" name="Rectangle 5"/>
          <p:cNvSpPr/>
          <p:nvPr/>
        </p:nvSpPr>
        <p:spPr>
          <a:xfrm>
            <a:off x="4224528" y="1097280"/>
            <a:ext cx="3749039" cy="457200"/>
          </a:xfrm>
          <a:prstGeom prst="rect">
            <a:avLst/>
          </a:prstGeom>
          <a:solidFill>
            <a:srgbClr val="D0302D"/>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dirty="0">
                <a:solidFill>
                  <a:srgbClr val="FFFFFF"/>
                </a:solidFill>
                <a:latin typeface="Arial"/>
              </a:rPr>
              <a:t>vs </a:t>
            </a:r>
            <a:r>
              <a:rPr lang="en-US" b="1" dirty="0">
                <a:solidFill>
                  <a:srgbClr val="FFFFFF"/>
                </a:solidFill>
                <a:latin typeface="Arial"/>
              </a:rPr>
              <a:t>PSC3M8</a:t>
            </a:r>
            <a:r>
              <a:rPr sz="1400" b="1" i="0" dirty="0">
                <a:solidFill>
                  <a:srgbClr val="FFFFFF"/>
                </a:solidFill>
                <a:latin typeface="Arial"/>
              </a:rPr>
              <a:t>: single core, no PPCA</a:t>
            </a:r>
          </a:p>
        </p:txBody>
      </p:sp>
      <p:sp>
        <p:nvSpPr>
          <p:cNvPr id="7" name="Rectangle 6"/>
          <p:cNvSpPr/>
          <p:nvPr/>
        </p:nvSpPr>
        <p:spPr>
          <a:xfrm>
            <a:off x="4224528" y="1554480"/>
            <a:ext cx="3749039" cy="4572000"/>
          </a:xfrm>
          <a:prstGeom prst="rect">
            <a:avLst/>
          </a:prstGeom>
          <a:solidFill>
            <a:srgbClr val="F6F9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645920"/>
            <a:ext cx="3611880" cy="3602525"/>
          </a:xfrm>
          <a:prstGeom prst="rect">
            <a:avLst/>
          </a:prstGeom>
          <a:noFill/>
        </p:spPr>
        <p:txBody>
          <a:bodyPr wrap="square" lIns="45720" tIns="27432" rIns="45720" bIns="27432">
            <a:spAutoFit/>
          </a:bodyPr>
          <a:lstStyle/>
          <a:p>
            <a:pPr>
              <a:spcAft>
                <a:spcPts val="1100"/>
              </a:spcAft>
            </a:pPr>
            <a:r>
              <a:rPr sz="1350" b="1">
                <a:solidFill>
                  <a:srgbClr val="0082CE"/>
                </a:solidFill>
                <a:latin typeface="Arial"/>
              </a:rPr>
              <a:t>• </a:t>
            </a:r>
            <a:r>
              <a:rPr sz="1350" b="1" i="0">
                <a:solidFill>
                  <a:srgbClr val="00305A"/>
                </a:solidFill>
                <a:latin typeface="Arial"/>
              </a:rPr>
              <a:t>No PPCA</a:t>
            </a:r>
            <a:r>
              <a:rPr sz="1350" b="0" i="0">
                <a:solidFill>
                  <a:srgbClr val="00305A"/>
                </a:solidFill>
                <a:latin typeface="Arial"/>
              </a:rPr>
              <a:t>: no 2x M33 @200 MHz, EPU, CLB, 112 KB PPCA SRAM</a:t>
            </a:r>
          </a:p>
          <a:p>
            <a:pPr>
              <a:spcAft>
                <a:spcPts val="1100"/>
              </a:spcAft>
            </a:pPr>
            <a:r>
              <a:rPr sz="1350" b="1">
                <a:solidFill>
                  <a:srgbClr val="0082CE"/>
                </a:solidFill>
                <a:latin typeface="Arial"/>
              </a:rPr>
              <a:t>• </a:t>
            </a:r>
            <a:r>
              <a:rPr sz="1350" b="1" i="0">
                <a:solidFill>
                  <a:srgbClr val="00305A"/>
                </a:solidFill>
                <a:latin typeface="Arial"/>
              </a:rPr>
              <a:t>1 ADC @9 Msps</a:t>
            </a:r>
            <a:r>
              <a:rPr sz="1350" b="0" i="0">
                <a:solidFill>
                  <a:srgbClr val="00305A"/>
                </a:solidFill>
                <a:latin typeface="Arial"/>
              </a:rPr>
              <a:t> instead of 4 ADCs @25 Msps</a:t>
            </a:r>
          </a:p>
          <a:p>
            <a:pPr>
              <a:spcAft>
                <a:spcPts val="1100"/>
              </a:spcAft>
            </a:pPr>
            <a:r>
              <a:rPr sz="1350" b="1">
                <a:solidFill>
                  <a:srgbClr val="0082CE"/>
                </a:solidFill>
                <a:latin typeface="Arial"/>
              </a:rPr>
              <a:t>• </a:t>
            </a:r>
            <a:r>
              <a:rPr sz="1350" b="0" i="0">
                <a:solidFill>
                  <a:srgbClr val="00305A"/>
                </a:solidFill>
                <a:latin typeface="Arial"/>
              </a:rPr>
              <a:t>9 single-ended CSG (10-bit DAC) instead of 9 differential DCSG</a:t>
            </a:r>
          </a:p>
          <a:p>
            <a:pPr>
              <a:spcAft>
                <a:spcPts val="1100"/>
              </a:spcAft>
            </a:pPr>
            <a:r>
              <a:rPr sz="1350" b="1">
                <a:solidFill>
                  <a:srgbClr val="0082CE"/>
                </a:solidFill>
                <a:latin typeface="Arial"/>
              </a:rPr>
              <a:t>• </a:t>
            </a:r>
            <a:r>
              <a:rPr sz="1350" b="1" i="0">
                <a:solidFill>
                  <a:srgbClr val="00305A"/>
                </a:solidFill>
                <a:latin typeface="Arial"/>
              </a:rPr>
              <a:t>Unique to </a:t>
            </a:r>
            <a:r>
              <a:rPr lang="de-DE" sz="1350" b="1" i="0">
                <a:solidFill>
                  <a:srgbClr val="00305A"/>
                </a:solidFill>
                <a:latin typeface="Arial"/>
              </a:rPr>
              <a:t>PSC3M6</a:t>
            </a:r>
            <a:r>
              <a:rPr sz="1350" b="0" i="0">
                <a:solidFill>
                  <a:srgbClr val="00305A"/>
                </a:solidFill>
                <a:latin typeface="Arial"/>
              </a:rPr>
              <a:t>: I3C, USB-FS, OpAmps, Smart I/O</a:t>
            </a:r>
          </a:p>
          <a:p>
            <a:pPr>
              <a:spcAft>
                <a:spcPts val="1100"/>
              </a:spcAft>
            </a:pPr>
            <a:r>
              <a:rPr sz="1350" b="1">
                <a:solidFill>
                  <a:srgbClr val="0082CE"/>
                </a:solidFill>
                <a:latin typeface="Arial"/>
              </a:rPr>
              <a:t>• </a:t>
            </a:r>
            <a:r>
              <a:rPr sz="1350" b="0" i="0">
                <a:solidFill>
                  <a:srgbClr val="00305A"/>
                </a:solidFill>
                <a:latin typeface="Arial"/>
              </a:rPr>
              <a:t>2 DMA (CRC) vs 1;  IPC 4 vs 8;  6 SCB vs 7</a:t>
            </a:r>
          </a:p>
          <a:p>
            <a:pPr>
              <a:spcAft>
                <a:spcPts val="1100"/>
              </a:spcAft>
            </a:pPr>
            <a:r>
              <a:rPr sz="1350" b="1">
                <a:solidFill>
                  <a:srgbClr val="0082CE"/>
                </a:solidFill>
                <a:latin typeface="Arial"/>
              </a:rPr>
              <a:t>• </a:t>
            </a:r>
            <a:r>
              <a:rPr sz="1350" b="0" i="0">
                <a:solidFill>
                  <a:srgbClr val="00305A"/>
                </a:solidFill>
                <a:latin typeface="Arial"/>
              </a:rPr>
              <a:t>Standalone CORDIC (M parts) instead of 2x in PPCA</a:t>
            </a:r>
          </a:p>
          <a:p>
            <a:pPr>
              <a:spcAft>
                <a:spcPts val="1100"/>
              </a:spcAft>
            </a:pPr>
            <a:r>
              <a:rPr sz="1350" b="1">
                <a:solidFill>
                  <a:srgbClr val="0082CE"/>
                </a:solidFill>
                <a:latin typeface="Arial"/>
              </a:rPr>
              <a:t>• </a:t>
            </a:r>
            <a:r>
              <a:rPr sz="1350" b="0" i="0">
                <a:solidFill>
                  <a:srgbClr val="00305A"/>
                </a:solidFill>
                <a:latin typeface="Arial"/>
              </a:rPr>
              <a:t>Same: 512 KB / 128 KB, AES, SVGS, packages, 6 power modes</a:t>
            </a:r>
          </a:p>
        </p:txBody>
      </p:sp>
      <p:sp>
        <p:nvSpPr>
          <p:cNvPr id="9" name="Rectangle 8"/>
          <p:cNvSpPr/>
          <p:nvPr/>
        </p:nvSpPr>
        <p:spPr>
          <a:xfrm>
            <a:off x="8110728" y="1097280"/>
            <a:ext cx="3749039" cy="457200"/>
          </a:xfrm>
          <a:prstGeom prst="rect">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400" b="1" i="0">
                <a:solidFill>
                  <a:srgbClr val="FFFFFF"/>
                </a:solidFill>
                <a:latin typeface="Arial"/>
              </a:rPr>
              <a:t>What stays the same</a:t>
            </a:r>
          </a:p>
        </p:txBody>
      </p:sp>
      <p:sp>
        <p:nvSpPr>
          <p:cNvPr id="10" name="Rectangle 9"/>
          <p:cNvSpPr/>
          <p:nvPr/>
        </p:nvSpPr>
        <p:spPr>
          <a:xfrm>
            <a:off x="8110728" y="1554480"/>
            <a:ext cx="3749039" cy="4572000"/>
          </a:xfrm>
          <a:prstGeom prst="rect">
            <a:avLst/>
          </a:prstGeom>
          <a:solidFill>
            <a:srgbClr val="F6F9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3611880" cy="4434840"/>
          </a:xfrm>
          <a:prstGeom prst="rect">
            <a:avLst/>
          </a:prstGeom>
          <a:noFill/>
        </p:spPr>
        <p:txBody>
          <a:bodyPr wrap="square" lIns="45720" tIns="27432" rIns="45720" bIns="27432">
            <a:spAutoFit/>
          </a:bodyPr>
          <a:lstStyle/>
          <a:p>
            <a:pPr>
              <a:spcAft>
                <a:spcPts val="1100"/>
              </a:spcAft>
            </a:pPr>
            <a:r>
              <a:rPr sz="1350" b="1">
                <a:solidFill>
                  <a:srgbClr val="0082CE"/>
                </a:solidFill>
                <a:latin typeface="Arial"/>
              </a:rPr>
              <a:t>• </a:t>
            </a:r>
            <a:r>
              <a:rPr sz="1350" b="0" i="0">
                <a:solidFill>
                  <a:srgbClr val="00305A"/>
                </a:solidFill>
                <a:latin typeface="Arial"/>
              </a:rPr>
              <a:t>Cortex-M33 @180 MHz, DSP, FPU, MPU, TrustZone, 16 KB I-cache</a:t>
            </a:r>
          </a:p>
          <a:p>
            <a:pPr>
              <a:spcAft>
                <a:spcPts val="1100"/>
              </a:spcAft>
            </a:pPr>
            <a:r>
              <a:rPr sz="1350" b="1">
                <a:solidFill>
                  <a:srgbClr val="0082CE"/>
                </a:solidFill>
                <a:latin typeface="Arial"/>
              </a:rPr>
              <a:t>• </a:t>
            </a:r>
            <a:r>
              <a:rPr sz="1350" b="0" i="0">
                <a:solidFill>
                  <a:srgbClr val="00305A"/>
                </a:solidFill>
                <a:latin typeface="Arial"/>
              </a:rPr>
              <a:t>64 KB ROM, 32 KB SFlash, ECC on flash and SRAM</a:t>
            </a:r>
          </a:p>
          <a:p>
            <a:pPr>
              <a:spcAft>
                <a:spcPts val="1100"/>
              </a:spcAft>
            </a:pPr>
            <a:r>
              <a:rPr sz="1350" b="1">
                <a:solidFill>
                  <a:srgbClr val="0082CE"/>
                </a:solidFill>
                <a:latin typeface="Arial"/>
              </a:rPr>
              <a:t>• </a:t>
            </a:r>
            <a:r>
              <a:rPr sz="1350" b="0" i="0">
                <a:solidFill>
                  <a:srgbClr val="00305A"/>
                </a:solidFill>
                <a:latin typeface="Arial"/>
              </a:rPr>
              <a:t>2x CAN FD, 2x LPComp, RTC / backup, WDT / MCWDT</a:t>
            </a:r>
          </a:p>
          <a:p>
            <a:pPr>
              <a:spcAft>
                <a:spcPts val="1100"/>
              </a:spcAft>
            </a:pPr>
            <a:r>
              <a:rPr sz="1350" b="1">
                <a:solidFill>
                  <a:srgbClr val="0082CE"/>
                </a:solidFill>
                <a:latin typeface="Arial"/>
              </a:rPr>
              <a:t>• </a:t>
            </a:r>
            <a:r>
              <a:rPr sz="1350" b="0" i="0">
                <a:solidFill>
                  <a:srgbClr val="00305A"/>
                </a:solidFill>
                <a:latin typeface="Arial"/>
              </a:rPr>
              <a:t>Six power modes + ULP / MF / LP / OD profiles</a:t>
            </a:r>
          </a:p>
          <a:p>
            <a:pPr>
              <a:spcAft>
                <a:spcPts val="1100"/>
              </a:spcAft>
            </a:pPr>
            <a:r>
              <a:rPr sz="1350" b="1">
                <a:solidFill>
                  <a:srgbClr val="0082CE"/>
                </a:solidFill>
                <a:latin typeface="Arial"/>
              </a:rPr>
              <a:t>• </a:t>
            </a:r>
            <a:r>
              <a:rPr sz="1350" b="0" i="0">
                <a:solidFill>
                  <a:srgbClr val="00305A"/>
                </a:solidFill>
                <a:latin typeface="Arial"/>
              </a:rPr>
              <a:t>TA -40 to 115 C, Class B / SIL 2 safety</a:t>
            </a:r>
          </a:p>
          <a:p>
            <a:pPr>
              <a:spcAft>
                <a:spcPts val="1100"/>
              </a:spcAft>
            </a:pPr>
            <a:r>
              <a:rPr sz="1350" b="1">
                <a:solidFill>
                  <a:srgbClr val="0082CE"/>
                </a:solidFill>
                <a:latin typeface="Arial"/>
              </a:rPr>
              <a:t>• </a:t>
            </a:r>
            <a:r>
              <a:rPr sz="1350" b="0" i="0">
                <a:solidFill>
                  <a:srgbClr val="00305A"/>
                </a:solidFill>
                <a:latin typeface="Arial"/>
              </a:rPr>
              <a:t>TrustZone, protection units, secure boot flow</a:t>
            </a:r>
          </a:p>
          <a:p>
            <a:pPr>
              <a:spcAft>
                <a:spcPts val="1100"/>
              </a:spcAft>
            </a:pPr>
            <a:r>
              <a:rPr sz="1350" b="1">
                <a:solidFill>
                  <a:srgbClr val="0082CE"/>
                </a:solidFill>
                <a:latin typeface="Arial"/>
              </a:rPr>
              <a:t>• </a:t>
            </a:r>
            <a:r>
              <a:rPr sz="1350" b="0" i="0">
                <a:solidFill>
                  <a:srgbClr val="00305A"/>
                </a:solidFill>
                <a:latin typeface="Arial"/>
              </a:rPr>
              <a:t>Same IP blocks for TCPWM, MOTIF, HRPWM, CORDIC, SCB, CAN FD, DMA</a:t>
            </a:r>
          </a:p>
        </p:txBody>
      </p:sp>
      <p:sp>
        <p:nvSpPr>
          <p:cNvPr id="12" name="TextBox 11"/>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dirty="0">
                <a:solidFill>
                  <a:srgbClr val="8A949E"/>
                </a:solidFill>
                <a:latin typeface="Arial"/>
              </a:rPr>
              <a:t>Sources: </a:t>
            </a:r>
            <a:r>
              <a:rPr lang="en-US" sz="900" b="0" i="1" dirty="0">
                <a:solidFill>
                  <a:srgbClr val="8A949E"/>
                </a:solidFill>
                <a:latin typeface="Arial"/>
              </a:rPr>
              <a:t>PSC3M6</a:t>
            </a:r>
            <a:r>
              <a:rPr sz="900" b="0" i="1" dirty="0">
                <a:solidFill>
                  <a:srgbClr val="8A949E"/>
                </a:solidFill>
                <a:latin typeface="Arial"/>
              </a:rPr>
              <a:t> DS 002-42056 *C p1, p6-9; </a:t>
            </a:r>
            <a:r>
              <a:rPr lang="de-DE" sz="900" b="0" i="1">
                <a:solidFill>
                  <a:srgbClr val="8A949E"/>
                </a:solidFill>
                <a:latin typeface="Arial"/>
              </a:rPr>
              <a:t>PSC3M5 </a:t>
            </a:r>
            <a:r>
              <a:rPr sz="900" b="0" i="1" dirty="0">
                <a:solidFill>
                  <a:srgbClr val="8A949E"/>
                </a:solidFill>
                <a:latin typeface="Arial"/>
              </a:rPr>
              <a:t>DS 002-36032 *G p1, p6-9; </a:t>
            </a:r>
            <a:r>
              <a:rPr lang="de-DE" sz="900" b="0" i="1">
                <a:solidFill>
                  <a:srgbClr val="8A949E"/>
                </a:solidFill>
                <a:latin typeface="Arial"/>
              </a:rPr>
              <a:t>PSC3M8</a:t>
            </a:r>
            <a:r>
              <a:rPr sz="900" b="0" i="1" dirty="0">
                <a:solidFill>
                  <a:srgbClr val="8A949E"/>
                </a:solidFill>
                <a:latin typeface="Arial"/>
              </a:rPr>
              <a:t> DS 002-39793 *D p1, p6-12.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Scorecard: headline numbers</a:t>
            </a:r>
          </a:p>
        </p:txBody>
      </p:sp>
      <p:sp>
        <p:nvSpPr>
          <p:cNvPr id="3" name="TextBox 2"/>
          <p:cNvSpPr txBox="1"/>
          <p:nvPr/>
        </p:nvSpPr>
        <p:spPr>
          <a:xfrm>
            <a:off x="338328" y="932688"/>
            <a:ext cx="11521440" cy="270843"/>
          </a:xfrm>
          <a:prstGeom prst="rect">
            <a:avLst/>
          </a:prstGeom>
          <a:noFill/>
        </p:spPr>
        <p:txBody>
          <a:bodyPr wrap="square" lIns="45720" tIns="27432" rIns="45720" bIns="27432">
            <a:spAutoFit/>
          </a:bodyPr>
          <a:lstStyle/>
          <a:p>
            <a:pPr>
              <a:spcAft>
                <a:spcPts val="0"/>
              </a:spcAft>
            </a:pPr>
            <a:r>
              <a:rPr lang="en-US" sz="1400" b="0" i="1" dirty="0">
                <a:solidFill>
                  <a:srgbClr val="404040"/>
                </a:solidFill>
                <a:latin typeface="Arial"/>
              </a:rPr>
              <a:t>PSC3M5</a:t>
            </a:r>
            <a:r>
              <a:rPr sz="1400" b="0" i="1" dirty="0">
                <a:solidFill>
                  <a:srgbClr val="404040"/>
                </a:solidFill>
                <a:latin typeface="Arial"/>
              </a:rPr>
              <a:t>  | </a:t>
            </a:r>
            <a:r>
              <a:rPr lang="en-US" sz="1400" b="0" i="1" dirty="0">
                <a:solidFill>
                  <a:srgbClr val="404040"/>
                </a:solidFill>
                <a:latin typeface="Arial"/>
              </a:rPr>
              <a:t>PSC3M6</a:t>
            </a:r>
            <a:r>
              <a:rPr sz="1400" b="0" i="1" dirty="0">
                <a:solidFill>
                  <a:srgbClr val="404040"/>
                </a:solidFill>
                <a:latin typeface="Arial"/>
              </a:rPr>
              <a:t>(baseline)  |  </a:t>
            </a:r>
            <a:r>
              <a:rPr lang="en-US" i="1" dirty="0">
                <a:solidFill>
                  <a:srgbClr val="404040"/>
                </a:solidFill>
                <a:latin typeface="Arial"/>
              </a:rPr>
              <a:t>PSC3M8</a:t>
            </a:r>
            <a:r>
              <a:rPr sz="1400" b="0" i="1" dirty="0">
                <a:solidFill>
                  <a:srgbClr val="404040"/>
                </a:solidFill>
                <a:latin typeface="Arial"/>
              </a:rPr>
              <a:t>  -  main-core resources unless stated</a:t>
            </a:r>
          </a:p>
        </p:txBody>
      </p:sp>
      <p:graphicFrame>
        <p:nvGraphicFramePr>
          <p:cNvPr id="4" name="Chart 3" descr="Chart"/>
          <p:cNvGraphicFramePr>
            <a:graphicFrameLocks noGrp="1"/>
          </p:cNvGraphicFramePr>
          <p:nvPr>
            <p:extLst>
              <p:ext uri="{D42A27DB-BD31-4B8C-83A1-F6EECF244321}">
                <p14:modId xmlns:p14="http://schemas.microsoft.com/office/powerpoint/2010/main" val="1485128428"/>
              </p:ext>
            </p:extLst>
          </p:nvPr>
        </p:nvGraphicFramePr>
        <p:xfrm>
          <a:off x="338328" y="1325880"/>
          <a:ext cx="283464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descr="Chart"/>
          <p:cNvGraphicFramePr>
            <a:graphicFrameLocks noGrp="1"/>
          </p:cNvGraphicFramePr>
          <p:nvPr>
            <p:extLst>
              <p:ext uri="{D42A27DB-BD31-4B8C-83A1-F6EECF244321}">
                <p14:modId xmlns:p14="http://schemas.microsoft.com/office/powerpoint/2010/main" val="1572958336"/>
              </p:ext>
            </p:extLst>
          </p:nvPr>
        </p:nvGraphicFramePr>
        <p:xfrm>
          <a:off x="3236976" y="1325880"/>
          <a:ext cx="2834640" cy="2331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descr="Chart"/>
          <p:cNvGraphicFramePr>
            <a:graphicFrameLocks noGrp="1"/>
          </p:cNvGraphicFramePr>
          <p:nvPr>
            <p:extLst>
              <p:ext uri="{D42A27DB-BD31-4B8C-83A1-F6EECF244321}">
                <p14:modId xmlns:p14="http://schemas.microsoft.com/office/powerpoint/2010/main" val="2883430618"/>
              </p:ext>
            </p:extLst>
          </p:nvPr>
        </p:nvGraphicFramePr>
        <p:xfrm>
          <a:off x="6135624" y="1325880"/>
          <a:ext cx="2834640" cy="23317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descr="Chart"/>
          <p:cNvGraphicFramePr>
            <a:graphicFrameLocks noGrp="1"/>
          </p:cNvGraphicFramePr>
          <p:nvPr>
            <p:extLst>
              <p:ext uri="{D42A27DB-BD31-4B8C-83A1-F6EECF244321}">
                <p14:modId xmlns:p14="http://schemas.microsoft.com/office/powerpoint/2010/main" val="1408786234"/>
              </p:ext>
            </p:extLst>
          </p:nvPr>
        </p:nvGraphicFramePr>
        <p:xfrm>
          <a:off x="9034272" y="1325880"/>
          <a:ext cx="2834640" cy="23317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 name="Chart 7" descr="Chart"/>
          <p:cNvGraphicFramePr>
            <a:graphicFrameLocks noGrp="1"/>
          </p:cNvGraphicFramePr>
          <p:nvPr>
            <p:extLst>
              <p:ext uri="{D42A27DB-BD31-4B8C-83A1-F6EECF244321}">
                <p14:modId xmlns:p14="http://schemas.microsoft.com/office/powerpoint/2010/main" val="292588554"/>
              </p:ext>
            </p:extLst>
          </p:nvPr>
        </p:nvGraphicFramePr>
        <p:xfrm>
          <a:off x="338328" y="3767328"/>
          <a:ext cx="2834640" cy="233172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Chart 8" descr="Chart"/>
          <p:cNvGraphicFramePr>
            <a:graphicFrameLocks noGrp="1"/>
          </p:cNvGraphicFramePr>
          <p:nvPr>
            <p:extLst>
              <p:ext uri="{D42A27DB-BD31-4B8C-83A1-F6EECF244321}">
                <p14:modId xmlns:p14="http://schemas.microsoft.com/office/powerpoint/2010/main" val="2833046510"/>
              </p:ext>
            </p:extLst>
          </p:nvPr>
        </p:nvGraphicFramePr>
        <p:xfrm>
          <a:off x="3236976" y="3767328"/>
          <a:ext cx="2834640" cy="23317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0" name="Chart 9" descr="Chart"/>
          <p:cNvGraphicFramePr>
            <a:graphicFrameLocks noGrp="1"/>
          </p:cNvGraphicFramePr>
          <p:nvPr>
            <p:extLst>
              <p:ext uri="{D42A27DB-BD31-4B8C-83A1-F6EECF244321}">
                <p14:modId xmlns:p14="http://schemas.microsoft.com/office/powerpoint/2010/main" val="773140008"/>
              </p:ext>
            </p:extLst>
          </p:nvPr>
        </p:nvGraphicFramePr>
        <p:xfrm>
          <a:off x="6135624" y="3767328"/>
          <a:ext cx="2834640" cy="233172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1" name="Chart 10" descr="Chart"/>
          <p:cNvGraphicFramePr>
            <a:graphicFrameLocks noGrp="1"/>
          </p:cNvGraphicFramePr>
          <p:nvPr>
            <p:extLst>
              <p:ext uri="{D42A27DB-BD31-4B8C-83A1-F6EECF244321}">
                <p14:modId xmlns:p14="http://schemas.microsoft.com/office/powerpoint/2010/main" val="1960110396"/>
              </p:ext>
            </p:extLst>
          </p:nvPr>
        </p:nvGraphicFramePr>
        <p:xfrm>
          <a:off x="9034272" y="3767328"/>
          <a:ext cx="2834640" cy="2331720"/>
        </p:xfrm>
        <a:graphic>
          <a:graphicData uri="http://schemas.openxmlformats.org/drawingml/2006/chart">
            <c:chart xmlns:c="http://schemas.openxmlformats.org/drawingml/2006/chart" xmlns:r="http://schemas.openxmlformats.org/officeDocument/2006/relationships" r:id="rId10"/>
          </a:graphicData>
        </a:graphic>
      </p:graphicFrame>
      <p:sp>
        <p:nvSpPr>
          <p:cNvPr id="12" name="TextBox 11"/>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lang="de-DE" sz="900" b="0" i="1">
                <a:solidFill>
                  <a:srgbClr val="8A949E"/>
                </a:solidFill>
                <a:latin typeface="Arial"/>
              </a:rPr>
              <a:t>PSC3M8</a:t>
            </a:r>
            <a:r>
              <a:rPr sz="900" b="0" i="1" dirty="0">
                <a:solidFill>
                  <a:srgbClr val="8A949E"/>
                </a:solidFill>
                <a:latin typeface="Arial"/>
              </a:rPr>
              <a:t>: 32-bit HRPWM = 12 in PPCA + 2 on main bus; SRAM excludes 112 KB PPCA SRAM; ADC = 4 modules in PPCA. </a:t>
            </a:r>
            <a:r>
              <a:rPr lang="de-DE" sz="900" b="0" i="1">
                <a:solidFill>
                  <a:srgbClr val="8A949E"/>
                </a:solidFill>
                <a:latin typeface="Arial"/>
              </a:rPr>
              <a:t>PSC3M5 </a:t>
            </a:r>
            <a:r>
              <a:rPr sz="900" b="0" i="1" dirty="0">
                <a:solidFill>
                  <a:srgbClr val="8A949E"/>
                </a:solidFill>
                <a:latin typeface="Arial"/>
              </a:rPr>
              <a:t>GPIO 50, </a:t>
            </a:r>
            <a:r>
              <a:rPr lang="de-DE" sz="900" b="0" i="1">
                <a:solidFill>
                  <a:srgbClr val="8A949E"/>
                </a:solidFill>
                <a:latin typeface="Arial"/>
              </a:rPr>
              <a:t>PSC3M6 </a:t>
            </a:r>
            <a:r>
              <a:rPr sz="900" b="0" i="1" dirty="0">
                <a:solidFill>
                  <a:srgbClr val="8A949E"/>
                </a:solidFill>
                <a:latin typeface="Arial"/>
              </a:rPr>
              <a:t>70, </a:t>
            </a:r>
            <a:r>
              <a:rPr lang="de-DE" sz="900" b="0" i="1">
                <a:solidFill>
                  <a:srgbClr val="8A949E"/>
                </a:solidFill>
                <a:latin typeface="Arial"/>
              </a:rPr>
              <a:t>PSC3M8</a:t>
            </a:r>
            <a:r>
              <a:rPr sz="900" b="0" i="1" dirty="0">
                <a:solidFill>
                  <a:srgbClr val="8A949E"/>
                </a:solidFill>
                <a:latin typeface="Arial"/>
              </a:rPr>
              <a:t> 60 (device maximum).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PSC3M6</a:t>
            </a:r>
            <a:r>
              <a:t> part-number matrix: what each OPN contains</a:t>
            </a:r>
          </a:p>
        </p:txBody>
      </p:sp>
      <p:sp>
        <p:nvSpPr>
          <p:cNvPr id="3" name="Rounded Rectangle 2"/>
          <p:cNvSpPr/>
          <p:nvPr/>
        </p:nvSpPr>
        <p:spPr>
          <a:xfrm>
            <a:off x="338328" y="932688"/>
            <a:ext cx="960120" cy="219456"/>
          </a:xfrm>
          <a:prstGeom prst="round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i="0" dirty="0">
                <a:solidFill>
                  <a:srgbClr val="FFFFFF"/>
                </a:solidFill>
                <a:latin typeface="Arial"/>
              </a:rPr>
              <a:t>NEW</a:t>
            </a:r>
          </a:p>
        </p:txBody>
      </p:sp>
      <p:sp>
        <p:nvSpPr>
          <p:cNvPr id="4" name="Rounded Rectangle 3"/>
          <p:cNvSpPr/>
          <p:nvPr/>
        </p:nvSpPr>
        <p:spPr>
          <a:xfrm>
            <a:off x="1362456" y="932688"/>
            <a:ext cx="960120" cy="219456"/>
          </a:xfrm>
          <a:prstGeom prst="roundRect">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i="0" dirty="0">
                <a:solidFill>
                  <a:srgbClr val="FFFFFF"/>
                </a:solidFill>
                <a:latin typeface="Arial"/>
              </a:rPr>
              <a:t>CHANGED</a:t>
            </a:r>
          </a:p>
        </p:txBody>
      </p:sp>
      <p:sp>
        <p:nvSpPr>
          <p:cNvPr id="5" name="Rounded Rectangle 4"/>
          <p:cNvSpPr/>
          <p:nvPr/>
        </p:nvSpPr>
        <p:spPr>
          <a:xfrm>
            <a:off x="2386584" y="932688"/>
            <a:ext cx="960120" cy="219456"/>
          </a:xfrm>
          <a:prstGeom prst="roundRect">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i="0">
                <a:solidFill>
                  <a:srgbClr val="FFFFFF"/>
                </a:solidFill>
                <a:latin typeface="Arial"/>
              </a:rPr>
              <a:t>SAME</a:t>
            </a:r>
          </a:p>
        </p:txBody>
      </p:sp>
      <p:sp>
        <p:nvSpPr>
          <p:cNvPr id="6" name="Rounded Rectangle 5"/>
          <p:cNvSpPr/>
          <p:nvPr/>
        </p:nvSpPr>
        <p:spPr>
          <a:xfrm>
            <a:off x="3410712" y="932688"/>
            <a:ext cx="960120" cy="219456"/>
          </a:xfrm>
          <a:prstGeom prst="roundRect">
            <a:avLst/>
          </a:prstGeom>
          <a:solidFill>
            <a:srgbClr val="D0302D"/>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i="0">
                <a:solidFill>
                  <a:srgbClr val="FFFFFF"/>
                </a:solidFill>
                <a:latin typeface="Arial"/>
              </a:rPr>
              <a:t>ABSENT</a:t>
            </a:r>
          </a:p>
        </p:txBody>
      </p:sp>
      <p:sp>
        <p:nvSpPr>
          <p:cNvPr id="7" name="TextBox 6"/>
          <p:cNvSpPr txBox="1"/>
          <p:nvPr/>
        </p:nvSpPr>
        <p:spPr>
          <a:xfrm>
            <a:off x="4480560" y="905256"/>
            <a:ext cx="7315200" cy="201594"/>
          </a:xfrm>
          <a:prstGeom prst="rect">
            <a:avLst/>
          </a:prstGeom>
          <a:noFill/>
        </p:spPr>
        <p:txBody>
          <a:bodyPr wrap="square" lIns="45720" tIns="27432" rIns="45720" bIns="27432">
            <a:spAutoFit/>
          </a:bodyPr>
          <a:lstStyle/>
          <a:p>
            <a:pPr>
              <a:spcAft>
                <a:spcPts val="0"/>
              </a:spcAft>
            </a:pPr>
            <a:r>
              <a:rPr sz="950" b="0" i="0">
                <a:solidFill>
                  <a:srgbClr val="404040"/>
                </a:solidFill>
                <a:latin typeface="Arial"/>
              </a:rPr>
              <a:t>NEW = only in </a:t>
            </a:r>
            <a:r>
              <a:rPr lang="de-DE" sz="950" b="0" i="0">
                <a:solidFill>
                  <a:srgbClr val="404040"/>
                </a:solidFill>
                <a:latin typeface="Arial"/>
              </a:rPr>
              <a:t>PSC3M6   </a:t>
            </a:r>
            <a:r>
              <a:rPr sz="950" b="0" i="0">
                <a:solidFill>
                  <a:srgbClr val="404040"/>
                </a:solidFill>
                <a:latin typeface="Arial"/>
              </a:rPr>
              <a:t>|   CHANGED = differs   |   SAME = identical   |   ABSENT = in compared device, not in </a:t>
            </a:r>
            <a:r>
              <a:rPr lang="de-DE" sz="950" b="0" i="0">
                <a:solidFill>
                  <a:srgbClr val="404040"/>
                </a:solidFill>
                <a:latin typeface="Arial"/>
              </a:rPr>
              <a:t>PSC3M6</a:t>
            </a:r>
            <a:endParaRPr sz="950" b="0" i="0">
              <a:solidFill>
                <a:srgbClr val="404040"/>
              </a:solidFill>
              <a:latin typeface="Arial"/>
            </a:endParaRPr>
          </a:p>
        </p:txBody>
      </p:sp>
      <p:graphicFrame>
        <p:nvGraphicFramePr>
          <p:cNvPr id="8" name="Table 7"/>
          <p:cNvGraphicFramePr>
            <a:graphicFrameLocks noGrp="1"/>
          </p:cNvGraphicFramePr>
          <p:nvPr/>
        </p:nvGraphicFramePr>
        <p:xfrm>
          <a:off x="338328" y="1280160"/>
          <a:ext cx="9966960" cy="4050792"/>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gridCol w="731520">
                  <a:extLst>
                    <a:ext uri="{9D8B030D-6E8A-4147-A177-3AD203B41FA5}">
                      <a16:colId xmlns:a16="http://schemas.microsoft.com/office/drawing/2014/main" val="20010"/>
                    </a:ext>
                  </a:extLst>
                </a:gridCol>
              </a:tblGrid>
              <a:tr h="347472">
                <a:tc>
                  <a:txBody>
                    <a:bodyPr/>
                    <a:lstStyle/>
                    <a:p>
                      <a:pPr algn="l"/>
                      <a:r>
                        <a:rPr sz="1000" b="1">
                          <a:solidFill>
                            <a:srgbClr val="FFFFFF"/>
                          </a:solidFill>
                          <a:latin typeface="Arial"/>
                        </a:rPr>
                        <a:t>Package</a:t>
                      </a:r>
                    </a:p>
                  </a:txBody>
                  <a:tcPr marL="54864" marR="54864" marT="18288" marB="18288" anchor="ctr">
                    <a:solidFill>
                      <a:srgbClr val="00305A"/>
                    </a:solidFill>
                  </a:tcPr>
                </a:tc>
                <a:tc>
                  <a:txBody>
                    <a:bodyPr/>
                    <a:lstStyle/>
                    <a:p>
                      <a:pPr algn="l"/>
                      <a:r>
                        <a:rPr sz="1000" b="1">
                          <a:solidFill>
                            <a:srgbClr val="FFFFFF"/>
                          </a:solidFill>
                          <a:latin typeface="Arial"/>
                        </a:rPr>
                        <a:t>OPN</a:t>
                      </a:r>
                    </a:p>
                  </a:txBody>
                  <a:tcPr marL="54864" marR="54864" marT="18288" marB="18288" anchor="ctr">
                    <a:solidFill>
                      <a:srgbClr val="00305A"/>
                    </a:solidFill>
                  </a:tcPr>
                </a:tc>
                <a:tc>
                  <a:txBody>
                    <a:bodyPr/>
                    <a:lstStyle/>
                    <a:p>
                      <a:pPr algn="l"/>
                      <a:r>
                        <a:rPr sz="1000" b="1">
                          <a:solidFill>
                            <a:srgbClr val="FFFFFF"/>
                          </a:solidFill>
                          <a:latin typeface="Arial"/>
                        </a:rPr>
                        <a:t>Flash/SRAM</a:t>
                      </a:r>
                    </a:p>
                  </a:txBody>
                  <a:tcPr marL="54864" marR="54864" marT="18288" marB="18288" anchor="ctr">
                    <a:solidFill>
                      <a:srgbClr val="00305A"/>
                    </a:solidFill>
                  </a:tcPr>
                </a:tc>
                <a:tc>
                  <a:txBody>
                    <a:bodyPr/>
                    <a:lstStyle/>
                    <a:p>
                      <a:pPr algn="ctr"/>
                      <a:r>
                        <a:rPr sz="1000" b="1">
                          <a:solidFill>
                            <a:srgbClr val="FFFFFF"/>
                          </a:solidFill>
                          <a:latin typeface="Arial"/>
                        </a:rPr>
                        <a:t>PSA</a:t>
                      </a:r>
                    </a:p>
                  </a:txBody>
                  <a:tcPr marL="54864" marR="54864" marT="18288" marB="18288" anchor="ctr">
                    <a:solidFill>
                      <a:srgbClr val="00305A"/>
                    </a:solidFill>
                  </a:tcPr>
                </a:tc>
                <a:tc>
                  <a:txBody>
                    <a:bodyPr/>
                    <a:lstStyle/>
                    <a:p>
                      <a:pPr algn="ctr"/>
                      <a:r>
                        <a:rPr sz="1000" b="1">
                          <a:solidFill>
                            <a:srgbClr val="FFFFFF"/>
                          </a:solidFill>
                          <a:latin typeface="Arial"/>
                        </a:rPr>
                        <a:t>ADC ch</a:t>
                      </a:r>
                    </a:p>
                  </a:txBody>
                  <a:tcPr marL="54864" marR="54864" marT="18288" marB="18288" anchor="ctr">
                    <a:solidFill>
                      <a:srgbClr val="00305A"/>
                    </a:solidFill>
                  </a:tcPr>
                </a:tc>
                <a:tc>
                  <a:txBody>
                    <a:bodyPr/>
                    <a:lstStyle/>
                    <a:p>
                      <a:pPr algn="ctr"/>
                      <a:r>
                        <a:rPr sz="1000" b="1">
                          <a:solidFill>
                            <a:srgbClr val="FFFFFF"/>
                          </a:solidFill>
                          <a:latin typeface="Arial"/>
                        </a:rPr>
                        <a:t>CORDIC</a:t>
                      </a:r>
                    </a:p>
                  </a:txBody>
                  <a:tcPr marL="54864" marR="54864" marT="18288" marB="18288" anchor="ctr">
                    <a:solidFill>
                      <a:srgbClr val="00305A"/>
                    </a:solidFill>
                  </a:tcPr>
                </a:tc>
                <a:tc>
                  <a:txBody>
                    <a:bodyPr/>
                    <a:lstStyle/>
                    <a:p>
                      <a:pPr algn="ctr"/>
                      <a:r>
                        <a:rPr sz="1000" b="1">
                          <a:solidFill>
                            <a:srgbClr val="FFFFFF"/>
                          </a:solidFill>
                          <a:latin typeface="Arial"/>
                        </a:rPr>
                        <a:t>MOTIF</a:t>
                      </a:r>
                    </a:p>
                  </a:txBody>
                  <a:tcPr marL="54864" marR="54864" marT="18288" marB="18288" anchor="ctr">
                    <a:solidFill>
                      <a:srgbClr val="00305A"/>
                    </a:solidFill>
                  </a:tcPr>
                </a:tc>
                <a:tc>
                  <a:txBody>
                    <a:bodyPr/>
                    <a:lstStyle/>
                    <a:p>
                      <a:pPr algn="ctr"/>
                      <a:r>
                        <a:rPr sz="1000" b="1">
                          <a:solidFill>
                            <a:srgbClr val="FFFFFF"/>
                          </a:solidFill>
                          <a:latin typeface="Arial"/>
                        </a:rPr>
                        <a:t>3P3Z</a:t>
                      </a:r>
                    </a:p>
                  </a:txBody>
                  <a:tcPr marL="54864" marR="54864" marT="18288" marB="18288" anchor="ctr">
                    <a:solidFill>
                      <a:srgbClr val="00305A"/>
                    </a:solidFill>
                  </a:tcPr>
                </a:tc>
                <a:tc>
                  <a:txBody>
                    <a:bodyPr/>
                    <a:lstStyle/>
                    <a:p>
                      <a:pPr algn="ctr"/>
                      <a:r>
                        <a:rPr sz="1000" b="1">
                          <a:solidFill>
                            <a:srgbClr val="FFFFFF"/>
                          </a:solidFill>
                          <a:latin typeface="Arial"/>
                        </a:rPr>
                        <a:t>CSG</a:t>
                      </a:r>
                    </a:p>
                  </a:txBody>
                  <a:tcPr marL="54864" marR="54864" marT="18288" marB="18288" anchor="ctr">
                    <a:solidFill>
                      <a:srgbClr val="00305A"/>
                    </a:solidFill>
                  </a:tcPr>
                </a:tc>
                <a:tc>
                  <a:txBody>
                    <a:bodyPr/>
                    <a:lstStyle/>
                    <a:p>
                      <a:pPr algn="ctr"/>
                      <a:r>
                        <a:rPr sz="1000" b="1">
                          <a:solidFill>
                            <a:srgbClr val="FFFFFF"/>
                          </a:solidFill>
                          <a:latin typeface="Arial"/>
                        </a:rPr>
                        <a:t>USB-FS</a:t>
                      </a:r>
                    </a:p>
                  </a:txBody>
                  <a:tcPr marL="54864" marR="54864" marT="18288" marB="18288" anchor="ctr">
                    <a:solidFill>
                      <a:srgbClr val="00305A"/>
                    </a:solidFill>
                  </a:tcPr>
                </a:tc>
                <a:tc>
                  <a:txBody>
                    <a:bodyPr/>
                    <a:lstStyle/>
                    <a:p>
                      <a:pPr algn="ctr"/>
                      <a:r>
                        <a:rPr sz="1000" b="1">
                          <a:solidFill>
                            <a:srgbClr val="FFFFFF"/>
                          </a:solidFill>
                          <a:latin typeface="Arial"/>
                        </a:rPr>
                        <a:t>GPIO</a:t>
                      </a:r>
                    </a:p>
                  </a:txBody>
                  <a:tcPr marL="54864" marR="54864" marT="18288" marB="18288" anchor="ctr">
                    <a:solidFill>
                      <a:srgbClr val="00305A"/>
                    </a:solidFill>
                  </a:tcPr>
                </a:tc>
                <a:extLst>
                  <a:ext uri="{0D108BD9-81ED-4DB2-BD59-A6C34878D82A}">
                    <a16:rowId xmlns:a16="http://schemas.microsoft.com/office/drawing/2014/main" val="10000"/>
                  </a:ext>
                </a:extLst>
              </a:tr>
              <a:tr h="301752">
                <a:tc>
                  <a:txBody>
                    <a:bodyPr/>
                    <a:lstStyle/>
                    <a:p>
                      <a:r>
                        <a:rPr sz="1000" b="1" i="0">
                          <a:solidFill>
                            <a:srgbClr val="00305A"/>
                          </a:solidFill>
                          <a:latin typeface="Arial"/>
                        </a:rPr>
                        <a:t>E-LQFP-100</a:t>
                      </a:r>
                    </a:p>
                  </a:txBody>
                  <a:tcPr marL="54864" marR="54864" marT="18288" marB="18288" anchor="ctr">
                    <a:solidFill>
                      <a:srgbClr val="FFFFFF"/>
                    </a:solidFill>
                  </a:tcPr>
                </a:tc>
                <a:tc>
                  <a:txBody>
                    <a:bodyPr/>
                    <a:lstStyle/>
                    <a:p>
                      <a:r>
                        <a:rPr sz="1000" b="0" i="0">
                          <a:solidFill>
                            <a:srgbClr val="00305A"/>
                          </a:solidFill>
                          <a:latin typeface="Arial"/>
                        </a:rPr>
                        <a:t>PSC3M6GES3AHQ1</a:t>
                      </a:r>
                    </a:p>
                  </a:txBody>
                  <a:tcPr marL="54864" marR="54864" marT="18288" marB="18288" anchor="ctr">
                    <a:solidFill>
                      <a:srgbClr val="FFFFFF"/>
                    </a:solidFill>
                  </a:tcPr>
                </a:tc>
                <a:tc>
                  <a:txBody>
                    <a:bodyPr/>
                    <a:lstStyle/>
                    <a:p>
                      <a:r>
                        <a:rPr sz="1000" b="0" i="0">
                          <a:solidFill>
                            <a:srgbClr val="00305A"/>
                          </a:solidFill>
                          <a:latin typeface="Arial"/>
                        </a:rPr>
                        <a:t>512 / 128</a:t>
                      </a:r>
                    </a:p>
                  </a:txBody>
                  <a:tcPr marL="54864" marR="54864" marT="18288" marB="18288" anchor="ctr">
                    <a:solidFill>
                      <a:srgbClr val="FFFFFF"/>
                    </a:solidFill>
                  </a:tcPr>
                </a:tc>
                <a:tc>
                  <a:txBody>
                    <a:bodyPr/>
                    <a:lstStyle/>
                    <a:p>
                      <a:pPr algn="ctr"/>
                      <a:r>
                        <a:rPr sz="1000" b="0" i="0">
                          <a:solidFill>
                            <a:srgbClr val="00305A"/>
                          </a:solidFill>
                          <a:latin typeface="Arial"/>
                        </a:rPr>
                        <a:t>L3</a:t>
                      </a:r>
                    </a:p>
                  </a:txBody>
                  <a:tcPr marL="54864" marR="54864" marT="18288" marB="18288" anchor="ctr">
                    <a:solidFill>
                      <a:srgbClr val="FFFFFF"/>
                    </a:solidFill>
                  </a:tcPr>
                </a:tc>
                <a:tc>
                  <a:txBody>
                    <a:bodyPr/>
                    <a:lstStyle/>
                    <a:p>
                      <a:pPr algn="ctr"/>
                      <a:r>
                        <a:rPr sz="1000" b="0" i="0">
                          <a:solidFill>
                            <a:srgbClr val="00305A"/>
                          </a:solidFill>
                          <a:latin typeface="Arial"/>
                        </a:rPr>
                        <a:t>24</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FFFFFF"/>
                    </a:solidFill>
                  </a:tcPr>
                </a:tc>
                <a:tc>
                  <a:txBody>
                    <a:bodyPr/>
                    <a:lstStyle/>
                    <a:p>
                      <a:pPr algn="ctr"/>
                      <a:r>
                        <a:rPr sz="950" b="1" i="0">
                          <a:solidFill>
                            <a:srgbClr val="FFFFFF"/>
                          </a:solidFill>
                          <a:latin typeface="Arial"/>
                        </a:rPr>
                        <a:t>1</a:t>
                      </a:r>
                    </a:p>
                  </a:txBody>
                  <a:tcPr marL="54864" marR="54864" marT="18288" marB="18288" anchor="ctr">
                    <a:solidFill>
                      <a:srgbClr val="2E9E4F"/>
                    </a:solidFill>
                  </a:tcPr>
                </a:tc>
                <a:tc>
                  <a:txBody>
                    <a:bodyPr/>
                    <a:lstStyle/>
                    <a:p>
                      <a:pPr algn="ctr"/>
                      <a:r>
                        <a:rPr sz="1000" b="0" i="0">
                          <a:solidFill>
                            <a:srgbClr val="00305A"/>
                          </a:solidFill>
                          <a:latin typeface="Arial"/>
                        </a:rPr>
                        <a:t>68</a:t>
                      </a:r>
                    </a:p>
                  </a:txBody>
                  <a:tcPr marL="54864" marR="54864" marT="18288" marB="18288" anchor="ctr">
                    <a:solidFill>
                      <a:srgbClr val="FFFFFF"/>
                    </a:solidFill>
                  </a:tcPr>
                </a:tc>
                <a:extLst>
                  <a:ext uri="{0D108BD9-81ED-4DB2-BD59-A6C34878D82A}">
                    <a16:rowId xmlns:a16="http://schemas.microsoft.com/office/drawing/2014/main" val="10001"/>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PSC3P6GES3AHQ1</a:t>
                      </a:r>
                    </a:p>
                  </a:txBody>
                  <a:tcPr marL="54864" marR="54864" marT="18288" marB="18288" anchor="ctr">
                    <a:solidFill>
                      <a:srgbClr val="EEF5FB"/>
                    </a:solidFill>
                  </a:tcPr>
                </a:tc>
                <a:tc>
                  <a:txBody>
                    <a:bodyPr/>
                    <a:lstStyle/>
                    <a:p>
                      <a:r>
                        <a:rPr sz="1000" b="0" i="0">
                          <a:solidFill>
                            <a:srgbClr val="00305A"/>
                          </a:solidFill>
                          <a:latin typeface="Arial"/>
                        </a:rPr>
                        <a:t>512 / 128</a:t>
                      </a:r>
                    </a:p>
                  </a:txBody>
                  <a:tcPr marL="54864" marR="54864" marT="18288" marB="18288" anchor="ctr">
                    <a:solidFill>
                      <a:srgbClr val="EEF5FB"/>
                    </a:solidFill>
                  </a:tcPr>
                </a:tc>
                <a:tc>
                  <a:txBody>
                    <a:bodyPr/>
                    <a:lstStyle/>
                    <a:p>
                      <a:pPr algn="ctr"/>
                      <a:r>
                        <a:rPr sz="1000" b="0" i="0">
                          <a:solidFill>
                            <a:srgbClr val="00305A"/>
                          </a:solidFill>
                          <a:latin typeface="Arial"/>
                        </a:rPr>
                        <a:t>L3</a:t>
                      </a:r>
                    </a:p>
                  </a:txBody>
                  <a:tcPr marL="54864" marR="54864" marT="18288" marB="18288" anchor="ctr">
                    <a:solidFill>
                      <a:srgbClr val="EEF5FB"/>
                    </a:solidFill>
                  </a:tcPr>
                </a:tc>
                <a:tc>
                  <a:txBody>
                    <a:bodyPr/>
                    <a:lstStyle/>
                    <a:p>
                      <a:pPr algn="ctr"/>
                      <a:r>
                        <a:rPr sz="1000" b="0" i="0">
                          <a:solidFill>
                            <a:srgbClr val="00305A"/>
                          </a:solidFill>
                          <a:latin typeface="Arial"/>
                        </a:rPr>
                        <a:t>24</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70</a:t>
                      </a:r>
                    </a:p>
                  </a:txBody>
                  <a:tcPr marL="54864" marR="54864" marT="18288" marB="18288" anchor="ctr">
                    <a:solidFill>
                      <a:srgbClr val="EEF5FB"/>
                    </a:solidFill>
                  </a:tcPr>
                </a:tc>
                <a:extLst>
                  <a:ext uri="{0D108BD9-81ED-4DB2-BD59-A6C34878D82A}">
                    <a16:rowId xmlns:a16="http://schemas.microsoft.com/office/drawing/2014/main" val="10002"/>
                  </a:ext>
                </a:extLst>
              </a:tr>
              <a:tr h="301752">
                <a:tc>
                  <a:txBody>
                    <a:bodyPr/>
                    <a:lstStyle/>
                    <a:p>
                      <a:endParaRPr/>
                    </a:p>
                  </a:txBody>
                  <a:tcPr marL="54864" marR="54864" marT="18288" marB="18288" anchor="ctr">
                    <a:solidFill>
                      <a:srgbClr val="FFFFFF"/>
                    </a:solidFill>
                  </a:tcPr>
                </a:tc>
                <a:tc>
                  <a:txBody>
                    <a:bodyPr/>
                    <a:lstStyle/>
                    <a:p>
                      <a:r>
                        <a:rPr sz="1000" b="0" i="0">
                          <a:solidFill>
                            <a:srgbClr val="00305A"/>
                          </a:solidFill>
                          <a:latin typeface="Arial"/>
                        </a:rPr>
                        <a:t>PSC3M6FDS2AHQ1</a:t>
                      </a:r>
                    </a:p>
                  </a:txBody>
                  <a:tcPr marL="54864" marR="54864" marT="18288" marB="18288" anchor="ctr">
                    <a:solidFill>
                      <a:srgbClr val="FFFFFF"/>
                    </a:solidFill>
                  </a:tcPr>
                </a:tc>
                <a:tc>
                  <a:txBody>
                    <a:bodyPr/>
                    <a:lstStyle/>
                    <a:p>
                      <a:r>
                        <a:rPr sz="1000" b="0" i="0">
                          <a:solidFill>
                            <a:srgbClr val="00305A"/>
                          </a:solidFill>
                          <a:latin typeface="Arial"/>
                        </a:rPr>
                        <a:t>256 / 64</a:t>
                      </a:r>
                    </a:p>
                  </a:txBody>
                  <a:tcPr marL="54864" marR="54864" marT="18288" marB="18288" anchor="ctr">
                    <a:solidFill>
                      <a:srgbClr val="FFFFFF"/>
                    </a:solidFill>
                  </a:tcPr>
                </a:tc>
                <a:tc>
                  <a:txBody>
                    <a:bodyPr/>
                    <a:lstStyle/>
                    <a:p>
                      <a:pPr algn="ctr"/>
                      <a:r>
                        <a:rPr sz="1000" b="0" i="0">
                          <a:solidFill>
                            <a:srgbClr val="00305A"/>
                          </a:solidFill>
                          <a:latin typeface="Arial"/>
                        </a:rPr>
                        <a:t>L2</a:t>
                      </a:r>
                    </a:p>
                  </a:txBody>
                  <a:tcPr marL="54864" marR="54864" marT="18288" marB="18288" anchor="ctr">
                    <a:solidFill>
                      <a:srgbClr val="FFFFFF"/>
                    </a:solidFill>
                  </a:tcPr>
                </a:tc>
                <a:tc>
                  <a:txBody>
                    <a:bodyPr/>
                    <a:lstStyle/>
                    <a:p>
                      <a:pPr algn="ctr"/>
                      <a:r>
                        <a:rPr sz="1000" b="0" i="0">
                          <a:solidFill>
                            <a:srgbClr val="00305A"/>
                          </a:solidFill>
                          <a:latin typeface="Arial"/>
                        </a:rPr>
                        <a:t>24</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N</a:t>
                      </a:r>
                    </a:p>
                  </a:txBody>
                  <a:tcPr marL="54864" marR="54864" marT="18288" marB="18288" anchor="ctr">
                    <a:solidFill>
                      <a:srgbClr val="F28C00"/>
                    </a:solidFill>
                  </a:tcPr>
                </a:tc>
                <a:tc>
                  <a:txBody>
                    <a:bodyPr/>
                    <a:lstStyle/>
                    <a:p>
                      <a:pPr algn="ctr"/>
                      <a:r>
                        <a:rPr sz="950" b="1" i="0">
                          <a:solidFill>
                            <a:srgbClr val="FFFFFF"/>
                          </a:solidFill>
                          <a:latin typeface="Arial"/>
                        </a:rPr>
                        <a:t>6</a:t>
                      </a:r>
                    </a:p>
                  </a:txBody>
                  <a:tcPr marL="54864" marR="54864" marT="18288" marB="18288" anchor="ctr">
                    <a:solidFill>
                      <a:srgbClr val="F28C00"/>
                    </a:solidFill>
                  </a:tcPr>
                </a:tc>
                <a:tc>
                  <a:txBody>
                    <a:bodyPr/>
                    <a:lstStyle/>
                    <a:p>
                      <a:pPr algn="ctr"/>
                      <a:r>
                        <a:rPr sz="950" b="1" i="0">
                          <a:solidFill>
                            <a:srgbClr val="FFFFFF"/>
                          </a:solidFill>
                          <a:latin typeface="Arial"/>
                        </a:rPr>
                        <a:t>1</a:t>
                      </a:r>
                    </a:p>
                  </a:txBody>
                  <a:tcPr marL="54864" marR="54864" marT="18288" marB="18288" anchor="ctr">
                    <a:solidFill>
                      <a:srgbClr val="2E9E4F"/>
                    </a:solidFill>
                  </a:tcPr>
                </a:tc>
                <a:tc>
                  <a:txBody>
                    <a:bodyPr/>
                    <a:lstStyle/>
                    <a:p>
                      <a:pPr algn="ctr"/>
                      <a:r>
                        <a:rPr sz="1000" b="0" i="0">
                          <a:solidFill>
                            <a:srgbClr val="00305A"/>
                          </a:solidFill>
                          <a:latin typeface="Arial"/>
                        </a:rPr>
                        <a:t>68</a:t>
                      </a:r>
                    </a:p>
                  </a:txBody>
                  <a:tcPr marL="54864" marR="54864" marT="18288" marB="18288" anchor="ctr">
                    <a:solidFill>
                      <a:srgbClr val="FFFFFF"/>
                    </a:solidFill>
                  </a:tcPr>
                </a:tc>
                <a:extLst>
                  <a:ext uri="{0D108BD9-81ED-4DB2-BD59-A6C34878D82A}">
                    <a16:rowId xmlns:a16="http://schemas.microsoft.com/office/drawing/2014/main" val="10003"/>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PSC3P6FDS2AHQ1</a:t>
                      </a:r>
                    </a:p>
                  </a:txBody>
                  <a:tcPr marL="54864" marR="54864" marT="18288" marB="18288" anchor="ctr">
                    <a:solidFill>
                      <a:srgbClr val="EEF5FB"/>
                    </a:solidFill>
                  </a:tcPr>
                </a:tc>
                <a:tc>
                  <a:txBody>
                    <a:bodyPr/>
                    <a:lstStyle/>
                    <a:p>
                      <a:r>
                        <a:rPr sz="1000" b="0" i="0">
                          <a:solidFill>
                            <a:srgbClr val="00305A"/>
                          </a:solidFill>
                          <a:latin typeface="Arial"/>
                        </a:rPr>
                        <a:t>256 / 64</a:t>
                      </a:r>
                    </a:p>
                  </a:txBody>
                  <a:tcPr marL="54864" marR="54864" marT="18288" marB="18288" anchor="ctr">
                    <a:solidFill>
                      <a:srgbClr val="EEF5FB"/>
                    </a:solidFill>
                  </a:tcPr>
                </a:tc>
                <a:tc>
                  <a:txBody>
                    <a:bodyPr/>
                    <a:lstStyle/>
                    <a:p>
                      <a:pPr algn="ctr"/>
                      <a:r>
                        <a:rPr sz="1000" b="0" i="0">
                          <a:solidFill>
                            <a:srgbClr val="00305A"/>
                          </a:solidFill>
                          <a:latin typeface="Arial"/>
                        </a:rPr>
                        <a:t>L2</a:t>
                      </a:r>
                    </a:p>
                  </a:txBody>
                  <a:tcPr marL="54864" marR="54864" marT="18288" marB="18288" anchor="ctr">
                    <a:solidFill>
                      <a:srgbClr val="EEF5FB"/>
                    </a:solidFill>
                  </a:tcPr>
                </a:tc>
                <a:tc>
                  <a:txBody>
                    <a:bodyPr/>
                    <a:lstStyle/>
                    <a:p>
                      <a:pPr algn="ctr"/>
                      <a:r>
                        <a:rPr sz="1000" b="0" i="0">
                          <a:solidFill>
                            <a:srgbClr val="00305A"/>
                          </a:solidFill>
                          <a:latin typeface="Arial"/>
                        </a:rPr>
                        <a:t>24</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70</a:t>
                      </a:r>
                    </a:p>
                  </a:txBody>
                  <a:tcPr marL="54864" marR="54864" marT="18288" marB="18288" anchor="ctr">
                    <a:solidFill>
                      <a:srgbClr val="EEF5FB"/>
                    </a:solidFill>
                  </a:tcPr>
                </a:tc>
                <a:extLst>
                  <a:ext uri="{0D108BD9-81ED-4DB2-BD59-A6C34878D82A}">
                    <a16:rowId xmlns:a16="http://schemas.microsoft.com/office/drawing/2014/main" val="10004"/>
                  </a:ext>
                </a:extLst>
              </a:tr>
              <a:tr h="301752">
                <a:tc>
                  <a:txBody>
                    <a:bodyPr/>
                    <a:lstStyle/>
                    <a:p>
                      <a:r>
                        <a:rPr sz="1000" b="1" i="0">
                          <a:solidFill>
                            <a:srgbClr val="00305A"/>
                          </a:solidFill>
                          <a:latin typeface="Arial"/>
                        </a:rPr>
                        <a:t>E-LQFP-80</a:t>
                      </a:r>
                    </a:p>
                  </a:txBody>
                  <a:tcPr marL="54864" marR="54864" marT="18288" marB="18288" anchor="ctr">
                    <a:solidFill>
                      <a:srgbClr val="FFFFFF"/>
                    </a:solidFill>
                  </a:tcPr>
                </a:tc>
                <a:tc>
                  <a:txBody>
                    <a:bodyPr/>
                    <a:lstStyle/>
                    <a:p>
                      <a:r>
                        <a:rPr sz="1000" b="0" i="0">
                          <a:solidFill>
                            <a:srgbClr val="00305A"/>
                          </a:solidFill>
                          <a:latin typeface="Arial"/>
                        </a:rPr>
                        <a:t>PSC3M6GES3AFQ1</a:t>
                      </a:r>
                    </a:p>
                  </a:txBody>
                  <a:tcPr marL="54864" marR="54864" marT="18288" marB="18288" anchor="ctr">
                    <a:solidFill>
                      <a:srgbClr val="FFFFFF"/>
                    </a:solidFill>
                  </a:tcPr>
                </a:tc>
                <a:tc>
                  <a:txBody>
                    <a:bodyPr/>
                    <a:lstStyle/>
                    <a:p>
                      <a:r>
                        <a:rPr sz="1000" b="0" i="0">
                          <a:solidFill>
                            <a:srgbClr val="00305A"/>
                          </a:solidFill>
                          <a:latin typeface="Arial"/>
                        </a:rPr>
                        <a:t>512 / 128</a:t>
                      </a:r>
                    </a:p>
                  </a:txBody>
                  <a:tcPr marL="54864" marR="54864" marT="18288" marB="18288" anchor="ctr">
                    <a:solidFill>
                      <a:srgbClr val="FFFFFF"/>
                    </a:solidFill>
                  </a:tcPr>
                </a:tc>
                <a:tc>
                  <a:txBody>
                    <a:bodyPr/>
                    <a:lstStyle/>
                    <a:p>
                      <a:pPr algn="ctr"/>
                      <a:r>
                        <a:rPr sz="1000" b="0" i="0">
                          <a:solidFill>
                            <a:srgbClr val="00305A"/>
                          </a:solidFill>
                          <a:latin typeface="Arial"/>
                        </a:rPr>
                        <a:t>L3</a:t>
                      </a:r>
                    </a:p>
                  </a:txBody>
                  <a:tcPr marL="54864" marR="54864" marT="18288" marB="18288" anchor="ctr">
                    <a:solidFill>
                      <a:srgbClr val="FFFFFF"/>
                    </a:solidFill>
                  </a:tcPr>
                </a:tc>
                <a:tc>
                  <a:txBody>
                    <a:bodyPr/>
                    <a:lstStyle/>
                    <a:p>
                      <a:pPr algn="ctr"/>
                      <a:r>
                        <a:rPr sz="1000" b="0" i="0">
                          <a:solidFill>
                            <a:srgbClr val="00305A"/>
                          </a:solidFill>
                          <a:latin typeface="Arial"/>
                        </a:rPr>
                        <a:t>24</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FFFFFF"/>
                    </a:solidFill>
                  </a:tcPr>
                </a:tc>
                <a:tc>
                  <a:txBody>
                    <a:bodyPr/>
                    <a:lstStyle/>
                    <a:p>
                      <a:pPr algn="ctr"/>
                      <a:r>
                        <a:rPr sz="1000" b="0" i="0">
                          <a:solidFill>
                            <a:srgbClr val="00305A"/>
                          </a:solidFill>
                          <a:latin typeface="Arial"/>
                        </a:rPr>
                        <a:t>-</a:t>
                      </a:r>
                    </a:p>
                  </a:txBody>
                  <a:tcPr marL="54864" marR="54864" marT="18288" marB="18288" anchor="ctr">
                    <a:solidFill>
                      <a:srgbClr val="FFFFFF"/>
                    </a:solidFill>
                  </a:tcPr>
                </a:tc>
                <a:tc>
                  <a:txBody>
                    <a:bodyPr/>
                    <a:lstStyle/>
                    <a:p>
                      <a:pPr algn="ctr"/>
                      <a:r>
                        <a:rPr sz="1000" b="0" i="0">
                          <a:solidFill>
                            <a:srgbClr val="00305A"/>
                          </a:solidFill>
                          <a:latin typeface="Arial"/>
                        </a:rPr>
                        <a:t>54</a:t>
                      </a:r>
                    </a:p>
                  </a:txBody>
                  <a:tcPr marL="54864" marR="54864" marT="18288" marB="18288" anchor="ctr">
                    <a:solidFill>
                      <a:srgbClr val="FFFFFF"/>
                    </a:solidFill>
                  </a:tcPr>
                </a:tc>
                <a:extLst>
                  <a:ext uri="{0D108BD9-81ED-4DB2-BD59-A6C34878D82A}">
                    <a16:rowId xmlns:a16="http://schemas.microsoft.com/office/drawing/2014/main" val="10005"/>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PSC3P6GES3AFQ1</a:t>
                      </a:r>
                    </a:p>
                  </a:txBody>
                  <a:tcPr marL="54864" marR="54864" marT="18288" marB="18288" anchor="ctr">
                    <a:solidFill>
                      <a:srgbClr val="EEF5FB"/>
                    </a:solidFill>
                  </a:tcPr>
                </a:tc>
                <a:tc>
                  <a:txBody>
                    <a:bodyPr/>
                    <a:lstStyle/>
                    <a:p>
                      <a:r>
                        <a:rPr sz="1000" b="0" i="0">
                          <a:solidFill>
                            <a:srgbClr val="00305A"/>
                          </a:solidFill>
                          <a:latin typeface="Arial"/>
                        </a:rPr>
                        <a:t>512 / 128</a:t>
                      </a:r>
                    </a:p>
                  </a:txBody>
                  <a:tcPr marL="54864" marR="54864" marT="18288" marB="18288" anchor="ctr">
                    <a:solidFill>
                      <a:srgbClr val="EEF5FB"/>
                    </a:solidFill>
                  </a:tcPr>
                </a:tc>
                <a:tc>
                  <a:txBody>
                    <a:bodyPr/>
                    <a:lstStyle/>
                    <a:p>
                      <a:pPr algn="ctr"/>
                      <a:r>
                        <a:rPr sz="1000" b="0" i="0">
                          <a:solidFill>
                            <a:srgbClr val="00305A"/>
                          </a:solidFill>
                          <a:latin typeface="Arial"/>
                        </a:rPr>
                        <a:t>L3</a:t>
                      </a:r>
                    </a:p>
                  </a:txBody>
                  <a:tcPr marL="54864" marR="54864" marT="18288" marB="18288" anchor="ctr">
                    <a:solidFill>
                      <a:srgbClr val="EEF5FB"/>
                    </a:solidFill>
                  </a:tcPr>
                </a:tc>
                <a:tc>
                  <a:txBody>
                    <a:bodyPr/>
                    <a:lstStyle/>
                    <a:p>
                      <a:pPr algn="ctr"/>
                      <a:r>
                        <a:rPr sz="1000" b="0" i="0">
                          <a:solidFill>
                            <a:srgbClr val="00305A"/>
                          </a:solidFill>
                          <a:latin typeface="Arial"/>
                        </a:rPr>
                        <a:t>24</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54</a:t>
                      </a:r>
                    </a:p>
                  </a:txBody>
                  <a:tcPr marL="54864" marR="54864" marT="18288" marB="18288" anchor="ctr">
                    <a:solidFill>
                      <a:srgbClr val="EEF5FB"/>
                    </a:solidFill>
                  </a:tcPr>
                </a:tc>
                <a:extLst>
                  <a:ext uri="{0D108BD9-81ED-4DB2-BD59-A6C34878D82A}">
                    <a16:rowId xmlns:a16="http://schemas.microsoft.com/office/drawing/2014/main" val="10006"/>
                  </a:ext>
                </a:extLst>
              </a:tr>
              <a:tr h="301752">
                <a:tc>
                  <a:txBody>
                    <a:bodyPr/>
                    <a:lstStyle/>
                    <a:p>
                      <a:endParaRPr/>
                    </a:p>
                  </a:txBody>
                  <a:tcPr marL="54864" marR="54864" marT="18288" marB="18288" anchor="ctr">
                    <a:solidFill>
                      <a:srgbClr val="FFFFFF"/>
                    </a:solidFill>
                  </a:tcPr>
                </a:tc>
                <a:tc>
                  <a:txBody>
                    <a:bodyPr/>
                    <a:lstStyle/>
                    <a:p>
                      <a:r>
                        <a:rPr sz="1000" b="0" i="0">
                          <a:solidFill>
                            <a:srgbClr val="00305A"/>
                          </a:solidFill>
                          <a:latin typeface="Arial"/>
                        </a:rPr>
                        <a:t>PSC3M6FDS2AFQ1</a:t>
                      </a:r>
                    </a:p>
                  </a:txBody>
                  <a:tcPr marL="54864" marR="54864" marT="18288" marB="18288" anchor="ctr">
                    <a:solidFill>
                      <a:srgbClr val="FFFFFF"/>
                    </a:solidFill>
                  </a:tcPr>
                </a:tc>
                <a:tc>
                  <a:txBody>
                    <a:bodyPr/>
                    <a:lstStyle/>
                    <a:p>
                      <a:r>
                        <a:rPr sz="1000" b="0" i="0">
                          <a:solidFill>
                            <a:srgbClr val="00305A"/>
                          </a:solidFill>
                          <a:latin typeface="Arial"/>
                        </a:rPr>
                        <a:t>256 / 64</a:t>
                      </a:r>
                    </a:p>
                  </a:txBody>
                  <a:tcPr marL="54864" marR="54864" marT="18288" marB="18288" anchor="ctr">
                    <a:solidFill>
                      <a:srgbClr val="FFFFFF"/>
                    </a:solidFill>
                  </a:tcPr>
                </a:tc>
                <a:tc>
                  <a:txBody>
                    <a:bodyPr/>
                    <a:lstStyle/>
                    <a:p>
                      <a:pPr algn="ctr"/>
                      <a:r>
                        <a:rPr sz="1000" b="0" i="0">
                          <a:solidFill>
                            <a:srgbClr val="00305A"/>
                          </a:solidFill>
                          <a:latin typeface="Arial"/>
                        </a:rPr>
                        <a:t>L2</a:t>
                      </a:r>
                    </a:p>
                  </a:txBody>
                  <a:tcPr marL="54864" marR="54864" marT="18288" marB="18288" anchor="ctr">
                    <a:solidFill>
                      <a:srgbClr val="FFFFFF"/>
                    </a:solidFill>
                  </a:tcPr>
                </a:tc>
                <a:tc>
                  <a:txBody>
                    <a:bodyPr/>
                    <a:lstStyle/>
                    <a:p>
                      <a:pPr algn="ctr"/>
                      <a:r>
                        <a:rPr sz="1000" b="0" i="0">
                          <a:solidFill>
                            <a:srgbClr val="00305A"/>
                          </a:solidFill>
                          <a:latin typeface="Arial"/>
                        </a:rPr>
                        <a:t>24</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N</a:t>
                      </a:r>
                    </a:p>
                  </a:txBody>
                  <a:tcPr marL="54864" marR="54864" marT="18288" marB="18288" anchor="ctr">
                    <a:solidFill>
                      <a:srgbClr val="F28C00"/>
                    </a:solidFill>
                  </a:tcPr>
                </a:tc>
                <a:tc>
                  <a:txBody>
                    <a:bodyPr/>
                    <a:lstStyle/>
                    <a:p>
                      <a:pPr algn="ctr"/>
                      <a:r>
                        <a:rPr sz="950" b="1" i="0">
                          <a:solidFill>
                            <a:srgbClr val="FFFFFF"/>
                          </a:solidFill>
                          <a:latin typeface="Arial"/>
                        </a:rPr>
                        <a:t>6</a:t>
                      </a:r>
                    </a:p>
                  </a:txBody>
                  <a:tcPr marL="54864" marR="54864" marT="18288" marB="18288" anchor="ctr">
                    <a:solidFill>
                      <a:srgbClr val="F28C00"/>
                    </a:solidFill>
                  </a:tcPr>
                </a:tc>
                <a:tc>
                  <a:txBody>
                    <a:bodyPr/>
                    <a:lstStyle/>
                    <a:p>
                      <a:pPr algn="ctr"/>
                      <a:r>
                        <a:rPr sz="1000" b="0" i="0">
                          <a:solidFill>
                            <a:srgbClr val="00305A"/>
                          </a:solidFill>
                          <a:latin typeface="Arial"/>
                        </a:rPr>
                        <a:t>-</a:t>
                      </a:r>
                    </a:p>
                  </a:txBody>
                  <a:tcPr marL="54864" marR="54864" marT="18288" marB="18288" anchor="ctr">
                    <a:solidFill>
                      <a:srgbClr val="FFFFFF"/>
                    </a:solidFill>
                  </a:tcPr>
                </a:tc>
                <a:tc>
                  <a:txBody>
                    <a:bodyPr/>
                    <a:lstStyle/>
                    <a:p>
                      <a:pPr algn="ctr"/>
                      <a:r>
                        <a:rPr sz="1000" b="0" i="0">
                          <a:solidFill>
                            <a:srgbClr val="00305A"/>
                          </a:solidFill>
                          <a:latin typeface="Arial"/>
                        </a:rPr>
                        <a:t>54</a:t>
                      </a:r>
                    </a:p>
                  </a:txBody>
                  <a:tcPr marL="54864" marR="54864" marT="18288" marB="18288" anchor="ctr">
                    <a:solidFill>
                      <a:srgbClr val="FFFFFF"/>
                    </a:solidFill>
                  </a:tcPr>
                </a:tc>
                <a:extLst>
                  <a:ext uri="{0D108BD9-81ED-4DB2-BD59-A6C34878D82A}">
                    <a16:rowId xmlns:a16="http://schemas.microsoft.com/office/drawing/2014/main" val="10007"/>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PSC3P6FDS2AFQ1</a:t>
                      </a:r>
                    </a:p>
                  </a:txBody>
                  <a:tcPr marL="54864" marR="54864" marT="18288" marB="18288" anchor="ctr">
                    <a:solidFill>
                      <a:srgbClr val="EEF5FB"/>
                    </a:solidFill>
                  </a:tcPr>
                </a:tc>
                <a:tc>
                  <a:txBody>
                    <a:bodyPr/>
                    <a:lstStyle/>
                    <a:p>
                      <a:r>
                        <a:rPr sz="1000" b="0" i="0">
                          <a:solidFill>
                            <a:srgbClr val="00305A"/>
                          </a:solidFill>
                          <a:latin typeface="Arial"/>
                        </a:rPr>
                        <a:t>256 / 64</a:t>
                      </a:r>
                    </a:p>
                  </a:txBody>
                  <a:tcPr marL="54864" marR="54864" marT="18288" marB="18288" anchor="ctr">
                    <a:solidFill>
                      <a:srgbClr val="EEF5FB"/>
                    </a:solidFill>
                  </a:tcPr>
                </a:tc>
                <a:tc>
                  <a:txBody>
                    <a:bodyPr/>
                    <a:lstStyle/>
                    <a:p>
                      <a:pPr algn="ctr"/>
                      <a:r>
                        <a:rPr sz="1000" b="0" i="0">
                          <a:solidFill>
                            <a:srgbClr val="00305A"/>
                          </a:solidFill>
                          <a:latin typeface="Arial"/>
                        </a:rPr>
                        <a:t>L2</a:t>
                      </a:r>
                    </a:p>
                  </a:txBody>
                  <a:tcPr marL="54864" marR="54864" marT="18288" marB="18288" anchor="ctr">
                    <a:solidFill>
                      <a:srgbClr val="EEF5FB"/>
                    </a:solidFill>
                  </a:tcPr>
                </a:tc>
                <a:tc>
                  <a:txBody>
                    <a:bodyPr/>
                    <a:lstStyle/>
                    <a:p>
                      <a:pPr algn="ctr"/>
                      <a:r>
                        <a:rPr sz="1000" b="0" i="0">
                          <a:solidFill>
                            <a:srgbClr val="00305A"/>
                          </a:solidFill>
                          <a:latin typeface="Arial"/>
                        </a:rPr>
                        <a:t>24</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54</a:t>
                      </a:r>
                    </a:p>
                  </a:txBody>
                  <a:tcPr marL="54864" marR="54864" marT="18288" marB="18288" anchor="ctr">
                    <a:solidFill>
                      <a:srgbClr val="EEF5FB"/>
                    </a:solidFill>
                  </a:tcPr>
                </a:tc>
                <a:extLst>
                  <a:ext uri="{0D108BD9-81ED-4DB2-BD59-A6C34878D82A}">
                    <a16:rowId xmlns:a16="http://schemas.microsoft.com/office/drawing/2014/main" val="10008"/>
                  </a:ext>
                </a:extLst>
              </a:tr>
              <a:tr h="301752">
                <a:tc>
                  <a:txBody>
                    <a:bodyPr/>
                    <a:lstStyle/>
                    <a:p>
                      <a:r>
                        <a:rPr sz="1000" b="1" i="0">
                          <a:solidFill>
                            <a:srgbClr val="00305A"/>
                          </a:solidFill>
                          <a:latin typeface="Arial"/>
                        </a:rPr>
                        <a:t>E-LQFP-64</a:t>
                      </a:r>
                    </a:p>
                  </a:txBody>
                  <a:tcPr marL="54864" marR="54864" marT="18288" marB="18288" anchor="ctr">
                    <a:solidFill>
                      <a:srgbClr val="FFFFFF"/>
                    </a:solidFill>
                  </a:tcPr>
                </a:tc>
                <a:tc>
                  <a:txBody>
                    <a:bodyPr/>
                    <a:lstStyle/>
                    <a:p>
                      <a:r>
                        <a:rPr sz="1000" b="0" i="0">
                          <a:solidFill>
                            <a:srgbClr val="00305A"/>
                          </a:solidFill>
                          <a:latin typeface="Arial"/>
                        </a:rPr>
                        <a:t>PSC3M6GES3ACQ1</a:t>
                      </a:r>
                    </a:p>
                  </a:txBody>
                  <a:tcPr marL="54864" marR="54864" marT="18288" marB="18288" anchor="ctr">
                    <a:solidFill>
                      <a:srgbClr val="FFFFFF"/>
                    </a:solidFill>
                  </a:tcPr>
                </a:tc>
                <a:tc>
                  <a:txBody>
                    <a:bodyPr/>
                    <a:lstStyle/>
                    <a:p>
                      <a:r>
                        <a:rPr sz="1000" b="0" i="0">
                          <a:solidFill>
                            <a:srgbClr val="00305A"/>
                          </a:solidFill>
                          <a:latin typeface="Arial"/>
                        </a:rPr>
                        <a:t>512 / 128</a:t>
                      </a:r>
                    </a:p>
                  </a:txBody>
                  <a:tcPr marL="54864" marR="54864" marT="18288" marB="18288" anchor="ctr">
                    <a:solidFill>
                      <a:srgbClr val="FFFFFF"/>
                    </a:solidFill>
                  </a:tcPr>
                </a:tc>
                <a:tc>
                  <a:txBody>
                    <a:bodyPr/>
                    <a:lstStyle/>
                    <a:p>
                      <a:pPr algn="ctr"/>
                      <a:r>
                        <a:rPr sz="1000" b="0" i="0">
                          <a:solidFill>
                            <a:srgbClr val="00305A"/>
                          </a:solidFill>
                          <a:latin typeface="Arial"/>
                        </a:rPr>
                        <a:t>L3</a:t>
                      </a:r>
                    </a:p>
                  </a:txBody>
                  <a:tcPr marL="54864" marR="54864" marT="18288" marB="18288" anchor="ctr">
                    <a:solidFill>
                      <a:srgbClr val="FFFFFF"/>
                    </a:solidFill>
                  </a:tcPr>
                </a:tc>
                <a:tc>
                  <a:txBody>
                    <a:bodyPr/>
                    <a:lstStyle/>
                    <a:p>
                      <a:pPr algn="ctr"/>
                      <a:r>
                        <a:rPr sz="1000" b="0" i="0">
                          <a:solidFill>
                            <a:srgbClr val="00305A"/>
                          </a:solidFill>
                          <a:latin typeface="Arial"/>
                        </a:rPr>
                        <a:t>19</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FFFFFF"/>
                    </a:solidFill>
                  </a:tcPr>
                </a:tc>
                <a:tc>
                  <a:txBody>
                    <a:bodyPr/>
                    <a:lstStyle/>
                    <a:p>
                      <a:pPr algn="ctr"/>
                      <a:r>
                        <a:rPr sz="1000" b="0" i="0">
                          <a:solidFill>
                            <a:srgbClr val="00305A"/>
                          </a:solidFill>
                          <a:latin typeface="Arial"/>
                        </a:rPr>
                        <a:t>-</a:t>
                      </a:r>
                    </a:p>
                  </a:txBody>
                  <a:tcPr marL="54864" marR="54864" marT="18288" marB="18288" anchor="ctr">
                    <a:solidFill>
                      <a:srgbClr val="FFFFFF"/>
                    </a:solidFill>
                  </a:tcPr>
                </a:tc>
                <a:tc>
                  <a:txBody>
                    <a:bodyPr/>
                    <a:lstStyle/>
                    <a:p>
                      <a:pPr algn="ctr"/>
                      <a:r>
                        <a:rPr sz="1000" b="0" i="0">
                          <a:solidFill>
                            <a:srgbClr val="00305A"/>
                          </a:solidFill>
                          <a:latin typeface="Arial"/>
                        </a:rPr>
                        <a:t>39</a:t>
                      </a:r>
                    </a:p>
                  </a:txBody>
                  <a:tcPr marL="54864" marR="54864" marT="18288" marB="18288" anchor="ctr">
                    <a:solidFill>
                      <a:srgbClr val="FFFFFF"/>
                    </a:solidFill>
                  </a:tcPr>
                </a:tc>
                <a:extLst>
                  <a:ext uri="{0D108BD9-81ED-4DB2-BD59-A6C34878D82A}">
                    <a16:rowId xmlns:a16="http://schemas.microsoft.com/office/drawing/2014/main" val="10009"/>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PSC3P6GES3ACQ1</a:t>
                      </a:r>
                    </a:p>
                  </a:txBody>
                  <a:tcPr marL="54864" marR="54864" marT="18288" marB="18288" anchor="ctr">
                    <a:solidFill>
                      <a:srgbClr val="EEF5FB"/>
                    </a:solidFill>
                  </a:tcPr>
                </a:tc>
                <a:tc>
                  <a:txBody>
                    <a:bodyPr/>
                    <a:lstStyle/>
                    <a:p>
                      <a:r>
                        <a:rPr sz="1000" b="0" i="0">
                          <a:solidFill>
                            <a:srgbClr val="00305A"/>
                          </a:solidFill>
                          <a:latin typeface="Arial"/>
                        </a:rPr>
                        <a:t>512 / 128</a:t>
                      </a:r>
                    </a:p>
                  </a:txBody>
                  <a:tcPr marL="54864" marR="54864" marT="18288" marB="18288" anchor="ctr">
                    <a:solidFill>
                      <a:srgbClr val="EEF5FB"/>
                    </a:solidFill>
                  </a:tcPr>
                </a:tc>
                <a:tc>
                  <a:txBody>
                    <a:bodyPr/>
                    <a:lstStyle/>
                    <a:p>
                      <a:pPr algn="ctr"/>
                      <a:r>
                        <a:rPr sz="1000" b="0" i="0">
                          <a:solidFill>
                            <a:srgbClr val="00305A"/>
                          </a:solidFill>
                          <a:latin typeface="Arial"/>
                        </a:rPr>
                        <a:t>L3</a:t>
                      </a:r>
                    </a:p>
                  </a:txBody>
                  <a:tcPr marL="54864" marR="54864" marT="18288" marB="18288" anchor="ctr">
                    <a:solidFill>
                      <a:srgbClr val="EEF5FB"/>
                    </a:solidFill>
                  </a:tcPr>
                </a:tc>
                <a:tc>
                  <a:txBody>
                    <a:bodyPr/>
                    <a:lstStyle/>
                    <a:p>
                      <a:pPr algn="ctr"/>
                      <a:r>
                        <a:rPr sz="1000" b="0" i="0">
                          <a:solidFill>
                            <a:srgbClr val="00305A"/>
                          </a:solidFill>
                          <a:latin typeface="Arial"/>
                        </a:rPr>
                        <a:t>19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39</a:t>
                      </a:r>
                    </a:p>
                  </a:txBody>
                  <a:tcPr marL="54864" marR="54864" marT="18288" marB="18288" anchor="ctr">
                    <a:solidFill>
                      <a:srgbClr val="EEF5FB"/>
                    </a:solidFill>
                  </a:tcPr>
                </a:tc>
                <a:extLst>
                  <a:ext uri="{0D108BD9-81ED-4DB2-BD59-A6C34878D82A}">
                    <a16:rowId xmlns:a16="http://schemas.microsoft.com/office/drawing/2014/main" val="10010"/>
                  </a:ext>
                </a:extLst>
              </a:tr>
              <a:tr h="301752">
                <a:tc>
                  <a:txBody>
                    <a:bodyPr/>
                    <a:lstStyle/>
                    <a:p>
                      <a:endParaRPr/>
                    </a:p>
                  </a:txBody>
                  <a:tcPr marL="54864" marR="54864" marT="18288" marB="18288" anchor="ctr">
                    <a:solidFill>
                      <a:srgbClr val="FFFFFF"/>
                    </a:solidFill>
                  </a:tcPr>
                </a:tc>
                <a:tc>
                  <a:txBody>
                    <a:bodyPr/>
                    <a:lstStyle/>
                    <a:p>
                      <a:r>
                        <a:rPr sz="1000" b="0" i="0">
                          <a:solidFill>
                            <a:srgbClr val="00305A"/>
                          </a:solidFill>
                          <a:latin typeface="Arial"/>
                        </a:rPr>
                        <a:t>PSC3M6FDS2ACQ1</a:t>
                      </a:r>
                    </a:p>
                  </a:txBody>
                  <a:tcPr marL="54864" marR="54864" marT="18288" marB="18288" anchor="ctr">
                    <a:solidFill>
                      <a:srgbClr val="FFFFFF"/>
                    </a:solidFill>
                  </a:tcPr>
                </a:tc>
                <a:tc>
                  <a:txBody>
                    <a:bodyPr/>
                    <a:lstStyle/>
                    <a:p>
                      <a:r>
                        <a:rPr sz="1000" b="0" i="0">
                          <a:solidFill>
                            <a:srgbClr val="00305A"/>
                          </a:solidFill>
                          <a:latin typeface="Arial"/>
                        </a:rPr>
                        <a:t>256 / 64</a:t>
                      </a:r>
                    </a:p>
                  </a:txBody>
                  <a:tcPr marL="54864" marR="54864" marT="18288" marB="18288" anchor="ctr">
                    <a:solidFill>
                      <a:srgbClr val="FFFFFF"/>
                    </a:solidFill>
                  </a:tcPr>
                </a:tc>
                <a:tc>
                  <a:txBody>
                    <a:bodyPr/>
                    <a:lstStyle/>
                    <a:p>
                      <a:pPr algn="ctr"/>
                      <a:r>
                        <a:rPr sz="1000" b="0" i="0">
                          <a:solidFill>
                            <a:srgbClr val="00305A"/>
                          </a:solidFill>
                          <a:latin typeface="Arial"/>
                        </a:rPr>
                        <a:t>L2</a:t>
                      </a:r>
                    </a:p>
                  </a:txBody>
                  <a:tcPr marL="54864" marR="54864" marT="18288" marB="18288" anchor="ctr">
                    <a:solidFill>
                      <a:srgbClr val="FFFFFF"/>
                    </a:solidFill>
                  </a:tcPr>
                </a:tc>
                <a:tc>
                  <a:txBody>
                    <a:bodyPr/>
                    <a:lstStyle/>
                    <a:p>
                      <a:pPr algn="ctr"/>
                      <a:r>
                        <a:rPr sz="1000" b="0" i="0">
                          <a:solidFill>
                            <a:srgbClr val="00305A"/>
                          </a:solidFill>
                          <a:latin typeface="Arial"/>
                        </a:rPr>
                        <a:t>19</a:t>
                      </a:r>
                    </a:p>
                  </a:txBody>
                  <a:tcPr marL="54864" marR="54864" marT="18288" marB="18288" anchor="ctr">
                    <a:solidFill>
                      <a:srgbClr val="FFFFFF"/>
                    </a:solidFill>
                  </a:tcPr>
                </a:tc>
                <a:tc>
                  <a:txBody>
                    <a:bodyPr/>
                    <a:lstStyle/>
                    <a:p>
                      <a:pPr algn="ctr"/>
                      <a:r>
                        <a:rPr sz="1000" b="0" i="0">
                          <a:solidFill>
                            <a:srgbClr val="00305A"/>
                          </a:solidFill>
                          <a:latin typeface="Arial"/>
                        </a:rPr>
                        <a:t>Y</a:t>
                      </a:r>
                    </a:p>
                  </a:txBody>
                  <a:tcPr marL="54864" marR="54864" marT="18288" marB="18288" anchor="ctr">
                    <a:solidFill>
                      <a:srgbClr val="FFFFFF"/>
                    </a:solidFill>
                  </a:tcPr>
                </a:tc>
                <a:tc>
                  <a:txBody>
                    <a:bodyPr/>
                    <a:lstStyle/>
                    <a:p>
                      <a:pPr algn="ctr"/>
                      <a:r>
                        <a:rPr sz="1000" b="0" i="0">
                          <a:solidFill>
                            <a:srgbClr val="00305A"/>
                          </a:solidFill>
                          <a:latin typeface="Arial"/>
                        </a:rPr>
                        <a:t>2</a:t>
                      </a:r>
                    </a:p>
                  </a:txBody>
                  <a:tcPr marL="54864" marR="54864" marT="18288" marB="18288" anchor="ctr">
                    <a:solidFill>
                      <a:srgbClr val="FFFFFF"/>
                    </a:solidFill>
                  </a:tcPr>
                </a:tc>
                <a:tc>
                  <a:txBody>
                    <a:bodyPr/>
                    <a:lstStyle/>
                    <a:p>
                      <a:pPr algn="ctr"/>
                      <a:r>
                        <a:rPr sz="950" b="1" i="0">
                          <a:solidFill>
                            <a:srgbClr val="FFFFFF"/>
                          </a:solidFill>
                          <a:latin typeface="Arial"/>
                        </a:rPr>
                        <a:t>N</a:t>
                      </a:r>
                    </a:p>
                  </a:txBody>
                  <a:tcPr marL="54864" marR="54864" marT="18288" marB="18288" anchor="ctr">
                    <a:solidFill>
                      <a:srgbClr val="F28C00"/>
                    </a:solidFill>
                  </a:tcPr>
                </a:tc>
                <a:tc>
                  <a:txBody>
                    <a:bodyPr/>
                    <a:lstStyle/>
                    <a:p>
                      <a:pPr algn="ctr"/>
                      <a:r>
                        <a:rPr sz="950" b="1" i="0">
                          <a:solidFill>
                            <a:srgbClr val="FFFFFF"/>
                          </a:solidFill>
                          <a:latin typeface="Arial"/>
                        </a:rPr>
                        <a:t>6</a:t>
                      </a:r>
                    </a:p>
                  </a:txBody>
                  <a:tcPr marL="54864" marR="54864" marT="18288" marB="18288" anchor="ctr">
                    <a:solidFill>
                      <a:srgbClr val="F28C00"/>
                    </a:solidFill>
                  </a:tcPr>
                </a:tc>
                <a:tc>
                  <a:txBody>
                    <a:bodyPr/>
                    <a:lstStyle/>
                    <a:p>
                      <a:pPr algn="ctr"/>
                      <a:r>
                        <a:rPr sz="1000" b="0" i="0">
                          <a:solidFill>
                            <a:srgbClr val="00305A"/>
                          </a:solidFill>
                          <a:latin typeface="Arial"/>
                        </a:rPr>
                        <a:t>-</a:t>
                      </a:r>
                    </a:p>
                  </a:txBody>
                  <a:tcPr marL="54864" marR="54864" marT="18288" marB="18288" anchor="ctr">
                    <a:solidFill>
                      <a:srgbClr val="FFFFFF"/>
                    </a:solidFill>
                  </a:tcPr>
                </a:tc>
                <a:tc>
                  <a:txBody>
                    <a:bodyPr/>
                    <a:lstStyle/>
                    <a:p>
                      <a:pPr algn="ctr"/>
                      <a:r>
                        <a:rPr sz="1000" b="0" i="0">
                          <a:solidFill>
                            <a:srgbClr val="00305A"/>
                          </a:solidFill>
                          <a:latin typeface="Arial"/>
                        </a:rPr>
                        <a:t>39</a:t>
                      </a:r>
                    </a:p>
                  </a:txBody>
                  <a:tcPr marL="54864" marR="54864" marT="18288" marB="18288" anchor="ctr">
                    <a:solidFill>
                      <a:srgbClr val="FFFFFF"/>
                    </a:solidFill>
                  </a:tcPr>
                </a:tc>
                <a:extLst>
                  <a:ext uri="{0D108BD9-81ED-4DB2-BD59-A6C34878D82A}">
                    <a16:rowId xmlns:a16="http://schemas.microsoft.com/office/drawing/2014/main" val="10011"/>
                  </a:ext>
                </a:extLst>
              </a:tr>
              <a:tr h="301752">
                <a:tc>
                  <a:txBody>
                    <a:bodyPr/>
                    <a:lstStyle/>
                    <a:p>
                      <a:endParaRPr/>
                    </a:p>
                  </a:txBody>
                  <a:tcPr marL="54864" marR="54864" marT="18288" marB="18288" anchor="ctr">
                    <a:solidFill>
                      <a:srgbClr val="EEF5FB"/>
                    </a:solidFill>
                  </a:tcPr>
                </a:tc>
                <a:tc>
                  <a:txBody>
                    <a:bodyPr/>
                    <a:lstStyle/>
                    <a:p>
                      <a:r>
                        <a:rPr sz="1000" b="0" i="0">
                          <a:solidFill>
                            <a:srgbClr val="00305A"/>
                          </a:solidFill>
                          <a:latin typeface="Arial"/>
                        </a:rPr>
                        <a:t>PSC3P6FDS2ACQ1</a:t>
                      </a:r>
                    </a:p>
                  </a:txBody>
                  <a:tcPr marL="54864" marR="54864" marT="18288" marB="18288" anchor="ctr">
                    <a:solidFill>
                      <a:srgbClr val="EEF5FB"/>
                    </a:solidFill>
                  </a:tcPr>
                </a:tc>
                <a:tc>
                  <a:txBody>
                    <a:bodyPr/>
                    <a:lstStyle/>
                    <a:p>
                      <a:r>
                        <a:rPr sz="1000" b="0" i="0">
                          <a:solidFill>
                            <a:srgbClr val="00305A"/>
                          </a:solidFill>
                          <a:latin typeface="Arial"/>
                        </a:rPr>
                        <a:t>256 / 64</a:t>
                      </a:r>
                    </a:p>
                  </a:txBody>
                  <a:tcPr marL="54864" marR="54864" marT="18288" marB="18288" anchor="ctr">
                    <a:solidFill>
                      <a:srgbClr val="EEF5FB"/>
                    </a:solidFill>
                  </a:tcPr>
                </a:tc>
                <a:tc>
                  <a:txBody>
                    <a:bodyPr/>
                    <a:lstStyle/>
                    <a:p>
                      <a:pPr algn="ctr"/>
                      <a:r>
                        <a:rPr sz="1000" b="0" i="0">
                          <a:solidFill>
                            <a:srgbClr val="00305A"/>
                          </a:solidFill>
                          <a:latin typeface="Arial"/>
                        </a:rPr>
                        <a:t>L2</a:t>
                      </a:r>
                    </a:p>
                  </a:txBody>
                  <a:tcPr marL="54864" marR="54864" marT="18288" marB="18288" anchor="ctr">
                    <a:solidFill>
                      <a:srgbClr val="EEF5FB"/>
                    </a:solidFill>
                  </a:tcPr>
                </a:tc>
                <a:tc>
                  <a:txBody>
                    <a:bodyPr/>
                    <a:lstStyle/>
                    <a:p>
                      <a:pPr algn="ctr"/>
                      <a:r>
                        <a:rPr sz="1000" b="0" i="0">
                          <a:solidFill>
                            <a:srgbClr val="00305A"/>
                          </a:solidFill>
                          <a:latin typeface="Arial"/>
                        </a:rPr>
                        <a:t>19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950" b="1" i="0">
                          <a:solidFill>
                            <a:srgbClr val="FFFFFF"/>
                          </a:solidFill>
                          <a:latin typeface="Arial"/>
                        </a:rPr>
                        <a:t>Y</a:t>
                      </a:r>
                    </a:p>
                  </a:txBody>
                  <a:tcPr marL="54864" marR="54864" marT="18288" marB="18288" anchor="ctr">
                    <a:solidFill>
                      <a:srgbClr val="0082CE"/>
                    </a:solidFill>
                  </a:tcPr>
                </a:tc>
                <a:tc>
                  <a:txBody>
                    <a:bodyPr/>
                    <a:lstStyle/>
                    <a:p>
                      <a:pPr algn="ctr"/>
                      <a:r>
                        <a:rPr sz="1000" b="0" i="0">
                          <a:solidFill>
                            <a:srgbClr val="00305A"/>
                          </a:solidFill>
                          <a:latin typeface="Arial"/>
                        </a:rPr>
                        <a:t>9</a:t>
                      </a:r>
                    </a:p>
                  </a:txBody>
                  <a:tcPr marL="54864" marR="54864" marT="18288" marB="18288" anchor="ctr">
                    <a:solidFill>
                      <a:srgbClr val="EEF5FB"/>
                    </a:solidFill>
                  </a:tcPr>
                </a:tc>
                <a:tc>
                  <a:txBody>
                    <a:bodyPr/>
                    <a:lstStyle/>
                    <a:p>
                      <a:pPr algn="ctr"/>
                      <a:r>
                        <a:rPr sz="1000" b="0" i="0">
                          <a:solidFill>
                            <a:srgbClr val="00305A"/>
                          </a:solidFill>
                          <a:latin typeface="Arial"/>
                        </a:rPr>
                        <a:t>-</a:t>
                      </a:r>
                    </a:p>
                  </a:txBody>
                  <a:tcPr marL="54864" marR="54864" marT="18288" marB="18288" anchor="ctr">
                    <a:solidFill>
                      <a:srgbClr val="EEF5FB"/>
                    </a:solidFill>
                  </a:tcPr>
                </a:tc>
                <a:tc>
                  <a:txBody>
                    <a:bodyPr/>
                    <a:lstStyle/>
                    <a:p>
                      <a:pPr algn="ctr"/>
                      <a:r>
                        <a:rPr sz="1000" b="0" i="0">
                          <a:solidFill>
                            <a:srgbClr val="00305A"/>
                          </a:solidFill>
                          <a:latin typeface="Arial"/>
                        </a:rPr>
                        <a:t>39</a:t>
                      </a:r>
                    </a:p>
                  </a:txBody>
                  <a:tcPr marL="54864" marR="54864" marT="18288" marB="18288" anchor="ctr">
                    <a:solidFill>
                      <a:srgbClr val="EEF5FB"/>
                    </a:solidFill>
                  </a:tcPr>
                </a:tc>
                <a:extLst>
                  <a:ext uri="{0D108BD9-81ED-4DB2-BD59-A6C34878D82A}">
                    <a16:rowId xmlns:a16="http://schemas.microsoft.com/office/drawing/2014/main" val="10012"/>
                  </a:ext>
                </a:extLst>
              </a:tr>
            </a:tbl>
          </a:graphicData>
        </a:graphic>
      </p:graphicFrame>
      <p:sp>
        <p:nvSpPr>
          <p:cNvPr id="9" name="TextBox 8"/>
          <p:cNvSpPr txBox="1"/>
          <p:nvPr/>
        </p:nvSpPr>
        <p:spPr>
          <a:xfrm>
            <a:off x="338328" y="5349240"/>
            <a:ext cx="11521440" cy="868680"/>
          </a:xfrm>
          <a:prstGeom prst="rect">
            <a:avLst/>
          </a:prstGeom>
          <a:noFill/>
        </p:spPr>
        <p:txBody>
          <a:bodyPr wrap="square" lIns="45720" tIns="27432" rIns="45720" bIns="27432">
            <a:spAutoFit/>
          </a:bodyPr>
          <a:lstStyle/>
          <a:p>
            <a:pPr>
              <a:spcAft>
                <a:spcPts val="400"/>
              </a:spcAft>
            </a:pPr>
            <a:r>
              <a:rPr sz="1150" b="1" i="0">
                <a:solidFill>
                  <a:srgbClr val="404040"/>
                </a:solidFill>
                <a:latin typeface="Arial"/>
              </a:rPr>
              <a:t>M variants</a:t>
            </a:r>
            <a:r>
              <a:rPr sz="1150" b="0" i="0">
                <a:solidFill>
                  <a:srgbClr val="404040"/>
                </a:solidFill>
                <a:latin typeface="Arial"/>
              </a:rPr>
              <a:t> carry CORDIC and 2 MOTIF; </a:t>
            </a:r>
            <a:r>
              <a:rPr sz="1150" b="1" i="0">
                <a:solidFill>
                  <a:srgbClr val="404040"/>
                </a:solidFill>
                <a:latin typeface="Arial"/>
              </a:rPr>
              <a:t>P variants</a:t>
            </a:r>
            <a:r>
              <a:rPr sz="1150" b="0" i="0">
                <a:solidFill>
                  <a:srgbClr val="404040"/>
                </a:solidFill>
                <a:latin typeface="Arial"/>
              </a:rPr>
              <a:t> have neither. </a:t>
            </a:r>
            <a:r>
              <a:rPr sz="1150" b="1" i="0">
                <a:solidFill>
                  <a:srgbClr val="404040"/>
                </a:solidFill>
                <a:latin typeface="Arial"/>
              </a:rPr>
              <a:t>USB-FS</a:t>
            </a:r>
            <a:r>
              <a:rPr sz="1150" b="0" i="0">
                <a:solidFill>
                  <a:srgbClr val="404040"/>
                </a:solidFill>
                <a:latin typeface="Arial"/>
              </a:rPr>
              <a:t> exists only on the 100-pin M parts (Port 11 is a GPIO port on parts without USB).</a:t>
            </a:r>
          </a:p>
          <a:p>
            <a:pPr>
              <a:spcAft>
                <a:spcPts val="400"/>
              </a:spcAft>
            </a:pPr>
            <a:r>
              <a:rPr sz="1150" b="1" i="0">
                <a:solidFill>
                  <a:srgbClr val="404040"/>
                </a:solidFill>
                <a:latin typeface="Arial"/>
              </a:rPr>
              <a:t>256 KB M parts</a:t>
            </a:r>
            <a:r>
              <a:rPr sz="1150" b="0" i="0">
                <a:solidFill>
                  <a:srgbClr val="404040"/>
                </a:solidFill>
                <a:latin typeface="Arial"/>
              </a:rPr>
              <a:t> lose the 3P3Z filters and have 6 CSG instead of 9; </a:t>
            </a:r>
            <a:r>
              <a:rPr sz="1150" b="1" i="0">
                <a:solidFill>
                  <a:srgbClr val="404040"/>
                </a:solidFill>
                <a:latin typeface="Arial"/>
              </a:rPr>
              <a:t>PSA L3</a:t>
            </a:r>
            <a:r>
              <a:rPr sz="1150" b="0" i="0">
                <a:solidFill>
                  <a:srgbClr val="404040"/>
                </a:solidFill>
                <a:latin typeface="Arial"/>
              </a:rPr>
              <a:t> applies only to 512 KB parts.   All parts: 2x CAN FD, 12-bit 9-Msps ADC, 2x 12-bit DAC, 4x AFE, 6 SCB, 1x I3C, SVGS, CryptoLite + AES.</a:t>
            </a:r>
          </a:p>
        </p:txBody>
      </p:sp>
      <p:sp>
        <p:nvSpPr>
          <p:cNvPr id="10" name="TextBox 9"/>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 </a:t>
            </a:r>
            <a:r>
              <a:rPr lang="de-DE" sz="900" b="0" i="1">
                <a:solidFill>
                  <a:srgbClr val="8A949E"/>
                </a:solidFill>
                <a:latin typeface="Arial"/>
              </a:rPr>
              <a:t>PSC3M6</a:t>
            </a:r>
            <a:r>
              <a:rPr sz="900" b="0" i="1">
                <a:solidFill>
                  <a:srgbClr val="8A949E"/>
                </a:solidFill>
                <a:latin typeface="Arial"/>
              </a:rPr>
              <a:t> DS 002-42056 *C, Table 65 'Ordering information' (p86-88) and p17 PSA note. Workbook rows treated 'MOTIF 2 / 3P3Z / USB' as device-wide - they are variant-dependent.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PSC3M6 </a:t>
            </a:r>
            <a:r>
              <a:rPr dirty="0"/>
              <a:t>functional block diagram - </a:t>
            </a:r>
            <a:r>
              <a:rPr lang="de-DE" dirty="0"/>
              <a:t>differences</a:t>
            </a:r>
            <a:r>
              <a:rPr dirty="0"/>
              <a:t> vs </a:t>
            </a:r>
            <a:r>
              <a:rPr lang="de-DE" dirty="0"/>
              <a:t>PSC3M5</a:t>
            </a:r>
            <a:endParaRPr dirty="0"/>
          </a:p>
        </p:txBody>
      </p:sp>
      <p:pic>
        <p:nvPicPr>
          <p:cNvPr id="3" name="Picture 2" descr="ds_b2p_vs_b2.png"/>
          <p:cNvPicPr>
            <a:picLocks noChangeAspect="1"/>
          </p:cNvPicPr>
          <p:nvPr/>
        </p:nvPicPr>
        <p:blipFill>
          <a:blip r:embed="rId3"/>
          <a:stretch>
            <a:fillRect/>
          </a:stretch>
        </p:blipFill>
        <p:spPr>
          <a:xfrm>
            <a:off x="274320" y="1419394"/>
            <a:ext cx="7635240" cy="4613571"/>
          </a:xfrm>
          <a:prstGeom prst="rect">
            <a:avLst/>
          </a:prstGeom>
          <a:ln w="9525">
            <a:solidFill>
              <a:srgbClr val="C8D2DC"/>
            </a:solidFill>
          </a:ln>
        </p:spPr>
      </p:pic>
      <p:sp>
        <p:nvSpPr>
          <p:cNvPr id="4" name="Oval 3"/>
          <p:cNvSpPr/>
          <p:nvPr/>
        </p:nvSpPr>
        <p:spPr>
          <a:xfrm>
            <a:off x="8092440" y="1344168"/>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1</a:t>
            </a:r>
          </a:p>
        </p:txBody>
      </p:sp>
      <p:sp>
        <p:nvSpPr>
          <p:cNvPr id="5" name="TextBox 4"/>
          <p:cNvSpPr txBox="1"/>
          <p:nvPr/>
        </p:nvSpPr>
        <p:spPr>
          <a:xfrm>
            <a:off x="8385048" y="1307592"/>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Flash 512 KB (</a:t>
            </a:r>
            <a:r>
              <a:rPr lang="de-DE" sz="950" b="0" i="0">
                <a:solidFill>
                  <a:srgbClr val="00305A"/>
                </a:solidFill>
                <a:latin typeface="Arial"/>
              </a:rPr>
              <a:t>PSC3M5</a:t>
            </a:r>
            <a:r>
              <a:rPr sz="950" b="0" i="0">
                <a:solidFill>
                  <a:srgbClr val="00305A"/>
                </a:solidFill>
                <a:latin typeface="Arial"/>
              </a:rPr>
              <a:t>: 256 KB) - 2x</a:t>
            </a:r>
          </a:p>
        </p:txBody>
      </p:sp>
      <p:sp>
        <p:nvSpPr>
          <p:cNvPr id="6" name="Oval 5"/>
          <p:cNvSpPr/>
          <p:nvPr/>
        </p:nvSpPr>
        <p:spPr>
          <a:xfrm>
            <a:off x="8092440" y="1647063"/>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2</a:t>
            </a:r>
          </a:p>
        </p:txBody>
      </p:sp>
      <p:sp>
        <p:nvSpPr>
          <p:cNvPr id="7" name="TextBox 6"/>
          <p:cNvSpPr txBox="1"/>
          <p:nvPr/>
        </p:nvSpPr>
        <p:spPr>
          <a:xfrm>
            <a:off x="8385048" y="1610487"/>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SRAM 2 x 64 KB = 128 KB (</a:t>
            </a:r>
            <a:r>
              <a:rPr lang="de-DE" sz="950" b="0" i="0">
                <a:solidFill>
                  <a:srgbClr val="00305A"/>
                </a:solidFill>
                <a:latin typeface="Arial"/>
              </a:rPr>
              <a:t>PSC3M5</a:t>
            </a:r>
            <a:r>
              <a:rPr sz="950" b="0" i="0">
                <a:solidFill>
                  <a:srgbClr val="00305A"/>
                </a:solidFill>
                <a:latin typeface="Arial"/>
              </a:rPr>
              <a:t>: 64 KB) - 2x</a:t>
            </a:r>
          </a:p>
        </p:txBody>
      </p:sp>
      <p:sp>
        <p:nvSpPr>
          <p:cNvPr id="8" name="Oval 7"/>
          <p:cNvSpPr/>
          <p:nvPr/>
        </p:nvSpPr>
        <p:spPr>
          <a:xfrm>
            <a:off x="8092440" y="194995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3</a:t>
            </a:r>
          </a:p>
        </p:txBody>
      </p:sp>
      <p:sp>
        <p:nvSpPr>
          <p:cNvPr id="9" name="TextBox 8"/>
          <p:cNvSpPr txBox="1"/>
          <p:nvPr/>
        </p:nvSpPr>
        <p:spPr>
          <a:xfrm>
            <a:off x="8385048" y="1913381"/>
            <a:ext cx="3502152" cy="302895"/>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DMA0/DMA1: 16 ch each, now with configurable CRC</a:t>
            </a:r>
          </a:p>
        </p:txBody>
      </p:sp>
      <p:sp>
        <p:nvSpPr>
          <p:cNvPr id="10" name="Oval 9"/>
          <p:cNvSpPr/>
          <p:nvPr/>
        </p:nvSpPr>
        <p:spPr>
          <a:xfrm>
            <a:off x="8092440" y="2252852"/>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4</a:t>
            </a:r>
          </a:p>
        </p:txBody>
      </p:sp>
      <p:sp>
        <p:nvSpPr>
          <p:cNvPr id="11" name="TextBox 10"/>
          <p:cNvSpPr txBox="1"/>
          <p:nvPr/>
        </p:nvSpPr>
        <p:spPr>
          <a:xfrm>
            <a:off x="8385048" y="2216276"/>
            <a:ext cx="3502152" cy="302895"/>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SVGS - supply voltage glitch sensor (new block)</a:t>
            </a:r>
          </a:p>
        </p:txBody>
      </p:sp>
      <p:sp>
        <p:nvSpPr>
          <p:cNvPr id="12" name="Oval 11"/>
          <p:cNvSpPr/>
          <p:nvPr/>
        </p:nvSpPr>
        <p:spPr>
          <a:xfrm>
            <a:off x="8092440" y="255574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5</a:t>
            </a:r>
          </a:p>
        </p:txBody>
      </p:sp>
      <p:sp>
        <p:nvSpPr>
          <p:cNvPr id="13" name="TextBox 12"/>
          <p:cNvSpPr txBox="1"/>
          <p:nvPr/>
        </p:nvSpPr>
        <p:spPr>
          <a:xfrm>
            <a:off x="8385048" y="2519171"/>
            <a:ext cx="3502152" cy="302895"/>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AES - dedicated AES-128/256 engine (new block)</a:t>
            </a:r>
          </a:p>
        </p:txBody>
      </p:sp>
      <p:sp>
        <p:nvSpPr>
          <p:cNvPr id="14" name="Oval 13"/>
          <p:cNvSpPr/>
          <p:nvPr/>
        </p:nvSpPr>
        <p:spPr>
          <a:xfrm>
            <a:off x="8092440" y="2858642"/>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6</a:t>
            </a:r>
          </a:p>
        </p:txBody>
      </p:sp>
      <p:sp>
        <p:nvSpPr>
          <p:cNvPr id="15" name="TextBox 14"/>
          <p:cNvSpPr txBox="1"/>
          <p:nvPr/>
        </p:nvSpPr>
        <p:spPr>
          <a:xfrm>
            <a:off x="8385048" y="2822066"/>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CryptoLite adds SHA-384/512 (</a:t>
            </a:r>
            <a:r>
              <a:rPr lang="de-DE" sz="950" b="0" i="0">
                <a:solidFill>
                  <a:srgbClr val="00305A"/>
                </a:solidFill>
                <a:latin typeface="Arial"/>
              </a:rPr>
              <a:t>PSC3M5</a:t>
            </a:r>
            <a:r>
              <a:rPr sz="950" b="0" i="0">
                <a:solidFill>
                  <a:srgbClr val="00305A"/>
                </a:solidFill>
                <a:latin typeface="Arial"/>
              </a:rPr>
              <a:t>: SHA-256 only)</a:t>
            </a:r>
          </a:p>
        </p:txBody>
      </p:sp>
      <p:sp>
        <p:nvSpPr>
          <p:cNvPr id="16" name="Oval 15"/>
          <p:cNvSpPr/>
          <p:nvPr/>
        </p:nvSpPr>
        <p:spPr>
          <a:xfrm>
            <a:off x="8092440" y="316153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7</a:t>
            </a:r>
          </a:p>
        </p:txBody>
      </p:sp>
      <p:sp>
        <p:nvSpPr>
          <p:cNvPr id="17" name="TextBox 16"/>
          <p:cNvSpPr txBox="1"/>
          <p:nvPr/>
        </p:nvSpPr>
        <p:spPr>
          <a:xfrm>
            <a:off x="8385048" y="312496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USB-FS host/device + PHY (new, </a:t>
            </a:r>
            <a:r>
              <a:rPr lang="de-DE" sz="950" b="0" i="0">
                <a:solidFill>
                  <a:srgbClr val="00305A"/>
                </a:solidFill>
                <a:latin typeface="Arial"/>
              </a:rPr>
              <a:t>PSC3M6-unique</a:t>
            </a:r>
            <a:r>
              <a:rPr sz="950" b="0" i="0">
                <a:solidFill>
                  <a:srgbClr val="00305A"/>
                </a:solidFill>
                <a:latin typeface="Arial"/>
              </a:rPr>
              <a:t>)</a:t>
            </a:r>
          </a:p>
        </p:txBody>
      </p:sp>
      <p:sp>
        <p:nvSpPr>
          <p:cNvPr id="18" name="Oval 17"/>
          <p:cNvSpPr/>
          <p:nvPr/>
        </p:nvSpPr>
        <p:spPr>
          <a:xfrm>
            <a:off x="8092440" y="3464432"/>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8</a:t>
            </a:r>
          </a:p>
        </p:txBody>
      </p:sp>
      <p:sp>
        <p:nvSpPr>
          <p:cNvPr id="19" name="TextBox 18"/>
          <p:cNvSpPr txBox="1"/>
          <p:nvPr/>
        </p:nvSpPr>
        <p:spPr>
          <a:xfrm>
            <a:off x="8385048" y="3427856"/>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I3C interface (new, </a:t>
            </a:r>
            <a:r>
              <a:rPr lang="de-DE" sz="950" b="0" i="0">
                <a:solidFill>
                  <a:srgbClr val="00305A"/>
                </a:solidFill>
                <a:latin typeface="Arial"/>
              </a:rPr>
              <a:t>PSC3M6-unique</a:t>
            </a:r>
            <a:r>
              <a:rPr sz="950" b="0" i="0">
                <a:solidFill>
                  <a:srgbClr val="00305A"/>
                </a:solidFill>
                <a:latin typeface="Arial"/>
              </a:rPr>
              <a:t>)</a:t>
            </a:r>
          </a:p>
        </p:txBody>
      </p:sp>
      <p:sp>
        <p:nvSpPr>
          <p:cNvPr id="20" name="Oval 19"/>
          <p:cNvSpPr/>
          <p:nvPr/>
        </p:nvSpPr>
        <p:spPr>
          <a:xfrm>
            <a:off x="8092440" y="376732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9</a:t>
            </a:r>
          </a:p>
        </p:txBody>
      </p:sp>
      <p:sp>
        <p:nvSpPr>
          <p:cNvPr id="21" name="TextBox 20"/>
          <p:cNvSpPr txBox="1"/>
          <p:nvPr/>
        </p:nvSpPr>
        <p:spPr>
          <a:xfrm>
            <a:off x="8385048" y="3730751"/>
            <a:ext cx="3502152" cy="347788"/>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TCPWM: 8x 32-bit HRPWM (</a:t>
            </a:r>
            <a:r>
              <a:rPr lang="de-DE" sz="950" b="0" i="0">
                <a:solidFill>
                  <a:srgbClr val="00305A"/>
                </a:solidFill>
                <a:latin typeface="Arial"/>
              </a:rPr>
              <a:t>PSC3M5</a:t>
            </a:r>
            <a:r>
              <a:rPr sz="950" b="0" i="0">
                <a:solidFill>
                  <a:srgbClr val="00305A"/>
                </a:solidFill>
                <a:latin typeface="Arial"/>
              </a:rPr>
              <a:t>: 4x) + 2x MOTIF (</a:t>
            </a:r>
            <a:r>
              <a:rPr lang="de-DE" sz="950" b="0" i="0">
                <a:solidFill>
                  <a:srgbClr val="00305A"/>
                </a:solidFill>
                <a:latin typeface="Arial"/>
              </a:rPr>
              <a:t>PSC3M5</a:t>
            </a:r>
            <a:r>
              <a:rPr sz="950" b="0" i="0">
                <a:solidFill>
                  <a:srgbClr val="00305A"/>
                </a:solidFill>
                <a:latin typeface="Arial"/>
              </a:rPr>
              <a:t>: 1x)</a:t>
            </a:r>
          </a:p>
        </p:txBody>
      </p:sp>
      <p:sp>
        <p:nvSpPr>
          <p:cNvPr id="22" name="Oval 21"/>
          <p:cNvSpPr/>
          <p:nvPr/>
        </p:nvSpPr>
        <p:spPr>
          <a:xfrm>
            <a:off x="8092440" y="4070222"/>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10</a:t>
            </a:r>
          </a:p>
        </p:txBody>
      </p:sp>
      <p:sp>
        <p:nvSpPr>
          <p:cNvPr id="23" name="TextBox 22"/>
          <p:cNvSpPr txBox="1"/>
          <p:nvPr/>
        </p:nvSpPr>
        <p:spPr>
          <a:xfrm>
            <a:off x="8385048" y="4033646"/>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SAR ADC: 9 Msps, 24 inputs, 16 S/H (</a:t>
            </a:r>
            <a:r>
              <a:rPr lang="de-DE" sz="950" b="0" i="0">
                <a:solidFill>
                  <a:srgbClr val="00305A"/>
                </a:solidFill>
                <a:latin typeface="Arial"/>
              </a:rPr>
              <a:t>PSC3M5</a:t>
            </a:r>
            <a:r>
              <a:rPr sz="950" b="0" i="0">
                <a:solidFill>
                  <a:srgbClr val="00305A"/>
                </a:solidFill>
                <a:latin typeface="Arial"/>
              </a:rPr>
              <a:t>: 12 Msps)</a:t>
            </a:r>
          </a:p>
        </p:txBody>
      </p:sp>
      <p:sp>
        <p:nvSpPr>
          <p:cNvPr id="24" name="Oval 23"/>
          <p:cNvSpPr/>
          <p:nvPr/>
        </p:nvSpPr>
        <p:spPr>
          <a:xfrm>
            <a:off x="8092440" y="437311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11</a:t>
            </a:r>
          </a:p>
        </p:txBody>
      </p:sp>
      <p:sp>
        <p:nvSpPr>
          <p:cNvPr id="25" name="TextBox 24"/>
          <p:cNvSpPr txBox="1"/>
          <p:nvPr/>
        </p:nvSpPr>
        <p:spPr>
          <a:xfrm>
            <a:off x="8385048" y="433654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CSG: 9 comparators (</a:t>
            </a:r>
            <a:r>
              <a:rPr lang="de-DE" sz="950" b="0" i="0">
                <a:solidFill>
                  <a:srgbClr val="00305A"/>
                </a:solidFill>
                <a:latin typeface="Arial"/>
              </a:rPr>
              <a:t>PSC3M5</a:t>
            </a:r>
            <a:r>
              <a:rPr sz="950" b="0" i="0">
                <a:solidFill>
                  <a:srgbClr val="00305A"/>
                </a:solidFill>
                <a:latin typeface="Arial"/>
              </a:rPr>
              <a:t>: 5)</a:t>
            </a:r>
          </a:p>
        </p:txBody>
      </p:sp>
      <p:sp>
        <p:nvSpPr>
          <p:cNvPr id="26" name="Oval 25"/>
          <p:cNvSpPr/>
          <p:nvPr/>
        </p:nvSpPr>
        <p:spPr>
          <a:xfrm>
            <a:off x="8092440" y="4676012"/>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12</a:t>
            </a:r>
          </a:p>
        </p:txBody>
      </p:sp>
      <p:sp>
        <p:nvSpPr>
          <p:cNvPr id="27" name="TextBox 26"/>
          <p:cNvSpPr txBox="1"/>
          <p:nvPr/>
        </p:nvSpPr>
        <p:spPr>
          <a:xfrm>
            <a:off x="8385048" y="4639436"/>
            <a:ext cx="3502152" cy="302895"/>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3x 3P3Z hardware filter (new)</a:t>
            </a:r>
          </a:p>
        </p:txBody>
      </p:sp>
      <p:sp>
        <p:nvSpPr>
          <p:cNvPr id="28" name="Oval 27"/>
          <p:cNvSpPr/>
          <p:nvPr/>
        </p:nvSpPr>
        <p:spPr>
          <a:xfrm>
            <a:off x="8092440" y="497890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13</a:t>
            </a:r>
          </a:p>
        </p:txBody>
      </p:sp>
      <p:sp>
        <p:nvSpPr>
          <p:cNvPr id="29" name="TextBox 28"/>
          <p:cNvSpPr txBox="1"/>
          <p:nvPr/>
        </p:nvSpPr>
        <p:spPr>
          <a:xfrm>
            <a:off x="8385048" y="494233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Up to 4 OpAmps (new, </a:t>
            </a:r>
            <a:r>
              <a:rPr lang="de-DE" sz="950" b="0" i="0">
                <a:solidFill>
                  <a:srgbClr val="00305A"/>
                </a:solidFill>
                <a:latin typeface="Arial"/>
              </a:rPr>
              <a:t>PSC3M6-unique</a:t>
            </a:r>
            <a:r>
              <a:rPr sz="950" b="0" i="0">
                <a:solidFill>
                  <a:srgbClr val="00305A"/>
                </a:solidFill>
                <a:latin typeface="Arial"/>
              </a:rPr>
              <a:t>)</a:t>
            </a:r>
          </a:p>
        </p:txBody>
      </p:sp>
      <p:sp>
        <p:nvSpPr>
          <p:cNvPr id="30" name="Oval 29"/>
          <p:cNvSpPr/>
          <p:nvPr/>
        </p:nvSpPr>
        <p:spPr>
          <a:xfrm>
            <a:off x="8092440" y="5281802"/>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14</a:t>
            </a:r>
          </a:p>
        </p:txBody>
      </p:sp>
      <p:sp>
        <p:nvSpPr>
          <p:cNvPr id="31" name="TextBox 30"/>
          <p:cNvSpPr txBox="1"/>
          <p:nvPr/>
        </p:nvSpPr>
        <p:spPr>
          <a:xfrm>
            <a:off x="8385048" y="5245226"/>
            <a:ext cx="3502152" cy="302895"/>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2x 12-bit R2R DAC (new)</a:t>
            </a:r>
          </a:p>
        </p:txBody>
      </p:sp>
      <p:sp>
        <p:nvSpPr>
          <p:cNvPr id="32" name="Oval 31"/>
          <p:cNvSpPr/>
          <p:nvPr/>
        </p:nvSpPr>
        <p:spPr>
          <a:xfrm>
            <a:off x="8092440" y="558469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15</a:t>
            </a:r>
          </a:p>
        </p:txBody>
      </p:sp>
      <p:sp>
        <p:nvSpPr>
          <p:cNvPr id="33" name="TextBox 32"/>
          <p:cNvSpPr txBox="1"/>
          <p:nvPr/>
        </p:nvSpPr>
        <p:spPr>
          <a:xfrm>
            <a:off x="8385048" y="554812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1 DPLL (</a:t>
            </a:r>
            <a:r>
              <a:rPr lang="de-DE" sz="950" b="0" i="0">
                <a:solidFill>
                  <a:srgbClr val="00305A"/>
                </a:solidFill>
                <a:latin typeface="Arial"/>
              </a:rPr>
              <a:t>PSC3M5</a:t>
            </a:r>
            <a:r>
              <a:rPr sz="950" b="0" i="0">
                <a:solidFill>
                  <a:srgbClr val="00305A"/>
                </a:solidFill>
                <a:latin typeface="Arial"/>
              </a:rPr>
              <a:t>: 2 DPLL) - reduced</a:t>
            </a:r>
          </a:p>
        </p:txBody>
      </p:sp>
      <p:sp>
        <p:nvSpPr>
          <p:cNvPr id="34" name="Oval 33"/>
          <p:cNvSpPr/>
          <p:nvPr/>
        </p:nvSpPr>
        <p:spPr>
          <a:xfrm>
            <a:off x="8092440" y="5887592"/>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16</a:t>
            </a:r>
          </a:p>
        </p:txBody>
      </p:sp>
      <p:sp>
        <p:nvSpPr>
          <p:cNvPr id="35" name="TextBox 34"/>
          <p:cNvSpPr txBox="1"/>
          <p:nvPr/>
        </p:nvSpPr>
        <p:spPr>
          <a:xfrm>
            <a:off x="8385048" y="5851016"/>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70 GPIO + 16 dedicated analog (</a:t>
            </a:r>
            <a:r>
              <a:rPr lang="de-DE" sz="950" b="0" i="0">
                <a:solidFill>
                  <a:srgbClr val="00305A"/>
                </a:solidFill>
                <a:latin typeface="Arial"/>
              </a:rPr>
              <a:t>PSC3M5</a:t>
            </a:r>
            <a:r>
              <a:rPr sz="950" b="0" i="0">
                <a:solidFill>
                  <a:srgbClr val="00305A"/>
                </a:solidFill>
                <a:latin typeface="Arial"/>
              </a:rPr>
              <a:t>: 50 + 16)</a:t>
            </a:r>
          </a:p>
        </p:txBody>
      </p:sp>
      <p:sp>
        <p:nvSpPr>
          <p:cNvPr id="36" name="TextBox 35"/>
          <p:cNvSpPr txBox="1"/>
          <p:nvPr/>
        </p:nvSpPr>
        <p:spPr>
          <a:xfrm>
            <a:off x="338328" y="914400"/>
            <a:ext cx="11521440" cy="255455"/>
          </a:xfrm>
          <a:prstGeom prst="rect">
            <a:avLst/>
          </a:prstGeom>
          <a:noFill/>
        </p:spPr>
        <p:txBody>
          <a:bodyPr wrap="square" lIns="45720" tIns="27432" rIns="45720" bIns="27432">
            <a:spAutoFit/>
          </a:bodyPr>
          <a:lstStyle/>
          <a:p>
            <a:pPr>
              <a:spcAft>
                <a:spcPts val="0"/>
              </a:spcAft>
            </a:pPr>
            <a:r>
              <a:rPr lang="de-DE" sz="1300" b="0" i="1">
                <a:solidFill>
                  <a:srgbClr val="404040"/>
                </a:solidFill>
                <a:latin typeface="Arial"/>
              </a:rPr>
              <a:t>PSC3M6</a:t>
            </a:r>
            <a:r>
              <a:rPr sz="1300" b="0" i="1" dirty="0">
                <a:solidFill>
                  <a:srgbClr val="404040"/>
                </a:solidFill>
                <a:latin typeface="Arial"/>
              </a:rPr>
              <a:t> datasheet Fig.1 (PSC3M/P6): </a:t>
            </a:r>
            <a:r>
              <a:rPr sz="1300" b="0" i="1" dirty="0">
                <a:solidFill>
                  <a:srgbClr val="0A8276"/>
                </a:solidFill>
                <a:latin typeface="Arial"/>
              </a:rPr>
              <a:t>green</a:t>
            </a:r>
            <a:r>
              <a:rPr sz="1300" b="0" i="1" dirty="0">
                <a:solidFill>
                  <a:srgbClr val="404040"/>
                </a:solidFill>
                <a:latin typeface="Arial"/>
              </a:rPr>
              <a:t> = NEW block, </a:t>
            </a:r>
            <a:r>
              <a:rPr sz="1300" b="0" i="1" dirty="0">
                <a:solidFill>
                  <a:schemeClr val="accent3"/>
                </a:solidFill>
                <a:latin typeface="Arial"/>
              </a:rPr>
              <a:t>orange</a:t>
            </a:r>
            <a:r>
              <a:rPr sz="1300" b="0" i="1" dirty="0">
                <a:solidFill>
                  <a:srgbClr val="404040"/>
                </a:solidFill>
                <a:latin typeface="Arial"/>
              </a:rPr>
              <a:t> = changed value</a:t>
            </a:r>
          </a:p>
        </p:txBody>
      </p:sp>
      <p:sp>
        <p:nvSpPr>
          <p:cNvPr id="37" name="TextBox 36"/>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 </a:t>
            </a:r>
            <a:r>
              <a:rPr lang="de-DE" sz="900" b="0" i="1">
                <a:solidFill>
                  <a:srgbClr val="8A949E"/>
                </a:solidFill>
                <a:latin typeface="Arial"/>
              </a:rPr>
              <a:t>PSC3M6 </a:t>
            </a:r>
            <a:r>
              <a:rPr sz="900" b="0" i="1">
                <a:solidFill>
                  <a:srgbClr val="8A949E"/>
                </a:solidFill>
                <a:latin typeface="Arial"/>
              </a:rPr>
              <a:t>DS 002-42056 *C, Figure 1 (p6); </a:t>
            </a:r>
            <a:r>
              <a:rPr lang="de-DE" sz="900" b="0" i="1">
                <a:solidFill>
                  <a:srgbClr val="8A949E"/>
                </a:solidFill>
                <a:latin typeface="Arial"/>
              </a:rPr>
              <a:t>PSC3M5</a:t>
            </a:r>
            <a:r>
              <a:rPr sz="900" b="0" i="1">
                <a:solidFill>
                  <a:srgbClr val="8A949E"/>
                </a:solidFill>
                <a:latin typeface="Arial"/>
              </a:rPr>
              <a:t> DS 002-36032 *G, Figure 1 (p6).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PSC3M6 </a:t>
            </a:r>
            <a:r>
              <a:rPr dirty="0"/>
              <a:t>functional block diagram - differences vs </a:t>
            </a:r>
            <a:r>
              <a:rPr lang="de-DE" dirty="0"/>
              <a:t>PSC3M8</a:t>
            </a:r>
            <a:endParaRPr dirty="0"/>
          </a:p>
        </p:txBody>
      </p:sp>
      <p:pic>
        <p:nvPicPr>
          <p:cNvPr id="3" name="Picture 2" descr="ds_b2p_vs_b4.png"/>
          <p:cNvPicPr>
            <a:picLocks noChangeAspect="1"/>
          </p:cNvPicPr>
          <p:nvPr/>
        </p:nvPicPr>
        <p:blipFill>
          <a:blip r:embed="rId3"/>
          <a:stretch>
            <a:fillRect/>
          </a:stretch>
        </p:blipFill>
        <p:spPr>
          <a:xfrm>
            <a:off x="274320" y="1419394"/>
            <a:ext cx="7635240" cy="4613571"/>
          </a:xfrm>
          <a:prstGeom prst="rect">
            <a:avLst/>
          </a:prstGeom>
          <a:ln w="9525">
            <a:solidFill>
              <a:srgbClr val="C8D2DC"/>
            </a:solidFill>
          </a:ln>
        </p:spPr>
      </p:pic>
      <p:sp>
        <p:nvSpPr>
          <p:cNvPr id="4" name="Oval 3"/>
          <p:cNvSpPr/>
          <p:nvPr/>
        </p:nvSpPr>
        <p:spPr>
          <a:xfrm>
            <a:off x="8092440" y="1344168"/>
            <a:ext cx="256032" cy="256032"/>
          </a:xfrm>
          <a:prstGeom prst="ellipse">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1</a:t>
            </a:r>
          </a:p>
        </p:txBody>
      </p:sp>
      <p:sp>
        <p:nvSpPr>
          <p:cNvPr id="5" name="TextBox 4"/>
          <p:cNvSpPr txBox="1"/>
          <p:nvPr/>
        </p:nvSpPr>
        <p:spPr>
          <a:xfrm>
            <a:off x="8385048" y="1307592"/>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Flash 512 KB - same as </a:t>
            </a:r>
            <a:r>
              <a:rPr lang="de-DE" sz="950" b="0" i="0">
                <a:solidFill>
                  <a:srgbClr val="00305A"/>
                </a:solidFill>
                <a:latin typeface="Arial"/>
              </a:rPr>
              <a:t>PSC3M8</a:t>
            </a:r>
            <a:endParaRPr sz="950" b="0" i="0">
              <a:solidFill>
                <a:srgbClr val="00305A"/>
              </a:solidFill>
              <a:latin typeface="Arial"/>
            </a:endParaRPr>
          </a:p>
        </p:txBody>
      </p:sp>
      <p:sp>
        <p:nvSpPr>
          <p:cNvPr id="6" name="Oval 5"/>
          <p:cNvSpPr/>
          <p:nvPr/>
        </p:nvSpPr>
        <p:spPr>
          <a:xfrm>
            <a:off x="8092440" y="1613408"/>
            <a:ext cx="256032" cy="256032"/>
          </a:xfrm>
          <a:prstGeom prst="ellipse">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2</a:t>
            </a:r>
          </a:p>
        </p:txBody>
      </p:sp>
      <p:sp>
        <p:nvSpPr>
          <p:cNvPr id="7" name="TextBox 6"/>
          <p:cNvSpPr txBox="1"/>
          <p:nvPr/>
        </p:nvSpPr>
        <p:spPr>
          <a:xfrm>
            <a:off x="8385048" y="1576832"/>
            <a:ext cx="3502152" cy="347788"/>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SRAM 128 KB - same as </a:t>
            </a:r>
            <a:r>
              <a:rPr lang="de-DE" sz="950" b="0" i="0">
                <a:solidFill>
                  <a:srgbClr val="00305A"/>
                </a:solidFill>
                <a:latin typeface="Arial"/>
              </a:rPr>
              <a:t>PSC3M8 </a:t>
            </a:r>
            <a:r>
              <a:rPr sz="950" b="0" i="0">
                <a:solidFill>
                  <a:srgbClr val="00305A"/>
                </a:solidFill>
                <a:latin typeface="Arial"/>
              </a:rPr>
              <a:t>(</a:t>
            </a:r>
            <a:r>
              <a:rPr lang="de-DE" sz="950" b="0" i="0">
                <a:solidFill>
                  <a:srgbClr val="00305A"/>
                </a:solidFill>
                <a:latin typeface="Arial"/>
              </a:rPr>
              <a:t>PSC3M8</a:t>
            </a:r>
            <a:r>
              <a:rPr sz="950" b="0" i="0">
                <a:solidFill>
                  <a:srgbClr val="00305A"/>
                </a:solidFill>
                <a:latin typeface="Arial"/>
              </a:rPr>
              <a:t> adds 112 KB PPCA SRAM)</a:t>
            </a:r>
          </a:p>
        </p:txBody>
      </p:sp>
      <p:sp>
        <p:nvSpPr>
          <p:cNvPr id="8" name="Oval 7"/>
          <p:cNvSpPr/>
          <p:nvPr/>
        </p:nvSpPr>
        <p:spPr>
          <a:xfrm>
            <a:off x="8092440" y="1882648"/>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3</a:t>
            </a:r>
          </a:p>
        </p:txBody>
      </p:sp>
      <p:sp>
        <p:nvSpPr>
          <p:cNvPr id="9" name="TextBox 8"/>
          <p:cNvSpPr txBox="1"/>
          <p:nvPr/>
        </p:nvSpPr>
        <p:spPr>
          <a:xfrm>
            <a:off x="8385048" y="184607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2x DMA (16 ch) with CRC - </a:t>
            </a:r>
            <a:r>
              <a:rPr lang="de-DE" sz="950" b="0" i="0">
                <a:solidFill>
                  <a:srgbClr val="00305A"/>
                </a:solidFill>
                <a:latin typeface="Arial"/>
              </a:rPr>
              <a:t>PSC3M8</a:t>
            </a:r>
            <a:r>
              <a:rPr sz="950" b="0" i="0">
                <a:solidFill>
                  <a:srgbClr val="00305A"/>
                </a:solidFill>
                <a:latin typeface="Arial"/>
              </a:rPr>
              <a:t> has ONE 16-ch DMA</a:t>
            </a:r>
          </a:p>
        </p:txBody>
      </p:sp>
      <p:sp>
        <p:nvSpPr>
          <p:cNvPr id="10" name="Oval 9"/>
          <p:cNvSpPr/>
          <p:nvPr/>
        </p:nvSpPr>
        <p:spPr>
          <a:xfrm>
            <a:off x="8092440" y="215188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4</a:t>
            </a:r>
          </a:p>
        </p:txBody>
      </p:sp>
      <p:sp>
        <p:nvSpPr>
          <p:cNvPr id="11" name="TextBox 10"/>
          <p:cNvSpPr txBox="1"/>
          <p:nvPr/>
        </p:nvSpPr>
        <p:spPr>
          <a:xfrm>
            <a:off x="8385048" y="211531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IPC 4 ch - </a:t>
            </a:r>
            <a:r>
              <a:rPr lang="de-DE" sz="950" b="0" i="0">
                <a:solidFill>
                  <a:srgbClr val="00305A"/>
                </a:solidFill>
                <a:latin typeface="Arial"/>
              </a:rPr>
              <a:t>PSC3M8</a:t>
            </a:r>
            <a:r>
              <a:rPr sz="950" b="0" i="0">
                <a:solidFill>
                  <a:srgbClr val="00305A"/>
                </a:solidFill>
                <a:latin typeface="Arial"/>
              </a:rPr>
              <a:t>: 8 ch (+4 ch inside PPCA)</a:t>
            </a:r>
          </a:p>
        </p:txBody>
      </p:sp>
      <p:sp>
        <p:nvSpPr>
          <p:cNvPr id="12" name="Oval 11"/>
          <p:cNvSpPr/>
          <p:nvPr/>
        </p:nvSpPr>
        <p:spPr>
          <a:xfrm>
            <a:off x="8092440" y="2421127"/>
            <a:ext cx="256032" cy="256032"/>
          </a:xfrm>
          <a:prstGeom prst="ellipse">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5</a:t>
            </a:r>
          </a:p>
        </p:txBody>
      </p:sp>
      <p:sp>
        <p:nvSpPr>
          <p:cNvPr id="13" name="TextBox 12"/>
          <p:cNvSpPr txBox="1"/>
          <p:nvPr/>
        </p:nvSpPr>
        <p:spPr>
          <a:xfrm>
            <a:off x="8385048" y="238455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SVGS - same as </a:t>
            </a:r>
            <a:r>
              <a:rPr lang="de-DE" sz="950" b="0" i="0">
                <a:solidFill>
                  <a:srgbClr val="00305A"/>
                </a:solidFill>
                <a:latin typeface="Arial"/>
              </a:rPr>
              <a:t>PSC3M8</a:t>
            </a:r>
            <a:endParaRPr sz="950" b="0" i="0">
              <a:solidFill>
                <a:srgbClr val="00305A"/>
              </a:solidFill>
              <a:latin typeface="Arial"/>
            </a:endParaRPr>
          </a:p>
        </p:txBody>
      </p:sp>
      <p:sp>
        <p:nvSpPr>
          <p:cNvPr id="14" name="Oval 13"/>
          <p:cNvSpPr/>
          <p:nvPr/>
        </p:nvSpPr>
        <p:spPr>
          <a:xfrm>
            <a:off x="8092440" y="2690367"/>
            <a:ext cx="256032" cy="256032"/>
          </a:xfrm>
          <a:prstGeom prst="ellipse">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6</a:t>
            </a:r>
          </a:p>
        </p:txBody>
      </p:sp>
      <p:sp>
        <p:nvSpPr>
          <p:cNvPr id="15" name="TextBox 14"/>
          <p:cNvSpPr txBox="1"/>
          <p:nvPr/>
        </p:nvSpPr>
        <p:spPr>
          <a:xfrm>
            <a:off x="8385048" y="265379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AES block - same as </a:t>
            </a:r>
            <a:r>
              <a:rPr lang="de-DE" sz="950" b="0" i="0">
                <a:solidFill>
                  <a:srgbClr val="00305A"/>
                </a:solidFill>
                <a:latin typeface="Arial"/>
              </a:rPr>
              <a:t>PSC3M8</a:t>
            </a:r>
            <a:endParaRPr sz="950" b="0" i="0">
              <a:solidFill>
                <a:srgbClr val="00305A"/>
              </a:solidFill>
              <a:latin typeface="Arial"/>
            </a:endParaRPr>
          </a:p>
        </p:txBody>
      </p:sp>
      <p:sp>
        <p:nvSpPr>
          <p:cNvPr id="16" name="Oval 15"/>
          <p:cNvSpPr/>
          <p:nvPr/>
        </p:nvSpPr>
        <p:spPr>
          <a:xfrm>
            <a:off x="8092440" y="295960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7</a:t>
            </a:r>
          </a:p>
        </p:txBody>
      </p:sp>
      <p:sp>
        <p:nvSpPr>
          <p:cNvPr id="17" name="TextBox 16"/>
          <p:cNvSpPr txBox="1"/>
          <p:nvPr/>
        </p:nvSpPr>
        <p:spPr>
          <a:xfrm>
            <a:off x="8385048" y="292303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USB-FS + PHY - not in </a:t>
            </a:r>
            <a:r>
              <a:rPr lang="de-DE" sz="950" b="0" i="0">
                <a:solidFill>
                  <a:srgbClr val="00305A"/>
                </a:solidFill>
                <a:latin typeface="Arial"/>
              </a:rPr>
              <a:t>PSC3M8</a:t>
            </a:r>
            <a:endParaRPr sz="950" b="0" i="0">
              <a:solidFill>
                <a:srgbClr val="00305A"/>
              </a:solidFill>
              <a:latin typeface="Arial"/>
            </a:endParaRPr>
          </a:p>
        </p:txBody>
      </p:sp>
      <p:sp>
        <p:nvSpPr>
          <p:cNvPr id="18" name="Oval 17"/>
          <p:cNvSpPr/>
          <p:nvPr/>
        </p:nvSpPr>
        <p:spPr>
          <a:xfrm>
            <a:off x="8092440" y="322884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8</a:t>
            </a:r>
          </a:p>
        </p:txBody>
      </p:sp>
      <p:sp>
        <p:nvSpPr>
          <p:cNvPr id="19" name="TextBox 18"/>
          <p:cNvSpPr txBox="1"/>
          <p:nvPr/>
        </p:nvSpPr>
        <p:spPr>
          <a:xfrm>
            <a:off x="8385048" y="319227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I3C - not in </a:t>
            </a:r>
            <a:r>
              <a:rPr lang="de-DE" sz="950" b="0" i="0">
                <a:solidFill>
                  <a:srgbClr val="00305A"/>
                </a:solidFill>
                <a:latin typeface="Arial"/>
              </a:rPr>
              <a:t>PSC3M8</a:t>
            </a:r>
            <a:endParaRPr sz="950" b="0" i="0">
              <a:solidFill>
                <a:srgbClr val="00305A"/>
              </a:solidFill>
              <a:latin typeface="Arial"/>
            </a:endParaRPr>
          </a:p>
        </p:txBody>
      </p:sp>
      <p:sp>
        <p:nvSpPr>
          <p:cNvPr id="20" name="Oval 19"/>
          <p:cNvSpPr/>
          <p:nvPr/>
        </p:nvSpPr>
        <p:spPr>
          <a:xfrm>
            <a:off x="8092440" y="349808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900" b="1" i="0">
                <a:solidFill>
                  <a:srgbClr val="FFFFFF"/>
                </a:solidFill>
                <a:latin typeface="Arial"/>
              </a:rPr>
              <a:t>9</a:t>
            </a:r>
          </a:p>
        </p:txBody>
      </p:sp>
      <p:sp>
        <p:nvSpPr>
          <p:cNvPr id="21" name="TextBox 20"/>
          <p:cNvSpPr txBox="1"/>
          <p:nvPr/>
        </p:nvSpPr>
        <p:spPr>
          <a:xfrm>
            <a:off x="8385048" y="346151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6 SCB (</a:t>
            </a:r>
            <a:r>
              <a:rPr lang="de-DE" sz="950" b="0" i="0">
                <a:solidFill>
                  <a:srgbClr val="00305A"/>
                </a:solidFill>
                <a:latin typeface="Arial"/>
              </a:rPr>
              <a:t>PSC3M8</a:t>
            </a:r>
            <a:r>
              <a:rPr sz="950" b="0" i="0">
                <a:solidFill>
                  <a:srgbClr val="00305A"/>
                </a:solidFill>
                <a:latin typeface="Arial"/>
              </a:rPr>
              <a:t>: 7 SCB, 2 with PMBus)</a:t>
            </a:r>
          </a:p>
        </p:txBody>
      </p:sp>
      <p:sp>
        <p:nvSpPr>
          <p:cNvPr id="22" name="Oval 21"/>
          <p:cNvSpPr/>
          <p:nvPr/>
        </p:nvSpPr>
        <p:spPr>
          <a:xfrm>
            <a:off x="8092440" y="376732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10</a:t>
            </a:r>
          </a:p>
        </p:txBody>
      </p:sp>
      <p:sp>
        <p:nvSpPr>
          <p:cNvPr id="23" name="TextBox 22"/>
          <p:cNvSpPr txBox="1"/>
          <p:nvPr/>
        </p:nvSpPr>
        <p:spPr>
          <a:xfrm>
            <a:off x="8385048" y="373075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1x standalone CORDIC (</a:t>
            </a:r>
            <a:r>
              <a:rPr lang="de-DE" sz="950" b="0" i="0">
                <a:solidFill>
                  <a:srgbClr val="00305A"/>
                </a:solidFill>
                <a:latin typeface="Arial"/>
              </a:rPr>
              <a:t>PSC3M8</a:t>
            </a:r>
            <a:r>
              <a:rPr sz="950" b="0" i="0">
                <a:solidFill>
                  <a:srgbClr val="00305A"/>
                </a:solidFill>
                <a:latin typeface="Arial"/>
              </a:rPr>
              <a:t>: 2x inside PPCA)</a:t>
            </a:r>
          </a:p>
        </p:txBody>
      </p:sp>
      <p:sp>
        <p:nvSpPr>
          <p:cNvPr id="24" name="Oval 23"/>
          <p:cNvSpPr/>
          <p:nvPr/>
        </p:nvSpPr>
        <p:spPr>
          <a:xfrm>
            <a:off x="8092440" y="403656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11</a:t>
            </a:r>
          </a:p>
        </p:txBody>
      </p:sp>
      <p:sp>
        <p:nvSpPr>
          <p:cNvPr id="25" name="TextBox 24"/>
          <p:cNvSpPr txBox="1"/>
          <p:nvPr/>
        </p:nvSpPr>
        <p:spPr>
          <a:xfrm>
            <a:off x="8385048" y="3999991"/>
            <a:ext cx="3502152" cy="347788"/>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8x32 + 16x16 TCPWM, 2 MOTIF (</a:t>
            </a:r>
            <a:r>
              <a:rPr lang="de-DE" sz="950" b="0" i="0">
                <a:solidFill>
                  <a:srgbClr val="00305A"/>
                </a:solidFill>
                <a:latin typeface="Arial"/>
              </a:rPr>
              <a:t>PSC3M8</a:t>
            </a:r>
            <a:r>
              <a:rPr sz="950" b="0" i="0">
                <a:solidFill>
                  <a:srgbClr val="00305A"/>
                </a:solidFill>
                <a:latin typeface="Arial"/>
              </a:rPr>
              <a:t>: 12x32 + 14x16 in PPCA + 2x32 + 2x16)</a:t>
            </a:r>
          </a:p>
        </p:txBody>
      </p:sp>
      <p:sp>
        <p:nvSpPr>
          <p:cNvPr id="26" name="Oval 25"/>
          <p:cNvSpPr/>
          <p:nvPr/>
        </p:nvSpPr>
        <p:spPr>
          <a:xfrm>
            <a:off x="8092440" y="430580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12</a:t>
            </a:r>
          </a:p>
        </p:txBody>
      </p:sp>
      <p:sp>
        <p:nvSpPr>
          <p:cNvPr id="27" name="TextBox 26"/>
          <p:cNvSpPr txBox="1"/>
          <p:nvPr/>
        </p:nvSpPr>
        <p:spPr>
          <a:xfrm>
            <a:off x="8385048" y="426923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1x SAR ADC 9 Msps (</a:t>
            </a:r>
            <a:r>
              <a:rPr lang="de-DE" sz="950" b="0" i="0">
                <a:solidFill>
                  <a:srgbClr val="00305A"/>
                </a:solidFill>
                <a:latin typeface="Arial"/>
              </a:rPr>
              <a:t>PSC3M8</a:t>
            </a:r>
            <a:r>
              <a:rPr sz="950" b="0" i="0">
                <a:solidFill>
                  <a:srgbClr val="00305A"/>
                </a:solidFill>
                <a:latin typeface="Arial"/>
              </a:rPr>
              <a:t>: 4x ADC 25 Msps in PPCA)</a:t>
            </a:r>
          </a:p>
        </p:txBody>
      </p:sp>
      <p:sp>
        <p:nvSpPr>
          <p:cNvPr id="28" name="Oval 27"/>
          <p:cNvSpPr/>
          <p:nvPr/>
        </p:nvSpPr>
        <p:spPr>
          <a:xfrm>
            <a:off x="8092440" y="457504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13</a:t>
            </a:r>
          </a:p>
        </p:txBody>
      </p:sp>
      <p:sp>
        <p:nvSpPr>
          <p:cNvPr id="29" name="TextBox 28"/>
          <p:cNvSpPr txBox="1"/>
          <p:nvPr/>
        </p:nvSpPr>
        <p:spPr>
          <a:xfrm>
            <a:off x="8385048" y="4538471"/>
            <a:ext cx="3502152" cy="347788"/>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9 CSG, 10-bit DAC ref (</a:t>
            </a:r>
            <a:r>
              <a:rPr lang="de-DE" sz="950" b="0" i="0">
                <a:solidFill>
                  <a:srgbClr val="00305A"/>
                </a:solidFill>
                <a:latin typeface="Arial"/>
              </a:rPr>
              <a:t>PSC3M8</a:t>
            </a:r>
            <a:r>
              <a:rPr sz="950" b="0" i="0">
                <a:solidFill>
                  <a:srgbClr val="00305A"/>
                </a:solidFill>
                <a:latin typeface="Arial"/>
              </a:rPr>
              <a:t>: 9 differential DCSG, 12-bit DAC)</a:t>
            </a:r>
          </a:p>
        </p:txBody>
      </p:sp>
      <p:sp>
        <p:nvSpPr>
          <p:cNvPr id="30" name="Oval 29"/>
          <p:cNvSpPr/>
          <p:nvPr/>
        </p:nvSpPr>
        <p:spPr>
          <a:xfrm>
            <a:off x="8092440" y="484428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14</a:t>
            </a:r>
          </a:p>
        </p:txBody>
      </p:sp>
      <p:sp>
        <p:nvSpPr>
          <p:cNvPr id="31" name="TextBox 30"/>
          <p:cNvSpPr txBox="1"/>
          <p:nvPr/>
        </p:nvSpPr>
        <p:spPr>
          <a:xfrm>
            <a:off x="8385048" y="4807711"/>
            <a:ext cx="3502152" cy="347788"/>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3x 3P3Z filter (</a:t>
            </a:r>
            <a:r>
              <a:rPr lang="de-DE" sz="950" b="0" i="0">
                <a:solidFill>
                  <a:srgbClr val="00305A"/>
                </a:solidFill>
                <a:latin typeface="Arial"/>
              </a:rPr>
              <a:t>PSC3M8</a:t>
            </a:r>
            <a:r>
              <a:rPr sz="950" b="0" i="0">
                <a:solidFill>
                  <a:srgbClr val="00305A"/>
                </a:solidFill>
                <a:latin typeface="Arial"/>
              </a:rPr>
              <a:t>: 6 channels in 2 HWFILT blocks, different datapath)</a:t>
            </a:r>
          </a:p>
        </p:txBody>
      </p:sp>
      <p:sp>
        <p:nvSpPr>
          <p:cNvPr id="32" name="Oval 31"/>
          <p:cNvSpPr/>
          <p:nvPr/>
        </p:nvSpPr>
        <p:spPr>
          <a:xfrm>
            <a:off x="8092440" y="511352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15</a:t>
            </a:r>
          </a:p>
        </p:txBody>
      </p:sp>
      <p:sp>
        <p:nvSpPr>
          <p:cNvPr id="33" name="TextBox 32"/>
          <p:cNvSpPr txBox="1"/>
          <p:nvPr/>
        </p:nvSpPr>
        <p:spPr>
          <a:xfrm>
            <a:off x="8385048" y="507695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Up to 4 OpAmps - not in </a:t>
            </a:r>
            <a:r>
              <a:rPr lang="de-DE" sz="950" b="0" i="0">
                <a:solidFill>
                  <a:srgbClr val="00305A"/>
                </a:solidFill>
                <a:latin typeface="Arial"/>
              </a:rPr>
              <a:t>PSC3M8</a:t>
            </a:r>
            <a:endParaRPr sz="950" b="0" i="0">
              <a:solidFill>
                <a:srgbClr val="00305A"/>
              </a:solidFill>
              <a:latin typeface="Arial"/>
            </a:endParaRPr>
          </a:p>
        </p:txBody>
      </p:sp>
      <p:sp>
        <p:nvSpPr>
          <p:cNvPr id="34" name="Oval 33"/>
          <p:cNvSpPr/>
          <p:nvPr/>
        </p:nvSpPr>
        <p:spPr>
          <a:xfrm>
            <a:off x="8092440" y="5382767"/>
            <a:ext cx="256032" cy="256032"/>
          </a:xfrm>
          <a:prstGeom prst="ellipse">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16</a:t>
            </a:r>
          </a:p>
        </p:txBody>
      </p:sp>
      <p:sp>
        <p:nvSpPr>
          <p:cNvPr id="35" name="TextBox 34"/>
          <p:cNvSpPr txBox="1"/>
          <p:nvPr/>
        </p:nvSpPr>
        <p:spPr>
          <a:xfrm>
            <a:off x="8385048" y="534619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2x 12-bit R2R DAC - same as </a:t>
            </a:r>
            <a:r>
              <a:rPr lang="de-DE" sz="950" b="0" i="0">
                <a:solidFill>
                  <a:srgbClr val="00305A"/>
                </a:solidFill>
                <a:latin typeface="Arial"/>
              </a:rPr>
              <a:t>PSC3M8</a:t>
            </a:r>
            <a:endParaRPr sz="950" b="0" i="0">
              <a:solidFill>
                <a:srgbClr val="00305A"/>
              </a:solidFill>
              <a:latin typeface="Arial"/>
            </a:endParaRPr>
          </a:p>
        </p:txBody>
      </p:sp>
      <p:sp>
        <p:nvSpPr>
          <p:cNvPr id="36" name="Oval 35"/>
          <p:cNvSpPr/>
          <p:nvPr/>
        </p:nvSpPr>
        <p:spPr>
          <a:xfrm>
            <a:off x="8092440" y="5652007"/>
            <a:ext cx="256032" cy="256032"/>
          </a:xfrm>
          <a:prstGeom prst="ellipse">
            <a:avLst/>
          </a:prstGeom>
          <a:solidFill>
            <a:srgbClr val="F28C00"/>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17</a:t>
            </a:r>
          </a:p>
        </p:txBody>
      </p:sp>
      <p:sp>
        <p:nvSpPr>
          <p:cNvPr id="37" name="TextBox 36"/>
          <p:cNvSpPr txBox="1"/>
          <p:nvPr/>
        </p:nvSpPr>
        <p:spPr>
          <a:xfrm>
            <a:off x="8385048" y="561543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1 DPLL (</a:t>
            </a:r>
            <a:r>
              <a:rPr lang="de-DE" sz="950" b="0" i="0">
                <a:solidFill>
                  <a:srgbClr val="00305A"/>
                </a:solidFill>
                <a:latin typeface="Arial"/>
              </a:rPr>
              <a:t>PSC3M8</a:t>
            </a:r>
            <a:r>
              <a:rPr sz="950" b="0" i="0">
                <a:solidFill>
                  <a:srgbClr val="00305A"/>
                </a:solidFill>
                <a:latin typeface="Arial"/>
              </a:rPr>
              <a:t>: 2 DPLL)</a:t>
            </a:r>
          </a:p>
        </p:txBody>
      </p:sp>
      <p:sp>
        <p:nvSpPr>
          <p:cNvPr id="38" name="Oval 37"/>
          <p:cNvSpPr/>
          <p:nvPr/>
        </p:nvSpPr>
        <p:spPr>
          <a:xfrm>
            <a:off x="8092440" y="5921247"/>
            <a:ext cx="256032" cy="256032"/>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none" lIns="0" tIns="18288" rIns="0" bIns="18288" rtlCol="0" anchor="ctr"/>
          <a:lstStyle/>
          <a:p>
            <a:pPr algn="ctr"/>
            <a:r>
              <a:rPr sz="850" b="1" i="0">
                <a:solidFill>
                  <a:srgbClr val="FFFFFF"/>
                </a:solidFill>
                <a:latin typeface="Arial"/>
              </a:rPr>
              <a:t>18</a:t>
            </a:r>
          </a:p>
        </p:txBody>
      </p:sp>
      <p:sp>
        <p:nvSpPr>
          <p:cNvPr id="39" name="TextBox 38"/>
          <p:cNvSpPr txBox="1"/>
          <p:nvPr/>
        </p:nvSpPr>
        <p:spPr>
          <a:xfrm>
            <a:off x="8385048" y="5884671"/>
            <a:ext cx="3502152" cy="201594"/>
          </a:xfrm>
          <a:prstGeom prst="rect">
            <a:avLst/>
          </a:prstGeom>
          <a:noFill/>
        </p:spPr>
        <p:txBody>
          <a:bodyPr wrap="square" lIns="45720" tIns="27432" rIns="45720" bIns="27432">
            <a:spAutoFit/>
          </a:bodyPr>
          <a:lstStyle/>
          <a:p>
            <a:pPr>
              <a:spcAft>
                <a:spcPts val="0"/>
              </a:spcAft>
            </a:pPr>
            <a:r>
              <a:rPr sz="950" b="0" i="0">
                <a:solidFill>
                  <a:srgbClr val="00305A"/>
                </a:solidFill>
                <a:latin typeface="Arial"/>
              </a:rPr>
              <a:t>Smart I/O 7 ports / 30 I/O - </a:t>
            </a:r>
            <a:r>
              <a:rPr lang="de-DE" sz="950" b="0" i="0">
                <a:solidFill>
                  <a:srgbClr val="00305A"/>
                </a:solidFill>
                <a:latin typeface="Arial"/>
              </a:rPr>
              <a:t>PSC3M8</a:t>
            </a:r>
            <a:r>
              <a:rPr sz="950" b="0" i="0">
                <a:solidFill>
                  <a:srgbClr val="00305A"/>
                </a:solidFill>
                <a:latin typeface="Arial"/>
              </a:rPr>
              <a:t> has no Smart I/O</a:t>
            </a:r>
          </a:p>
        </p:txBody>
      </p:sp>
      <p:sp>
        <p:nvSpPr>
          <p:cNvPr id="40" name="TextBox 39"/>
          <p:cNvSpPr txBox="1"/>
          <p:nvPr/>
        </p:nvSpPr>
        <p:spPr>
          <a:xfrm>
            <a:off x="338328" y="914400"/>
            <a:ext cx="11521440" cy="255455"/>
          </a:xfrm>
          <a:prstGeom prst="rect">
            <a:avLst/>
          </a:prstGeom>
          <a:noFill/>
        </p:spPr>
        <p:txBody>
          <a:bodyPr wrap="square" lIns="45720" tIns="27432" rIns="45720" bIns="27432">
            <a:spAutoFit/>
          </a:bodyPr>
          <a:lstStyle/>
          <a:p>
            <a:pPr>
              <a:spcAft>
                <a:spcPts val="0"/>
              </a:spcAft>
            </a:pPr>
            <a:r>
              <a:rPr sz="1300" b="0" i="1" dirty="0">
                <a:solidFill>
                  <a:srgbClr val="0070C0"/>
                </a:solidFill>
                <a:latin typeface="Arial"/>
              </a:rPr>
              <a:t>Blue</a:t>
            </a:r>
            <a:r>
              <a:rPr sz="1300" b="0" i="1" dirty="0">
                <a:solidFill>
                  <a:srgbClr val="404040"/>
                </a:solidFill>
                <a:latin typeface="Arial"/>
              </a:rPr>
              <a:t> = same as </a:t>
            </a:r>
            <a:r>
              <a:rPr lang="de-DE" sz="1300" b="0" i="1">
                <a:solidFill>
                  <a:srgbClr val="404040"/>
                </a:solidFill>
                <a:latin typeface="Arial"/>
              </a:rPr>
              <a:t>PSC3M8</a:t>
            </a:r>
            <a:r>
              <a:rPr sz="1300" b="0" i="1" dirty="0">
                <a:solidFill>
                  <a:srgbClr val="404040"/>
                </a:solidFill>
                <a:latin typeface="Arial"/>
              </a:rPr>
              <a:t>, </a:t>
            </a:r>
            <a:r>
              <a:rPr sz="1300" b="0" i="1" dirty="0">
                <a:solidFill>
                  <a:schemeClr val="accent3"/>
                </a:solidFill>
                <a:latin typeface="Arial"/>
              </a:rPr>
              <a:t>orange</a:t>
            </a:r>
            <a:r>
              <a:rPr sz="1300" b="0" i="1" dirty="0">
                <a:solidFill>
                  <a:srgbClr val="404040"/>
                </a:solidFill>
                <a:latin typeface="Arial"/>
              </a:rPr>
              <a:t> = differs, </a:t>
            </a:r>
            <a:r>
              <a:rPr sz="1300" b="0" i="1" dirty="0">
                <a:solidFill>
                  <a:srgbClr val="00B050"/>
                </a:solidFill>
                <a:latin typeface="Arial"/>
              </a:rPr>
              <a:t>green</a:t>
            </a:r>
            <a:r>
              <a:rPr sz="1300" b="0" i="1" dirty="0">
                <a:solidFill>
                  <a:srgbClr val="404040"/>
                </a:solidFill>
                <a:latin typeface="Arial"/>
              </a:rPr>
              <a:t> = only on </a:t>
            </a:r>
            <a:r>
              <a:rPr lang="de-DE" sz="1300" b="0" i="1">
                <a:solidFill>
                  <a:srgbClr val="404040"/>
                </a:solidFill>
                <a:latin typeface="Arial"/>
              </a:rPr>
              <a:t>PSC3M6 </a:t>
            </a:r>
            <a:r>
              <a:rPr sz="1300" b="0" i="1" dirty="0">
                <a:solidFill>
                  <a:srgbClr val="404040"/>
                </a:solidFill>
                <a:latin typeface="Arial"/>
              </a:rPr>
              <a:t>(</a:t>
            </a:r>
            <a:r>
              <a:rPr lang="de-DE" sz="1300" b="0" i="1">
                <a:solidFill>
                  <a:srgbClr val="404040"/>
                </a:solidFill>
                <a:latin typeface="Arial"/>
              </a:rPr>
              <a:t>PSC3M8</a:t>
            </a:r>
            <a:r>
              <a:rPr sz="1300" b="0" i="1" dirty="0">
                <a:solidFill>
                  <a:srgbClr val="404040"/>
                </a:solidFill>
                <a:latin typeface="Arial"/>
              </a:rPr>
              <a:t> has no PPCA equivalent of the red items)</a:t>
            </a:r>
          </a:p>
        </p:txBody>
      </p:sp>
      <p:sp>
        <p:nvSpPr>
          <p:cNvPr id="41" name="TextBox 40"/>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 </a:t>
            </a:r>
            <a:r>
              <a:rPr lang="de-DE" sz="900" b="0" i="1">
                <a:solidFill>
                  <a:srgbClr val="8A949E"/>
                </a:solidFill>
                <a:latin typeface="Arial"/>
              </a:rPr>
              <a:t>PSC3M6 </a:t>
            </a:r>
            <a:r>
              <a:rPr sz="900" b="0" i="1">
                <a:solidFill>
                  <a:srgbClr val="8A949E"/>
                </a:solidFill>
                <a:latin typeface="Arial"/>
              </a:rPr>
              <a:t>DS 002-42056 *C Fig.1 (p6); </a:t>
            </a:r>
            <a:r>
              <a:rPr lang="de-DE" sz="900" b="0" i="1">
                <a:solidFill>
                  <a:srgbClr val="8A949E"/>
                </a:solidFill>
                <a:latin typeface="Arial"/>
              </a:rPr>
              <a:t>PSC3M8</a:t>
            </a:r>
            <a:r>
              <a:rPr sz="900" b="0" i="1">
                <a:solidFill>
                  <a:srgbClr val="8A949E"/>
                </a:solidFill>
                <a:latin typeface="Arial"/>
              </a:rPr>
              <a:t> DS 002-39793 *D Fig.1 (p6), p7-12.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I/O and packages</a:t>
            </a:r>
          </a:p>
        </p:txBody>
      </p:sp>
      <p:graphicFrame>
        <p:nvGraphicFramePr>
          <p:cNvPr id="3" name="Chart 2" descr="Chart"/>
          <p:cNvGraphicFramePr>
            <a:graphicFrameLocks noGrp="1"/>
          </p:cNvGraphicFramePr>
          <p:nvPr>
            <p:extLst>
              <p:ext uri="{D42A27DB-BD31-4B8C-83A1-F6EECF244321}">
                <p14:modId xmlns:p14="http://schemas.microsoft.com/office/powerpoint/2010/main" val="3689765570"/>
              </p:ext>
            </p:extLst>
          </p:nvPr>
        </p:nvGraphicFramePr>
        <p:xfrm>
          <a:off x="338328" y="1188720"/>
          <a:ext cx="658368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7132320" y="1188720"/>
            <a:ext cx="4754880" cy="2640723"/>
          </a:xfrm>
          <a:prstGeom prst="rect">
            <a:avLst/>
          </a:prstGeom>
          <a:noFill/>
        </p:spPr>
        <p:txBody>
          <a:bodyPr wrap="square" lIns="45720" tIns="27432" rIns="45720" bIns="27432">
            <a:spAutoFit/>
          </a:bodyPr>
          <a:lstStyle/>
          <a:p>
            <a:pPr>
              <a:spcAft>
                <a:spcPts val="600"/>
              </a:spcAft>
            </a:pPr>
            <a:r>
              <a:rPr sz="1050" b="1">
                <a:solidFill>
                  <a:srgbClr val="F28C00"/>
                </a:solidFill>
                <a:latin typeface="Arial"/>
              </a:rPr>
              <a:t>CHANGED  </a:t>
            </a:r>
            <a:r>
              <a:rPr lang="de-DE" sz="1150" b="1" i="0">
                <a:solidFill>
                  <a:srgbClr val="00305A"/>
                </a:solidFill>
                <a:latin typeface="Arial"/>
              </a:rPr>
              <a:t>PSC3M6 </a:t>
            </a:r>
            <a:r>
              <a:rPr sz="1150" b="1" i="0">
                <a:solidFill>
                  <a:srgbClr val="00305A"/>
                </a:solidFill>
                <a:latin typeface="Arial"/>
              </a:rPr>
              <a:t>offers E-LQFP-64 / 80 / 100 only</a:t>
            </a:r>
            <a:r>
              <a:rPr sz="1150" b="0" i="0">
                <a:solidFill>
                  <a:srgbClr val="00305A"/>
                </a:solidFill>
                <a:latin typeface="Arial"/>
              </a:rPr>
              <a:t>; </a:t>
            </a:r>
            <a:r>
              <a:rPr lang="de-DE" sz="1150" b="0" i="0">
                <a:solidFill>
                  <a:srgbClr val="00305A"/>
                </a:solidFill>
                <a:latin typeface="Arial"/>
              </a:rPr>
              <a:t>PSC3M5 </a:t>
            </a:r>
            <a:r>
              <a:rPr sz="1150" b="0" i="0">
                <a:solidFill>
                  <a:srgbClr val="00305A"/>
                </a:solidFill>
                <a:latin typeface="Arial"/>
              </a:rPr>
              <a:t>adds VQFN-40/48/64 and E-LQFP-48; </a:t>
            </a:r>
            <a:r>
              <a:rPr lang="de-DE" sz="1150" b="0" i="0">
                <a:solidFill>
                  <a:srgbClr val="00305A"/>
                </a:solidFill>
                <a:latin typeface="Arial"/>
              </a:rPr>
              <a:t>PSC3M8 </a:t>
            </a:r>
            <a:r>
              <a:rPr sz="1150" b="0" i="0">
                <a:solidFill>
                  <a:srgbClr val="00305A"/>
                </a:solidFill>
                <a:latin typeface="Arial"/>
              </a:rPr>
              <a:t>adds VQFN-48/64</a:t>
            </a:r>
          </a:p>
          <a:p>
            <a:pPr>
              <a:spcAft>
                <a:spcPts val="600"/>
              </a:spcAft>
            </a:pPr>
            <a:r>
              <a:rPr sz="1050" b="1">
                <a:solidFill>
                  <a:srgbClr val="2E9E4F"/>
                </a:solidFill>
                <a:latin typeface="Arial"/>
              </a:rPr>
              <a:t>NEW  </a:t>
            </a:r>
            <a:r>
              <a:rPr sz="1150" b="1" i="0">
                <a:solidFill>
                  <a:srgbClr val="00305A"/>
                </a:solidFill>
                <a:latin typeface="Arial"/>
              </a:rPr>
              <a:t>E-LQFP-100</a:t>
            </a:r>
            <a:r>
              <a:rPr sz="1150" b="0" i="0">
                <a:solidFill>
                  <a:srgbClr val="00305A"/>
                </a:solidFill>
                <a:latin typeface="Arial"/>
              </a:rPr>
              <a:t> (</a:t>
            </a:r>
            <a:r>
              <a:rPr lang="de-DE" sz="1150" b="0" i="0">
                <a:solidFill>
                  <a:srgbClr val="00305A"/>
                </a:solidFill>
                <a:latin typeface="Arial"/>
              </a:rPr>
              <a:t>PSC3M5 </a:t>
            </a:r>
            <a:r>
              <a:rPr sz="1150" b="0" i="0">
                <a:solidFill>
                  <a:srgbClr val="00305A"/>
                </a:solidFill>
                <a:latin typeface="Arial"/>
              </a:rPr>
              <a:t>has no 100-pin); 68 GPIO (M) / 70 (P) + 16 dedicated analog</a:t>
            </a:r>
          </a:p>
          <a:p>
            <a:pPr>
              <a:spcAft>
                <a:spcPts val="600"/>
              </a:spcAft>
            </a:pPr>
            <a:r>
              <a:rPr sz="1050" b="1">
                <a:solidFill>
                  <a:srgbClr val="F28C00"/>
                </a:solidFill>
                <a:latin typeface="Arial"/>
              </a:rPr>
              <a:t>CHANGED  </a:t>
            </a:r>
            <a:r>
              <a:rPr sz="1150" b="0" i="0">
                <a:solidFill>
                  <a:srgbClr val="00305A"/>
                </a:solidFill>
                <a:latin typeface="Arial"/>
              </a:rPr>
              <a:t>ADC channels: 24 on 80 / 100-pin, 19 on 64-pin (</a:t>
            </a:r>
            <a:r>
              <a:rPr lang="de-DE" sz="1150" b="0" i="0">
                <a:solidFill>
                  <a:srgbClr val="00305A"/>
                </a:solidFill>
                <a:latin typeface="Arial"/>
              </a:rPr>
              <a:t>PSC3M5</a:t>
            </a:r>
            <a:r>
              <a:rPr sz="1150" b="0" i="0">
                <a:solidFill>
                  <a:srgbClr val="00305A"/>
                </a:solidFill>
                <a:latin typeface="Arial"/>
              </a:rPr>
              <a:t>: 18 / 12)</a:t>
            </a:r>
          </a:p>
          <a:p>
            <a:pPr>
              <a:spcAft>
                <a:spcPts val="600"/>
              </a:spcAft>
            </a:pPr>
            <a:r>
              <a:rPr sz="1050" b="1">
                <a:solidFill>
                  <a:srgbClr val="2E9E4F"/>
                </a:solidFill>
                <a:latin typeface="Arial"/>
              </a:rPr>
              <a:t>NEW  </a:t>
            </a:r>
            <a:r>
              <a:rPr sz="1150" b="0" i="0">
                <a:solidFill>
                  <a:srgbClr val="00305A"/>
                </a:solidFill>
                <a:latin typeface="Arial"/>
              </a:rPr>
              <a:t>Up to </a:t>
            </a:r>
            <a:r>
              <a:rPr sz="1150" b="1" i="0">
                <a:solidFill>
                  <a:srgbClr val="00305A"/>
                </a:solidFill>
                <a:latin typeface="Arial"/>
              </a:rPr>
              <a:t>4 OVT GPIO</a:t>
            </a:r>
            <a:r>
              <a:rPr sz="1150" b="0" i="0">
                <a:solidFill>
                  <a:srgbClr val="00305A"/>
                </a:solidFill>
                <a:latin typeface="Arial"/>
              </a:rPr>
              <a:t> (I3C OVT I/O); </a:t>
            </a:r>
            <a:r>
              <a:rPr lang="de-DE" sz="1150" b="0" i="0">
                <a:solidFill>
                  <a:srgbClr val="00305A"/>
                </a:solidFill>
                <a:latin typeface="Arial"/>
              </a:rPr>
              <a:t>PSC3M8 </a:t>
            </a:r>
            <a:r>
              <a:rPr sz="1150" b="0" i="0">
                <a:solidFill>
                  <a:srgbClr val="00305A"/>
                </a:solidFill>
                <a:latin typeface="Arial"/>
              </a:rPr>
              <a:t>has 6 GPIO_OVT, </a:t>
            </a:r>
            <a:r>
              <a:rPr lang="de-DE" sz="1150" b="0" i="0">
                <a:solidFill>
                  <a:srgbClr val="00305A"/>
                </a:solidFill>
                <a:latin typeface="Arial"/>
              </a:rPr>
              <a:t>PSC3M5 </a:t>
            </a:r>
            <a:r>
              <a:rPr sz="1150" b="0" i="0">
                <a:solidFill>
                  <a:srgbClr val="00305A"/>
                </a:solidFill>
                <a:latin typeface="Arial"/>
              </a:rPr>
              <a:t>none documented</a:t>
            </a:r>
          </a:p>
          <a:p>
            <a:pPr>
              <a:spcAft>
                <a:spcPts val="600"/>
              </a:spcAft>
            </a:pPr>
            <a:r>
              <a:rPr sz="1050" b="1">
                <a:solidFill>
                  <a:srgbClr val="F28C00"/>
                </a:solidFill>
                <a:latin typeface="Arial"/>
              </a:rPr>
              <a:t>CHANGED  </a:t>
            </a:r>
            <a:r>
              <a:rPr sz="1150" b="0" i="0">
                <a:solidFill>
                  <a:srgbClr val="00305A"/>
                </a:solidFill>
                <a:latin typeface="Arial"/>
              </a:rPr>
              <a:t>Smart I/O: 7 ports, 30 I/O (</a:t>
            </a:r>
            <a:r>
              <a:rPr lang="de-DE" sz="1150" b="0" i="0">
                <a:solidFill>
                  <a:srgbClr val="00305A"/>
                </a:solidFill>
                <a:latin typeface="Arial"/>
              </a:rPr>
              <a:t>PSC3M5</a:t>
            </a:r>
            <a:r>
              <a:rPr sz="1150" b="0" i="0">
                <a:solidFill>
                  <a:srgbClr val="00305A"/>
                </a:solidFill>
                <a:latin typeface="Arial"/>
              </a:rPr>
              <a:t>: 28); </a:t>
            </a:r>
            <a:r>
              <a:rPr lang="de-DE" sz="1150" b="0" i="0">
                <a:solidFill>
                  <a:srgbClr val="00305A"/>
                </a:solidFill>
                <a:latin typeface="Arial"/>
              </a:rPr>
              <a:t>PSC3M8 </a:t>
            </a:r>
            <a:r>
              <a:rPr sz="1150" b="0" i="0">
                <a:solidFill>
                  <a:srgbClr val="00305A"/>
                </a:solidFill>
                <a:latin typeface="Arial"/>
              </a:rPr>
              <a:t>none</a:t>
            </a:r>
          </a:p>
          <a:p>
            <a:pPr>
              <a:spcAft>
                <a:spcPts val="600"/>
              </a:spcAft>
            </a:pPr>
            <a:r>
              <a:rPr sz="1050" b="1">
                <a:solidFill>
                  <a:srgbClr val="F28C00"/>
                </a:solidFill>
                <a:latin typeface="Arial"/>
              </a:rPr>
              <a:t>CHANGED  </a:t>
            </a:r>
            <a:r>
              <a:rPr sz="1150" b="0" i="0">
                <a:solidFill>
                  <a:srgbClr val="00305A"/>
                </a:solidFill>
                <a:latin typeface="Arial"/>
              </a:rPr>
              <a:t>Analog-capable GPIO: 8 (</a:t>
            </a:r>
            <a:r>
              <a:rPr lang="de-DE" sz="1150" b="0" i="0">
                <a:solidFill>
                  <a:srgbClr val="00305A"/>
                </a:solidFill>
                <a:latin typeface="Arial"/>
              </a:rPr>
              <a:t>PSC3M5</a:t>
            </a:r>
            <a:r>
              <a:rPr sz="1150" b="0" i="0">
                <a:solidFill>
                  <a:srgbClr val="00305A"/>
                </a:solidFill>
                <a:latin typeface="Arial"/>
              </a:rPr>
              <a:t>: 2, </a:t>
            </a:r>
            <a:r>
              <a:rPr lang="de-DE" sz="1150" b="0" i="0">
                <a:solidFill>
                  <a:srgbClr val="00305A"/>
                </a:solidFill>
                <a:latin typeface="Arial"/>
              </a:rPr>
              <a:t>PSC3M8</a:t>
            </a:r>
            <a:r>
              <a:rPr sz="1150" b="0" i="0">
                <a:solidFill>
                  <a:srgbClr val="00305A"/>
                </a:solidFill>
                <a:latin typeface="Arial"/>
              </a:rPr>
              <a:t>: 14)</a:t>
            </a:r>
          </a:p>
          <a:p>
            <a:pPr>
              <a:spcAft>
                <a:spcPts val="600"/>
              </a:spcAft>
            </a:pPr>
            <a:r>
              <a:rPr sz="1150" b="0" i="0">
                <a:solidFill>
                  <a:srgbClr val="00305A"/>
                </a:solidFill>
                <a:latin typeface="Arial"/>
              </a:rPr>
              <a:t>Pin names are not comparable across packages - compare function and port only; run a fresh pin-assignment before PCB reuse</a:t>
            </a:r>
          </a:p>
        </p:txBody>
      </p:sp>
      <p:sp>
        <p:nvSpPr>
          <p:cNvPr id="5" name="TextBox 4"/>
          <p:cNvSpPr txBox="1"/>
          <p:nvPr/>
        </p:nvSpPr>
        <p:spPr>
          <a:xfrm>
            <a:off x="338328" y="5074920"/>
            <a:ext cx="6583680" cy="378565"/>
          </a:xfrm>
          <a:prstGeom prst="rect">
            <a:avLst/>
          </a:prstGeom>
          <a:noFill/>
        </p:spPr>
        <p:txBody>
          <a:bodyPr wrap="square" lIns="45720" tIns="27432" rIns="45720" bIns="27432">
            <a:spAutoFit/>
          </a:bodyPr>
          <a:lstStyle/>
          <a:p>
            <a:pPr>
              <a:spcAft>
                <a:spcPts val="400"/>
              </a:spcAft>
            </a:pPr>
            <a:r>
              <a:rPr sz="1050" b="0" i="0">
                <a:solidFill>
                  <a:srgbClr val="404040"/>
                </a:solidFill>
                <a:latin typeface="Arial"/>
              </a:rPr>
              <a:t>GPIO @80-pin: 54 on every </a:t>
            </a:r>
            <a:r>
              <a:rPr lang="de-DE" sz="1050" b="0" i="0">
                <a:solidFill>
                  <a:srgbClr val="404040"/>
                </a:solidFill>
                <a:latin typeface="Arial"/>
              </a:rPr>
              <a:t>PSC3M6 </a:t>
            </a:r>
            <a:r>
              <a:rPr sz="1050" b="0" i="0">
                <a:solidFill>
                  <a:srgbClr val="404040"/>
                </a:solidFill>
                <a:latin typeface="Arial"/>
              </a:rPr>
              <a:t>OPN; 64-pin: 39. </a:t>
            </a:r>
            <a:r>
              <a:rPr lang="de-DE" sz="1050" b="0" i="0">
                <a:solidFill>
                  <a:srgbClr val="404040"/>
                </a:solidFill>
                <a:latin typeface="Arial"/>
              </a:rPr>
              <a:t>PSC3M8</a:t>
            </a:r>
            <a:r>
              <a:rPr sz="1050" b="0" i="0">
                <a:solidFill>
                  <a:srgbClr val="404040"/>
                </a:solidFill>
                <a:latin typeface="Arial"/>
              </a:rPr>
              <a:t> per package: 60 / 45 / 33 (E-LQFP-64) / 34 (VQFN-64) / 25 (VQFN-48).</a:t>
            </a:r>
          </a:p>
        </p:txBody>
      </p:sp>
      <p:sp>
        <p:nvSpPr>
          <p:cNvPr id="6" name="TextBox 5"/>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Sources: Ordering tables - </a:t>
            </a:r>
            <a:r>
              <a:rPr lang="de-DE" sz="900" b="0" i="1">
                <a:solidFill>
                  <a:srgbClr val="8A949E"/>
                </a:solidFill>
                <a:latin typeface="Arial"/>
              </a:rPr>
              <a:t>PSC3M6 </a:t>
            </a:r>
            <a:r>
              <a:rPr sz="900" b="0" i="1">
                <a:solidFill>
                  <a:srgbClr val="8A949E"/>
                </a:solidFill>
                <a:latin typeface="Arial"/>
              </a:rPr>
              <a:t>Table 65, </a:t>
            </a:r>
            <a:r>
              <a:rPr lang="de-DE" sz="900" b="0" i="1">
                <a:solidFill>
                  <a:srgbClr val="8A949E"/>
                </a:solidFill>
                <a:latin typeface="Arial"/>
              </a:rPr>
              <a:t>PSC3M5 </a:t>
            </a:r>
            <a:r>
              <a:rPr sz="900" b="0" i="1">
                <a:solidFill>
                  <a:srgbClr val="8A949E"/>
                </a:solidFill>
                <a:latin typeface="Arial"/>
              </a:rPr>
              <a:t>Table 29, </a:t>
            </a:r>
            <a:r>
              <a:rPr lang="de-DE" sz="900" b="0" i="1">
                <a:solidFill>
                  <a:srgbClr val="8A949E"/>
                </a:solidFill>
                <a:latin typeface="Arial"/>
              </a:rPr>
              <a:t>PSC3M8 </a:t>
            </a:r>
            <a:r>
              <a:rPr sz="900" b="0" i="1">
                <a:solidFill>
                  <a:srgbClr val="8A949E"/>
                </a:solidFill>
                <a:latin typeface="Arial"/>
              </a:rPr>
              <a:t>Tables 25-28; </a:t>
            </a:r>
            <a:r>
              <a:rPr lang="de-DE" sz="900" b="0" i="1">
                <a:solidFill>
                  <a:srgbClr val="8A949E"/>
                </a:solidFill>
                <a:latin typeface="Arial"/>
              </a:rPr>
              <a:t>PSC3M6 </a:t>
            </a:r>
            <a:r>
              <a:rPr sz="900" b="0" i="1">
                <a:solidFill>
                  <a:srgbClr val="8A949E"/>
                </a:solidFill>
                <a:latin typeface="Arial"/>
              </a:rPr>
              <a:t>DS p9, 26; TRM ch.24 (GPIO_OVT 24.3.2.1 new vs </a:t>
            </a:r>
            <a:r>
              <a:rPr lang="de-DE" sz="900" b="0" i="1">
                <a:solidFill>
                  <a:srgbClr val="8A949E"/>
                </a:solidFill>
                <a:latin typeface="Arial"/>
              </a:rPr>
              <a:t>PSC3M5</a:t>
            </a:r>
            <a:r>
              <a:rPr sz="900" b="0" i="1">
                <a:solidFill>
                  <a:srgbClr val="8A949E"/>
                </a:solidFill>
                <a:latin typeface="Aria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Migration checklist: </a:t>
            </a:r>
            <a:r>
              <a:rPr lang="de-DE"/>
              <a:t>PSC3M5 </a:t>
            </a:r>
            <a:r>
              <a:t>-&gt; </a:t>
            </a:r>
            <a:r>
              <a:rPr lang="de-DE"/>
              <a:t>PSC3M6</a:t>
            </a:r>
            <a:endParaRPr/>
          </a:p>
        </p:txBody>
      </p:sp>
      <p:sp>
        <p:nvSpPr>
          <p:cNvPr id="3" name="Rectangle 2"/>
          <p:cNvSpPr/>
          <p:nvPr/>
        </p:nvSpPr>
        <p:spPr>
          <a:xfrm>
            <a:off x="338328" y="960120"/>
            <a:ext cx="5669280" cy="310896"/>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FFFFFF"/>
                </a:solidFill>
                <a:latin typeface="Arial"/>
              </a:rPr>
              <a:t>What you gain</a:t>
            </a:r>
          </a:p>
        </p:txBody>
      </p:sp>
      <p:sp>
        <p:nvSpPr>
          <p:cNvPr id="4" name="Rectangle 3"/>
          <p:cNvSpPr/>
          <p:nvPr/>
        </p:nvSpPr>
        <p:spPr>
          <a:xfrm>
            <a:off x="6199632" y="960120"/>
            <a:ext cx="5669280" cy="310896"/>
          </a:xfrm>
          <a:prstGeom prst="rect">
            <a:avLst/>
          </a:prstGeom>
          <a:solidFill>
            <a:srgbClr val="D0302D"/>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1" i="0">
                <a:solidFill>
                  <a:srgbClr val="FFFFFF"/>
                </a:solidFill>
                <a:latin typeface="Arial"/>
              </a:rPr>
              <a:t>What to re-check</a:t>
            </a:r>
          </a:p>
        </p:txBody>
      </p:sp>
      <p:sp>
        <p:nvSpPr>
          <p:cNvPr id="5" name="TextBox 4"/>
          <p:cNvSpPr txBox="1"/>
          <p:nvPr/>
        </p:nvSpPr>
        <p:spPr>
          <a:xfrm>
            <a:off x="338328" y="1371600"/>
            <a:ext cx="5669280" cy="4754880"/>
          </a:xfrm>
          <a:prstGeom prst="rect">
            <a:avLst/>
          </a:prstGeom>
          <a:noFill/>
        </p:spPr>
        <p:txBody>
          <a:bodyPr wrap="square" lIns="45720" tIns="27432" rIns="45720" bIns="27432">
            <a:spAutoFit/>
          </a:bodyPr>
          <a:lstStyle/>
          <a:p>
            <a:pPr>
              <a:spcAft>
                <a:spcPts val="1200"/>
              </a:spcAft>
            </a:pPr>
            <a:r>
              <a:rPr sz="1400" b="1">
                <a:solidFill>
                  <a:srgbClr val="0082CE"/>
                </a:solidFill>
                <a:latin typeface="Arial"/>
              </a:rPr>
              <a:t>• </a:t>
            </a:r>
            <a:r>
              <a:rPr sz="1400" b="1" i="0">
                <a:solidFill>
                  <a:srgbClr val="00305A"/>
                </a:solidFill>
                <a:latin typeface="Arial"/>
              </a:rPr>
              <a:t>2x flash / SRAM</a:t>
            </a:r>
            <a:r>
              <a:rPr sz="1400" b="0" i="0">
                <a:solidFill>
                  <a:srgbClr val="00305A"/>
                </a:solidFill>
                <a:latin typeface="Arial"/>
              </a:rPr>
              <a:t>: room for OTA, dual-bank bootloader, more RTOS</a:t>
            </a:r>
          </a:p>
          <a:p>
            <a:pPr>
              <a:spcAft>
                <a:spcPts val="1200"/>
              </a:spcAft>
            </a:pPr>
            <a:r>
              <a:rPr sz="1400" b="1">
                <a:solidFill>
                  <a:srgbClr val="0082CE"/>
                </a:solidFill>
                <a:latin typeface="Arial"/>
              </a:rPr>
              <a:t>• </a:t>
            </a:r>
            <a:r>
              <a:rPr sz="1400" b="1" i="0">
                <a:solidFill>
                  <a:srgbClr val="00305A"/>
                </a:solidFill>
                <a:latin typeface="Arial"/>
              </a:rPr>
              <a:t>Analog integration</a:t>
            </a:r>
            <a:r>
              <a:rPr sz="1400" b="0" i="0">
                <a:solidFill>
                  <a:srgbClr val="00305A"/>
                </a:solidFill>
                <a:latin typeface="Arial"/>
              </a:rPr>
              <a:t>: OpAmps + DACs + 3P3Z remove external parts in current-sense and compensation</a:t>
            </a:r>
          </a:p>
          <a:p>
            <a:pPr>
              <a:spcAft>
                <a:spcPts val="1200"/>
              </a:spcAft>
            </a:pPr>
            <a:r>
              <a:rPr sz="1400" b="1">
                <a:solidFill>
                  <a:srgbClr val="0082CE"/>
                </a:solidFill>
                <a:latin typeface="Arial"/>
              </a:rPr>
              <a:t>• </a:t>
            </a:r>
            <a:r>
              <a:rPr sz="1400" b="1" i="0">
                <a:solidFill>
                  <a:srgbClr val="00305A"/>
                </a:solidFill>
                <a:latin typeface="Arial"/>
              </a:rPr>
              <a:t>9 comparators, 8 HRPWM, 2 MOTIF</a:t>
            </a:r>
            <a:r>
              <a:rPr sz="1400" b="0" i="0">
                <a:solidFill>
                  <a:srgbClr val="00305A"/>
                </a:solidFill>
                <a:latin typeface="Arial"/>
              </a:rPr>
              <a:t>: multi-axis / multi-phase designs on one chip</a:t>
            </a:r>
          </a:p>
          <a:p>
            <a:pPr>
              <a:spcAft>
                <a:spcPts val="1200"/>
              </a:spcAft>
            </a:pPr>
            <a:r>
              <a:rPr sz="1400" b="1">
                <a:solidFill>
                  <a:srgbClr val="0082CE"/>
                </a:solidFill>
                <a:latin typeface="Arial"/>
              </a:rPr>
              <a:t>• </a:t>
            </a:r>
            <a:r>
              <a:rPr sz="1400" b="1" i="0">
                <a:solidFill>
                  <a:srgbClr val="00305A"/>
                </a:solidFill>
                <a:latin typeface="Arial"/>
              </a:rPr>
              <a:t>I3C and USB-FS</a:t>
            </a:r>
            <a:r>
              <a:rPr sz="1400" b="0" i="0">
                <a:solidFill>
                  <a:srgbClr val="00305A"/>
                </a:solidFill>
                <a:latin typeface="Arial"/>
              </a:rPr>
              <a:t> (100-pin M parts): sensors and PC / host connectivity</a:t>
            </a:r>
          </a:p>
          <a:p>
            <a:pPr>
              <a:spcAft>
                <a:spcPts val="1200"/>
              </a:spcAft>
            </a:pPr>
            <a:r>
              <a:rPr sz="1400" b="1">
                <a:solidFill>
                  <a:srgbClr val="0082CE"/>
                </a:solidFill>
                <a:latin typeface="Arial"/>
              </a:rPr>
              <a:t>• </a:t>
            </a:r>
            <a:r>
              <a:rPr sz="1400" b="1" i="0">
                <a:solidFill>
                  <a:srgbClr val="00305A"/>
                </a:solidFill>
                <a:latin typeface="Arial"/>
              </a:rPr>
              <a:t>Security</a:t>
            </a:r>
            <a:r>
              <a:rPr sz="1400" b="0" i="0">
                <a:solidFill>
                  <a:srgbClr val="00305A"/>
                </a:solidFill>
                <a:latin typeface="Arial"/>
              </a:rPr>
              <a:t>: AES-256, SHA-384/512, PQC and DICE readiness, PSA L3 (512 KB), SVGS</a:t>
            </a:r>
          </a:p>
          <a:p>
            <a:pPr>
              <a:spcAft>
                <a:spcPts val="1200"/>
              </a:spcAft>
            </a:pPr>
            <a:r>
              <a:rPr sz="1400" b="1">
                <a:solidFill>
                  <a:srgbClr val="0082CE"/>
                </a:solidFill>
                <a:latin typeface="Arial"/>
              </a:rPr>
              <a:t>• </a:t>
            </a:r>
            <a:r>
              <a:rPr sz="1400" b="1" i="0">
                <a:solidFill>
                  <a:srgbClr val="00305A"/>
                </a:solidFill>
                <a:latin typeface="Arial"/>
              </a:rPr>
              <a:t>70 GPIO / 100-pin option</a:t>
            </a:r>
            <a:r>
              <a:rPr sz="1400" b="0" i="0">
                <a:solidFill>
                  <a:srgbClr val="00305A"/>
                </a:solidFill>
                <a:latin typeface="Arial"/>
              </a:rPr>
              <a:t> for higher I/O count</a:t>
            </a:r>
          </a:p>
        </p:txBody>
      </p:sp>
      <p:sp>
        <p:nvSpPr>
          <p:cNvPr id="6" name="TextBox 5"/>
          <p:cNvSpPr txBox="1"/>
          <p:nvPr/>
        </p:nvSpPr>
        <p:spPr>
          <a:xfrm>
            <a:off x="6199632" y="1371600"/>
            <a:ext cx="5669280" cy="3133165"/>
          </a:xfrm>
          <a:prstGeom prst="rect">
            <a:avLst/>
          </a:prstGeom>
          <a:noFill/>
        </p:spPr>
        <p:txBody>
          <a:bodyPr wrap="square" lIns="45720" tIns="27432" rIns="45720" bIns="27432">
            <a:spAutoFit/>
          </a:bodyPr>
          <a:lstStyle/>
          <a:p>
            <a:pPr>
              <a:spcAft>
                <a:spcPts val="1200"/>
              </a:spcAft>
            </a:pPr>
            <a:r>
              <a:rPr sz="1400" b="1">
                <a:solidFill>
                  <a:srgbClr val="0082CE"/>
                </a:solidFill>
                <a:latin typeface="Arial"/>
              </a:rPr>
              <a:t>• </a:t>
            </a:r>
            <a:r>
              <a:rPr sz="1400" b="1" i="0">
                <a:solidFill>
                  <a:srgbClr val="00305A"/>
                </a:solidFill>
                <a:latin typeface="Arial"/>
              </a:rPr>
              <a:t>Package</a:t>
            </a:r>
            <a:r>
              <a:rPr sz="1400" b="0" i="0">
                <a:solidFill>
                  <a:srgbClr val="00305A"/>
                </a:solidFill>
                <a:latin typeface="Arial"/>
              </a:rPr>
              <a:t>: no VQFN / 48-pin; </a:t>
            </a:r>
            <a:r>
              <a:rPr lang="de-DE" sz="1400" b="0" i="0">
                <a:solidFill>
                  <a:srgbClr val="00305A"/>
                </a:solidFill>
                <a:latin typeface="Arial"/>
              </a:rPr>
              <a:t>PSC3M5 </a:t>
            </a:r>
            <a:r>
              <a:rPr sz="1400" b="0" i="0">
                <a:solidFill>
                  <a:srgbClr val="00305A"/>
                </a:solidFill>
                <a:latin typeface="Arial"/>
              </a:rPr>
              <a:t>pinout does not carry over - new PCB</a:t>
            </a:r>
          </a:p>
          <a:p>
            <a:pPr>
              <a:spcAft>
                <a:spcPts val="1200"/>
              </a:spcAft>
            </a:pPr>
            <a:r>
              <a:rPr sz="1400" b="1">
                <a:solidFill>
                  <a:srgbClr val="0082CE"/>
                </a:solidFill>
                <a:latin typeface="Arial"/>
              </a:rPr>
              <a:t>• </a:t>
            </a:r>
            <a:r>
              <a:rPr sz="1400" b="1" i="0">
                <a:solidFill>
                  <a:srgbClr val="00305A"/>
                </a:solidFill>
                <a:latin typeface="Arial"/>
              </a:rPr>
              <a:t>ADC</a:t>
            </a:r>
            <a:r>
              <a:rPr sz="1400" b="0" i="0">
                <a:solidFill>
                  <a:srgbClr val="00305A"/>
                </a:solidFill>
                <a:latin typeface="Arial"/>
              </a:rPr>
              <a:t>: 12 -&gt; 9 Msps (HPPASS 240 -&gt; 180 MHz); re-time acquisition and sequencer</a:t>
            </a:r>
          </a:p>
          <a:p>
            <a:pPr>
              <a:spcAft>
                <a:spcPts val="1200"/>
              </a:spcAft>
            </a:pPr>
            <a:r>
              <a:rPr sz="1400" b="1">
                <a:solidFill>
                  <a:srgbClr val="0082CE"/>
                </a:solidFill>
                <a:latin typeface="Arial"/>
              </a:rPr>
              <a:t>• </a:t>
            </a:r>
            <a:r>
              <a:rPr sz="1400" b="1" i="0">
                <a:solidFill>
                  <a:srgbClr val="00305A"/>
                </a:solidFill>
                <a:latin typeface="Arial"/>
              </a:rPr>
              <a:t>HRPWM</a:t>
            </a:r>
            <a:r>
              <a:rPr sz="1400" b="0" i="0">
                <a:solidFill>
                  <a:srgbClr val="00305A"/>
                </a:solidFill>
                <a:latin typeface="Arial"/>
              </a:rPr>
              <a:t>: 65 -&gt; 87 ps typical steps (</a:t>
            </a:r>
            <a:r>
              <a:rPr lang="de-DE" sz="1400" b="0" i="0">
                <a:solidFill>
                  <a:srgbClr val="00305A"/>
                </a:solidFill>
                <a:latin typeface="Arial"/>
              </a:rPr>
              <a:t>PSC3M6 </a:t>
            </a:r>
            <a:r>
              <a:rPr sz="1400" b="0" i="0">
                <a:solidFill>
                  <a:srgbClr val="00305A"/>
                </a:solidFill>
                <a:latin typeface="Arial"/>
              </a:rPr>
              <a:t>at 180 MHz)</a:t>
            </a:r>
          </a:p>
          <a:p>
            <a:pPr>
              <a:spcAft>
                <a:spcPts val="1200"/>
              </a:spcAft>
            </a:pPr>
            <a:r>
              <a:rPr sz="1400" b="1">
                <a:solidFill>
                  <a:srgbClr val="0082CE"/>
                </a:solidFill>
                <a:latin typeface="Arial"/>
              </a:rPr>
              <a:t>• </a:t>
            </a:r>
            <a:r>
              <a:rPr sz="1400" b="1" i="0">
                <a:solidFill>
                  <a:srgbClr val="00305A"/>
                </a:solidFill>
                <a:latin typeface="Arial"/>
              </a:rPr>
              <a:t>Clocking</a:t>
            </a:r>
            <a:r>
              <a:rPr sz="1400" b="0" i="0">
                <a:solidFill>
                  <a:srgbClr val="00305A"/>
                </a:solidFill>
                <a:latin typeface="Arial"/>
              </a:rPr>
              <a:t>: one DPLL - re-plan CPU / peri / USB clock sources</a:t>
            </a:r>
          </a:p>
          <a:p>
            <a:pPr>
              <a:spcAft>
                <a:spcPts val="1200"/>
              </a:spcAft>
            </a:pPr>
            <a:r>
              <a:rPr sz="1400" b="1">
                <a:solidFill>
                  <a:srgbClr val="0082CE"/>
                </a:solidFill>
                <a:latin typeface="Arial"/>
              </a:rPr>
              <a:t>• </a:t>
            </a:r>
            <a:r>
              <a:rPr sz="1400" b="1" i="0">
                <a:solidFill>
                  <a:srgbClr val="00305A"/>
                </a:solidFill>
                <a:latin typeface="Arial"/>
              </a:rPr>
              <a:t>Low-power wake</a:t>
            </a:r>
            <a:r>
              <a:rPr sz="1400" b="0" i="0">
                <a:solidFill>
                  <a:srgbClr val="00305A"/>
                </a:solidFill>
                <a:latin typeface="Arial"/>
              </a:rPr>
              <a:t>: DeepSleep wake &lt; 100 us (</a:t>
            </a:r>
            <a:r>
              <a:rPr lang="de-DE" sz="1400" b="0" i="0">
                <a:solidFill>
                  <a:srgbClr val="00305A"/>
                </a:solidFill>
                <a:latin typeface="Arial"/>
              </a:rPr>
              <a:t>PSC3M5</a:t>
            </a:r>
            <a:r>
              <a:rPr sz="1400" b="0" i="0">
                <a:solidFill>
                  <a:srgbClr val="00305A"/>
                </a:solidFill>
                <a:latin typeface="Arial"/>
              </a:rPr>
              <a:t> &lt; 20 us)</a:t>
            </a:r>
          </a:p>
          <a:p>
            <a:pPr>
              <a:spcAft>
                <a:spcPts val="1200"/>
              </a:spcAft>
            </a:pPr>
            <a:r>
              <a:rPr sz="1400" b="1">
                <a:solidFill>
                  <a:srgbClr val="0082CE"/>
                </a:solidFill>
                <a:latin typeface="Arial"/>
              </a:rPr>
              <a:t>• </a:t>
            </a:r>
            <a:r>
              <a:rPr sz="1400" b="1" i="0">
                <a:solidFill>
                  <a:srgbClr val="00305A"/>
                </a:solidFill>
                <a:latin typeface="Arial"/>
              </a:rPr>
              <a:t>Variants</a:t>
            </a:r>
            <a:r>
              <a:rPr sz="1400" b="0" i="0">
                <a:solidFill>
                  <a:srgbClr val="00305A"/>
                </a:solidFill>
                <a:latin typeface="Arial"/>
              </a:rPr>
              <a:t>: choose OPN for USB, 3P3Z, 9 CSG, CORDIC / MOTIF (M vs P) - see matrix</a:t>
            </a:r>
          </a:p>
          <a:p>
            <a:pPr>
              <a:spcAft>
                <a:spcPts val="1200"/>
              </a:spcAft>
            </a:pPr>
            <a:r>
              <a:rPr sz="1400" b="1">
                <a:solidFill>
                  <a:srgbClr val="0082CE"/>
                </a:solidFill>
                <a:latin typeface="Arial"/>
              </a:rPr>
              <a:t>• </a:t>
            </a:r>
            <a:r>
              <a:rPr sz="1400" b="1" i="0">
                <a:solidFill>
                  <a:srgbClr val="00305A"/>
                </a:solidFill>
                <a:latin typeface="Arial"/>
              </a:rPr>
              <a:t>Software</a:t>
            </a:r>
            <a:r>
              <a:rPr sz="1400" b="0" i="0">
                <a:solidFill>
                  <a:srgbClr val="00305A"/>
                </a:solidFill>
                <a:latin typeface="Arial"/>
              </a:rPr>
              <a:t>: flash driver, trigger tables, protection / provisioning flow</a:t>
            </a:r>
          </a:p>
        </p:txBody>
      </p:sp>
      <p:sp>
        <p:nvSpPr>
          <p:cNvPr id="7" name="TextBox 6"/>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Sources: </a:t>
            </a:r>
            <a:r>
              <a:rPr lang="de-DE" sz="900" b="0" i="1">
                <a:solidFill>
                  <a:srgbClr val="8A949E"/>
                </a:solidFill>
                <a:latin typeface="Arial"/>
              </a:rPr>
              <a:t>PSC3M6 </a:t>
            </a:r>
            <a:r>
              <a:rPr sz="900" b="0" i="1">
                <a:solidFill>
                  <a:srgbClr val="8A949E"/>
                </a:solidFill>
                <a:latin typeface="Arial"/>
              </a:rPr>
              <a:t>/ </a:t>
            </a:r>
            <a:r>
              <a:rPr lang="de-DE" sz="900" b="0" i="1">
                <a:solidFill>
                  <a:srgbClr val="8A949E"/>
                </a:solidFill>
                <a:latin typeface="Arial"/>
              </a:rPr>
              <a:t>PSC3M5</a:t>
            </a:r>
            <a:r>
              <a:rPr sz="900" b="0" i="1">
                <a:solidFill>
                  <a:srgbClr val="8A949E"/>
                </a:solidFill>
                <a:latin typeface="Arial"/>
              </a:rPr>
              <a:t> datasheets and TRM.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Positioning: </a:t>
            </a:r>
            <a:r>
              <a:rPr lang="de-DE"/>
              <a:t>PSC3M6 </a:t>
            </a:r>
            <a:r>
              <a:t>next to </a:t>
            </a:r>
            <a:r>
              <a:rPr lang="de-DE"/>
              <a:t>PSC3M5 </a:t>
            </a:r>
            <a:r>
              <a:t>and </a:t>
            </a:r>
            <a:r>
              <a:rPr lang="de-DE"/>
              <a:t>PSC3M8</a:t>
            </a:r>
            <a:endParaRPr/>
          </a:p>
        </p:txBody>
      </p:sp>
      <p:sp>
        <p:nvSpPr>
          <p:cNvPr id="3" name="Rectangle 2"/>
          <p:cNvSpPr/>
          <p:nvPr/>
        </p:nvSpPr>
        <p:spPr>
          <a:xfrm>
            <a:off x="338328" y="1097280"/>
            <a:ext cx="3749039" cy="457200"/>
          </a:xfrm>
          <a:prstGeom prst="rect">
            <a:avLst/>
          </a:prstGeom>
          <a:solidFill>
            <a:srgbClr val="0082C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de-DE" sz="1400" b="1" i="0">
                <a:solidFill>
                  <a:srgbClr val="FFFFFF"/>
                </a:solidFill>
                <a:latin typeface="Arial"/>
              </a:rPr>
              <a:t>PSC3M5</a:t>
            </a:r>
            <a:r>
              <a:rPr sz="1400" b="1" i="0">
                <a:solidFill>
                  <a:srgbClr val="FFFFFF"/>
                </a:solidFill>
                <a:latin typeface="Arial"/>
              </a:rPr>
              <a:t> (PSC3M/P5)</a:t>
            </a:r>
          </a:p>
        </p:txBody>
      </p:sp>
      <p:sp>
        <p:nvSpPr>
          <p:cNvPr id="4" name="Rectangle 3"/>
          <p:cNvSpPr/>
          <p:nvPr/>
        </p:nvSpPr>
        <p:spPr>
          <a:xfrm>
            <a:off x="338328" y="1554480"/>
            <a:ext cx="3749039" cy="4480560"/>
          </a:xfrm>
          <a:prstGeom prst="rect">
            <a:avLst/>
          </a:prstGeom>
          <a:solidFill>
            <a:srgbClr val="F4F8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645920"/>
            <a:ext cx="3611880" cy="4343400"/>
          </a:xfrm>
          <a:prstGeom prst="rect">
            <a:avLst/>
          </a:prstGeom>
          <a:noFill/>
        </p:spPr>
        <p:txBody>
          <a:bodyPr wrap="square" lIns="45720" tIns="27432" rIns="45720" bIns="27432">
            <a:spAutoFit/>
          </a:bodyPr>
          <a:lstStyle/>
          <a:p>
            <a:pPr>
              <a:spcAft>
                <a:spcPts val="1400"/>
              </a:spcAft>
            </a:pPr>
            <a:r>
              <a:rPr sz="1450" b="1">
                <a:solidFill>
                  <a:srgbClr val="0082CE"/>
                </a:solidFill>
                <a:latin typeface="Arial"/>
              </a:rPr>
              <a:t>• </a:t>
            </a:r>
            <a:r>
              <a:rPr sz="1450" b="0" i="0">
                <a:solidFill>
                  <a:srgbClr val="00305A"/>
                </a:solidFill>
                <a:latin typeface="Arial"/>
              </a:rPr>
              <a:t>Smaller memory: 256 KB / 64 KB</a:t>
            </a:r>
          </a:p>
          <a:p>
            <a:pPr>
              <a:spcAft>
                <a:spcPts val="1400"/>
              </a:spcAft>
            </a:pPr>
            <a:r>
              <a:rPr sz="1450" b="1">
                <a:solidFill>
                  <a:srgbClr val="0082CE"/>
                </a:solidFill>
                <a:latin typeface="Arial"/>
              </a:rPr>
              <a:t>• </a:t>
            </a:r>
            <a:r>
              <a:rPr sz="1450" b="0" i="0">
                <a:solidFill>
                  <a:srgbClr val="00305A"/>
                </a:solidFill>
                <a:latin typeface="Arial"/>
              </a:rPr>
              <a:t>Smallest packages: VQFN-40/48, E-LQFP-48</a:t>
            </a:r>
          </a:p>
          <a:p>
            <a:pPr>
              <a:spcAft>
                <a:spcPts val="1400"/>
              </a:spcAft>
            </a:pPr>
            <a:r>
              <a:rPr sz="1450" b="1">
                <a:solidFill>
                  <a:srgbClr val="0082CE"/>
                </a:solidFill>
                <a:latin typeface="Arial"/>
              </a:rPr>
              <a:t>• </a:t>
            </a:r>
            <a:r>
              <a:rPr sz="1450" b="0" i="0">
                <a:solidFill>
                  <a:srgbClr val="00305A"/>
                </a:solidFill>
                <a:latin typeface="Arial"/>
              </a:rPr>
              <a:t>12-Msps ADC, 5 comparators, 4x 32-bit HRPWM</a:t>
            </a:r>
          </a:p>
          <a:p>
            <a:pPr>
              <a:spcAft>
                <a:spcPts val="1400"/>
              </a:spcAft>
            </a:pPr>
            <a:r>
              <a:rPr sz="1450" b="1">
                <a:solidFill>
                  <a:srgbClr val="0082CE"/>
                </a:solidFill>
                <a:latin typeface="Arial"/>
              </a:rPr>
              <a:t>• </a:t>
            </a:r>
            <a:r>
              <a:rPr sz="1450" b="0" i="0">
                <a:solidFill>
                  <a:srgbClr val="00305A"/>
                </a:solidFill>
                <a:latin typeface="Arial"/>
              </a:rPr>
              <a:t>PSA L2, no USB / I3C</a:t>
            </a:r>
          </a:p>
          <a:p>
            <a:pPr>
              <a:spcAft>
                <a:spcPts val="1400"/>
              </a:spcAft>
            </a:pPr>
            <a:r>
              <a:rPr sz="1450" b="1">
                <a:solidFill>
                  <a:srgbClr val="0082CE"/>
                </a:solidFill>
                <a:latin typeface="Arial"/>
              </a:rPr>
              <a:t>• </a:t>
            </a:r>
            <a:r>
              <a:rPr sz="1450" b="0" i="0">
                <a:solidFill>
                  <a:srgbClr val="00305A"/>
                </a:solidFill>
                <a:latin typeface="Arial"/>
              </a:rPr>
              <a:t>Choose for: designs that fit 256 KB / 64 KB and need small VQFN / 48-pin packages</a:t>
            </a:r>
          </a:p>
        </p:txBody>
      </p:sp>
      <p:sp>
        <p:nvSpPr>
          <p:cNvPr id="6" name="Rectangle 5"/>
          <p:cNvSpPr/>
          <p:nvPr/>
        </p:nvSpPr>
        <p:spPr>
          <a:xfrm>
            <a:off x="4224528" y="1097280"/>
            <a:ext cx="3749039" cy="45720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de-DE" sz="1400" b="1" i="0">
                <a:solidFill>
                  <a:srgbClr val="FFFFFF"/>
                </a:solidFill>
                <a:latin typeface="Arial"/>
              </a:rPr>
              <a:t>PSC3M6</a:t>
            </a:r>
            <a:r>
              <a:rPr sz="1400" b="1" i="0">
                <a:solidFill>
                  <a:srgbClr val="FFFFFF"/>
                </a:solidFill>
                <a:latin typeface="Arial"/>
              </a:rPr>
              <a:t> (PSC3M/P6)</a:t>
            </a:r>
          </a:p>
        </p:txBody>
      </p:sp>
      <p:sp>
        <p:nvSpPr>
          <p:cNvPr id="7" name="Rectangle 6"/>
          <p:cNvSpPr/>
          <p:nvPr/>
        </p:nvSpPr>
        <p:spPr>
          <a:xfrm>
            <a:off x="4224528" y="1554480"/>
            <a:ext cx="3749039" cy="4480560"/>
          </a:xfrm>
          <a:prstGeom prst="rect">
            <a:avLst/>
          </a:prstGeom>
          <a:solidFill>
            <a:srgbClr val="F4F8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645920"/>
            <a:ext cx="3611880" cy="4343400"/>
          </a:xfrm>
          <a:prstGeom prst="rect">
            <a:avLst/>
          </a:prstGeom>
          <a:noFill/>
        </p:spPr>
        <p:txBody>
          <a:bodyPr wrap="square" lIns="45720" tIns="27432" rIns="45720" bIns="27432">
            <a:spAutoFit/>
          </a:bodyPr>
          <a:lstStyle/>
          <a:p>
            <a:pPr>
              <a:spcAft>
                <a:spcPts val="1400"/>
              </a:spcAft>
            </a:pPr>
            <a:r>
              <a:rPr sz="1450" b="1">
                <a:solidFill>
                  <a:srgbClr val="0082CE"/>
                </a:solidFill>
                <a:latin typeface="Arial"/>
              </a:rPr>
              <a:t>• </a:t>
            </a:r>
            <a:r>
              <a:rPr sz="1450" b="0" i="0">
                <a:solidFill>
                  <a:srgbClr val="00305A"/>
                </a:solidFill>
                <a:latin typeface="Arial"/>
              </a:rPr>
              <a:t>More memory and I/O: 512 KB / 128 KB, 70 GPIO</a:t>
            </a:r>
          </a:p>
          <a:p>
            <a:pPr>
              <a:spcAft>
                <a:spcPts val="1400"/>
              </a:spcAft>
            </a:pPr>
            <a:r>
              <a:rPr sz="1450" b="1">
                <a:solidFill>
                  <a:srgbClr val="0082CE"/>
                </a:solidFill>
                <a:latin typeface="Arial"/>
              </a:rPr>
              <a:t>• </a:t>
            </a:r>
            <a:r>
              <a:rPr sz="1450" b="0" i="0">
                <a:solidFill>
                  <a:srgbClr val="00305A"/>
                </a:solidFill>
                <a:latin typeface="Arial"/>
              </a:rPr>
              <a:t>Integrated analog: OpAmps, DACs, 3P3Z, 9 CSG</a:t>
            </a:r>
          </a:p>
          <a:p>
            <a:pPr>
              <a:spcAft>
                <a:spcPts val="1400"/>
              </a:spcAft>
            </a:pPr>
            <a:r>
              <a:rPr sz="1450" b="1">
                <a:solidFill>
                  <a:srgbClr val="0082CE"/>
                </a:solidFill>
                <a:latin typeface="Arial"/>
              </a:rPr>
              <a:t>• </a:t>
            </a:r>
            <a:r>
              <a:rPr sz="1450" b="0" i="0">
                <a:solidFill>
                  <a:srgbClr val="00305A"/>
                </a:solidFill>
                <a:latin typeface="Arial"/>
              </a:rPr>
              <a:t>I3C, USB-FS, AES, SVGS, PQC / DICE ready</a:t>
            </a:r>
          </a:p>
          <a:p>
            <a:pPr>
              <a:spcAft>
                <a:spcPts val="1400"/>
              </a:spcAft>
            </a:pPr>
            <a:r>
              <a:rPr sz="1450" b="1">
                <a:solidFill>
                  <a:srgbClr val="0082CE"/>
                </a:solidFill>
                <a:latin typeface="Arial"/>
              </a:rPr>
              <a:t>• </a:t>
            </a:r>
            <a:r>
              <a:rPr sz="1450" b="0" i="0">
                <a:solidFill>
                  <a:srgbClr val="00305A"/>
                </a:solidFill>
                <a:latin typeface="Arial"/>
              </a:rPr>
              <a:t>8x 32-bit HRPWM, 2 MOTIF</a:t>
            </a:r>
          </a:p>
          <a:p>
            <a:pPr>
              <a:spcAft>
                <a:spcPts val="1400"/>
              </a:spcAft>
            </a:pPr>
            <a:r>
              <a:rPr sz="1450" b="1">
                <a:solidFill>
                  <a:srgbClr val="0082CE"/>
                </a:solidFill>
                <a:latin typeface="Arial"/>
              </a:rPr>
              <a:t>• </a:t>
            </a:r>
            <a:r>
              <a:rPr sz="1450" b="0" i="0">
                <a:solidFill>
                  <a:srgbClr val="00305A"/>
                </a:solidFill>
                <a:latin typeface="Arial"/>
              </a:rPr>
              <a:t>Choose for: integrated mid-range motor / power / connected designs with single-core control</a:t>
            </a:r>
          </a:p>
        </p:txBody>
      </p:sp>
      <p:sp>
        <p:nvSpPr>
          <p:cNvPr id="9" name="Rectangle 8"/>
          <p:cNvSpPr/>
          <p:nvPr/>
        </p:nvSpPr>
        <p:spPr>
          <a:xfrm>
            <a:off x="8110728" y="1097280"/>
            <a:ext cx="3749039" cy="457200"/>
          </a:xfrm>
          <a:prstGeom prst="rect">
            <a:avLst/>
          </a:prstGeom>
          <a:solidFill>
            <a:srgbClr val="D0302D"/>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de-DE" sz="1400" b="1" i="0">
                <a:solidFill>
                  <a:srgbClr val="FFFFFF"/>
                </a:solidFill>
                <a:latin typeface="Arial"/>
              </a:rPr>
              <a:t>PSC3M8</a:t>
            </a:r>
            <a:r>
              <a:rPr sz="1400" b="1" i="0">
                <a:solidFill>
                  <a:srgbClr val="FFFFFF"/>
                </a:solidFill>
                <a:latin typeface="Arial"/>
              </a:rPr>
              <a:t> (PSC3M/P7/8)</a:t>
            </a:r>
          </a:p>
        </p:txBody>
      </p:sp>
      <p:sp>
        <p:nvSpPr>
          <p:cNvPr id="10" name="Rectangle 9"/>
          <p:cNvSpPr/>
          <p:nvPr/>
        </p:nvSpPr>
        <p:spPr>
          <a:xfrm>
            <a:off x="8110728" y="1554480"/>
            <a:ext cx="3749039" cy="4480560"/>
          </a:xfrm>
          <a:prstGeom prst="rect">
            <a:avLst/>
          </a:prstGeom>
          <a:solidFill>
            <a:srgbClr val="F4F8FC"/>
          </a:solidFill>
          <a:ln w="12700">
            <a:solidFill>
              <a:srgbClr val="C8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3611880" cy="4343400"/>
          </a:xfrm>
          <a:prstGeom prst="rect">
            <a:avLst/>
          </a:prstGeom>
          <a:noFill/>
        </p:spPr>
        <p:txBody>
          <a:bodyPr wrap="square" lIns="45720" tIns="27432" rIns="45720" bIns="27432">
            <a:spAutoFit/>
          </a:bodyPr>
          <a:lstStyle/>
          <a:p>
            <a:pPr>
              <a:spcAft>
                <a:spcPts val="1400"/>
              </a:spcAft>
            </a:pPr>
            <a:r>
              <a:rPr sz="1450" b="1">
                <a:solidFill>
                  <a:srgbClr val="0082CE"/>
                </a:solidFill>
                <a:latin typeface="Arial"/>
              </a:rPr>
              <a:t>• </a:t>
            </a:r>
            <a:r>
              <a:rPr sz="1450" b="0" i="0">
                <a:solidFill>
                  <a:srgbClr val="00305A"/>
                </a:solidFill>
                <a:latin typeface="Arial"/>
              </a:rPr>
              <a:t>Performance line: PPCA 2x M33 @200 MHz</a:t>
            </a:r>
          </a:p>
          <a:p>
            <a:pPr>
              <a:spcAft>
                <a:spcPts val="1400"/>
              </a:spcAft>
            </a:pPr>
            <a:r>
              <a:rPr sz="1450" b="1">
                <a:solidFill>
                  <a:srgbClr val="0082CE"/>
                </a:solidFill>
                <a:latin typeface="Arial"/>
              </a:rPr>
              <a:t>• </a:t>
            </a:r>
            <a:r>
              <a:rPr sz="1450" b="0" i="0">
                <a:solidFill>
                  <a:srgbClr val="00305A"/>
                </a:solidFill>
                <a:latin typeface="Arial"/>
              </a:rPr>
              <a:t>4x 25-Msps ADC, 9 differential DCSG, EPU, CLB</a:t>
            </a:r>
          </a:p>
          <a:p>
            <a:pPr>
              <a:spcAft>
                <a:spcPts val="1400"/>
              </a:spcAft>
            </a:pPr>
            <a:r>
              <a:rPr sz="1450" b="1">
                <a:solidFill>
                  <a:srgbClr val="0082CE"/>
                </a:solidFill>
                <a:latin typeface="Arial"/>
              </a:rPr>
              <a:t>• </a:t>
            </a:r>
            <a:r>
              <a:rPr sz="1450" b="0" i="0">
                <a:solidFill>
                  <a:srgbClr val="00305A"/>
                </a:solidFill>
                <a:latin typeface="Arial"/>
              </a:rPr>
              <a:t>26 TCPWM channels incl. 12 HRPWM in PPCA</a:t>
            </a:r>
          </a:p>
          <a:p>
            <a:pPr>
              <a:spcAft>
                <a:spcPts val="1400"/>
              </a:spcAft>
            </a:pPr>
            <a:r>
              <a:rPr sz="1450" b="1">
                <a:solidFill>
                  <a:srgbClr val="0082CE"/>
                </a:solidFill>
                <a:latin typeface="Arial"/>
              </a:rPr>
              <a:t>• </a:t>
            </a:r>
            <a:r>
              <a:rPr sz="1450" b="0" i="0">
                <a:solidFill>
                  <a:srgbClr val="00305A"/>
                </a:solidFill>
                <a:latin typeface="Arial"/>
              </a:rPr>
              <a:t>No Smart I/O, I3C, USB or OpAmp</a:t>
            </a:r>
          </a:p>
          <a:p>
            <a:pPr>
              <a:spcAft>
                <a:spcPts val="1400"/>
              </a:spcAft>
            </a:pPr>
            <a:r>
              <a:rPr sz="1450" b="1">
                <a:solidFill>
                  <a:srgbClr val="0082CE"/>
                </a:solidFill>
                <a:latin typeface="Arial"/>
              </a:rPr>
              <a:t>• </a:t>
            </a:r>
            <a:r>
              <a:rPr sz="1450" b="0" i="0">
                <a:solidFill>
                  <a:srgbClr val="00305A"/>
                </a:solidFill>
                <a:latin typeface="Arial"/>
              </a:rPr>
              <a:t>Choose for: high-switching-frequency digital power (DS: up to 2 MHz), GaN / SiC, multi-core control</a:t>
            </a:r>
          </a:p>
        </p:txBody>
      </p:sp>
      <p:sp>
        <p:nvSpPr>
          <p:cNvPr id="12" name="TextBox 11"/>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Positioning derived from datasheet feature lists and target-application statements (</a:t>
            </a:r>
            <a:r>
              <a:rPr lang="de-DE" sz="900" b="0" i="1">
                <a:solidFill>
                  <a:srgbClr val="8A949E"/>
                </a:solidFill>
                <a:latin typeface="Arial"/>
              </a:rPr>
              <a:t>PSC3M8</a:t>
            </a:r>
            <a:r>
              <a:rPr sz="900" b="0" i="1">
                <a:solidFill>
                  <a:srgbClr val="8A949E"/>
                </a:solidFill>
                <a:latin typeface="Arial"/>
              </a:rPr>
              <a:t> DS p1: 'switching frequencies up to 2 MHz'). Thresholds are guidance, not guarantees.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Anticipated customer questions</a:t>
            </a:r>
          </a:p>
        </p:txBody>
      </p:sp>
      <p:graphicFrame>
        <p:nvGraphicFramePr>
          <p:cNvPr id="3" name="Table 2"/>
          <p:cNvGraphicFramePr>
            <a:graphicFrameLocks noGrp="1"/>
          </p:cNvGraphicFramePr>
          <p:nvPr>
            <p:extLst>
              <p:ext uri="{D42A27DB-BD31-4B8C-83A1-F6EECF244321}">
                <p14:modId xmlns:p14="http://schemas.microsoft.com/office/powerpoint/2010/main" val="713897155"/>
              </p:ext>
            </p:extLst>
          </p:nvPr>
        </p:nvGraphicFramePr>
        <p:xfrm>
          <a:off x="338328" y="1234440"/>
          <a:ext cx="11521440" cy="4882896"/>
        </p:xfrm>
        <a:graphic>
          <a:graphicData uri="http://schemas.openxmlformats.org/drawingml/2006/table">
            <a:tbl>
              <a:tblPr>
                <a:tableStyleId>{5C22544A-7EE6-4342-B048-85BDC9FD1C3A}</a:tableStyleId>
              </a:tblPr>
              <a:tblGrid>
                <a:gridCol w="384048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347472">
                <a:tc>
                  <a:txBody>
                    <a:bodyPr/>
                    <a:lstStyle/>
                    <a:p>
                      <a:pPr algn="l"/>
                      <a:r>
                        <a:rPr sz="1100" b="1">
                          <a:solidFill>
                            <a:srgbClr val="FFFFFF"/>
                          </a:solidFill>
                          <a:latin typeface="Arial"/>
                        </a:rPr>
                        <a:t>Question</a:t>
                      </a:r>
                    </a:p>
                  </a:txBody>
                  <a:tcPr marL="54864" marR="54864" marT="18288" marB="18288" anchor="ctr">
                    <a:solidFill>
                      <a:srgbClr val="00305A"/>
                    </a:solidFill>
                  </a:tcPr>
                </a:tc>
                <a:tc>
                  <a:txBody>
                    <a:bodyPr/>
                    <a:lstStyle/>
                    <a:p>
                      <a:pPr algn="l"/>
                      <a:r>
                        <a:rPr sz="1100" b="1">
                          <a:solidFill>
                            <a:srgbClr val="FFFFFF"/>
                          </a:solidFill>
                          <a:latin typeface="Arial"/>
                        </a:rPr>
                        <a:t>Answer (source-backed)</a:t>
                      </a:r>
                    </a:p>
                  </a:txBody>
                  <a:tcPr marL="54864" marR="54864" marT="18288" marB="18288" anchor="ctr">
                    <a:solidFill>
                      <a:srgbClr val="00305A"/>
                    </a:solidFill>
                  </a:tcPr>
                </a:tc>
                <a:extLst>
                  <a:ext uri="{0D108BD9-81ED-4DB2-BD59-A6C34878D82A}">
                    <a16:rowId xmlns:a16="http://schemas.microsoft.com/office/drawing/2014/main" val="10000"/>
                  </a:ext>
                </a:extLst>
              </a:tr>
              <a:tr h="566928">
                <a:tc>
                  <a:txBody>
                    <a:bodyPr/>
                    <a:lstStyle/>
                    <a:p>
                      <a:r>
                        <a:rPr lang="en-US" sz="1100" b="1" i="0">
                          <a:solidFill>
                            <a:srgbClr val="00305A"/>
                          </a:solidFill>
                          <a:latin typeface="Arial"/>
                        </a:rPr>
                        <a:t>Can PSC3M6 replace a PSC3M8 design?</a:t>
                      </a:r>
                    </a:p>
                  </a:txBody>
                  <a:tcPr marL="54864" marR="54864" marT="18288" marB="18288" anchor="ctr">
                    <a:solidFill>
                      <a:srgbClr val="FFFFFF"/>
                    </a:solidFill>
                  </a:tcPr>
                </a:tc>
                <a:tc>
                  <a:txBody>
                    <a:bodyPr/>
                    <a:lstStyle/>
                    <a:p>
                      <a:r>
                        <a:rPr sz="1100" b="0" i="0">
                          <a:solidFill>
                            <a:srgbClr val="00305A"/>
                          </a:solidFill>
                          <a:latin typeface="Arial"/>
                        </a:rPr>
                        <a:t>Only if the loop runs on one 180 MHz core: no PPCA, EPU, CLB, 4x25-Msps ADC. See feature mapping.</a:t>
                      </a:r>
                    </a:p>
                  </a:txBody>
                  <a:tcPr marL="54864" marR="54864" marT="18288" marB="18288" anchor="ctr">
                    <a:solidFill>
                      <a:srgbClr val="FFFFFF"/>
                    </a:solidFill>
                  </a:tcPr>
                </a:tc>
                <a:extLst>
                  <a:ext uri="{0D108BD9-81ED-4DB2-BD59-A6C34878D82A}">
                    <a16:rowId xmlns:a16="http://schemas.microsoft.com/office/drawing/2014/main" val="10001"/>
                  </a:ext>
                </a:extLst>
              </a:tr>
              <a:tr h="566928">
                <a:tc>
                  <a:txBody>
                    <a:bodyPr/>
                    <a:lstStyle/>
                    <a:p>
                      <a:r>
                        <a:rPr lang="en-US" sz="1100" b="1" i="0">
                          <a:solidFill>
                            <a:srgbClr val="00305A"/>
                          </a:solidFill>
                          <a:latin typeface="Arial"/>
                        </a:rPr>
                        <a:t>Is the HRPWM better than PSC3M5?</a:t>
                      </a:r>
                    </a:p>
                  </a:txBody>
                  <a:tcPr marL="54864" marR="54864" marT="18288" marB="18288" anchor="ctr">
                    <a:solidFill>
                      <a:srgbClr val="EEF5FB"/>
                    </a:solidFill>
                  </a:tcPr>
                </a:tc>
                <a:tc>
                  <a:txBody>
                    <a:bodyPr/>
                    <a:lstStyle/>
                    <a:p>
                      <a:r>
                        <a:rPr lang="en-US" sz="1100" b="0" i="0">
                          <a:solidFill>
                            <a:srgbClr val="00305A"/>
                          </a:solidFill>
                          <a:latin typeface="Arial"/>
                        </a:rPr>
                        <a:t>No - 86.8 ps typ. at 180 MHz vs 65.1 ps at 240 MHz on PSC3M5; PSC3M6 adds more counters (8 vs 4).</a:t>
                      </a:r>
                    </a:p>
                  </a:txBody>
                  <a:tcPr marL="54864" marR="54864" marT="18288" marB="18288" anchor="ctr">
                    <a:solidFill>
                      <a:srgbClr val="EEF5FB"/>
                    </a:solidFill>
                  </a:tcPr>
                </a:tc>
                <a:extLst>
                  <a:ext uri="{0D108BD9-81ED-4DB2-BD59-A6C34878D82A}">
                    <a16:rowId xmlns:a16="http://schemas.microsoft.com/office/drawing/2014/main" val="10002"/>
                  </a:ext>
                </a:extLst>
              </a:tr>
              <a:tr h="566928">
                <a:tc>
                  <a:txBody>
                    <a:bodyPr/>
                    <a:lstStyle/>
                    <a:p>
                      <a:r>
                        <a:rPr lang="en-US" sz="1100" b="1" i="0">
                          <a:solidFill>
                            <a:srgbClr val="00305A"/>
                          </a:solidFill>
                          <a:latin typeface="Arial"/>
                        </a:rPr>
                        <a:t>Do all PSC3M6 parts have USB / 3P3Z / CORDIC?</a:t>
                      </a:r>
                    </a:p>
                  </a:txBody>
                  <a:tcPr marL="54864" marR="54864" marT="18288" marB="18288" anchor="ctr">
                    <a:solidFill>
                      <a:srgbClr val="FFFFFF"/>
                    </a:solidFill>
                  </a:tcPr>
                </a:tc>
                <a:tc>
                  <a:txBody>
                    <a:bodyPr/>
                    <a:lstStyle/>
                    <a:p>
                      <a:r>
                        <a:rPr sz="1100" b="0" i="0">
                          <a:solidFill>
                            <a:srgbClr val="00305A"/>
                          </a:solidFill>
                          <a:latin typeface="Arial"/>
                        </a:rPr>
                        <a:t>No: USB only on 100-pin M parts; 3P3Z absent on 256 KB M parts; CORDIC / MOTIF only on M parts.</a:t>
                      </a:r>
                    </a:p>
                  </a:txBody>
                  <a:tcPr marL="54864" marR="54864" marT="18288" marB="18288" anchor="ctr">
                    <a:solidFill>
                      <a:srgbClr val="FFFFFF"/>
                    </a:solidFill>
                  </a:tcPr>
                </a:tc>
                <a:extLst>
                  <a:ext uri="{0D108BD9-81ED-4DB2-BD59-A6C34878D82A}">
                    <a16:rowId xmlns:a16="http://schemas.microsoft.com/office/drawing/2014/main" val="10003"/>
                  </a:ext>
                </a:extLst>
              </a:tr>
              <a:tr h="566928">
                <a:tc>
                  <a:txBody>
                    <a:bodyPr/>
                    <a:lstStyle/>
                    <a:p>
                      <a:r>
                        <a:rPr sz="1100" b="1" i="0">
                          <a:solidFill>
                            <a:srgbClr val="00305A"/>
                          </a:solidFill>
                          <a:latin typeface="Arial"/>
                        </a:rPr>
                        <a:t>Why only one DPLL?</a:t>
                      </a:r>
                    </a:p>
                  </a:txBody>
                  <a:tcPr marL="54864" marR="54864" marT="18288" marB="18288" anchor="ctr">
                    <a:solidFill>
                      <a:srgbClr val="EEF5FB"/>
                    </a:solidFill>
                  </a:tcPr>
                </a:tc>
                <a:tc>
                  <a:txBody>
                    <a:bodyPr/>
                    <a:lstStyle/>
                    <a:p>
                      <a:r>
                        <a:rPr sz="1100" b="0" i="0">
                          <a:solidFill>
                            <a:srgbClr val="00305A"/>
                          </a:solidFill>
                          <a:latin typeface="Arial"/>
                        </a:rPr>
                        <a:t>Documented: DPLL#0 (25-240 MHz) only; FLL + fixed IHO / ECO paths cover the other root clocks.</a:t>
                      </a:r>
                    </a:p>
                  </a:txBody>
                  <a:tcPr marL="54864" marR="54864" marT="18288" marB="18288" anchor="ctr">
                    <a:solidFill>
                      <a:srgbClr val="EEF5FB"/>
                    </a:solidFill>
                  </a:tcPr>
                </a:tc>
                <a:extLst>
                  <a:ext uri="{0D108BD9-81ED-4DB2-BD59-A6C34878D82A}">
                    <a16:rowId xmlns:a16="http://schemas.microsoft.com/office/drawing/2014/main" val="10004"/>
                  </a:ext>
                </a:extLst>
              </a:tr>
              <a:tr h="566928">
                <a:tc>
                  <a:txBody>
                    <a:bodyPr/>
                    <a:lstStyle/>
                    <a:p>
                      <a:r>
                        <a:rPr sz="1100" b="1" i="0">
                          <a:solidFill>
                            <a:srgbClr val="00305A"/>
                          </a:solidFill>
                          <a:latin typeface="Arial"/>
                        </a:rPr>
                        <a:t>Is PSA L3 certified?</a:t>
                      </a:r>
                    </a:p>
                  </a:txBody>
                  <a:tcPr marL="54864" marR="54864" marT="18288" marB="18288" anchor="ctr">
                    <a:solidFill>
                      <a:srgbClr val="FFFFFF"/>
                    </a:solidFill>
                  </a:tcPr>
                </a:tc>
                <a:tc>
                  <a:txBody>
                    <a:bodyPr/>
                    <a:lstStyle/>
                    <a:p>
                      <a:r>
                        <a:rPr sz="1100" b="0" i="0">
                          <a:solidFill>
                            <a:srgbClr val="00305A"/>
                          </a:solidFill>
                          <a:latin typeface="Arial"/>
                        </a:rPr>
                        <a:t>Datasheet: 'PSA L3 ready'; capable only on 512 KB flash variants. Do not quote a certificate.</a:t>
                      </a:r>
                    </a:p>
                  </a:txBody>
                  <a:tcPr marL="54864" marR="54864" marT="18288" marB="18288" anchor="ctr">
                    <a:solidFill>
                      <a:srgbClr val="FFFFFF"/>
                    </a:solidFill>
                  </a:tcPr>
                </a:tc>
                <a:extLst>
                  <a:ext uri="{0D108BD9-81ED-4DB2-BD59-A6C34878D82A}">
                    <a16:rowId xmlns:a16="http://schemas.microsoft.com/office/drawing/2014/main" val="10005"/>
                  </a:ext>
                </a:extLst>
              </a:tr>
              <a:tr h="566928">
                <a:tc>
                  <a:txBody>
                    <a:bodyPr/>
                    <a:lstStyle/>
                    <a:p>
                      <a:r>
                        <a:rPr sz="1100" b="1" i="0">
                          <a:solidFill>
                            <a:srgbClr val="00305A"/>
                          </a:solidFill>
                          <a:latin typeface="Arial"/>
                        </a:rPr>
                        <a:t>Does DMA / CAN FD / WDT code port?</a:t>
                      </a:r>
                    </a:p>
                  </a:txBody>
                  <a:tcPr marL="54864" marR="54864" marT="18288" marB="18288" anchor="ctr">
                    <a:solidFill>
                      <a:srgbClr val="EEF5FB"/>
                    </a:solidFill>
                  </a:tcPr>
                </a:tc>
                <a:tc>
                  <a:txBody>
                    <a:bodyPr/>
                    <a:lstStyle/>
                    <a:p>
                      <a:r>
                        <a:rPr lang="en-US" sz="1100" b="0" i="0">
                          <a:solidFill>
                            <a:srgbClr val="00305A"/>
                          </a:solidFill>
                          <a:latin typeface="Arial"/>
                        </a:rPr>
                        <a:t>Yes - register sets identical across PSC3M5, PSC3M6 and PSC3M8 (TRM chapter diff).</a:t>
                      </a:r>
                    </a:p>
                  </a:txBody>
                  <a:tcPr marL="54864" marR="54864" marT="18288" marB="18288" anchor="ctr">
                    <a:solidFill>
                      <a:srgbClr val="EEF5FB"/>
                    </a:solidFill>
                  </a:tcPr>
                </a:tc>
                <a:extLst>
                  <a:ext uri="{0D108BD9-81ED-4DB2-BD59-A6C34878D82A}">
                    <a16:rowId xmlns:a16="http://schemas.microsoft.com/office/drawing/2014/main" val="10006"/>
                  </a:ext>
                </a:extLst>
              </a:tr>
              <a:tr h="566928">
                <a:tc>
                  <a:txBody>
                    <a:bodyPr/>
                    <a:lstStyle/>
                    <a:p>
                      <a:r>
                        <a:rPr lang="en-US" sz="1100" b="1" i="0">
                          <a:solidFill>
                            <a:srgbClr val="00305A"/>
                          </a:solidFill>
                          <a:latin typeface="Arial"/>
                        </a:rPr>
                        <a:t>Does PSC3M8 have Smart I/O or OpAmps?</a:t>
                      </a:r>
                    </a:p>
                  </a:txBody>
                  <a:tcPr marL="54864" marR="54864" marT="18288" marB="18288" anchor="ctr">
                    <a:solidFill>
                      <a:srgbClr val="FFFFFF"/>
                    </a:solidFill>
                  </a:tcPr>
                </a:tc>
                <a:tc>
                  <a:txBody>
                    <a:bodyPr/>
                    <a:lstStyle/>
                    <a:p>
                      <a:r>
                        <a:rPr lang="en-US" sz="1100" b="0" i="0">
                          <a:solidFill>
                            <a:srgbClr val="00305A"/>
                          </a:solidFill>
                          <a:latin typeface="Arial"/>
                        </a:rPr>
                        <a:t>No - neither appears in PSC3M8 documents. Smart I/O is on PSC3M5 and PSC3M6; OpAmps only on PSC3M6.</a:t>
                      </a:r>
                    </a:p>
                  </a:txBody>
                  <a:tcPr marL="54864" marR="54864" marT="18288" marB="18288" anchor="ctr">
                    <a:solidFill>
                      <a:srgbClr val="FFFFFF"/>
                    </a:solidFill>
                  </a:tcPr>
                </a:tc>
                <a:extLst>
                  <a:ext uri="{0D108BD9-81ED-4DB2-BD59-A6C34878D82A}">
                    <a16:rowId xmlns:a16="http://schemas.microsoft.com/office/drawing/2014/main" val="10007"/>
                  </a:ext>
                </a:extLst>
              </a:tr>
              <a:tr h="566928">
                <a:tc>
                  <a:txBody>
                    <a:bodyPr/>
                    <a:lstStyle/>
                    <a:p>
                      <a:r>
                        <a:rPr sz="1100" b="1" i="0">
                          <a:solidFill>
                            <a:srgbClr val="00305A"/>
                          </a:solidFill>
                          <a:latin typeface="Arial"/>
                        </a:rPr>
                        <a:t>Is deep-sleep wake the same?</a:t>
                      </a:r>
                    </a:p>
                  </a:txBody>
                  <a:tcPr marL="54864" marR="54864" marT="18288" marB="18288" anchor="ctr">
                    <a:solidFill>
                      <a:srgbClr val="EEF5FB"/>
                    </a:solidFill>
                  </a:tcPr>
                </a:tc>
                <a:tc>
                  <a:txBody>
                    <a:bodyPr/>
                    <a:lstStyle/>
                    <a:p>
                      <a:r>
                        <a:rPr lang="en-US" sz="1100" b="0" i="0">
                          <a:solidFill>
                            <a:srgbClr val="00305A"/>
                          </a:solidFill>
                          <a:latin typeface="Arial"/>
                        </a:rPr>
                        <a:t>No: &lt; 100 us on PSC3M6 vs &lt; 20 us on PSC3M5 / PSC3M8 (datasheet Table 1).</a:t>
                      </a:r>
                    </a:p>
                  </a:txBody>
                  <a:tcPr marL="54864" marR="54864" marT="18288" marB="18288" anchor="ctr">
                    <a:solidFill>
                      <a:srgbClr val="EEF5FB"/>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338328" y="6236208"/>
            <a:ext cx="10972800" cy="193899"/>
          </a:xfrm>
          <a:prstGeom prst="rect">
            <a:avLst/>
          </a:prstGeom>
          <a:noFill/>
        </p:spPr>
        <p:txBody>
          <a:bodyPr wrap="square" lIns="45720" tIns="27432" rIns="45720" bIns="27432">
            <a:spAutoFit/>
          </a:bodyPr>
          <a:lstStyle/>
          <a:p>
            <a:pPr>
              <a:spcAft>
                <a:spcPts val="0"/>
              </a:spcAft>
            </a:pPr>
            <a:r>
              <a:rPr sz="900" b="0" i="1">
                <a:solidFill>
                  <a:srgbClr val="8A949E"/>
                </a:solidFill>
                <a:latin typeface="Arial"/>
              </a:rPr>
              <a:t>Sources: </a:t>
            </a:r>
            <a:r>
              <a:rPr lang="de-DE" sz="900" b="0" i="1">
                <a:solidFill>
                  <a:srgbClr val="8A949E"/>
                </a:solidFill>
                <a:latin typeface="Arial"/>
              </a:rPr>
              <a:t>PSC3M6 </a:t>
            </a:r>
            <a:r>
              <a:rPr sz="900" b="0" i="1">
                <a:solidFill>
                  <a:srgbClr val="8A949E"/>
                </a:solidFill>
                <a:latin typeface="Arial"/>
              </a:rPr>
              <a:t>/ </a:t>
            </a:r>
            <a:r>
              <a:rPr lang="de-DE" sz="900" b="0" i="1">
                <a:solidFill>
                  <a:srgbClr val="8A949E"/>
                </a:solidFill>
                <a:latin typeface="Arial"/>
              </a:rPr>
              <a:t>PSC3M5 </a:t>
            </a:r>
            <a:r>
              <a:rPr sz="900" b="0" i="1">
                <a:solidFill>
                  <a:srgbClr val="8A949E"/>
                </a:solidFill>
                <a:latin typeface="Arial"/>
              </a:rPr>
              <a:t>/ </a:t>
            </a:r>
            <a:r>
              <a:rPr lang="de-DE" sz="900" b="0" i="1">
                <a:solidFill>
                  <a:srgbClr val="8A949E"/>
                </a:solidFill>
                <a:latin typeface="Arial"/>
              </a:rPr>
              <a:t>PSC3M8</a:t>
            </a:r>
            <a:r>
              <a:rPr sz="900" b="0" i="1">
                <a:solidFill>
                  <a:srgbClr val="8A949E"/>
                </a:solidFill>
                <a:latin typeface="Arial"/>
              </a:rPr>
              <a:t> datasheets (Tables 1, 33/19/16, ordering tables); architecture chapter diff.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3276600"/>
            <a:ext cx="8137525" cy="683369"/>
          </a:xfrm>
        </p:spPr>
        <p:txBody>
          <a:bodyPr/>
          <a:lstStyle/>
          <a:p>
            <a:r>
              <a:rPr dirty="0"/>
              <a:t>ModusToolbox™ Ecosystem</a:t>
            </a:r>
            <a:br>
              <a:rPr lang="de-DE" dirty="0"/>
            </a:br>
            <a:br>
              <a:rPr lang="de-DE" dirty="0"/>
            </a:br>
            <a:r>
              <a:rPr lang="de-DE" dirty="0"/>
              <a:t>HandsON-Get started with PSC3M6_EVAL</a:t>
            </a:r>
            <a:endParaRPr dirty="0"/>
          </a:p>
        </p:txBody>
      </p:sp>
      <p:sp>
        <p:nvSpPr>
          <p:cNvPr id="4" name="Footer Placeholder 3">
            <a:extLst>
              <a:ext uri="{FF2B5EF4-FFF2-40B4-BE49-F238E27FC236}">
                <a16:creationId xmlns:a16="http://schemas.microsoft.com/office/drawing/2014/main" id="{A4A2EAE9-3377-3A04-E482-2BDD09A19883}"/>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D7840CE8-72BF-1C14-435C-61191938A08C}"/>
              </a:ext>
            </a:extLst>
          </p:cNvPr>
          <p:cNvSpPr/>
          <p:nvPr/>
        </p:nvSpPr>
        <p:spPr bwMode="auto">
          <a:xfrm>
            <a:off x="3581400" y="1476295"/>
            <a:ext cx="7999780" cy="2088228"/>
          </a:xfrm>
          <a:prstGeom prst="rect">
            <a:avLst/>
          </a:prstGeom>
          <a:solidFill>
            <a:srgbClr val="0A8276"/>
          </a:solidFill>
          <a:ln w="9525">
            <a:noFill/>
            <a:miter lim="800000"/>
            <a:headEnd/>
            <a:tailEnd/>
          </a:ln>
        </p:spPr>
        <p:txBody>
          <a:bodyPr wrap="square" lIns="72000" tIns="72000" rIns="72000" bIns="72000" rtlCol="0" anchor="ctr"/>
          <a:lstStyle/>
          <a:p>
            <a:pPr algn="ctr" eaLnBrk="0" hangingPunct="0"/>
            <a:endParaRPr lang="de-DE" sz="1600" dirty="0">
              <a:latin typeface="+mn-lt"/>
            </a:endParaRPr>
          </a:p>
        </p:txBody>
      </p:sp>
      <p:sp>
        <p:nvSpPr>
          <p:cNvPr id="9" name="Title 8">
            <a:extLst>
              <a:ext uri="{FF2B5EF4-FFF2-40B4-BE49-F238E27FC236}">
                <a16:creationId xmlns:a16="http://schemas.microsoft.com/office/drawing/2014/main" id="{92BEE3FE-5326-4291-A333-209CBD95297C}"/>
              </a:ext>
            </a:extLst>
          </p:cNvPr>
          <p:cNvSpPr>
            <a:spLocks noGrp="1"/>
          </p:cNvSpPr>
          <p:nvPr>
            <p:ph type="title"/>
          </p:nvPr>
        </p:nvSpPr>
        <p:spPr/>
        <p:txBody>
          <a:bodyPr/>
          <a:lstStyle/>
          <a:p>
            <a:r>
              <a:rPr lang="en-US" dirty="0"/>
              <a:t>ModusToolbox™ – Development ecosystem</a:t>
            </a:r>
          </a:p>
        </p:txBody>
      </p:sp>
      <p:sp>
        <p:nvSpPr>
          <p:cNvPr id="13" name="TextBox 12">
            <a:extLst>
              <a:ext uri="{FF2B5EF4-FFF2-40B4-BE49-F238E27FC236}">
                <a16:creationId xmlns:a16="http://schemas.microsoft.com/office/drawing/2014/main" id="{B88F1623-8C0F-4DCF-AA62-E847A98A06C6}"/>
              </a:ext>
            </a:extLst>
          </p:cNvPr>
          <p:cNvSpPr txBox="1"/>
          <p:nvPr/>
        </p:nvSpPr>
        <p:spPr bwMode="auto">
          <a:xfrm>
            <a:off x="3732308" y="1653234"/>
            <a:ext cx="7632848" cy="1661993"/>
          </a:xfrm>
          <a:prstGeom prst="rect">
            <a:avLst/>
          </a:prstGeom>
          <a:noFill/>
          <a:ln w="9525">
            <a:noFill/>
            <a:miter lim="800000"/>
            <a:headEnd/>
            <a:tailEnd/>
          </a:ln>
          <a:effectLst/>
        </p:spPr>
        <p:txBody>
          <a:bodyPr wrap="square" lIns="0" tIns="0" rIns="0" bIns="0" rtlCol="0" anchor="ctr" anchorCtr="0">
            <a:spAutoFit/>
          </a:bodyPr>
          <a:lstStyle/>
          <a:p>
            <a:pPr marL="273037" indent="-273037" defTabSz="1219110" eaLnBrk="0" fontAlgn="auto" hangingPunct="0">
              <a:spcBef>
                <a:spcPts val="0"/>
              </a:spcBef>
              <a:spcAft>
                <a:spcPts val="0"/>
              </a:spcAft>
              <a:buClr>
                <a:schemeClr val="bg1"/>
              </a:buClr>
              <a:buFont typeface="Arial" panose="020B0604020202020204" pitchFamily="34" charset="0"/>
              <a:buChar char="›"/>
            </a:pPr>
            <a:r>
              <a:rPr lang="en-US" sz="1800" kern="0" dirty="0">
                <a:solidFill>
                  <a:srgbClr val="FFFFFF"/>
                </a:solidFill>
                <a:latin typeface="Arial" panose="020B0604020202020204" pitchFamily="34" charset="0"/>
                <a:ea typeface="Verdana" pitchFamily="34" charset="0"/>
                <a:cs typeface="Arial" panose="020B0604020202020204" pitchFamily="34" charset="0"/>
              </a:rPr>
              <a:t>ModusToolbox™ Software is a modern, extensible development ecosystem supporting a wide range of Infineon microcontroller devices.  </a:t>
            </a:r>
          </a:p>
          <a:p>
            <a:pPr marL="273037" indent="-273037" defTabSz="1219110" eaLnBrk="0" fontAlgn="auto" hangingPunct="0">
              <a:spcBef>
                <a:spcPts val="0"/>
              </a:spcBef>
              <a:spcAft>
                <a:spcPts val="0"/>
              </a:spcAft>
              <a:buClr>
                <a:schemeClr val="bg1"/>
              </a:buClr>
              <a:buFont typeface="Arial" panose="020B0604020202020204" pitchFamily="34" charset="0"/>
              <a:buChar char="›"/>
            </a:pPr>
            <a:endParaRPr lang="en-US" sz="1800" kern="0" dirty="0">
              <a:solidFill>
                <a:srgbClr val="FFFFFF"/>
              </a:solidFill>
              <a:latin typeface="Arial" panose="020B0604020202020204" pitchFamily="34" charset="0"/>
              <a:ea typeface="Verdana" pitchFamily="34" charset="0"/>
              <a:cs typeface="Arial" panose="020B0604020202020204" pitchFamily="34" charset="0"/>
            </a:endParaRPr>
          </a:p>
          <a:p>
            <a:pPr marL="273037" indent="-273037" defTabSz="1219110" eaLnBrk="0" fontAlgn="auto" hangingPunct="0">
              <a:spcBef>
                <a:spcPts val="0"/>
              </a:spcBef>
              <a:spcAft>
                <a:spcPts val="0"/>
              </a:spcAft>
              <a:buClr>
                <a:schemeClr val="bg1"/>
              </a:buClr>
              <a:buFont typeface="Arial" panose="020B0604020202020204" pitchFamily="34" charset="0"/>
              <a:buChar char="›"/>
            </a:pPr>
            <a:r>
              <a:rPr lang="en-US" sz="1800" kern="0" dirty="0">
                <a:solidFill>
                  <a:srgbClr val="FFFFFF"/>
                </a:solidFill>
                <a:latin typeface="Arial" panose="020B0604020202020204" pitchFamily="34" charset="0"/>
                <a:ea typeface="Verdana" pitchFamily="34" charset="0"/>
                <a:cs typeface="Arial" panose="020B0604020202020204" pitchFamily="34" charset="0"/>
              </a:rPr>
              <a:t>Provided as collection of development tools, libraries, and embedded runtime assets architected to provide a flexible and comprehensive development experience.</a:t>
            </a:r>
          </a:p>
        </p:txBody>
      </p:sp>
      <p:sp>
        <p:nvSpPr>
          <p:cNvPr id="2" name="Rechteck 1">
            <a:extLst>
              <a:ext uri="{FF2B5EF4-FFF2-40B4-BE49-F238E27FC236}">
                <a16:creationId xmlns:a16="http://schemas.microsoft.com/office/drawing/2014/main" id="{40FF2AB1-4554-8E6D-5E75-4FD53AD0A642}"/>
              </a:ext>
            </a:extLst>
          </p:cNvPr>
          <p:cNvSpPr/>
          <p:nvPr/>
        </p:nvSpPr>
        <p:spPr bwMode="auto">
          <a:xfrm>
            <a:off x="335360" y="4114800"/>
            <a:ext cx="5544616" cy="489273"/>
          </a:xfrm>
          <a:prstGeom prst="rect">
            <a:avLst/>
          </a:prstGeom>
          <a:noFill/>
          <a:ln w="9525">
            <a:noFill/>
            <a:miter lim="800000"/>
            <a:headEnd/>
            <a:tailEnd/>
          </a:ln>
        </p:spPr>
        <p:txBody>
          <a:bodyPr wrap="square" lIns="72000" tIns="72000" rIns="72000" bIns="72000" rtlCol="0" anchor="ctr"/>
          <a:lstStyle/>
          <a:p>
            <a:pPr algn="ctr" eaLnBrk="0" hangingPunct="0"/>
            <a:r>
              <a:rPr lang="de-DE" sz="1800" b="1" dirty="0">
                <a:latin typeface="+mn-lt"/>
              </a:rPr>
              <a:t>Development Tools</a:t>
            </a:r>
          </a:p>
        </p:txBody>
      </p:sp>
      <p:sp>
        <p:nvSpPr>
          <p:cNvPr id="10" name="Rechteck 9">
            <a:extLst>
              <a:ext uri="{FF2B5EF4-FFF2-40B4-BE49-F238E27FC236}">
                <a16:creationId xmlns:a16="http://schemas.microsoft.com/office/drawing/2014/main" id="{0B070B54-838F-C59E-89BB-6A3239A53A9C}"/>
              </a:ext>
            </a:extLst>
          </p:cNvPr>
          <p:cNvSpPr/>
          <p:nvPr/>
        </p:nvSpPr>
        <p:spPr bwMode="auto">
          <a:xfrm>
            <a:off x="335360" y="4581128"/>
            <a:ext cx="5544616" cy="1800621"/>
          </a:xfrm>
          <a:prstGeom prst="rect">
            <a:avLst/>
          </a:prstGeom>
          <a:noFill/>
          <a:ln w="9525">
            <a:noFill/>
            <a:miter lim="800000"/>
            <a:headEnd/>
            <a:tailEnd/>
          </a:ln>
        </p:spPr>
        <p:txBody>
          <a:bodyPr wrap="square" lIns="0" tIns="72000" rIns="144000" bIns="72000" rtlCol="0" anchor="t" anchorCtr="0"/>
          <a:lstStyle/>
          <a:p>
            <a:pPr eaLnBrk="0" fontAlgn="auto" hangingPunct="0">
              <a:spcBef>
                <a:spcPts val="0"/>
              </a:spcBef>
              <a:spcAft>
                <a:spcPts val="400"/>
              </a:spcAft>
              <a:buClr>
                <a:schemeClr val="accent1"/>
              </a:buClr>
            </a:pPr>
            <a:r>
              <a:rPr lang="en-US" sz="1600" kern="0" dirty="0">
                <a:latin typeface="Arial" panose="020B0604020202020204" pitchFamily="34" charset="0"/>
                <a:ea typeface="Verdana" pitchFamily="34" charset="0"/>
                <a:cs typeface="Arial" panose="020B0604020202020204" pitchFamily="34" charset="0"/>
              </a:rPr>
              <a:t>The ModusToolbox™ tools package includes desktop programs that enable the creation of new embedded applications, managing software components, configuring device peripherals and middleware, and embedded development tools for compiling, programming, and debugging.</a:t>
            </a:r>
          </a:p>
        </p:txBody>
      </p:sp>
      <p:sp>
        <p:nvSpPr>
          <p:cNvPr id="11" name="Rechteck 10">
            <a:extLst>
              <a:ext uri="{FF2B5EF4-FFF2-40B4-BE49-F238E27FC236}">
                <a16:creationId xmlns:a16="http://schemas.microsoft.com/office/drawing/2014/main" id="{B22B6DF0-DC18-8372-D957-C6C99FE93A37}"/>
              </a:ext>
            </a:extLst>
          </p:cNvPr>
          <p:cNvSpPr/>
          <p:nvPr/>
        </p:nvSpPr>
        <p:spPr bwMode="auto">
          <a:xfrm>
            <a:off x="6750892" y="4114800"/>
            <a:ext cx="5112568" cy="489273"/>
          </a:xfrm>
          <a:prstGeom prst="rect">
            <a:avLst/>
          </a:prstGeom>
          <a:noFill/>
          <a:ln w="9525">
            <a:noFill/>
            <a:miter lim="800000"/>
            <a:headEnd/>
            <a:tailEnd/>
          </a:ln>
        </p:spPr>
        <p:txBody>
          <a:bodyPr wrap="square" lIns="72000" tIns="72000" rIns="72000" bIns="72000" rtlCol="0" anchor="ctr"/>
          <a:lstStyle/>
          <a:p>
            <a:pPr algn="ctr" eaLnBrk="0" hangingPunct="0"/>
            <a:r>
              <a:rPr lang="de-DE" sz="1800" b="1">
                <a:latin typeface="+mn-lt"/>
              </a:rPr>
              <a:t>Run-Time Software</a:t>
            </a:r>
          </a:p>
        </p:txBody>
      </p:sp>
      <p:sp>
        <p:nvSpPr>
          <p:cNvPr id="15" name="Rechteck 14">
            <a:extLst>
              <a:ext uri="{FF2B5EF4-FFF2-40B4-BE49-F238E27FC236}">
                <a16:creationId xmlns:a16="http://schemas.microsoft.com/office/drawing/2014/main" id="{B57FD581-6BFD-15F6-09F3-F72DDE66EA5B}"/>
              </a:ext>
            </a:extLst>
          </p:cNvPr>
          <p:cNvSpPr/>
          <p:nvPr/>
        </p:nvSpPr>
        <p:spPr bwMode="auto">
          <a:xfrm>
            <a:off x="6744073" y="4581128"/>
            <a:ext cx="5119387" cy="1800621"/>
          </a:xfrm>
          <a:prstGeom prst="rect">
            <a:avLst/>
          </a:prstGeom>
          <a:noFill/>
          <a:ln w="9525">
            <a:noFill/>
            <a:miter lim="800000"/>
            <a:headEnd/>
            <a:tailEnd/>
          </a:ln>
        </p:spPr>
        <p:txBody>
          <a:bodyPr wrap="square" lIns="0" tIns="72000" rIns="144000" bIns="72000" rtlCol="0" anchor="t" anchorCtr="0"/>
          <a:lstStyle/>
          <a:p>
            <a:pPr eaLnBrk="0" fontAlgn="auto" hangingPunct="0">
              <a:spcBef>
                <a:spcPts val="0"/>
              </a:spcBef>
              <a:spcAft>
                <a:spcPts val="400"/>
              </a:spcAft>
              <a:buClr>
                <a:schemeClr val="accent1"/>
              </a:buClr>
            </a:pPr>
            <a:r>
              <a:rPr lang="en-US" sz="1600" kern="0">
                <a:latin typeface="Arial" panose="020B0604020202020204" pitchFamily="34" charset="0"/>
                <a:ea typeface="Verdana" pitchFamily="34" charset="0"/>
                <a:cs typeface="Arial" panose="020B0604020202020204" pitchFamily="34" charset="0"/>
              </a:rPr>
              <a:t>The ModusToolbox™ software includes an extensive collection of GitHub-hosted repositories comprised of code examples, board support packages, middleware, and application support.</a:t>
            </a:r>
          </a:p>
        </p:txBody>
      </p:sp>
      <p:cxnSp>
        <p:nvCxnSpPr>
          <p:cNvPr id="5" name="Gerader Verbinder 4">
            <a:extLst>
              <a:ext uri="{FF2B5EF4-FFF2-40B4-BE49-F238E27FC236}">
                <a16:creationId xmlns:a16="http://schemas.microsoft.com/office/drawing/2014/main" id="{1D5F807A-EA25-9C4D-FE29-F86BDF43FB45}"/>
              </a:ext>
            </a:extLst>
          </p:cNvPr>
          <p:cNvCxnSpPr>
            <a:cxnSpLocks/>
          </p:cNvCxnSpPr>
          <p:nvPr/>
        </p:nvCxnSpPr>
        <p:spPr>
          <a:xfrm>
            <a:off x="335360" y="4572000"/>
            <a:ext cx="5544616" cy="0"/>
          </a:xfrm>
          <a:prstGeom prst="line">
            <a:avLst/>
          </a:prstGeom>
          <a:ln w="28575">
            <a:solidFill>
              <a:srgbClr val="0A8276"/>
            </a:solidFill>
            <a:tailEnd type="none"/>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CBD920FF-C059-0452-D14F-EF89D6176111}"/>
              </a:ext>
            </a:extLst>
          </p:cNvPr>
          <p:cNvCxnSpPr/>
          <p:nvPr/>
        </p:nvCxnSpPr>
        <p:spPr>
          <a:xfrm>
            <a:off x="6744471" y="4572000"/>
            <a:ext cx="5112568" cy="0"/>
          </a:xfrm>
          <a:prstGeom prst="line">
            <a:avLst/>
          </a:prstGeom>
          <a:ln w="28575">
            <a:solidFill>
              <a:srgbClr val="0A8276"/>
            </a:solidFill>
            <a:tailEnd type="none"/>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ircle, font, logo&#10;&#10;Description automatically generated">
            <a:extLst>
              <a:ext uri="{FF2B5EF4-FFF2-40B4-BE49-F238E27FC236}">
                <a16:creationId xmlns:a16="http://schemas.microsoft.com/office/drawing/2014/main" id="{C7EC6018-3CB5-B379-29A2-8B0D5A9E4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60" y="1038905"/>
            <a:ext cx="2895606" cy="2895606"/>
          </a:xfrm>
          <a:prstGeom prst="rect">
            <a:avLst/>
          </a:prstGeom>
        </p:spPr>
      </p:pic>
    </p:spTree>
    <p:extLst>
      <p:ext uri="{BB962C8B-B14F-4D97-AF65-F5344CB8AC3E}">
        <p14:creationId xmlns:p14="http://schemas.microsoft.com/office/powerpoint/2010/main" val="3772522739"/>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322747-5C64-4BFD-B772-3FA1F34F35B2}"/>
              </a:ext>
            </a:extLst>
          </p:cNvPr>
          <p:cNvSpPr>
            <a:spLocks noGrp="1"/>
          </p:cNvSpPr>
          <p:nvPr>
            <p:ph type="title"/>
          </p:nvPr>
        </p:nvSpPr>
        <p:spPr/>
        <p:txBody>
          <a:bodyPr/>
          <a:lstStyle/>
          <a:p>
            <a:r>
              <a:rPr lang="en-US" dirty="0"/>
              <a:t>ModusToolbox™ – Comprehensive collection of resources</a:t>
            </a:r>
          </a:p>
        </p:txBody>
      </p:sp>
      <p:sp>
        <p:nvSpPr>
          <p:cNvPr id="11" name="object 7">
            <a:extLst>
              <a:ext uri="{FF2B5EF4-FFF2-40B4-BE49-F238E27FC236}">
                <a16:creationId xmlns:a16="http://schemas.microsoft.com/office/drawing/2014/main" id="{DF0997BB-8290-24D6-8319-B0F1EFD6F8F6}"/>
              </a:ext>
            </a:extLst>
          </p:cNvPr>
          <p:cNvSpPr/>
          <p:nvPr/>
        </p:nvSpPr>
        <p:spPr>
          <a:xfrm>
            <a:off x="6934200" y="2176555"/>
            <a:ext cx="5029200" cy="3819287"/>
          </a:xfrm>
          <a:prstGeom prst="rect">
            <a:avLst/>
          </a:prstGeom>
          <a:noFill/>
          <a:ln w="9525">
            <a:noFill/>
            <a:miter lim="800000"/>
            <a:headEnd/>
            <a:tailEnd/>
          </a:ln>
          <a:effectLst/>
        </p:spPr>
        <p:txBody>
          <a:bodyPr wrap="square" lIns="0" tIns="0" rIns="0" bIns="0" rtlCol="0" anchor="t" anchorCtr="0">
            <a:noAutofit/>
          </a:bodyPr>
          <a:lstStyle/>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IDEs – </a:t>
            </a:r>
            <a:r>
              <a:rPr lang="en-US" sz="1600" kern="0" dirty="0">
                <a:latin typeface="Arial" panose="020B0604020202020204" pitchFamily="34" charset="0"/>
                <a:ea typeface="Verdana" pitchFamily="34" charset="0"/>
                <a:cs typeface="Arial" panose="020B0604020202020204" pitchFamily="34" charset="0"/>
                <a:hlinkClick r:id="rId3"/>
              </a:rPr>
              <a:t>VS Code </a:t>
            </a:r>
            <a:r>
              <a:rPr lang="en-US" sz="1600" kern="0" dirty="0">
                <a:latin typeface="Arial" panose="020B0604020202020204" pitchFamily="34" charset="0"/>
                <a:ea typeface="Verdana" pitchFamily="34" charset="0"/>
                <a:cs typeface="Arial" panose="020B0604020202020204" pitchFamily="34" charset="0"/>
              </a:rPr>
              <a:t> / </a:t>
            </a:r>
            <a:r>
              <a:rPr lang="en-US" sz="1600" kern="0" dirty="0">
                <a:latin typeface="Arial" panose="020B0604020202020204" pitchFamily="34" charset="0"/>
                <a:ea typeface="Verdana" pitchFamily="34" charset="0"/>
                <a:cs typeface="Arial" panose="020B0604020202020204" pitchFamily="34" charset="0"/>
                <a:hlinkClick r:id="rId4"/>
              </a:rPr>
              <a:t>Eclipse</a:t>
            </a:r>
            <a:r>
              <a:rPr lang="en-US" sz="1600" kern="0" dirty="0">
                <a:latin typeface="Arial" panose="020B0604020202020204" pitchFamily="34" charset="0"/>
                <a:ea typeface="Verdana" pitchFamily="34" charset="0"/>
                <a:cs typeface="Arial" panose="020B0604020202020204" pitchFamily="34" charset="0"/>
              </a:rPr>
              <a:t> / </a:t>
            </a:r>
            <a:r>
              <a:rPr lang="en-US" sz="1600" kern="0" dirty="0">
                <a:latin typeface="Arial" panose="020B0604020202020204" pitchFamily="34" charset="0"/>
                <a:ea typeface="Verdana" pitchFamily="34" charset="0"/>
                <a:cs typeface="Arial" panose="020B0604020202020204" pitchFamily="34" charset="0"/>
                <a:hlinkClick r:id="rId5"/>
              </a:rPr>
              <a:t>IAR</a:t>
            </a:r>
            <a:r>
              <a:rPr lang="en-US" sz="1600" kern="0" dirty="0">
                <a:latin typeface="Arial" panose="020B0604020202020204" pitchFamily="34" charset="0"/>
                <a:ea typeface="Verdana" pitchFamily="34" charset="0"/>
                <a:cs typeface="Arial" panose="020B0604020202020204" pitchFamily="34" charset="0"/>
              </a:rPr>
              <a:t> / </a:t>
            </a:r>
            <a:r>
              <a:rPr lang="en-US" sz="1600" kern="0" dirty="0">
                <a:latin typeface="Arial" panose="020B0604020202020204" pitchFamily="34" charset="0"/>
                <a:ea typeface="Verdana" pitchFamily="34" charset="0"/>
                <a:cs typeface="Arial" panose="020B0604020202020204" pitchFamily="34" charset="0"/>
                <a:hlinkClick r:id="rId6"/>
              </a:rPr>
              <a:t>Arm Keil</a:t>
            </a:r>
            <a:endParaRPr lang="en-US" sz="1600" kern="0" dirty="0">
              <a:latin typeface="Arial" panose="020B0604020202020204" pitchFamily="34" charset="0"/>
              <a:ea typeface="Verdana" pitchFamily="34" charset="0"/>
              <a:cs typeface="Arial" panose="020B0604020202020204" pitchFamily="34" charset="0"/>
            </a:endParaRP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Dedicated User Guides for working with respective IDEs (see hyperlinks above)</a:t>
            </a:r>
          </a:p>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Configurators and Code Generation</a:t>
            </a: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Device Configuration (Pins / Clocks)</a:t>
            </a: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CAPSENSE Configuration and Tuning</a:t>
            </a:r>
          </a:p>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Additional ModusToolbox™ Packages</a:t>
            </a: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Programming Tools</a:t>
            </a: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Edge Protect Security Suite</a:t>
            </a:r>
          </a:p>
          <a:p>
            <a:pPr marL="895335" lvl="1" indent="-285750" defTabSz="1219140" eaLnBrk="0" fontAlgn="auto" hangingPunct="0">
              <a:spcBef>
                <a:spcPts val="0"/>
              </a:spcBef>
              <a:spcAft>
                <a:spcPts val="600"/>
              </a:spcAft>
              <a:buClr>
                <a:schemeClr val="tx2"/>
              </a:buClr>
              <a:buFont typeface="Arial" panose="020B0604020202020204" pitchFamily="34" charset="0"/>
              <a:buChar char="•"/>
            </a:pPr>
            <a:r>
              <a:rPr lang="en-US" kern="0" dirty="0">
                <a:latin typeface="Arial" panose="020B0604020202020204" pitchFamily="34" charset="0"/>
                <a:ea typeface="Verdana" pitchFamily="34" charset="0"/>
                <a:cs typeface="Arial" panose="020B0604020202020204" pitchFamily="34" charset="0"/>
              </a:rPr>
              <a:t>Motor Suite / Power Conversion</a:t>
            </a:r>
          </a:p>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Application Development Resources</a:t>
            </a:r>
          </a:p>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Middleware from Infineon and the ecosystem</a:t>
            </a:r>
          </a:p>
          <a:p>
            <a:pPr marL="285750" indent="-285750" defTabSz="1219140" eaLnBrk="0" fontAlgn="auto" hangingPunct="0">
              <a:spcBef>
                <a:spcPts val="0"/>
              </a:spcBef>
              <a:spcAft>
                <a:spcPts val="600"/>
              </a:spcAft>
              <a:buClr>
                <a:schemeClr val="tx2"/>
              </a:buClr>
              <a:buFont typeface="Arial" panose="020B0604020202020204" pitchFamily="34" charset="0"/>
              <a:buChar char="‒"/>
            </a:pPr>
            <a:r>
              <a:rPr lang="en-US" sz="1600" kern="0" dirty="0">
                <a:latin typeface="Arial" panose="020B0604020202020204" pitchFamily="34" charset="0"/>
                <a:ea typeface="Verdana" pitchFamily="34" charset="0"/>
                <a:cs typeface="Arial" panose="020B0604020202020204" pitchFamily="34" charset="0"/>
              </a:rPr>
              <a:t>Board Support Packages / Device Packages</a:t>
            </a:r>
          </a:p>
          <a:p>
            <a:pPr marL="285750" indent="-285750" defTabSz="1219140" eaLnBrk="0" fontAlgn="auto" hangingPunct="0">
              <a:spcBef>
                <a:spcPts val="0"/>
              </a:spcBef>
              <a:spcAft>
                <a:spcPts val="600"/>
              </a:spcAft>
              <a:buClr>
                <a:schemeClr val="tx2"/>
              </a:buClr>
              <a:buFont typeface="Arial" panose="020B0604020202020204" pitchFamily="34" charset="0"/>
              <a:buChar char="•"/>
            </a:pPr>
            <a:endParaRPr lang="en-US" sz="1600" kern="0" dirty="0">
              <a:latin typeface="Arial" panose="020B0604020202020204" pitchFamily="34" charset="0"/>
              <a:ea typeface="Verdana" pitchFamily="34" charset="0"/>
              <a:cs typeface="Arial" panose="020B0604020202020204" pitchFamily="34" charset="0"/>
            </a:endParaRPr>
          </a:p>
        </p:txBody>
      </p:sp>
      <p:sp>
        <p:nvSpPr>
          <p:cNvPr id="12" name="Rechteck 11">
            <a:extLst>
              <a:ext uri="{FF2B5EF4-FFF2-40B4-BE49-F238E27FC236}">
                <a16:creationId xmlns:a16="http://schemas.microsoft.com/office/drawing/2014/main" id="{A669D999-D6C4-9AB0-F500-5B16C9EA7EB5}"/>
              </a:ext>
            </a:extLst>
          </p:cNvPr>
          <p:cNvSpPr/>
          <p:nvPr/>
        </p:nvSpPr>
        <p:spPr bwMode="auto">
          <a:xfrm>
            <a:off x="6934200" y="1394650"/>
            <a:ext cx="4599142" cy="936101"/>
          </a:xfrm>
          <a:prstGeom prst="rect">
            <a:avLst/>
          </a:prstGeom>
          <a:noFill/>
          <a:ln w="9525">
            <a:noFill/>
            <a:miter lim="800000"/>
            <a:headEnd/>
            <a:tailEnd/>
          </a:ln>
        </p:spPr>
        <p:txBody>
          <a:bodyPr wrap="square" lIns="0" tIns="0" rIns="0" bIns="0" rtlCol="0" anchor="t" anchorCtr="0"/>
          <a:lstStyle/>
          <a:p>
            <a:pPr eaLnBrk="0" hangingPunct="0"/>
            <a:r>
              <a:rPr lang="en-US" sz="1800" b="1" dirty="0">
                <a:latin typeface="+mn-lt"/>
              </a:rPr>
              <a:t>Enablement throughout the application development process</a:t>
            </a:r>
          </a:p>
        </p:txBody>
      </p:sp>
      <p:cxnSp>
        <p:nvCxnSpPr>
          <p:cNvPr id="13" name="Gerader Verbinder 12">
            <a:extLst>
              <a:ext uri="{FF2B5EF4-FFF2-40B4-BE49-F238E27FC236}">
                <a16:creationId xmlns:a16="http://schemas.microsoft.com/office/drawing/2014/main" id="{D6E8D789-34C1-A01E-F15C-DC621ACA57CE}"/>
              </a:ext>
            </a:extLst>
          </p:cNvPr>
          <p:cNvCxnSpPr>
            <a:cxnSpLocks/>
          </p:cNvCxnSpPr>
          <p:nvPr/>
        </p:nvCxnSpPr>
        <p:spPr>
          <a:xfrm>
            <a:off x="6934200" y="2033454"/>
            <a:ext cx="4599142" cy="0"/>
          </a:xfrm>
          <a:prstGeom prst="line">
            <a:avLst/>
          </a:prstGeom>
          <a:ln w="28575">
            <a:solidFill>
              <a:srgbClr val="5EA290"/>
            </a:solidFill>
            <a:tailEnd type="non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3BA3505-C64C-4BC7-5E17-57F7EB27374B}"/>
              </a:ext>
            </a:extLst>
          </p:cNvPr>
          <p:cNvGrpSpPr/>
          <p:nvPr/>
        </p:nvGrpSpPr>
        <p:grpSpPr>
          <a:xfrm>
            <a:off x="456874" y="1269153"/>
            <a:ext cx="5977064" cy="4976471"/>
            <a:chOff x="780711" y="1269153"/>
            <a:chExt cx="5977064" cy="4976471"/>
          </a:xfrm>
        </p:grpSpPr>
        <p:sp>
          <p:nvSpPr>
            <p:cNvPr id="14" name="Rechteck 13">
              <a:extLst>
                <a:ext uri="{FF2B5EF4-FFF2-40B4-BE49-F238E27FC236}">
                  <a16:creationId xmlns:a16="http://schemas.microsoft.com/office/drawing/2014/main" id="{D967F3BC-8DFC-8D3C-77B5-F92F9CA6EA6E}"/>
                </a:ext>
              </a:extLst>
            </p:cNvPr>
            <p:cNvSpPr/>
            <p:nvPr/>
          </p:nvSpPr>
          <p:spPr bwMode="auto">
            <a:xfrm>
              <a:off x="780712" y="1274338"/>
              <a:ext cx="5977063" cy="1008109"/>
            </a:xfrm>
            <a:prstGeom prst="rect">
              <a:avLst/>
            </a:prstGeom>
            <a:solidFill>
              <a:schemeClr val="bg1">
                <a:lumMod val="95000"/>
              </a:schemeClr>
            </a:solidFill>
            <a:ln w="9525">
              <a:solidFill>
                <a:srgbClr val="575352"/>
              </a:solidFill>
              <a:miter lim="800000"/>
              <a:headEnd/>
              <a:tailEnd/>
            </a:ln>
          </p:spPr>
          <p:txBody>
            <a:bodyPr wrap="square" lIns="72000" tIns="72000" rIns="72000" bIns="72000" rtlCol="0" anchor="ctr"/>
            <a:lstStyle/>
            <a:p>
              <a:pPr algn="ctr" eaLnBrk="0" hangingPunct="0"/>
              <a:endParaRPr lang="de-DE" sz="1600" dirty="0">
                <a:latin typeface="+mn-lt"/>
              </a:endParaRPr>
            </a:p>
          </p:txBody>
        </p:sp>
        <p:sp>
          <p:nvSpPr>
            <p:cNvPr id="15" name="Rechteck 14">
              <a:extLst>
                <a:ext uri="{FF2B5EF4-FFF2-40B4-BE49-F238E27FC236}">
                  <a16:creationId xmlns:a16="http://schemas.microsoft.com/office/drawing/2014/main" id="{ACB74116-A232-32DA-74B9-3869738C0225}"/>
                </a:ext>
              </a:extLst>
            </p:cNvPr>
            <p:cNvSpPr/>
            <p:nvPr/>
          </p:nvSpPr>
          <p:spPr bwMode="auto">
            <a:xfrm>
              <a:off x="1285166" y="1410465"/>
              <a:ext cx="1027549" cy="735855"/>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Project</a:t>
              </a:r>
            </a:p>
            <a:p>
              <a:pPr algn="ctr" eaLnBrk="0" hangingPunct="0"/>
              <a:r>
                <a:rPr lang="de-DE" sz="1200">
                  <a:solidFill>
                    <a:schemeClr val="bg1"/>
                  </a:solidFill>
                  <a:latin typeface="+mn-lt"/>
                </a:rPr>
                <a:t>Creator</a:t>
              </a:r>
              <a:endParaRPr lang="de-DE" sz="1200" dirty="0">
                <a:solidFill>
                  <a:schemeClr val="bg1"/>
                </a:solidFill>
                <a:latin typeface="+mn-lt"/>
              </a:endParaRPr>
            </a:p>
          </p:txBody>
        </p:sp>
        <p:sp>
          <p:nvSpPr>
            <p:cNvPr id="17" name="Rechteck 16">
              <a:extLst>
                <a:ext uri="{FF2B5EF4-FFF2-40B4-BE49-F238E27FC236}">
                  <a16:creationId xmlns:a16="http://schemas.microsoft.com/office/drawing/2014/main" id="{75923403-8488-3A97-2541-CA5ACFF50A66}"/>
                </a:ext>
              </a:extLst>
            </p:cNvPr>
            <p:cNvSpPr/>
            <p:nvPr/>
          </p:nvSpPr>
          <p:spPr bwMode="auto">
            <a:xfrm>
              <a:off x="780712" y="2462569"/>
              <a:ext cx="5977063" cy="720080"/>
            </a:xfrm>
            <a:prstGeom prst="rect">
              <a:avLst/>
            </a:prstGeom>
            <a:solidFill>
              <a:schemeClr val="bg1">
                <a:lumMod val="95000"/>
              </a:schemeClr>
            </a:solidFill>
            <a:ln w="9525">
              <a:solidFill>
                <a:srgbClr val="575352"/>
              </a:solidFill>
              <a:miter lim="800000"/>
              <a:headEnd/>
              <a:tailEnd/>
            </a:ln>
          </p:spPr>
          <p:txBody>
            <a:bodyPr wrap="square" lIns="72000" tIns="72000" rIns="72000" bIns="72000" rtlCol="0" anchor="ctr"/>
            <a:lstStyle/>
            <a:p>
              <a:pPr algn="ctr" eaLnBrk="0" hangingPunct="0"/>
              <a:endParaRPr lang="de-DE" sz="1600" dirty="0">
                <a:latin typeface="+mn-lt"/>
              </a:endParaRPr>
            </a:p>
          </p:txBody>
        </p:sp>
        <p:sp>
          <p:nvSpPr>
            <p:cNvPr id="18" name="Rechteck 17">
              <a:extLst>
                <a:ext uri="{FF2B5EF4-FFF2-40B4-BE49-F238E27FC236}">
                  <a16:creationId xmlns:a16="http://schemas.microsoft.com/office/drawing/2014/main" id="{921AADC3-8301-C912-5C3B-10B68B4E2D73}"/>
                </a:ext>
              </a:extLst>
            </p:cNvPr>
            <p:cNvSpPr/>
            <p:nvPr/>
          </p:nvSpPr>
          <p:spPr bwMode="auto">
            <a:xfrm>
              <a:off x="780712" y="3313005"/>
              <a:ext cx="5977063" cy="1296136"/>
            </a:xfrm>
            <a:prstGeom prst="rect">
              <a:avLst/>
            </a:prstGeom>
            <a:solidFill>
              <a:schemeClr val="bg1">
                <a:lumMod val="95000"/>
              </a:schemeClr>
            </a:solidFill>
            <a:ln w="9525">
              <a:solidFill>
                <a:srgbClr val="575352"/>
              </a:solidFill>
              <a:miter lim="800000"/>
              <a:headEnd/>
              <a:tailEnd/>
            </a:ln>
          </p:spPr>
          <p:txBody>
            <a:bodyPr wrap="square" lIns="72000" tIns="72000" rIns="72000" bIns="72000" rtlCol="0" anchor="ctr"/>
            <a:lstStyle/>
            <a:p>
              <a:pPr algn="ctr" eaLnBrk="0" hangingPunct="0"/>
              <a:endParaRPr lang="de-DE" sz="1600" dirty="0">
                <a:latin typeface="+mn-lt"/>
              </a:endParaRPr>
            </a:p>
          </p:txBody>
        </p:sp>
        <p:sp>
          <p:nvSpPr>
            <p:cNvPr id="19" name="Rechteck 18">
              <a:extLst>
                <a:ext uri="{FF2B5EF4-FFF2-40B4-BE49-F238E27FC236}">
                  <a16:creationId xmlns:a16="http://schemas.microsoft.com/office/drawing/2014/main" id="{0C2AFC5B-627E-B55C-24D0-23C339B1A863}"/>
                </a:ext>
              </a:extLst>
            </p:cNvPr>
            <p:cNvSpPr/>
            <p:nvPr/>
          </p:nvSpPr>
          <p:spPr bwMode="auto">
            <a:xfrm>
              <a:off x="780712" y="4740673"/>
              <a:ext cx="5977063" cy="815460"/>
            </a:xfrm>
            <a:prstGeom prst="rect">
              <a:avLst/>
            </a:prstGeom>
            <a:solidFill>
              <a:schemeClr val="bg1">
                <a:lumMod val="95000"/>
              </a:schemeClr>
            </a:solidFill>
            <a:ln w="9525">
              <a:solidFill>
                <a:srgbClr val="575352"/>
              </a:solidFill>
              <a:miter lim="800000"/>
              <a:headEnd/>
              <a:tailEnd/>
            </a:ln>
          </p:spPr>
          <p:txBody>
            <a:bodyPr wrap="square" lIns="72000" tIns="72000" rIns="72000" bIns="72000" rtlCol="0" anchor="ctr"/>
            <a:lstStyle/>
            <a:p>
              <a:pPr algn="ctr" eaLnBrk="0" hangingPunct="0"/>
              <a:endParaRPr lang="de-DE" sz="1600" dirty="0">
                <a:latin typeface="+mn-lt"/>
              </a:endParaRPr>
            </a:p>
          </p:txBody>
        </p:sp>
        <p:sp>
          <p:nvSpPr>
            <p:cNvPr id="20" name="Rechteck 19">
              <a:extLst>
                <a:ext uri="{FF2B5EF4-FFF2-40B4-BE49-F238E27FC236}">
                  <a16:creationId xmlns:a16="http://schemas.microsoft.com/office/drawing/2014/main" id="{7E5C12C1-38DA-6C08-5E66-6E6C6186952B}"/>
                </a:ext>
              </a:extLst>
            </p:cNvPr>
            <p:cNvSpPr/>
            <p:nvPr/>
          </p:nvSpPr>
          <p:spPr bwMode="auto">
            <a:xfrm>
              <a:off x="2365286" y="1410465"/>
              <a:ext cx="1027549" cy="735855"/>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Library</a:t>
              </a:r>
            </a:p>
            <a:p>
              <a:pPr algn="ctr" eaLnBrk="0" hangingPunct="0"/>
              <a:r>
                <a:rPr lang="de-DE" sz="1200">
                  <a:solidFill>
                    <a:schemeClr val="bg1"/>
                  </a:solidFill>
                  <a:latin typeface="+mn-lt"/>
                </a:rPr>
                <a:t>Manager</a:t>
              </a:r>
              <a:endParaRPr lang="de-DE" sz="1200" dirty="0">
                <a:solidFill>
                  <a:schemeClr val="bg1"/>
                </a:solidFill>
                <a:latin typeface="+mn-lt"/>
              </a:endParaRPr>
            </a:p>
          </p:txBody>
        </p:sp>
        <p:sp>
          <p:nvSpPr>
            <p:cNvPr id="21" name="Rechteck 20">
              <a:extLst>
                <a:ext uri="{FF2B5EF4-FFF2-40B4-BE49-F238E27FC236}">
                  <a16:creationId xmlns:a16="http://schemas.microsoft.com/office/drawing/2014/main" id="{5483EABF-9793-1B55-CB92-5A66C43E5F95}"/>
                </a:ext>
              </a:extLst>
            </p:cNvPr>
            <p:cNvSpPr/>
            <p:nvPr/>
          </p:nvSpPr>
          <p:spPr bwMode="auto">
            <a:xfrm>
              <a:off x="3445406" y="1410465"/>
              <a:ext cx="1027549" cy="735855"/>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Eclipse and partner IDEs</a:t>
              </a:r>
              <a:endParaRPr lang="de-DE" sz="1200" dirty="0">
                <a:solidFill>
                  <a:schemeClr val="bg1"/>
                </a:solidFill>
                <a:latin typeface="+mn-lt"/>
              </a:endParaRPr>
            </a:p>
          </p:txBody>
        </p:sp>
        <p:sp>
          <p:nvSpPr>
            <p:cNvPr id="22" name="Rechteck 21">
              <a:extLst>
                <a:ext uri="{FF2B5EF4-FFF2-40B4-BE49-F238E27FC236}">
                  <a16:creationId xmlns:a16="http://schemas.microsoft.com/office/drawing/2014/main" id="{1E8F044C-BDD7-AF9D-6341-321F852BBFAE}"/>
                </a:ext>
              </a:extLst>
            </p:cNvPr>
            <p:cNvSpPr/>
            <p:nvPr/>
          </p:nvSpPr>
          <p:spPr bwMode="auto">
            <a:xfrm>
              <a:off x="4525526" y="1410465"/>
              <a:ext cx="1027549" cy="735855"/>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Configurators and Tuners</a:t>
              </a:r>
              <a:endParaRPr lang="de-DE" sz="1200" dirty="0">
                <a:solidFill>
                  <a:schemeClr val="bg1"/>
                </a:solidFill>
                <a:latin typeface="+mn-lt"/>
              </a:endParaRPr>
            </a:p>
          </p:txBody>
        </p:sp>
        <p:sp>
          <p:nvSpPr>
            <p:cNvPr id="23" name="Rechteck 22">
              <a:extLst>
                <a:ext uri="{FF2B5EF4-FFF2-40B4-BE49-F238E27FC236}">
                  <a16:creationId xmlns:a16="http://schemas.microsoft.com/office/drawing/2014/main" id="{351FC38B-B517-0370-C1AE-F5BB60DEB3CD}"/>
                </a:ext>
              </a:extLst>
            </p:cNvPr>
            <p:cNvSpPr/>
            <p:nvPr/>
          </p:nvSpPr>
          <p:spPr bwMode="auto">
            <a:xfrm>
              <a:off x="5605646" y="1410465"/>
              <a:ext cx="1027549" cy="735855"/>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Git and Make build system</a:t>
              </a:r>
              <a:endParaRPr lang="de-DE" sz="1200" dirty="0">
                <a:solidFill>
                  <a:schemeClr val="bg1"/>
                </a:solidFill>
                <a:latin typeface="+mn-lt"/>
              </a:endParaRPr>
            </a:p>
          </p:txBody>
        </p:sp>
        <p:sp>
          <p:nvSpPr>
            <p:cNvPr id="24" name="Rechteck 23">
              <a:extLst>
                <a:ext uri="{FF2B5EF4-FFF2-40B4-BE49-F238E27FC236}">
                  <a16:creationId xmlns:a16="http://schemas.microsoft.com/office/drawing/2014/main" id="{46E16F57-1DF3-B6B7-FC21-115173A6E638}"/>
                </a:ext>
              </a:extLst>
            </p:cNvPr>
            <p:cNvSpPr/>
            <p:nvPr/>
          </p:nvSpPr>
          <p:spPr bwMode="auto">
            <a:xfrm>
              <a:off x="1294693" y="2586675"/>
              <a:ext cx="1278075"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Code Examples</a:t>
              </a:r>
            </a:p>
          </p:txBody>
        </p:sp>
        <p:sp>
          <p:nvSpPr>
            <p:cNvPr id="25" name="Rechteck 24">
              <a:extLst>
                <a:ext uri="{FF2B5EF4-FFF2-40B4-BE49-F238E27FC236}">
                  <a16:creationId xmlns:a16="http://schemas.microsoft.com/office/drawing/2014/main" id="{305764B4-F8D1-2D82-296B-D75B5A459D58}"/>
                </a:ext>
              </a:extLst>
            </p:cNvPr>
            <p:cNvSpPr/>
            <p:nvPr/>
          </p:nvSpPr>
          <p:spPr bwMode="auto">
            <a:xfrm>
              <a:off x="2638643" y="2586675"/>
              <a:ext cx="2083833"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Use Case Demos</a:t>
              </a:r>
            </a:p>
          </p:txBody>
        </p:sp>
        <p:sp>
          <p:nvSpPr>
            <p:cNvPr id="31" name="Rechteck 30">
              <a:extLst>
                <a:ext uri="{FF2B5EF4-FFF2-40B4-BE49-F238E27FC236}">
                  <a16:creationId xmlns:a16="http://schemas.microsoft.com/office/drawing/2014/main" id="{FF028BE1-D96B-A908-0AA1-388FFD67299D}"/>
                </a:ext>
              </a:extLst>
            </p:cNvPr>
            <p:cNvSpPr/>
            <p:nvPr/>
          </p:nvSpPr>
          <p:spPr bwMode="auto">
            <a:xfrm>
              <a:off x="1285167" y="3447064"/>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RTOS</a:t>
              </a:r>
            </a:p>
          </p:txBody>
        </p:sp>
        <p:sp>
          <p:nvSpPr>
            <p:cNvPr id="32" name="Rechteck 31">
              <a:extLst>
                <a:ext uri="{FF2B5EF4-FFF2-40B4-BE49-F238E27FC236}">
                  <a16:creationId xmlns:a16="http://schemas.microsoft.com/office/drawing/2014/main" id="{51C566A8-7434-8676-224D-9416C2F39182}"/>
                </a:ext>
              </a:extLst>
            </p:cNvPr>
            <p:cNvSpPr/>
            <p:nvPr/>
          </p:nvSpPr>
          <p:spPr bwMode="auto">
            <a:xfrm>
              <a:off x="2638643" y="3447064"/>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Graphics</a:t>
              </a:r>
              <a:endParaRPr lang="de-DE" sz="1200" dirty="0">
                <a:solidFill>
                  <a:schemeClr val="bg1"/>
                </a:solidFill>
                <a:latin typeface="+mn-lt"/>
              </a:endParaRPr>
            </a:p>
          </p:txBody>
        </p:sp>
        <p:sp>
          <p:nvSpPr>
            <p:cNvPr id="33" name="Rechteck 32">
              <a:extLst>
                <a:ext uri="{FF2B5EF4-FFF2-40B4-BE49-F238E27FC236}">
                  <a16:creationId xmlns:a16="http://schemas.microsoft.com/office/drawing/2014/main" id="{15885E7E-1124-8724-A4E4-E1DB95D4712B}"/>
                </a:ext>
              </a:extLst>
            </p:cNvPr>
            <p:cNvSpPr/>
            <p:nvPr/>
          </p:nvSpPr>
          <p:spPr bwMode="auto">
            <a:xfrm>
              <a:off x="3992119" y="3447064"/>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CAPSENSE™</a:t>
              </a:r>
            </a:p>
          </p:txBody>
        </p:sp>
        <p:sp>
          <p:nvSpPr>
            <p:cNvPr id="34" name="Rechteck 33">
              <a:extLst>
                <a:ext uri="{FF2B5EF4-FFF2-40B4-BE49-F238E27FC236}">
                  <a16:creationId xmlns:a16="http://schemas.microsoft.com/office/drawing/2014/main" id="{8326327B-79C1-B961-DDB3-3AC870791403}"/>
                </a:ext>
              </a:extLst>
            </p:cNvPr>
            <p:cNvSpPr/>
            <p:nvPr/>
          </p:nvSpPr>
          <p:spPr bwMode="auto">
            <a:xfrm>
              <a:off x="5345595" y="3447064"/>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Security</a:t>
              </a:r>
              <a:endParaRPr lang="de-DE" sz="1200" dirty="0">
                <a:solidFill>
                  <a:schemeClr val="bg1"/>
                </a:solidFill>
                <a:latin typeface="+mn-lt"/>
              </a:endParaRPr>
            </a:p>
          </p:txBody>
        </p:sp>
        <p:sp>
          <p:nvSpPr>
            <p:cNvPr id="36" name="Rechteck 35">
              <a:extLst>
                <a:ext uri="{FF2B5EF4-FFF2-40B4-BE49-F238E27FC236}">
                  <a16:creationId xmlns:a16="http://schemas.microsoft.com/office/drawing/2014/main" id="{8920BE30-67CC-A456-4A53-B45DDE22A129}"/>
                </a:ext>
              </a:extLst>
            </p:cNvPr>
            <p:cNvSpPr/>
            <p:nvPr/>
          </p:nvSpPr>
          <p:spPr bwMode="auto">
            <a:xfrm>
              <a:off x="1285167" y="3965730"/>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Voice / Audio</a:t>
              </a:r>
              <a:endParaRPr lang="de-DE" sz="1200" dirty="0">
                <a:solidFill>
                  <a:schemeClr val="bg1"/>
                </a:solidFill>
                <a:latin typeface="+mn-lt"/>
              </a:endParaRPr>
            </a:p>
          </p:txBody>
        </p:sp>
        <p:sp>
          <p:nvSpPr>
            <p:cNvPr id="37" name="Rechteck 36">
              <a:extLst>
                <a:ext uri="{FF2B5EF4-FFF2-40B4-BE49-F238E27FC236}">
                  <a16:creationId xmlns:a16="http://schemas.microsoft.com/office/drawing/2014/main" id="{AD72F2EF-C31E-3555-A4DA-6ECADB44E32B}"/>
                </a:ext>
              </a:extLst>
            </p:cNvPr>
            <p:cNvSpPr/>
            <p:nvPr/>
          </p:nvSpPr>
          <p:spPr bwMode="auto">
            <a:xfrm>
              <a:off x="2638643" y="3965730"/>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Machine Learning</a:t>
              </a:r>
              <a:endParaRPr lang="de-DE" sz="1200" dirty="0">
                <a:solidFill>
                  <a:schemeClr val="bg1"/>
                </a:solidFill>
                <a:latin typeface="+mn-lt"/>
              </a:endParaRPr>
            </a:p>
          </p:txBody>
        </p:sp>
        <p:sp>
          <p:nvSpPr>
            <p:cNvPr id="38" name="Rechteck 37">
              <a:extLst>
                <a:ext uri="{FF2B5EF4-FFF2-40B4-BE49-F238E27FC236}">
                  <a16:creationId xmlns:a16="http://schemas.microsoft.com/office/drawing/2014/main" id="{03ACAF3E-E832-64FC-4145-09C3F3B23441}"/>
                </a:ext>
              </a:extLst>
            </p:cNvPr>
            <p:cNvSpPr/>
            <p:nvPr/>
          </p:nvSpPr>
          <p:spPr bwMode="auto">
            <a:xfrm>
              <a:off x="3992119" y="3965730"/>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Wi-Fi</a:t>
              </a:r>
              <a:endParaRPr lang="de-DE" sz="1200" baseline="30000" dirty="0">
                <a:solidFill>
                  <a:schemeClr val="bg1"/>
                </a:solidFill>
                <a:latin typeface="+mn-lt"/>
              </a:endParaRPr>
            </a:p>
          </p:txBody>
        </p:sp>
        <p:sp>
          <p:nvSpPr>
            <p:cNvPr id="39" name="Rechteck 38">
              <a:extLst>
                <a:ext uri="{FF2B5EF4-FFF2-40B4-BE49-F238E27FC236}">
                  <a16:creationId xmlns:a16="http://schemas.microsoft.com/office/drawing/2014/main" id="{B8AB818C-BFC6-9B04-B5DB-CAA6B326D4F2}"/>
                </a:ext>
              </a:extLst>
            </p:cNvPr>
            <p:cNvSpPr/>
            <p:nvPr/>
          </p:nvSpPr>
          <p:spPr bwMode="auto">
            <a:xfrm>
              <a:off x="5345595" y="3965730"/>
              <a:ext cx="1287601"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Bluetooth</a:t>
              </a:r>
              <a:r>
                <a:rPr lang="de-DE" sz="1200" baseline="30000">
                  <a:solidFill>
                    <a:schemeClr val="bg1"/>
                  </a:solidFill>
                  <a:latin typeface="+mn-lt"/>
                </a:rPr>
                <a:t>®</a:t>
              </a:r>
              <a:endParaRPr lang="de-DE" sz="1200" baseline="30000" dirty="0">
                <a:solidFill>
                  <a:schemeClr val="bg1"/>
                </a:solidFill>
                <a:latin typeface="+mn-lt"/>
              </a:endParaRPr>
            </a:p>
          </p:txBody>
        </p:sp>
        <p:sp>
          <p:nvSpPr>
            <p:cNvPr id="40" name="Rechteck 39">
              <a:extLst>
                <a:ext uri="{FF2B5EF4-FFF2-40B4-BE49-F238E27FC236}">
                  <a16:creationId xmlns:a16="http://schemas.microsoft.com/office/drawing/2014/main" id="{7007C71D-4C4D-6C1F-B499-48C4FB24E8EB}"/>
                </a:ext>
              </a:extLst>
            </p:cNvPr>
            <p:cNvSpPr/>
            <p:nvPr/>
          </p:nvSpPr>
          <p:spPr bwMode="auto">
            <a:xfrm>
              <a:off x="1285166" y="4893073"/>
              <a:ext cx="1287602" cy="526933"/>
            </a:xfrm>
            <a:prstGeom prst="rect">
              <a:avLst/>
            </a:prstGeom>
            <a:solidFill>
              <a:srgbClr val="C6BCBE"/>
            </a:solidFill>
            <a:ln w="9525">
              <a:noFill/>
              <a:miter lim="800000"/>
              <a:headEnd/>
              <a:tailEnd/>
            </a:ln>
          </p:spPr>
          <p:txBody>
            <a:bodyPr wrap="square" lIns="36000" tIns="72000" rIns="36000" bIns="72000" rtlCol="0" anchor="ctr"/>
            <a:lstStyle/>
            <a:p>
              <a:pPr algn="ctr" eaLnBrk="0" hangingPunct="0"/>
              <a:r>
                <a:rPr lang="de-DE" sz="1200" dirty="0">
                  <a:latin typeface="+mn-lt"/>
                </a:rPr>
                <a:t>Microcontrollers</a:t>
              </a:r>
            </a:p>
          </p:txBody>
        </p:sp>
        <p:sp>
          <p:nvSpPr>
            <p:cNvPr id="45" name="Rechteck 44">
              <a:extLst>
                <a:ext uri="{FF2B5EF4-FFF2-40B4-BE49-F238E27FC236}">
                  <a16:creationId xmlns:a16="http://schemas.microsoft.com/office/drawing/2014/main" id="{723FABF9-4F3E-7B41-7D4D-EA295ED2A216}"/>
                </a:ext>
              </a:extLst>
            </p:cNvPr>
            <p:cNvSpPr/>
            <p:nvPr/>
          </p:nvSpPr>
          <p:spPr bwMode="auto">
            <a:xfrm>
              <a:off x="780712" y="5686488"/>
              <a:ext cx="1951364" cy="559136"/>
            </a:xfrm>
            <a:prstGeom prst="rect">
              <a:avLst/>
            </a:prstGeom>
            <a:solidFill>
              <a:srgbClr val="644F54"/>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ModusToolbox™ Community</a:t>
              </a:r>
            </a:p>
          </p:txBody>
        </p:sp>
        <p:sp>
          <p:nvSpPr>
            <p:cNvPr id="46" name="Rechteck 45">
              <a:extLst>
                <a:ext uri="{FF2B5EF4-FFF2-40B4-BE49-F238E27FC236}">
                  <a16:creationId xmlns:a16="http://schemas.microsoft.com/office/drawing/2014/main" id="{135966F5-29F8-D0A7-D1B8-4A358D7CD9A2}"/>
                </a:ext>
              </a:extLst>
            </p:cNvPr>
            <p:cNvSpPr/>
            <p:nvPr/>
          </p:nvSpPr>
          <p:spPr bwMode="auto">
            <a:xfrm>
              <a:off x="2793561" y="5686488"/>
              <a:ext cx="1951364" cy="559136"/>
            </a:xfrm>
            <a:prstGeom prst="rect">
              <a:avLst/>
            </a:prstGeom>
            <a:solidFill>
              <a:srgbClr val="644F54"/>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API</a:t>
              </a:r>
            </a:p>
            <a:p>
              <a:pPr algn="ctr" eaLnBrk="0" hangingPunct="0"/>
              <a:r>
                <a:rPr lang="de-DE" sz="1200">
                  <a:solidFill>
                    <a:schemeClr val="bg1"/>
                  </a:solidFill>
                  <a:latin typeface="+mn-lt"/>
                </a:rPr>
                <a:t>Documentation</a:t>
              </a:r>
            </a:p>
          </p:txBody>
        </p:sp>
        <p:sp>
          <p:nvSpPr>
            <p:cNvPr id="47" name="Rechteck 46">
              <a:extLst>
                <a:ext uri="{FF2B5EF4-FFF2-40B4-BE49-F238E27FC236}">
                  <a16:creationId xmlns:a16="http://schemas.microsoft.com/office/drawing/2014/main" id="{D786B453-5D01-D059-B20C-C381E47B2BBF}"/>
                </a:ext>
              </a:extLst>
            </p:cNvPr>
            <p:cNvSpPr/>
            <p:nvPr/>
          </p:nvSpPr>
          <p:spPr bwMode="auto">
            <a:xfrm>
              <a:off x="4806411" y="5686488"/>
              <a:ext cx="1951364" cy="559136"/>
            </a:xfrm>
            <a:prstGeom prst="rect">
              <a:avLst/>
            </a:prstGeom>
            <a:solidFill>
              <a:srgbClr val="644F54"/>
            </a:solidFill>
            <a:ln w="9525">
              <a:noFill/>
              <a:miter lim="800000"/>
              <a:headEnd/>
              <a:tailEnd/>
            </a:ln>
          </p:spPr>
          <p:txBody>
            <a:bodyPr wrap="square" lIns="36000" tIns="72000" rIns="36000" bIns="72000" rtlCol="0" anchor="ctr"/>
            <a:lstStyle/>
            <a:p>
              <a:pPr algn="ctr" eaLnBrk="0" hangingPunct="0"/>
              <a:r>
                <a:rPr lang="de-DE" sz="1200">
                  <a:solidFill>
                    <a:schemeClr val="bg1"/>
                  </a:solidFill>
                  <a:latin typeface="+mn-lt"/>
                </a:rPr>
                <a:t>GitHub</a:t>
              </a:r>
            </a:p>
            <a:p>
              <a:pPr algn="ctr" eaLnBrk="0" hangingPunct="0"/>
              <a:r>
                <a:rPr lang="de-DE" sz="1200">
                  <a:solidFill>
                    <a:schemeClr val="bg1"/>
                  </a:solidFill>
                  <a:latin typeface="+mn-lt"/>
                </a:rPr>
                <a:t>Repositories</a:t>
              </a:r>
            </a:p>
          </p:txBody>
        </p:sp>
        <p:sp>
          <p:nvSpPr>
            <p:cNvPr id="48" name="Textfeld 47">
              <a:extLst>
                <a:ext uri="{FF2B5EF4-FFF2-40B4-BE49-F238E27FC236}">
                  <a16:creationId xmlns:a16="http://schemas.microsoft.com/office/drawing/2014/main" id="{76C8E224-C30F-D97C-B48F-86C50E013C80}"/>
                </a:ext>
              </a:extLst>
            </p:cNvPr>
            <p:cNvSpPr txBox="1"/>
            <p:nvPr/>
          </p:nvSpPr>
          <p:spPr bwMode="auto">
            <a:xfrm rot="16200000">
              <a:off x="456677" y="4872058"/>
              <a:ext cx="1008108" cy="360040"/>
            </a:xfrm>
            <a:prstGeom prst="rect">
              <a:avLst/>
            </a:prstGeom>
            <a:noFill/>
            <a:ln w="9525">
              <a:noFill/>
              <a:miter lim="800000"/>
              <a:headEnd/>
              <a:tailEnd/>
            </a:ln>
            <a:effectLst/>
          </p:spPr>
          <p:txBody>
            <a:bodyPr wrap="square" lIns="0" tIns="0" rIns="0" bIns="0" rtlCol="0" anchor="ctr" anchorCtr="0">
              <a:noAutofit/>
            </a:bodyPr>
            <a:lstStyle/>
            <a:p>
              <a:pPr algn="ctr" defTabSz="575986" eaLnBrk="0" fontAlgn="auto" hangingPunct="0">
                <a:spcBef>
                  <a:spcPts val="0"/>
                </a:spcBef>
                <a:spcAft>
                  <a:spcPts val="0"/>
                </a:spcAft>
                <a:buClr>
                  <a:schemeClr val="accent1"/>
                </a:buClr>
              </a:pPr>
              <a:r>
                <a:rPr lang="de-DE" sz="1200" b="1" kern="0">
                  <a:solidFill>
                    <a:srgbClr val="644F54"/>
                  </a:solidFill>
                  <a:latin typeface="+mn-lt"/>
                </a:rPr>
                <a:t>BSP</a:t>
              </a:r>
              <a:endParaRPr lang="de-DE" sz="1200" b="1" kern="0" dirty="0">
                <a:solidFill>
                  <a:srgbClr val="644F54"/>
                </a:solidFill>
                <a:latin typeface="+mn-lt"/>
              </a:endParaRPr>
            </a:p>
          </p:txBody>
        </p:sp>
        <p:sp>
          <p:nvSpPr>
            <p:cNvPr id="50" name="Textfeld 49">
              <a:extLst>
                <a:ext uri="{FF2B5EF4-FFF2-40B4-BE49-F238E27FC236}">
                  <a16:creationId xmlns:a16="http://schemas.microsoft.com/office/drawing/2014/main" id="{9959DF5F-DAA8-6DE3-B0DD-0A3181D5C5C8}"/>
                </a:ext>
              </a:extLst>
            </p:cNvPr>
            <p:cNvSpPr txBox="1"/>
            <p:nvPr/>
          </p:nvSpPr>
          <p:spPr bwMode="auto">
            <a:xfrm rot="16200000">
              <a:off x="312663" y="3781053"/>
              <a:ext cx="1296136" cy="360040"/>
            </a:xfrm>
            <a:prstGeom prst="rect">
              <a:avLst/>
            </a:prstGeom>
            <a:noFill/>
            <a:ln w="9525">
              <a:noFill/>
              <a:miter lim="800000"/>
              <a:headEnd/>
              <a:tailEnd/>
            </a:ln>
            <a:effectLst/>
          </p:spPr>
          <p:txBody>
            <a:bodyPr wrap="square" lIns="0" tIns="0" rIns="0" bIns="0" rtlCol="0" anchor="ctr" anchorCtr="0">
              <a:noAutofit/>
            </a:bodyPr>
            <a:lstStyle/>
            <a:p>
              <a:pPr algn="ctr" defTabSz="575986" eaLnBrk="0" fontAlgn="auto" hangingPunct="0">
                <a:spcBef>
                  <a:spcPts val="0"/>
                </a:spcBef>
                <a:spcAft>
                  <a:spcPts val="0"/>
                </a:spcAft>
                <a:buClr>
                  <a:schemeClr val="accent1"/>
                </a:buClr>
              </a:pPr>
              <a:r>
                <a:rPr lang="de-DE" sz="1200" b="1" kern="0">
                  <a:solidFill>
                    <a:srgbClr val="644F54"/>
                  </a:solidFill>
                  <a:latin typeface="+mn-lt"/>
                </a:rPr>
                <a:t>Middleware</a:t>
              </a:r>
              <a:endParaRPr lang="de-DE" sz="1200" b="1" kern="0" dirty="0">
                <a:solidFill>
                  <a:srgbClr val="644F54"/>
                </a:solidFill>
                <a:latin typeface="+mn-lt"/>
              </a:endParaRPr>
            </a:p>
          </p:txBody>
        </p:sp>
        <p:sp>
          <p:nvSpPr>
            <p:cNvPr id="51" name="Textfeld 50">
              <a:extLst>
                <a:ext uri="{FF2B5EF4-FFF2-40B4-BE49-F238E27FC236}">
                  <a16:creationId xmlns:a16="http://schemas.microsoft.com/office/drawing/2014/main" id="{B7109D44-B370-F659-79DF-1F7D7A04EA6A}"/>
                </a:ext>
              </a:extLst>
            </p:cNvPr>
            <p:cNvSpPr txBox="1"/>
            <p:nvPr/>
          </p:nvSpPr>
          <p:spPr bwMode="auto">
            <a:xfrm rot="16200000">
              <a:off x="600691" y="2642589"/>
              <a:ext cx="720081" cy="360040"/>
            </a:xfrm>
            <a:prstGeom prst="rect">
              <a:avLst/>
            </a:prstGeom>
            <a:noFill/>
            <a:ln w="9525">
              <a:noFill/>
              <a:miter lim="800000"/>
              <a:headEnd/>
              <a:tailEnd/>
            </a:ln>
            <a:effectLst/>
          </p:spPr>
          <p:txBody>
            <a:bodyPr wrap="square" lIns="0" tIns="0" rIns="0" bIns="0" rtlCol="0" anchor="ctr" anchorCtr="0">
              <a:noAutofit/>
            </a:bodyPr>
            <a:lstStyle/>
            <a:p>
              <a:pPr algn="ctr" defTabSz="575986" eaLnBrk="0" fontAlgn="auto" hangingPunct="0">
                <a:spcBef>
                  <a:spcPts val="0"/>
                </a:spcBef>
                <a:spcAft>
                  <a:spcPts val="0"/>
                </a:spcAft>
                <a:buClr>
                  <a:schemeClr val="accent1"/>
                </a:buClr>
              </a:pPr>
              <a:r>
                <a:rPr lang="de-DE" sz="1200" b="1" kern="0">
                  <a:solidFill>
                    <a:srgbClr val="644F54"/>
                  </a:solidFill>
                  <a:latin typeface="+mn-lt"/>
                </a:rPr>
                <a:t>App</a:t>
              </a:r>
              <a:endParaRPr lang="de-DE" sz="1200" b="1" kern="0" dirty="0">
                <a:solidFill>
                  <a:srgbClr val="644F54"/>
                </a:solidFill>
                <a:latin typeface="+mn-lt"/>
              </a:endParaRPr>
            </a:p>
          </p:txBody>
        </p:sp>
        <p:sp>
          <p:nvSpPr>
            <p:cNvPr id="52" name="Textfeld 51">
              <a:extLst>
                <a:ext uri="{FF2B5EF4-FFF2-40B4-BE49-F238E27FC236}">
                  <a16:creationId xmlns:a16="http://schemas.microsoft.com/office/drawing/2014/main" id="{B5CED926-8531-DBDB-13B5-D6C2213E4496}"/>
                </a:ext>
              </a:extLst>
            </p:cNvPr>
            <p:cNvSpPr txBox="1"/>
            <p:nvPr/>
          </p:nvSpPr>
          <p:spPr bwMode="auto">
            <a:xfrm rot="16200000">
              <a:off x="454085" y="1595781"/>
              <a:ext cx="1013295" cy="360040"/>
            </a:xfrm>
            <a:prstGeom prst="rect">
              <a:avLst/>
            </a:prstGeom>
            <a:noFill/>
            <a:ln w="9525">
              <a:noFill/>
              <a:miter lim="800000"/>
              <a:headEnd/>
              <a:tailEnd/>
            </a:ln>
            <a:effectLst/>
          </p:spPr>
          <p:txBody>
            <a:bodyPr wrap="square" lIns="0" tIns="0" rIns="0" bIns="0" rtlCol="0" anchor="ctr" anchorCtr="0">
              <a:noAutofit/>
            </a:bodyPr>
            <a:lstStyle/>
            <a:p>
              <a:pPr algn="ctr" defTabSz="575986" eaLnBrk="0" fontAlgn="auto" hangingPunct="0">
                <a:spcBef>
                  <a:spcPts val="0"/>
                </a:spcBef>
                <a:spcAft>
                  <a:spcPts val="0"/>
                </a:spcAft>
                <a:buClr>
                  <a:schemeClr val="accent1"/>
                </a:buClr>
              </a:pPr>
              <a:r>
                <a:rPr lang="de-DE" sz="1200" b="1" kern="0">
                  <a:solidFill>
                    <a:srgbClr val="644F54"/>
                  </a:solidFill>
                  <a:latin typeface="+mn-lt"/>
                </a:rPr>
                <a:t>Tools</a:t>
              </a:r>
              <a:endParaRPr lang="de-DE" sz="1200" b="1" kern="0" dirty="0">
                <a:solidFill>
                  <a:srgbClr val="644F54"/>
                </a:solidFill>
                <a:latin typeface="+mn-lt"/>
              </a:endParaRPr>
            </a:p>
          </p:txBody>
        </p:sp>
        <p:sp>
          <p:nvSpPr>
            <p:cNvPr id="5" name="Rechteck 24">
              <a:extLst>
                <a:ext uri="{FF2B5EF4-FFF2-40B4-BE49-F238E27FC236}">
                  <a16:creationId xmlns:a16="http://schemas.microsoft.com/office/drawing/2014/main" id="{3BFEB59A-E221-70E5-1791-6E0E4B7B0600}"/>
                </a:ext>
              </a:extLst>
            </p:cNvPr>
            <p:cNvSpPr/>
            <p:nvPr/>
          </p:nvSpPr>
          <p:spPr bwMode="auto">
            <a:xfrm>
              <a:off x="4794965" y="2586675"/>
              <a:ext cx="1833890" cy="475149"/>
            </a:xfrm>
            <a:prstGeom prst="rect">
              <a:avLst/>
            </a:prstGeom>
            <a:solidFill>
              <a:schemeClr val="tx2"/>
            </a:solidFill>
            <a:ln w="9525">
              <a:noFill/>
              <a:miter lim="800000"/>
              <a:headEnd/>
              <a:tailEnd/>
            </a:ln>
          </p:spPr>
          <p:txBody>
            <a:bodyPr wrap="square" lIns="36000" tIns="72000" rIns="36000" bIns="72000" rtlCol="0" anchor="ctr"/>
            <a:lstStyle/>
            <a:p>
              <a:pPr algn="ctr" eaLnBrk="0" hangingPunct="0"/>
              <a:r>
                <a:rPr lang="de-DE" sz="1200" dirty="0">
                  <a:solidFill>
                    <a:schemeClr val="bg1"/>
                  </a:solidFill>
                  <a:latin typeface="+mn-lt"/>
                </a:rPr>
                <a:t>Reference Solutions</a:t>
              </a:r>
            </a:p>
          </p:txBody>
        </p:sp>
        <p:sp>
          <p:nvSpPr>
            <p:cNvPr id="6" name="Rechteck 39">
              <a:extLst>
                <a:ext uri="{FF2B5EF4-FFF2-40B4-BE49-F238E27FC236}">
                  <a16:creationId xmlns:a16="http://schemas.microsoft.com/office/drawing/2014/main" id="{22A0D681-7076-8D80-149B-09A0C47A11F5}"/>
                </a:ext>
              </a:extLst>
            </p:cNvPr>
            <p:cNvSpPr/>
            <p:nvPr/>
          </p:nvSpPr>
          <p:spPr bwMode="auto">
            <a:xfrm>
              <a:off x="2638643" y="4893073"/>
              <a:ext cx="1287602" cy="526933"/>
            </a:xfrm>
            <a:prstGeom prst="rect">
              <a:avLst/>
            </a:prstGeom>
            <a:solidFill>
              <a:srgbClr val="C6BCBE"/>
            </a:solidFill>
            <a:ln w="9525">
              <a:noFill/>
              <a:miter lim="800000"/>
              <a:headEnd/>
              <a:tailEnd/>
            </a:ln>
          </p:spPr>
          <p:txBody>
            <a:bodyPr wrap="square" lIns="36000" tIns="72000" rIns="36000" bIns="72000" rtlCol="0" anchor="ctr"/>
            <a:lstStyle/>
            <a:p>
              <a:pPr algn="ctr" eaLnBrk="0" hangingPunct="0"/>
              <a:r>
                <a:rPr lang="de-DE" sz="1200" dirty="0">
                  <a:latin typeface="+mn-lt"/>
                </a:rPr>
                <a:t>USB Power Delivery Devices</a:t>
              </a:r>
            </a:p>
          </p:txBody>
        </p:sp>
        <p:sp>
          <p:nvSpPr>
            <p:cNvPr id="8" name="Rechteck 39">
              <a:extLst>
                <a:ext uri="{FF2B5EF4-FFF2-40B4-BE49-F238E27FC236}">
                  <a16:creationId xmlns:a16="http://schemas.microsoft.com/office/drawing/2014/main" id="{AB5DD7E1-69FC-ACDD-A797-117B3ED45772}"/>
                </a:ext>
              </a:extLst>
            </p:cNvPr>
            <p:cNvSpPr/>
            <p:nvPr/>
          </p:nvSpPr>
          <p:spPr bwMode="auto">
            <a:xfrm>
              <a:off x="3992118" y="4893073"/>
              <a:ext cx="1287602" cy="526933"/>
            </a:xfrm>
            <a:prstGeom prst="rect">
              <a:avLst/>
            </a:prstGeom>
            <a:solidFill>
              <a:srgbClr val="C6BCBE"/>
            </a:solidFill>
            <a:ln w="9525">
              <a:noFill/>
              <a:miter lim="800000"/>
              <a:headEnd/>
              <a:tailEnd/>
            </a:ln>
          </p:spPr>
          <p:txBody>
            <a:bodyPr wrap="square" lIns="36000" tIns="72000" rIns="36000" bIns="72000" rtlCol="0" anchor="ctr"/>
            <a:lstStyle/>
            <a:p>
              <a:pPr algn="ctr" eaLnBrk="0" hangingPunct="0"/>
              <a:r>
                <a:rPr lang="de-DE" sz="1200" dirty="0">
                  <a:latin typeface="+mn-lt"/>
                </a:rPr>
                <a:t>Connected </a:t>
              </a:r>
              <a:br>
                <a:rPr lang="de-DE" sz="1200" dirty="0">
                  <a:latin typeface="+mn-lt"/>
                </a:rPr>
              </a:br>
              <a:r>
                <a:rPr lang="de-DE" sz="1200" dirty="0">
                  <a:latin typeface="+mn-lt"/>
                </a:rPr>
                <a:t>MCUs (Wi-Fi)</a:t>
              </a:r>
            </a:p>
          </p:txBody>
        </p:sp>
        <p:sp>
          <p:nvSpPr>
            <p:cNvPr id="9" name="Rechteck 39">
              <a:extLst>
                <a:ext uri="{FF2B5EF4-FFF2-40B4-BE49-F238E27FC236}">
                  <a16:creationId xmlns:a16="http://schemas.microsoft.com/office/drawing/2014/main" id="{7E02838F-F835-9D9C-4CE1-F07AC98E3C6C}"/>
                </a:ext>
              </a:extLst>
            </p:cNvPr>
            <p:cNvSpPr/>
            <p:nvPr/>
          </p:nvSpPr>
          <p:spPr bwMode="auto">
            <a:xfrm>
              <a:off x="5349213" y="4893073"/>
              <a:ext cx="1287602" cy="526933"/>
            </a:xfrm>
            <a:prstGeom prst="rect">
              <a:avLst/>
            </a:prstGeom>
            <a:solidFill>
              <a:srgbClr val="C6BCBE"/>
            </a:solidFill>
            <a:ln w="9525">
              <a:noFill/>
              <a:miter lim="800000"/>
              <a:headEnd/>
              <a:tailEnd/>
            </a:ln>
          </p:spPr>
          <p:txBody>
            <a:bodyPr wrap="square" lIns="36000" tIns="72000" rIns="36000" bIns="72000" rtlCol="0" anchor="ctr"/>
            <a:lstStyle/>
            <a:p>
              <a:pPr algn="ctr" eaLnBrk="0" hangingPunct="0"/>
              <a:r>
                <a:rPr lang="de-DE" sz="1200" dirty="0">
                  <a:latin typeface="+mn-lt"/>
                </a:rPr>
                <a:t>Bluetooth</a:t>
              </a:r>
              <a:r>
                <a:rPr lang="en-US" sz="1600" b="0" i="0" dirty="0">
                  <a:solidFill>
                    <a:srgbClr val="333333"/>
                  </a:solidFill>
                  <a:effectLst/>
                  <a:latin typeface="Source Sans Pro" panose="020B0503030403020204" pitchFamily="34" charset="0"/>
                </a:rPr>
                <a:t>®</a:t>
              </a:r>
              <a:r>
                <a:rPr lang="de-DE" sz="1200" dirty="0">
                  <a:latin typeface="+mn-lt"/>
                </a:rPr>
                <a:t> Devices</a:t>
              </a:r>
            </a:p>
          </p:txBody>
        </p:sp>
      </p:grpSp>
    </p:spTree>
    <p:extLst>
      <p:ext uri="{BB962C8B-B14F-4D97-AF65-F5344CB8AC3E}">
        <p14:creationId xmlns:p14="http://schemas.microsoft.com/office/powerpoint/2010/main" val="1570973030"/>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319FCF04-0688-1CC4-432A-4569CC7A0B4D}"/>
              </a:ext>
            </a:extLst>
          </p:cNvPr>
          <p:cNvSpPr/>
          <p:nvPr/>
        </p:nvSpPr>
        <p:spPr bwMode="auto">
          <a:xfrm>
            <a:off x="7386741" y="3436826"/>
            <a:ext cx="1601796" cy="1996674"/>
          </a:xfrm>
          <a:prstGeom prst="rect">
            <a:avLst/>
          </a:prstGeom>
          <a:noFill/>
          <a:ln w="9525">
            <a:solidFill>
              <a:srgbClr val="B8DEDA"/>
            </a:solidFill>
            <a:miter lim="800000"/>
            <a:headEnd/>
            <a:tailEnd/>
          </a:ln>
        </p:spPr>
        <p:txBody>
          <a:bodyPr wrap="square" lIns="182880" tIns="91440" rIns="182880" bIns="72000" rtlCol="0" anchor="ctr"/>
          <a:lstStyle/>
          <a:p>
            <a:pPr defTabSz="576000" eaLnBrk="0" hangingPunct="0"/>
            <a:endParaRPr lang="en-US" sz="1100" b="1" baseline="0" dirty="0">
              <a:solidFill>
                <a:srgbClr val="06665C"/>
              </a:solidFill>
              <a:latin typeface="Source Sans Pro" panose="020B0503030403020204" pitchFamily="34" charset="0"/>
              <a:ea typeface="Source Sans Pro" panose="020B0503030403020204" pitchFamily="34" charset="0"/>
            </a:endParaRPr>
          </a:p>
          <a:p>
            <a:pPr defTabSz="576000" eaLnBrk="0" hangingPunct="0"/>
            <a:endParaRPr lang="en-US" sz="1100" b="1" dirty="0">
              <a:solidFill>
                <a:srgbClr val="06665C"/>
              </a:solidFill>
              <a:latin typeface="Source Sans Pro" panose="020B0503030403020204" pitchFamily="34" charset="0"/>
              <a:ea typeface="Source Sans Pro" panose="020B0503030403020204" pitchFamily="34" charset="0"/>
            </a:endParaRPr>
          </a:p>
          <a:p>
            <a:pPr defTabSz="576000" eaLnBrk="0" hangingPunct="0"/>
            <a:endParaRPr lang="en-US" sz="1100" b="1" baseline="0" dirty="0">
              <a:solidFill>
                <a:srgbClr val="06665C"/>
              </a:solidFill>
              <a:latin typeface="Source Sans Pro" panose="020B0503030403020204" pitchFamily="34" charset="0"/>
              <a:ea typeface="Source Sans Pro" panose="020B0503030403020204" pitchFamily="34" charset="0"/>
            </a:endParaRPr>
          </a:p>
          <a:p>
            <a:pPr defTabSz="576000" eaLnBrk="0" hangingPunct="0"/>
            <a:endParaRPr lang="en-US" sz="1100" b="1" dirty="0">
              <a:solidFill>
                <a:srgbClr val="06665C"/>
              </a:solidFill>
              <a:latin typeface="Source Sans Pro" panose="020B0503030403020204" pitchFamily="34" charset="0"/>
              <a:ea typeface="Source Sans Pro" panose="020B0503030403020204" pitchFamily="34" charset="0"/>
            </a:endParaRPr>
          </a:p>
          <a:p>
            <a:pPr defTabSz="576000" eaLnBrk="0" hangingPunct="0"/>
            <a:r>
              <a:rPr lang="en-US" sz="1100" b="1" baseline="0" dirty="0">
                <a:solidFill>
                  <a:srgbClr val="06665C"/>
                </a:solidFill>
                <a:latin typeface="Source Sans Pro" panose="020B0503030403020204" pitchFamily="34" charset="0"/>
                <a:ea typeface="Source Sans Pro" panose="020B0503030403020204" pitchFamily="34" charset="0"/>
              </a:rPr>
              <a:t>Run-Time Software Repositories:</a:t>
            </a:r>
            <a:r>
              <a:rPr lang="en-US" sz="1100" baseline="0" dirty="0">
                <a:solidFill>
                  <a:srgbClr val="06665C"/>
                </a:solidFill>
                <a:latin typeface="Source Sans Pro" panose="020B0503030403020204" pitchFamily="34" charset="0"/>
                <a:ea typeface="Source Sans Pro" panose="020B0503030403020204" pitchFamily="34" charset="0"/>
              </a:rPr>
              <a:t> </a:t>
            </a:r>
            <a:br>
              <a:rPr lang="en-US" sz="1100" baseline="0" dirty="0">
                <a:solidFill>
                  <a:srgbClr val="06665C"/>
                </a:solidFill>
                <a:latin typeface="Source Sans Pro" panose="020B0503030403020204" pitchFamily="34" charset="0"/>
                <a:ea typeface="Source Sans Pro" panose="020B0503030403020204" pitchFamily="34" charset="0"/>
              </a:rPr>
            </a:br>
            <a:r>
              <a:rPr lang="en-US" sz="1100" baseline="0" dirty="0">
                <a:solidFill>
                  <a:srgbClr val="06665C"/>
                </a:solidFill>
                <a:latin typeface="Source Sans Pro" panose="020B0503030403020204" pitchFamily="34" charset="0"/>
                <a:ea typeface="Source Sans Pro" panose="020B0503030403020204" pitchFamily="34" charset="0"/>
              </a:rPr>
              <a:t>BSPs, Middleware Libraries, Code Examples</a:t>
            </a:r>
          </a:p>
        </p:txBody>
      </p:sp>
      <p:sp>
        <p:nvSpPr>
          <p:cNvPr id="24" name="Rectangle 23">
            <a:extLst>
              <a:ext uri="{FF2B5EF4-FFF2-40B4-BE49-F238E27FC236}">
                <a16:creationId xmlns:a16="http://schemas.microsoft.com/office/drawing/2014/main" id="{F3004C8F-FDD3-3EDA-067C-803A31A28E48}"/>
              </a:ext>
            </a:extLst>
          </p:cNvPr>
          <p:cNvSpPr/>
          <p:nvPr/>
        </p:nvSpPr>
        <p:spPr bwMode="auto">
          <a:xfrm>
            <a:off x="524711" y="1328407"/>
            <a:ext cx="1954892" cy="1872427"/>
          </a:xfrm>
          <a:prstGeom prst="rect">
            <a:avLst/>
          </a:prstGeom>
          <a:solidFill>
            <a:srgbClr val="DFF5F3"/>
          </a:solidFill>
          <a:ln w="9525">
            <a:noFill/>
            <a:miter lim="800000"/>
            <a:headEnd/>
            <a:tailEnd/>
          </a:ln>
        </p:spPr>
        <p:txBody>
          <a:bodyPr wrap="square" lIns="72000" tIns="72000" rIns="72000" bIns="72000" rtlCol="0" anchor="ctr"/>
          <a:lstStyle/>
          <a:p>
            <a:pPr algn="ctr" defTabSz="576000" eaLnBrk="0" hangingPunct="0"/>
            <a:endParaRPr lang="en-US" sz="1600" b="1" baseline="0" dirty="0">
              <a:solidFill>
                <a:srgbClr val="06665C"/>
              </a:solidFill>
              <a:latin typeface="Source Sans Pro" panose="020B0503030403020204" pitchFamily="34" charset="0"/>
              <a:ea typeface="Source Sans Pro" panose="020B0503030403020204" pitchFamily="34" charset="0"/>
            </a:endParaRPr>
          </a:p>
        </p:txBody>
      </p:sp>
      <p:sp>
        <p:nvSpPr>
          <p:cNvPr id="3" name="Rectangle 2">
            <a:extLst>
              <a:ext uri="{FF2B5EF4-FFF2-40B4-BE49-F238E27FC236}">
                <a16:creationId xmlns:a16="http://schemas.microsoft.com/office/drawing/2014/main" id="{05C43BE9-EB24-A973-C300-16E57EA55417}"/>
              </a:ext>
            </a:extLst>
          </p:cNvPr>
          <p:cNvSpPr/>
          <p:nvPr/>
        </p:nvSpPr>
        <p:spPr bwMode="auto">
          <a:xfrm>
            <a:off x="520153" y="814573"/>
            <a:ext cx="521208" cy="521208"/>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pic>
        <p:nvPicPr>
          <p:cNvPr id="7" name="Picture 6" descr="A green and black clock&#10;&#10;Description automatically generated with medium confidence">
            <a:extLst>
              <a:ext uri="{FF2B5EF4-FFF2-40B4-BE49-F238E27FC236}">
                <a16:creationId xmlns:a16="http://schemas.microsoft.com/office/drawing/2014/main" id="{BD232224-71D4-5DEB-78E4-10884BFC81C4}"/>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554852" y="849272"/>
            <a:ext cx="420624" cy="420624"/>
          </a:xfrm>
          <a:prstGeom prst="rect">
            <a:avLst/>
          </a:prstGeom>
        </p:spPr>
      </p:pic>
      <p:sp>
        <p:nvSpPr>
          <p:cNvPr id="21" name="Rectangle 20">
            <a:extLst>
              <a:ext uri="{FF2B5EF4-FFF2-40B4-BE49-F238E27FC236}">
                <a16:creationId xmlns:a16="http://schemas.microsoft.com/office/drawing/2014/main" id="{68BCFF06-C40F-7B8F-6297-1E0A86F4E5E8}"/>
              </a:ext>
            </a:extLst>
          </p:cNvPr>
          <p:cNvSpPr/>
          <p:nvPr/>
        </p:nvSpPr>
        <p:spPr bwMode="auto">
          <a:xfrm>
            <a:off x="1041361" y="814572"/>
            <a:ext cx="1438242" cy="519987"/>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ModusToolbox™</a:t>
            </a:r>
          </a:p>
          <a:p>
            <a:pPr algn="ctr" defTabSz="576000" eaLnBrk="0" hangingPunct="0"/>
            <a:r>
              <a:rPr lang="en-US" b="1" dirty="0">
                <a:solidFill>
                  <a:srgbClr val="06665C"/>
                </a:solidFill>
                <a:latin typeface="Source Sans Pro" panose="020B0503030403020204" pitchFamily="34" charset="0"/>
                <a:ea typeface="Source Sans Pro" panose="020B0503030403020204" pitchFamily="34" charset="0"/>
              </a:rPr>
              <a:t>Dashboard</a:t>
            </a:r>
            <a:endParaRPr lang="en-US" b="1" baseline="0" dirty="0">
              <a:solidFill>
                <a:srgbClr val="06665C"/>
              </a:solidFill>
              <a:latin typeface="Source Sans Pro" panose="020B0503030403020204" pitchFamily="34" charset="0"/>
              <a:ea typeface="Source Sans Pro" panose="020B0503030403020204" pitchFamily="34" charset="0"/>
            </a:endParaRPr>
          </a:p>
        </p:txBody>
      </p:sp>
      <p:grpSp>
        <p:nvGrpSpPr>
          <p:cNvPr id="17" name="Group 16">
            <a:extLst>
              <a:ext uri="{FF2B5EF4-FFF2-40B4-BE49-F238E27FC236}">
                <a16:creationId xmlns:a16="http://schemas.microsoft.com/office/drawing/2014/main" id="{8DB3DA68-7E82-B61C-4975-123E29FBEDE6}"/>
              </a:ext>
            </a:extLst>
          </p:cNvPr>
          <p:cNvGrpSpPr/>
          <p:nvPr/>
        </p:nvGrpSpPr>
        <p:grpSpPr>
          <a:xfrm>
            <a:off x="623481" y="1430237"/>
            <a:ext cx="520495" cy="520495"/>
            <a:chOff x="876300" y="2115475"/>
            <a:chExt cx="685800" cy="685800"/>
          </a:xfrm>
        </p:grpSpPr>
        <p:sp>
          <p:nvSpPr>
            <p:cNvPr id="12" name="Rectangle 11">
              <a:extLst>
                <a:ext uri="{FF2B5EF4-FFF2-40B4-BE49-F238E27FC236}">
                  <a16:creationId xmlns:a16="http://schemas.microsoft.com/office/drawing/2014/main" id="{1CE70187-CF51-8C08-A51B-B4A24D856801}"/>
                </a:ext>
              </a:extLst>
            </p:cNvPr>
            <p:cNvSpPr/>
            <p:nvPr/>
          </p:nvSpPr>
          <p:spPr bwMode="auto">
            <a:xfrm>
              <a:off x="876300" y="2115475"/>
              <a:ext cx="685800" cy="68580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pic>
          <p:nvPicPr>
            <p:cNvPr id="16" name="Picture 15" descr="A green and black text box&#10;&#10;Description automatically generated">
              <a:extLst>
                <a:ext uri="{FF2B5EF4-FFF2-40B4-BE49-F238E27FC236}">
                  <a16:creationId xmlns:a16="http://schemas.microsoft.com/office/drawing/2014/main" id="{4D9D2089-FC19-CC68-3FAD-1CCD22128BFF}"/>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944880" y="2184055"/>
              <a:ext cx="548640" cy="548640"/>
            </a:xfrm>
            <a:prstGeom prst="rect">
              <a:avLst/>
            </a:prstGeom>
          </p:spPr>
        </p:pic>
      </p:grpSp>
      <p:grpSp>
        <p:nvGrpSpPr>
          <p:cNvPr id="19" name="Group 18">
            <a:extLst>
              <a:ext uri="{FF2B5EF4-FFF2-40B4-BE49-F238E27FC236}">
                <a16:creationId xmlns:a16="http://schemas.microsoft.com/office/drawing/2014/main" id="{23FA85BE-47F6-89FA-E109-C9989D853C10}"/>
              </a:ext>
            </a:extLst>
          </p:cNvPr>
          <p:cNvGrpSpPr/>
          <p:nvPr/>
        </p:nvGrpSpPr>
        <p:grpSpPr>
          <a:xfrm>
            <a:off x="623481" y="2599601"/>
            <a:ext cx="520495" cy="520495"/>
            <a:chOff x="876300" y="4767679"/>
            <a:chExt cx="685800" cy="685800"/>
          </a:xfrm>
        </p:grpSpPr>
        <p:sp>
          <p:nvSpPr>
            <p:cNvPr id="13" name="Rectangle 12">
              <a:extLst>
                <a:ext uri="{FF2B5EF4-FFF2-40B4-BE49-F238E27FC236}">
                  <a16:creationId xmlns:a16="http://schemas.microsoft.com/office/drawing/2014/main" id="{98EC0F08-8D33-28E0-067D-1CDB4978CF02}"/>
                </a:ext>
              </a:extLst>
            </p:cNvPr>
            <p:cNvSpPr/>
            <p:nvPr/>
          </p:nvSpPr>
          <p:spPr bwMode="auto">
            <a:xfrm>
              <a:off x="876300" y="4767679"/>
              <a:ext cx="685800" cy="68580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pic>
          <p:nvPicPr>
            <p:cNvPr id="9" name="Picture 8" descr="A green arrow pointing to a cursor&#10;&#10;Description automatically generated">
              <a:extLst>
                <a:ext uri="{FF2B5EF4-FFF2-40B4-BE49-F238E27FC236}">
                  <a16:creationId xmlns:a16="http://schemas.microsoft.com/office/drawing/2014/main" id="{11228C8D-4559-4569-9111-E2ECC8F89E60}"/>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944880" y="4836259"/>
              <a:ext cx="548640" cy="548640"/>
            </a:xfrm>
            <a:prstGeom prst="rect">
              <a:avLst/>
            </a:prstGeom>
          </p:spPr>
        </p:pic>
      </p:grpSp>
      <p:grpSp>
        <p:nvGrpSpPr>
          <p:cNvPr id="18" name="Group 17">
            <a:extLst>
              <a:ext uri="{FF2B5EF4-FFF2-40B4-BE49-F238E27FC236}">
                <a16:creationId xmlns:a16="http://schemas.microsoft.com/office/drawing/2014/main" id="{23D56F0A-1F53-077E-DBC7-A4BCBAFD55E8}"/>
              </a:ext>
            </a:extLst>
          </p:cNvPr>
          <p:cNvGrpSpPr/>
          <p:nvPr/>
        </p:nvGrpSpPr>
        <p:grpSpPr>
          <a:xfrm>
            <a:off x="623481" y="2014919"/>
            <a:ext cx="520495" cy="520495"/>
            <a:chOff x="876300" y="3429000"/>
            <a:chExt cx="685800" cy="685800"/>
          </a:xfrm>
        </p:grpSpPr>
        <p:sp>
          <p:nvSpPr>
            <p:cNvPr id="14" name="Rectangle 13">
              <a:extLst>
                <a:ext uri="{FF2B5EF4-FFF2-40B4-BE49-F238E27FC236}">
                  <a16:creationId xmlns:a16="http://schemas.microsoft.com/office/drawing/2014/main" id="{FCAFB0FE-2287-2EEF-3E37-4A74E120E5F8}"/>
                </a:ext>
              </a:extLst>
            </p:cNvPr>
            <p:cNvSpPr/>
            <p:nvPr/>
          </p:nvSpPr>
          <p:spPr bwMode="auto">
            <a:xfrm>
              <a:off x="876300" y="3429000"/>
              <a:ext cx="685800" cy="68580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pic>
          <p:nvPicPr>
            <p:cNvPr id="11" name="Picture 10" descr="A blue arrows and circles&#10;&#10;Description automatically generated">
              <a:extLst>
                <a:ext uri="{FF2B5EF4-FFF2-40B4-BE49-F238E27FC236}">
                  <a16:creationId xmlns:a16="http://schemas.microsoft.com/office/drawing/2014/main" id="{BA9D5497-32A1-339A-4189-3410B0C11284}"/>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944880" y="3497580"/>
              <a:ext cx="548640" cy="548640"/>
            </a:xfrm>
            <a:prstGeom prst="rect">
              <a:avLst/>
            </a:prstGeom>
          </p:spPr>
        </p:pic>
      </p:grpSp>
      <p:sp>
        <p:nvSpPr>
          <p:cNvPr id="25" name="Rectangle 24">
            <a:extLst>
              <a:ext uri="{FF2B5EF4-FFF2-40B4-BE49-F238E27FC236}">
                <a16:creationId xmlns:a16="http://schemas.microsoft.com/office/drawing/2014/main" id="{513FE9F1-0BBA-BF5F-517B-3C4696DEC397}"/>
              </a:ext>
            </a:extLst>
          </p:cNvPr>
          <p:cNvSpPr/>
          <p:nvPr/>
        </p:nvSpPr>
        <p:spPr bwMode="auto">
          <a:xfrm>
            <a:off x="1143976" y="1430237"/>
            <a:ext cx="1241574"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sz="1200" b="1" baseline="0" dirty="0">
                <a:solidFill>
                  <a:srgbClr val="06665C"/>
                </a:solidFill>
                <a:latin typeface="Source Sans Pro" panose="020B0503030403020204" pitchFamily="34" charset="0"/>
                <a:ea typeface="Source Sans Pro" panose="020B0503030403020204" pitchFamily="34" charset="0"/>
              </a:rPr>
              <a:t>Documentation</a:t>
            </a:r>
          </a:p>
        </p:txBody>
      </p:sp>
      <p:sp>
        <p:nvSpPr>
          <p:cNvPr id="26" name="Rectangle 25">
            <a:extLst>
              <a:ext uri="{FF2B5EF4-FFF2-40B4-BE49-F238E27FC236}">
                <a16:creationId xmlns:a16="http://schemas.microsoft.com/office/drawing/2014/main" id="{CA25A961-B66D-A4D6-4C51-F5B6B106B91E}"/>
              </a:ext>
            </a:extLst>
          </p:cNvPr>
          <p:cNvSpPr/>
          <p:nvPr/>
        </p:nvSpPr>
        <p:spPr bwMode="auto">
          <a:xfrm>
            <a:off x="1143976" y="2014919"/>
            <a:ext cx="1241574"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sz="1200" b="1" baseline="0" dirty="0">
                <a:solidFill>
                  <a:srgbClr val="06665C"/>
                </a:solidFill>
                <a:latin typeface="Source Sans Pro" panose="020B0503030403020204" pitchFamily="34" charset="0"/>
                <a:ea typeface="Source Sans Pro" panose="020B0503030403020204" pitchFamily="34" charset="0"/>
              </a:rPr>
              <a:t>BSP Assistant</a:t>
            </a:r>
          </a:p>
        </p:txBody>
      </p:sp>
      <p:sp>
        <p:nvSpPr>
          <p:cNvPr id="27" name="Rectangle 26">
            <a:extLst>
              <a:ext uri="{FF2B5EF4-FFF2-40B4-BE49-F238E27FC236}">
                <a16:creationId xmlns:a16="http://schemas.microsoft.com/office/drawing/2014/main" id="{C1B9FC5F-1D5F-718C-F196-E3F5E7E137E6}"/>
              </a:ext>
            </a:extLst>
          </p:cNvPr>
          <p:cNvSpPr/>
          <p:nvPr/>
        </p:nvSpPr>
        <p:spPr bwMode="auto">
          <a:xfrm>
            <a:off x="1143976" y="2597523"/>
            <a:ext cx="1241574"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sz="1200" b="1" baseline="0" dirty="0">
                <a:solidFill>
                  <a:srgbClr val="06665C"/>
                </a:solidFill>
                <a:latin typeface="Source Sans Pro" panose="020B0503030403020204" pitchFamily="34" charset="0"/>
                <a:ea typeface="Source Sans Pro" panose="020B0503030403020204" pitchFamily="34" charset="0"/>
              </a:rPr>
              <a:t>Project Creator</a:t>
            </a:r>
          </a:p>
        </p:txBody>
      </p:sp>
      <p:sp>
        <p:nvSpPr>
          <p:cNvPr id="29" name="Rectangle 28">
            <a:extLst>
              <a:ext uri="{FF2B5EF4-FFF2-40B4-BE49-F238E27FC236}">
                <a16:creationId xmlns:a16="http://schemas.microsoft.com/office/drawing/2014/main" id="{3B79A007-581A-A5F2-F80E-28E576803560}"/>
              </a:ext>
            </a:extLst>
          </p:cNvPr>
          <p:cNvSpPr/>
          <p:nvPr/>
        </p:nvSpPr>
        <p:spPr bwMode="auto">
          <a:xfrm>
            <a:off x="2869835" y="814572"/>
            <a:ext cx="6635687" cy="2039738"/>
          </a:xfrm>
          <a:prstGeom prst="rect">
            <a:avLst/>
          </a:prstGeom>
          <a:solidFill>
            <a:srgbClr val="DFF5F3"/>
          </a:solidFill>
          <a:ln w="9525">
            <a:noFill/>
            <a:miter lim="800000"/>
            <a:headEnd/>
            <a:tailEnd/>
          </a:ln>
        </p:spPr>
        <p:txBody>
          <a:bodyPr wrap="square" lIns="72000" tIns="72000" rIns="72000" bIns="72000" rtlCol="0" anchor="ctr"/>
          <a:lstStyle/>
          <a:p>
            <a:pPr algn="ctr" defTabSz="576000" eaLnBrk="0" hangingPunct="0"/>
            <a:endParaRPr lang="en-US" sz="1600" b="1" baseline="0" dirty="0">
              <a:solidFill>
                <a:srgbClr val="06665C"/>
              </a:solidFill>
              <a:latin typeface="Source Sans Pro" panose="020B0503030403020204" pitchFamily="34" charset="0"/>
              <a:ea typeface="Source Sans Pro" panose="020B0503030403020204" pitchFamily="34" charset="0"/>
            </a:endParaRPr>
          </a:p>
        </p:txBody>
      </p:sp>
      <p:grpSp>
        <p:nvGrpSpPr>
          <p:cNvPr id="36" name="Group 35">
            <a:extLst>
              <a:ext uri="{FF2B5EF4-FFF2-40B4-BE49-F238E27FC236}">
                <a16:creationId xmlns:a16="http://schemas.microsoft.com/office/drawing/2014/main" id="{2E0BB031-36CA-37A9-8631-BE25EA0A4775}"/>
              </a:ext>
            </a:extLst>
          </p:cNvPr>
          <p:cNvGrpSpPr/>
          <p:nvPr/>
        </p:nvGrpSpPr>
        <p:grpSpPr>
          <a:xfrm>
            <a:off x="2996463" y="1001295"/>
            <a:ext cx="1925807" cy="1752600"/>
            <a:chOff x="4038600" y="3886200"/>
            <a:chExt cx="1925807" cy="1752600"/>
          </a:xfrm>
        </p:grpSpPr>
        <p:sp>
          <p:nvSpPr>
            <p:cNvPr id="33" name="Rectangle 32">
              <a:extLst>
                <a:ext uri="{FF2B5EF4-FFF2-40B4-BE49-F238E27FC236}">
                  <a16:creationId xmlns:a16="http://schemas.microsoft.com/office/drawing/2014/main" id="{9A5F9102-4503-F8F4-9353-AD8E69A06A5A}"/>
                </a:ext>
              </a:extLst>
            </p:cNvPr>
            <p:cNvSpPr/>
            <p:nvPr/>
          </p:nvSpPr>
          <p:spPr bwMode="auto">
            <a:xfrm rot="1800000">
              <a:off x="4520835" y="4454177"/>
              <a:ext cx="533400" cy="14478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4" name="Rectangle 33">
              <a:extLst>
                <a:ext uri="{FF2B5EF4-FFF2-40B4-BE49-F238E27FC236}">
                  <a16:creationId xmlns:a16="http://schemas.microsoft.com/office/drawing/2014/main" id="{5ED4B6F9-C806-4276-A372-D2FC4DB49A08}"/>
                </a:ext>
              </a:extLst>
            </p:cNvPr>
            <p:cNvSpPr/>
            <p:nvPr/>
          </p:nvSpPr>
          <p:spPr bwMode="auto">
            <a:xfrm rot="19800000">
              <a:off x="4971251" y="4441914"/>
              <a:ext cx="533400" cy="14478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5" name="Rectangle 34">
              <a:extLst>
                <a:ext uri="{FF2B5EF4-FFF2-40B4-BE49-F238E27FC236}">
                  <a16:creationId xmlns:a16="http://schemas.microsoft.com/office/drawing/2014/main" id="{95E47C6D-D802-CC8D-184B-4DC87A20BF96}"/>
                </a:ext>
              </a:extLst>
            </p:cNvPr>
            <p:cNvSpPr/>
            <p:nvPr/>
          </p:nvSpPr>
          <p:spPr bwMode="auto">
            <a:xfrm rot="16200000">
              <a:off x="4734803" y="4771071"/>
              <a:ext cx="533400" cy="144780"/>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0" name="Oval 29">
              <a:extLst>
                <a:ext uri="{FF2B5EF4-FFF2-40B4-BE49-F238E27FC236}">
                  <a16:creationId xmlns:a16="http://schemas.microsoft.com/office/drawing/2014/main" id="{8E6AE651-2D93-B8D2-9EA2-2D2C9BA39BCC}"/>
                </a:ext>
              </a:extLst>
            </p:cNvPr>
            <p:cNvSpPr/>
            <p:nvPr/>
          </p:nvSpPr>
          <p:spPr bwMode="auto">
            <a:xfrm>
              <a:off x="4038600" y="3886200"/>
              <a:ext cx="762000" cy="762000"/>
            </a:xfrm>
            <a:prstGeom prst="ellipse">
              <a:avLst/>
            </a:prstGeom>
            <a:solidFill>
              <a:srgbClr val="06665C"/>
            </a:solidFill>
            <a:ln w="9525">
              <a:noFill/>
              <a:miter lim="800000"/>
              <a:headEnd/>
              <a:tailEnd/>
            </a:ln>
          </p:spPr>
          <p:txBody>
            <a:bodyPr wrap="none" lIns="72000" tIns="72000" rIns="72000" bIns="72000" rtlCol="0" anchor="ctr"/>
            <a:lstStyle/>
            <a:p>
              <a:pPr algn="ctr" defTabSz="576000" eaLnBrk="0" hangingPunct="0">
                <a:lnSpc>
                  <a:spcPct val="120000"/>
                </a:lnSpc>
              </a:pPr>
              <a:r>
                <a:rPr lang="en-US" sz="1200" b="1" baseline="0" dirty="0">
                  <a:solidFill>
                    <a:schemeClr val="bg1"/>
                  </a:solidFill>
                  <a:latin typeface="Source Sans Pro" panose="020B0503030403020204" pitchFamily="34" charset="0"/>
                  <a:ea typeface="Source Sans Pro" panose="020B0503030403020204" pitchFamily="34" charset="0"/>
                </a:rPr>
                <a:t>Edit</a:t>
              </a:r>
            </a:p>
          </p:txBody>
        </p:sp>
        <p:sp>
          <p:nvSpPr>
            <p:cNvPr id="31" name="Oval 30">
              <a:extLst>
                <a:ext uri="{FF2B5EF4-FFF2-40B4-BE49-F238E27FC236}">
                  <a16:creationId xmlns:a16="http://schemas.microsoft.com/office/drawing/2014/main" id="{4747AFC8-69D1-86D0-657C-1DD8E9D3E459}"/>
                </a:ext>
              </a:extLst>
            </p:cNvPr>
            <p:cNvSpPr/>
            <p:nvPr/>
          </p:nvSpPr>
          <p:spPr bwMode="auto">
            <a:xfrm>
              <a:off x="5202407" y="3886200"/>
              <a:ext cx="762000" cy="762000"/>
            </a:xfrm>
            <a:prstGeom prst="ellipse">
              <a:avLst/>
            </a:prstGeom>
            <a:solidFill>
              <a:srgbClr val="06665C"/>
            </a:solidFill>
            <a:ln w="9525">
              <a:noFill/>
              <a:miter lim="800000"/>
              <a:headEnd/>
              <a:tailEnd/>
            </a:ln>
          </p:spPr>
          <p:txBody>
            <a:bodyPr wrap="none" lIns="0" tIns="0" rIns="0" bIns="0" rtlCol="0" anchor="ctr"/>
            <a:lstStyle/>
            <a:p>
              <a:pPr algn="ctr" defTabSz="576000" eaLnBrk="0" hangingPunct="0">
                <a:lnSpc>
                  <a:spcPct val="120000"/>
                </a:lnSpc>
              </a:pPr>
              <a:r>
                <a:rPr lang="en-US" sz="1200" b="1" baseline="0" dirty="0">
                  <a:solidFill>
                    <a:schemeClr val="bg1"/>
                  </a:solidFill>
                  <a:latin typeface="Source Sans Pro" panose="020B0503030403020204" pitchFamily="34" charset="0"/>
                  <a:ea typeface="Source Sans Pro" panose="020B0503030403020204" pitchFamily="34" charset="0"/>
                </a:rPr>
                <a:t>Compile</a:t>
              </a:r>
            </a:p>
          </p:txBody>
        </p:sp>
        <p:sp>
          <p:nvSpPr>
            <p:cNvPr id="32" name="Oval 31">
              <a:extLst>
                <a:ext uri="{FF2B5EF4-FFF2-40B4-BE49-F238E27FC236}">
                  <a16:creationId xmlns:a16="http://schemas.microsoft.com/office/drawing/2014/main" id="{89DF7001-5D6F-515A-9B24-B789777779F2}"/>
                </a:ext>
              </a:extLst>
            </p:cNvPr>
            <p:cNvSpPr/>
            <p:nvPr/>
          </p:nvSpPr>
          <p:spPr bwMode="auto">
            <a:xfrm>
              <a:off x="4620503" y="4876800"/>
              <a:ext cx="762000" cy="762000"/>
            </a:xfrm>
            <a:prstGeom prst="ellipse">
              <a:avLst/>
            </a:prstGeom>
            <a:solidFill>
              <a:srgbClr val="06665C"/>
            </a:solidFill>
            <a:ln w="9525">
              <a:noFill/>
              <a:miter lim="800000"/>
              <a:headEnd/>
              <a:tailEnd/>
            </a:ln>
          </p:spPr>
          <p:txBody>
            <a:bodyPr wrap="none" lIns="0" tIns="0" rIns="0" bIns="0" rtlCol="0" anchor="ctr"/>
            <a:lstStyle/>
            <a:p>
              <a:pPr algn="ctr" defTabSz="576000" eaLnBrk="0" hangingPunct="0">
                <a:lnSpc>
                  <a:spcPct val="120000"/>
                </a:lnSpc>
              </a:pPr>
              <a:r>
                <a:rPr lang="en-US" sz="1200" b="1" baseline="0" dirty="0">
                  <a:solidFill>
                    <a:schemeClr val="bg1"/>
                  </a:solidFill>
                  <a:latin typeface="Source Sans Pro" panose="020B0503030403020204" pitchFamily="34" charset="0"/>
                  <a:ea typeface="Source Sans Pro" panose="020B0503030403020204" pitchFamily="34" charset="0"/>
                </a:rPr>
                <a:t>Debug</a:t>
              </a:r>
            </a:p>
          </p:txBody>
        </p:sp>
      </p:grpSp>
      <p:sp>
        <p:nvSpPr>
          <p:cNvPr id="44" name="Arc 43">
            <a:extLst>
              <a:ext uri="{FF2B5EF4-FFF2-40B4-BE49-F238E27FC236}">
                <a16:creationId xmlns:a16="http://schemas.microsoft.com/office/drawing/2014/main" id="{D4294544-8575-6302-EBD4-A78EAE647C5A}"/>
              </a:ext>
            </a:extLst>
          </p:cNvPr>
          <p:cNvSpPr/>
          <p:nvPr/>
        </p:nvSpPr>
        <p:spPr>
          <a:xfrm>
            <a:off x="3174680" y="981149"/>
            <a:ext cx="1564292" cy="1564292"/>
          </a:xfrm>
          <a:prstGeom prst="arc">
            <a:avLst>
              <a:gd name="adj1" fmla="val 14877560"/>
              <a:gd name="adj2" fmla="val 17638778"/>
            </a:avLst>
          </a:prstGeom>
          <a:ln w="28575">
            <a:solidFill>
              <a:srgbClr val="BE3183"/>
            </a:solidFill>
            <a:headEnd type="none" w="med" len="med"/>
            <a:tailEnd type="triangle"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45" name="Arc 44">
            <a:extLst>
              <a:ext uri="{FF2B5EF4-FFF2-40B4-BE49-F238E27FC236}">
                <a16:creationId xmlns:a16="http://schemas.microsoft.com/office/drawing/2014/main" id="{B28A0568-671D-48D1-3464-3710EA36E863}"/>
              </a:ext>
            </a:extLst>
          </p:cNvPr>
          <p:cNvSpPr/>
          <p:nvPr/>
        </p:nvSpPr>
        <p:spPr>
          <a:xfrm>
            <a:off x="3174680" y="981149"/>
            <a:ext cx="1564292" cy="1564292"/>
          </a:xfrm>
          <a:prstGeom prst="arc">
            <a:avLst>
              <a:gd name="adj1" fmla="val 7675584"/>
              <a:gd name="adj2" fmla="val 10582949"/>
            </a:avLst>
          </a:prstGeom>
          <a:ln w="28575">
            <a:solidFill>
              <a:srgbClr val="BE3183"/>
            </a:solidFill>
            <a:headEnd type="none" w="med" len="med"/>
            <a:tailEnd type="triangle"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46" name="Arc 45">
            <a:extLst>
              <a:ext uri="{FF2B5EF4-FFF2-40B4-BE49-F238E27FC236}">
                <a16:creationId xmlns:a16="http://schemas.microsoft.com/office/drawing/2014/main" id="{D89FFA1C-D9D9-38E1-7B81-9FD4608F98DB}"/>
              </a:ext>
            </a:extLst>
          </p:cNvPr>
          <p:cNvSpPr/>
          <p:nvPr/>
        </p:nvSpPr>
        <p:spPr>
          <a:xfrm>
            <a:off x="3174680" y="981149"/>
            <a:ext cx="1564292" cy="1564292"/>
          </a:xfrm>
          <a:prstGeom prst="arc">
            <a:avLst>
              <a:gd name="adj1" fmla="val 274288"/>
              <a:gd name="adj2" fmla="val 3128485"/>
            </a:avLst>
          </a:prstGeom>
          <a:ln w="28575">
            <a:solidFill>
              <a:srgbClr val="BE3183"/>
            </a:solidFill>
            <a:headEnd type="none" w="med" len="med"/>
            <a:tailEnd type="triangle"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BB1BF7BF-6B7A-6915-EC9A-4985D2C3A456}"/>
              </a:ext>
            </a:extLst>
          </p:cNvPr>
          <p:cNvSpPr/>
          <p:nvPr/>
        </p:nvSpPr>
        <p:spPr bwMode="auto">
          <a:xfrm>
            <a:off x="5154797" y="1004116"/>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50" name="Rectangle 49">
            <a:extLst>
              <a:ext uri="{FF2B5EF4-FFF2-40B4-BE49-F238E27FC236}">
                <a16:creationId xmlns:a16="http://schemas.microsoft.com/office/drawing/2014/main" id="{C48F2E40-9F51-525D-B975-8270662AFA5E}"/>
              </a:ext>
            </a:extLst>
          </p:cNvPr>
          <p:cNvSpPr/>
          <p:nvPr/>
        </p:nvSpPr>
        <p:spPr bwMode="auto">
          <a:xfrm>
            <a:off x="5675292" y="1004116"/>
            <a:ext cx="1724724"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IDE</a:t>
            </a:r>
          </a:p>
        </p:txBody>
      </p:sp>
      <p:sp>
        <p:nvSpPr>
          <p:cNvPr id="51" name="Rectangle 50">
            <a:extLst>
              <a:ext uri="{FF2B5EF4-FFF2-40B4-BE49-F238E27FC236}">
                <a16:creationId xmlns:a16="http://schemas.microsoft.com/office/drawing/2014/main" id="{C97A0129-1AF3-8785-3FB8-AAAC3AB6EC75}"/>
              </a:ext>
            </a:extLst>
          </p:cNvPr>
          <p:cNvSpPr/>
          <p:nvPr/>
        </p:nvSpPr>
        <p:spPr bwMode="auto">
          <a:xfrm>
            <a:off x="7606529" y="1004116"/>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53" name="Rectangle 52">
            <a:extLst>
              <a:ext uri="{FF2B5EF4-FFF2-40B4-BE49-F238E27FC236}">
                <a16:creationId xmlns:a16="http://schemas.microsoft.com/office/drawing/2014/main" id="{6DFB5213-4EC2-C6F3-2A41-6519DFCFAD06}"/>
              </a:ext>
            </a:extLst>
          </p:cNvPr>
          <p:cNvSpPr/>
          <p:nvPr/>
        </p:nvSpPr>
        <p:spPr bwMode="auto">
          <a:xfrm>
            <a:off x="8127024" y="1004116"/>
            <a:ext cx="1251603"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Library Level</a:t>
            </a:r>
            <a:br>
              <a:rPr lang="en-US" b="1" baseline="0" dirty="0">
                <a:solidFill>
                  <a:srgbClr val="06665C"/>
                </a:solidFill>
                <a:latin typeface="Source Sans Pro" panose="020B0503030403020204" pitchFamily="34" charset="0"/>
                <a:ea typeface="Source Sans Pro" panose="020B0503030403020204" pitchFamily="34" charset="0"/>
              </a:rPr>
            </a:br>
            <a:r>
              <a:rPr lang="en-US" b="1" baseline="0" dirty="0">
                <a:solidFill>
                  <a:srgbClr val="06665C"/>
                </a:solidFill>
                <a:latin typeface="Source Sans Pro" panose="020B0503030403020204" pitchFamily="34" charset="0"/>
                <a:ea typeface="Source Sans Pro" panose="020B0503030403020204" pitchFamily="34" charset="0"/>
              </a:rPr>
              <a:t>Configuration</a:t>
            </a:r>
          </a:p>
        </p:txBody>
      </p:sp>
      <p:sp>
        <p:nvSpPr>
          <p:cNvPr id="54" name="Rectangle 53">
            <a:extLst>
              <a:ext uri="{FF2B5EF4-FFF2-40B4-BE49-F238E27FC236}">
                <a16:creationId xmlns:a16="http://schemas.microsoft.com/office/drawing/2014/main" id="{28712766-C057-77C3-1428-9A6DBD345DF3}"/>
              </a:ext>
            </a:extLst>
          </p:cNvPr>
          <p:cNvSpPr/>
          <p:nvPr/>
        </p:nvSpPr>
        <p:spPr bwMode="auto">
          <a:xfrm>
            <a:off x="5154797" y="1524611"/>
            <a:ext cx="2245218" cy="1127040"/>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Microsoft Visual Studio Code</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Eclipse IDE for ModusToolbox™</a:t>
            </a:r>
          </a:p>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IAR Embedded Workbench</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Arm MDK µVision</a:t>
            </a:r>
            <a:endParaRPr lang="en-US" sz="1100" baseline="0" dirty="0">
              <a:solidFill>
                <a:srgbClr val="FFFFFF"/>
              </a:solidFill>
              <a:latin typeface="Source Sans Pro" panose="020B0503030403020204" pitchFamily="34" charset="0"/>
              <a:ea typeface="Source Sans Pro" panose="020B0503030403020204" pitchFamily="34" charset="0"/>
            </a:endParaRPr>
          </a:p>
        </p:txBody>
      </p:sp>
      <p:sp>
        <p:nvSpPr>
          <p:cNvPr id="55" name="Rectangle 54">
            <a:extLst>
              <a:ext uri="{FF2B5EF4-FFF2-40B4-BE49-F238E27FC236}">
                <a16:creationId xmlns:a16="http://schemas.microsoft.com/office/drawing/2014/main" id="{48280A83-5666-144F-4C52-569F5EDAA829}"/>
              </a:ext>
            </a:extLst>
          </p:cNvPr>
          <p:cNvSpPr/>
          <p:nvPr/>
        </p:nvSpPr>
        <p:spPr bwMode="auto">
          <a:xfrm>
            <a:off x="7603967" y="1524611"/>
            <a:ext cx="1774659" cy="1127040"/>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Machine Learning</a:t>
            </a:r>
          </a:p>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Bluetooth®</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USB / USB Power Delivery</a:t>
            </a:r>
            <a:endParaRPr lang="en-US" sz="1100" baseline="0" dirty="0">
              <a:solidFill>
                <a:srgbClr val="FFFFFF"/>
              </a:solidFill>
              <a:latin typeface="Source Sans Pro" panose="020B0503030403020204" pitchFamily="34" charset="0"/>
              <a:ea typeface="Source Sans Pro" panose="020B0503030403020204" pitchFamily="34" charset="0"/>
            </a:endParaRPr>
          </a:p>
        </p:txBody>
      </p:sp>
      <p:cxnSp>
        <p:nvCxnSpPr>
          <p:cNvPr id="57" name="Straight Arrow Connector 56">
            <a:extLst>
              <a:ext uri="{FF2B5EF4-FFF2-40B4-BE49-F238E27FC236}">
                <a16:creationId xmlns:a16="http://schemas.microsoft.com/office/drawing/2014/main" id="{238C2A16-BD16-CCDB-7288-D557D1EDB83E}"/>
              </a:ext>
            </a:extLst>
          </p:cNvPr>
          <p:cNvCxnSpPr>
            <a:cxnSpLocks/>
          </p:cNvCxnSpPr>
          <p:nvPr/>
        </p:nvCxnSpPr>
        <p:spPr>
          <a:xfrm>
            <a:off x="2533282" y="1473811"/>
            <a:ext cx="304800" cy="0"/>
          </a:xfrm>
          <a:prstGeom prst="straightConnector1">
            <a:avLst/>
          </a:prstGeom>
          <a:ln w="28575">
            <a:solidFill>
              <a:srgbClr val="BE3183"/>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67C10251-51D1-C304-6B4B-A3C8218D8F01}"/>
              </a:ext>
            </a:extLst>
          </p:cNvPr>
          <p:cNvSpPr/>
          <p:nvPr/>
        </p:nvSpPr>
        <p:spPr bwMode="auto">
          <a:xfrm>
            <a:off x="2838082" y="3437409"/>
            <a:ext cx="4418990" cy="1996673"/>
          </a:xfrm>
          <a:prstGeom prst="rect">
            <a:avLst/>
          </a:prstGeom>
          <a:solidFill>
            <a:srgbClr val="DFF5F3"/>
          </a:solidFill>
          <a:ln w="9525">
            <a:noFill/>
            <a:miter lim="800000"/>
            <a:headEnd/>
            <a:tailEnd/>
          </a:ln>
        </p:spPr>
        <p:txBody>
          <a:bodyPr wrap="square" lIns="72000" tIns="72000" rIns="72000" bIns="72000" rtlCol="0" anchor="ctr"/>
          <a:lstStyle/>
          <a:p>
            <a:pPr algn="ctr" defTabSz="576000" eaLnBrk="0" hangingPunct="0"/>
            <a:endParaRPr lang="en-US" sz="1600" b="1" baseline="0" dirty="0">
              <a:solidFill>
                <a:srgbClr val="06665C"/>
              </a:solidFill>
              <a:latin typeface="Source Sans Pro" panose="020B0503030403020204" pitchFamily="34" charset="0"/>
              <a:ea typeface="Source Sans Pro" panose="020B0503030403020204" pitchFamily="34" charset="0"/>
            </a:endParaRPr>
          </a:p>
        </p:txBody>
      </p:sp>
      <p:sp>
        <p:nvSpPr>
          <p:cNvPr id="59" name="Rectangle 58">
            <a:extLst>
              <a:ext uri="{FF2B5EF4-FFF2-40B4-BE49-F238E27FC236}">
                <a16:creationId xmlns:a16="http://schemas.microsoft.com/office/drawing/2014/main" id="{84CBF454-2C2E-1E34-E439-2C5C777280B1}"/>
              </a:ext>
            </a:extLst>
          </p:cNvPr>
          <p:cNvSpPr/>
          <p:nvPr/>
        </p:nvSpPr>
        <p:spPr bwMode="auto">
          <a:xfrm>
            <a:off x="2982144" y="3577967"/>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61" name="Rectangle 60">
            <a:extLst>
              <a:ext uri="{FF2B5EF4-FFF2-40B4-BE49-F238E27FC236}">
                <a16:creationId xmlns:a16="http://schemas.microsoft.com/office/drawing/2014/main" id="{2E411A26-0EB2-95DC-C144-03DA7EF55E0C}"/>
              </a:ext>
            </a:extLst>
          </p:cNvPr>
          <p:cNvSpPr/>
          <p:nvPr/>
        </p:nvSpPr>
        <p:spPr bwMode="auto">
          <a:xfrm>
            <a:off x="3502638" y="3577967"/>
            <a:ext cx="1529025"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BSP Level Configurators</a:t>
            </a:r>
          </a:p>
        </p:txBody>
      </p:sp>
      <p:sp>
        <p:nvSpPr>
          <p:cNvPr id="62" name="Rectangle 61">
            <a:extLst>
              <a:ext uri="{FF2B5EF4-FFF2-40B4-BE49-F238E27FC236}">
                <a16:creationId xmlns:a16="http://schemas.microsoft.com/office/drawing/2014/main" id="{42661CA2-AA84-0C60-9EA2-E74090213BCA}"/>
              </a:ext>
            </a:extLst>
          </p:cNvPr>
          <p:cNvSpPr/>
          <p:nvPr/>
        </p:nvSpPr>
        <p:spPr bwMode="auto">
          <a:xfrm>
            <a:off x="5162820" y="3577967"/>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64" name="Rectangle 63">
            <a:extLst>
              <a:ext uri="{FF2B5EF4-FFF2-40B4-BE49-F238E27FC236}">
                <a16:creationId xmlns:a16="http://schemas.microsoft.com/office/drawing/2014/main" id="{C6E117A8-A8D1-6C1B-BB5A-AA9D625E5609}"/>
              </a:ext>
            </a:extLst>
          </p:cNvPr>
          <p:cNvSpPr/>
          <p:nvPr/>
        </p:nvSpPr>
        <p:spPr bwMode="auto">
          <a:xfrm>
            <a:off x="5683314" y="3577967"/>
            <a:ext cx="1428725" cy="520495"/>
          </a:xfrm>
          <a:prstGeom prst="rect">
            <a:avLst/>
          </a:prstGeom>
          <a:solidFill>
            <a:srgbClr val="FFFFFF"/>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Library Manager</a:t>
            </a:r>
          </a:p>
        </p:txBody>
      </p:sp>
      <p:sp>
        <p:nvSpPr>
          <p:cNvPr id="65" name="Rectangle 64">
            <a:extLst>
              <a:ext uri="{FF2B5EF4-FFF2-40B4-BE49-F238E27FC236}">
                <a16:creationId xmlns:a16="http://schemas.microsoft.com/office/drawing/2014/main" id="{F479DEA7-C7FE-B5D1-6B00-04C33CD54348}"/>
              </a:ext>
            </a:extLst>
          </p:cNvPr>
          <p:cNvSpPr/>
          <p:nvPr/>
        </p:nvSpPr>
        <p:spPr bwMode="auto">
          <a:xfrm>
            <a:off x="2982144" y="4098462"/>
            <a:ext cx="2049519" cy="122928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Device Configurator</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CAPSENSE™ Configurator</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QSPI Configurator</a:t>
            </a:r>
          </a:p>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Smart I/O Configurator</a:t>
            </a:r>
          </a:p>
        </p:txBody>
      </p:sp>
      <p:sp>
        <p:nvSpPr>
          <p:cNvPr id="66" name="Rectangle 65">
            <a:extLst>
              <a:ext uri="{FF2B5EF4-FFF2-40B4-BE49-F238E27FC236}">
                <a16:creationId xmlns:a16="http://schemas.microsoft.com/office/drawing/2014/main" id="{D293C3B3-F9BE-1EC9-3EB7-E9BB70DCA3BE}"/>
              </a:ext>
            </a:extLst>
          </p:cNvPr>
          <p:cNvSpPr/>
          <p:nvPr/>
        </p:nvSpPr>
        <p:spPr bwMode="auto">
          <a:xfrm>
            <a:off x="5160258" y="4098462"/>
            <a:ext cx="1951781" cy="122928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Select or Import BSP</a:t>
            </a:r>
          </a:p>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Add Middleware</a:t>
            </a:r>
          </a:p>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Manage Middleware versions</a:t>
            </a:r>
          </a:p>
        </p:txBody>
      </p:sp>
      <p:pic>
        <p:nvPicPr>
          <p:cNvPr id="1026" name="Picture 2">
            <a:extLst>
              <a:ext uri="{FF2B5EF4-FFF2-40B4-BE49-F238E27FC236}">
                <a16:creationId xmlns:a16="http://schemas.microsoft.com/office/drawing/2014/main" id="{B2C81883-C7E1-BB8D-AEA1-050FCD669397}"/>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7576628" y="3558795"/>
            <a:ext cx="1188610" cy="668593"/>
          </a:xfrm>
          <a:prstGeom prst="rect">
            <a:avLst/>
          </a:prstGeom>
          <a:noFill/>
          <a:extLst>
            <a:ext uri="{909E8E84-426E-40DD-AFC4-6F175D3DCCD1}">
              <a14:hiddenFill xmlns:a14="http://schemas.microsoft.com/office/drawing/2010/main">
                <a:solidFill>
                  <a:srgbClr val="FFFFFF"/>
                </a:solidFill>
              </a14:hiddenFill>
            </a:ext>
          </a:extLst>
        </p:spPr>
      </p:pic>
      <p:cxnSp>
        <p:nvCxnSpPr>
          <p:cNvPr id="80" name="Connector: Elbow 79">
            <a:extLst>
              <a:ext uri="{FF2B5EF4-FFF2-40B4-BE49-F238E27FC236}">
                <a16:creationId xmlns:a16="http://schemas.microsoft.com/office/drawing/2014/main" id="{504A5367-ABEA-D077-4675-33FEFD4C802A}"/>
              </a:ext>
            </a:extLst>
          </p:cNvPr>
          <p:cNvCxnSpPr>
            <a:cxnSpLocks/>
            <a:stCxn id="95" idx="4"/>
            <a:endCxn id="84" idx="4"/>
          </p:cNvCxnSpPr>
          <p:nvPr/>
        </p:nvCxnSpPr>
        <p:spPr>
          <a:xfrm rot="16200000" flipH="1">
            <a:off x="3759360" y="917052"/>
            <a:ext cx="2296258" cy="6513934"/>
          </a:xfrm>
          <a:prstGeom prst="bentConnector3">
            <a:avLst>
              <a:gd name="adj1" fmla="val 113550"/>
            </a:avLst>
          </a:prstGeom>
          <a:ln w="9525">
            <a:solidFill>
              <a:srgbClr val="06665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63383296-39FF-AD14-C811-1CAA2F3EED0C}"/>
              </a:ext>
            </a:extLst>
          </p:cNvPr>
          <p:cNvSpPr/>
          <p:nvPr/>
        </p:nvSpPr>
        <p:spPr bwMode="auto">
          <a:xfrm>
            <a:off x="8126356" y="5245948"/>
            <a:ext cx="76200" cy="76200"/>
          </a:xfrm>
          <a:prstGeom prst="ellipse">
            <a:avLst/>
          </a:prstGeom>
          <a:no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8" name="Oval 87">
            <a:extLst>
              <a:ext uri="{FF2B5EF4-FFF2-40B4-BE49-F238E27FC236}">
                <a16:creationId xmlns:a16="http://schemas.microsoft.com/office/drawing/2014/main" id="{86C60304-E277-6243-C412-6B8179764E6D}"/>
              </a:ext>
            </a:extLst>
          </p:cNvPr>
          <p:cNvSpPr/>
          <p:nvPr/>
        </p:nvSpPr>
        <p:spPr bwMode="auto">
          <a:xfrm>
            <a:off x="10150522" y="5099507"/>
            <a:ext cx="76200" cy="76200"/>
          </a:xfrm>
          <a:prstGeom prst="ellipse">
            <a:avLst/>
          </a:prstGeom>
          <a:no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cxnSp>
        <p:nvCxnSpPr>
          <p:cNvPr id="91" name="Straight Connector 90">
            <a:extLst>
              <a:ext uri="{FF2B5EF4-FFF2-40B4-BE49-F238E27FC236}">
                <a16:creationId xmlns:a16="http://schemas.microsoft.com/office/drawing/2014/main" id="{7D91754D-CD0C-699C-5F64-BFDA67E11F68}"/>
              </a:ext>
            </a:extLst>
          </p:cNvPr>
          <p:cNvCxnSpPr>
            <a:cxnSpLocks/>
          </p:cNvCxnSpPr>
          <p:nvPr/>
        </p:nvCxnSpPr>
        <p:spPr>
          <a:xfrm>
            <a:off x="6990473" y="3844065"/>
            <a:ext cx="549275" cy="0"/>
          </a:xfrm>
          <a:prstGeom prst="line">
            <a:avLst/>
          </a:prstGeom>
          <a:ln w="9525">
            <a:solidFill>
              <a:srgbClr val="06665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9454AD30-F1DA-185B-42DC-BE736A623CA8}"/>
              </a:ext>
            </a:extLst>
          </p:cNvPr>
          <p:cNvSpPr/>
          <p:nvPr/>
        </p:nvSpPr>
        <p:spPr bwMode="auto">
          <a:xfrm>
            <a:off x="6703918" y="3878469"/>
            <a:ext cx="76200" cy="76200"/>
          </a:xfrm>
          <a:prstGeom prst="ellipse">
            <a:avLst/>
          </a:prstGeom>
          <a:no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5" name="Oval 94">
            <a:extLst>
              <a:ext uri="{FF2B5EF4-FFF2-40B4-BE49-F238E27FC236}">
                <a16:creationId xmlns:a16="http://schemas.microsoft.com/office/drawing/2014/main" id="{DB3D25CF-5A0A-B0E1-1D0D-B1D8818A7BCE}"/>
              </a:ext>
            </a:extLst>
          </p:cNvPr>
          <p:cNvSpPr/>
          <p:nvPr/>
        </p:nvSpPr>
        <p:spPr bwMode="auto">
          <a:xfrm>
            <a:off x="1612422" y="2949690"/>
            <a:ext cx="76200" cy="76200"/>
          </a:xfrm>
          <a:prstGeom prst="ellipse">
            <a:avLst/>
          </a:prstGeom>
          <a:no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cxnSp>
        <p:nvCxnSpPr>
          <p:cNvPr id="100" name="Straight Arrow Connector 99">
            <a:extLst>
              <a:ext uri="{FF2B5EF4-FFF2-40B4-BE49-F238E27FC236}">
                <a16:creationId xmlns:a16="http://schemas.microsoft.com/office/drawing/2014/main" id="{F6FE2928-7F52-A823-BE17-D80B8415194E}"/>
              </a:ext>
            </a:extLst>
          </p:cNvPr>
          <p:cNvCxnSpPr>
            <a:cxnSpLocks/>
          </p:cNvCxnSpPr>
          <p:nvPr/>
        </p:nvCxnSpPr>
        <p:spPr>
          <a:xfrm flipV="1">
            <a:off x="5764958" y="2904561"/>
            <a:ext cx="1" cy="456535"/>
          </a:xfrm>
          <a:prstGeom prst="straightConnector1">
            <a:avLst/>
          </a:prstGeom>
          <a:ln w="28575">
            <a:solidFill>
              <a:srgbClr val="BE3183"/>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EEC8A773-E0CA-32DD-3FF8-8D247AA34FB2}"/>
              </a:ext>
            </a:extLst>
          </p:cNvPr>
          <p:cNvCxnSpPr>
            <a:cxnSpLocks/>
          </p:cNvCxnSpPr>
          <p:nvPr/>
        </p:nvCxnSpPr>
        <p:spPr>
          <a:xfrm flipV="1">
            <a:off x="5933945" y="2904561"/>
            <a:ext cx="0" cy="456535"/>
          </a:xfrm>
          <a:prstGeom prst="straightConnector1">
            <a:avLst/>
          </a:prstGeom>
          <a:ln w="28575">
            <a:solidFill>
              <a:srgbClr val="BE318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2" name="Picture 111" descr="A computer with a wrench and screwdriver&#10;&#10;Description automatically generated">
            <a:extLst>
              <a:ext uri="{FF2B5EF4-FFF2-40B4-BE49-F238E27FC236}">
                <a16:creationId xmlns:a16="http://schemas.microsoft.com/office/drawing/2014/main" id="{8F0E988E-9394-323A-18FC-19E2AF6BC723}"/>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7656464" y="1050788"/>
            <a:ext cx="420624" cy="420624"/>
          </a:xfrm>
          <a:prstGeom prst="rect">
            <a:avLst/>
          </a:prstGeom>
        </p:spPr>
      </p:pic>
      <p:pic>
        <p:nvPicPr>
          <p:cNvPr id="114" name="Picture 113" descr="A puzzle pieces in a square&#10;&#10;Description automatically generated">
            <a:extLst>
              <a:ext uri="{FF2B5EF4-FFF2-40B4-BE49-F238E27FC236}">
                <a16:creationId xmlns:a16="http://schemas.microsoft.com/office/drawing/2014/main" id="{879AE028-809D-4010-D835-9448DCF4549A}"/>
              </a:ext>
            </a:extLst>
          </p:cNvPr>
          <p:cNvPicPr>
            <a:picLocks noChangeAspect="1"/>
          </p:cNvPicPr>
          <p:nvPr/>
        </p:nvPicPr>
        <p:blipFill>
          <a:blip r:embed="rId8">
            <a:biLevel thresh="25000"/>
            <a:extLst>
              <a:ext uri="{28A0092B-C50C-407E-A947-70E740481C1C}">
                <a14:useLocalDpi xmlns:a14="http://schemas.microsoft.com/office/drawing/2010/main" val="0"/>
              </a:ext>
            </a:extLst>
          </a:blip>
          <a:stretch>
            <a:fillRect/>
          </a:stretch>
        </p:blipFill>
        <p:spPr>
          <a:xfrm>
            <a:off x="5212755" y="3630017"/>
            <a:ext cx="420624" cy="420624"/>
          </a:xfrm>
          <a:prstGeom prst="rect">
            <a:avLst/>
          </a:prstGeom>
        </p:spPr>
      </p:pic>
      <p:pic>
        <p:nvPicPr>
          <p:cNvPr id="116" name="Picture 115" descr="A green square with a black background&#10;&#10;Description automatically generated">
            <a:extLst>
              <a:ext uri="{FF2B5EF4-FFF2-40B4-BE49-F238E27FC236}">
                <a16:creationId xmlns:a16="http://schemas.microsoft.com/office/drawing/2014/main" id="{D2DC0414-DB4D-1F09-E64E-923486D52091}"/>
              </a:ext>
            </a:extLst>
          </p:cNvPr>
          <p:cNvPicPr>
            <a:picLocks noChangeAspect="1"/>
          </p:cNvPicPr>
          <p:nvPr/>
        </p:nvPicPr>
        <p:blipFill>
          <a:blip r:embed="rId9">
            <a:biLevel thresh="25000"/>
            <a:extLst>
              <a:ext uri="{28A0092B-C50C-407E-A947-70E740481C1C}">
                <a14:useLocalDpi xmlns:a14="http://schemas.microsoft.com/office/drawing/2010/main" val="0"/>
              </a:ext>
            </a:extLst>
          </a:blip>
          <a:stretch>
            <a:fillRect/>
          </a:stretch>
        </p:blipFill>
        <p:spPr>
          <a:xfrm>
            <a:off x="3032079" y="3630017"/>
            <a:ext cx="420624" cy="420624"/>
          </a:xfrm>
          <a:prstGeom prst="rect">
            <a:avLst/>
          </a:prstGeom>
        </p:spPr>
      </p:pic>
      <p:pic>
        <p:nvPicPr>
          <p:cNvPr id="118" name="Picture 117" descr="A green light bulb with lines on a computer screen&#10;&#10;Description automatically generated">
            <a:extLst>
              <a:ext uri="{FF2B5EF4-FFF2-40B4-BE49-F238E27FC236}">
                <a16:creationId xmlns:a16="http://schemas.microsoft.com/office/drawing/2014/main" id="{72304B0E-E381-F89D-6F1F-FDB6AC8F2ACA}"/>
              </a:ext>
            </a:extLst>
          </p:cNvPr>
          <p:cNvPicPr>
            <a:picLocks noChangeAspect="1"/>
          </p:cNvPicPr>
          <p:nvPr/>
        </p:nvPicPr>
        <p:blipFill>
          <a:blip r:embed="rId10">
            <a:biLevel thresh="25000"/>
            <a:extLst>
              <a:ext uri="{28A0092B-C50C-407E-A947-70E740481C1C}">
                <a14:useLocalDpi xmlns:a14="http://schemas.microsoft.com/office/drawing/2010/main" val="0"/>
              </a:ext>
            </a:extLst>
          </a:blip>
          <a:stretch>
            <a:fillRect/>
          </a:stretch>
        </p:blipFill>
        <p:spPr>
          <a:xfrm>
            <a:off x="5202619" y="1050788"/>
            <a:ext cx="420624" cy="420624"/>
          </a:xfrm>
          <a:prstGeom prst="rect">
            <a:avLst/>
          </a:prstGeom>
        </p:spPr>
      </p:pic>
      <p:sp>
        <p:nvSpPr>
          <p:cNvPr id="56" name="Rectangle 55">
            <a:extLst>
              <a:ext uri="{FF2B5EF4-FFF2-40B4-BE49-F238E27FC236}">
                <a16:creationId xmlns:a16="http://schemas.microsoft.com/office/drawing/2014/main" id="{19CF4CDC-FF65-CBF4-0A18-F610E6B8AC79}"/>
              </a:ext>
            </a:extLst>
          </p:cNvPr>
          <p:cNvSpPr/>
          <p:nvPr/>
        </p:nvSpPr>
        <p:spPr bwMode="auto">
          <a:xfrm>
            <a:off x="9724642" y="480800"/>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60" name="Rectangle 59">
            <a:extLst>
              <a:ext uri="{FF2B5EF4-FFF2-40B4-BE49-F238E27FC236}">
                <a16:creationId xmlns:a16="http://schemas.microsoft.com/office/drawing/2014/main" id="{7647FA1D-7199-CBF5-6C3B-C57C19AA2AED}"/>
              </a:ext>
            </a:extLst>
          </p:cNvPr>
          <p:cNvSpPr/>
          <p:nvPr/>
        </p:nvSpPr>
        <p:spPr bwMode="auto">
          <a:xfrm>
            <a:off x="10245137" y="480800"/>
            <a:ext cx="1623748" cy="520495"/>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Programming Tools</a:t>
            </a:r>
          </a:p>
        </p:txBody>
      </p:sp>
      <p:sp>
        <p:nvSpPr>
          <p:cNvPr id="63" name="Rectangle 62">
            <a:extLst>
              <a:ext uri="{FF2B5EF4-FFF2-40B4-BE49-F238E27FC236}">
                <a16:creationId xmlns:a16="http://schemas.microsoft.com/office/drawing/2014/main" id="{E2D44C1E-EB3B-8202-9CD2-B739CCFF0D9D}"/>
              </a:ext>
            </a:extLst>
          </p:cNvPr>
          <p:cNvSpPr/>
          <p:nvPr/>
        </p:nvSpPr>
        <p:spPr bwMode="auto">
          <a:xfrm>
            <a:off x="9724642" y="1001295"/>
            <a:ext cx="2144242" cy="62534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Programming GUI</a:t>
            </a:r>
          </a:p>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KitProg Firmware / OpenOCD</a:t>
            </a:r>
          </a:p>
        </p:txBody>
      </p:sp>
      <p:sp>
        <p:nvSpPr>
          <p:cNvPr id="69" name="Rectangle 68">
            <a:extLst>
              <a:ext uri="{FF2B5EF4-FFF2-40B4-BE49-F238E27FC236}">
                <a16:creationId xmlns:a16="http://schemas.microsoft.com/office/drawing/2014/main" id="{C64E1384-F2C6-15A2-D4D4-35F812ACD25D}"/>
              </a:ext>
            </a:extLst>
          </p:cNvPr>
          <p:cNvSpPr/>
          <p:nvPr/>
        </p:nvSpPr>
        <p:spPr bwMode="auto">
          <a:xfrm>
            <a:off x="9724642" y="1733705"/>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70" name="Rectangle 69">
            <a:extLst>
              <a:ext uri="{FF2B5EF4-FFF2-40B4-BE49-F238E27FC236}">
                <a16:creationId xmlns:a16="http://schemas.microsoft.com/office/drawing/2014/main" id="{3894A9A9-571E-4ED1-897B-134EB73DC210}"/>
              </a:ext>
            </a:extLst>
          </p:cNvPr>
          <p:cNvSpPr/>
          <p:nvPr/>
        </p:nvSpPr>
        <p:spPr bwMode="auto">
          <a:xfrm>
            <a:off x="10245137" y="1733705"/>
            <a:ext cx="1623748" cy="520495"/>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Motor Suite</a:t>
            </a:r>
          </a:p>
        </p:txBody>
      </p:sp>
      <p:sp>
        <p:nvSpPr>
          <p:cNvPr id="71" name="Rectangle 70">
            <a:extLst>
              <a:ext uri="{FF2B5EF4-FFF2-40B4-BE49-F238E27FC236}">
                <a16:creationId xmlns:a16="http://schemas.microsoft.com/office/drawing/2014/main" id="{1148F49D-0570-621A-77FA-CE7FFCD979D1}"/>
              </a:ext>
            </a:extLst>
          </p:cNvPr>
          <p:cNvSpPr/>
          <p:nvPr/>
        </p:nvSpPr>
        <p:spPr bwMode="auto">
          <a:xfrm>
            <a:off x="9724642" y="2254200"/>
            <a:ext cx="2144242" cy="616987"/>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Graphical Motor Tuning and Configuration</a:t>
            </a:r>
            <a:endParaRPr lang="en-US" sz="1100" baseline="0" dirty="0">
              <a:solidFill>
                <a:srgbClr val="FFFFFF"/>
              </a:solidFill>
              <a:latin typeface="Source Sans Pro" panose="020B0503030403020204" pitchFamily="34" charset="0"/>
              <a:ea typeface="Source Sans Pro" panose="020B0503030403020204" pitchFamily="34" charset="0"/>
            </a:endParaRPr>
          </a:p>
        </p:txBody>
      </p:sp>
      <p:pic>
        <p:nvPicPr>
          <p:cNvPr id="72" name="Picture 71" descr="A green and black line art of a car engine&#10;&#10;AI-generated content may be incorrect.">
            <a:extLst>
              <a:ext uri="{FF2B5EF4-FFF2-40B4-BE49-F238E27FC236}">
                <a16:creationId xmlns:a16="http://schemas.microsoft.com/office/drawing/2014/main" id="{10C1E5E8-B252-DB0D-C1F6-8CD77D385FFE}"/>
              </a:ext>
            </a:extLst>
          </p:cNvPr>
          <p:cNvPicPr>
            <a:picLocks noChangeAspect="1"/>
          </p:cNvPicPr>
          <p:nvPr/>
        </p:nvPicPr>
        <p:blipFill>
          <a:blip r:embed="rId11">
            <a:biLevel thresh="25000"/>
            <a:extLst>
              <a:ext uri="{28A0092B-C50C-407E-A947-70E740481C1C}">
                <a14:useLocalDpi xmlns:a14="http://schemas.microsoft.com/office/drawing/2010/main" val="0"/>
              </a:ext>
            </a:extLst>
          </a:blip>
          <a:srcRect t="10432" b="8384"/>
          <a:stretch/>
        </p:blipFill>
        <p:spPr>
          <a:xfrm>
            <a:off x="9747088" y="1779654"/>
            <a:ext cx="487234" cy="395555"/>
          </a:xfrm>
          <a:prstGeom prst="rect">
            <a:avLst/>
          </a:prstGeom>
        </p:spPr>
      </p:pic>
      <p:pic>
        <p:nvPicPr>
          <p:cNvPr id="20" name="Picture 19" descr="A computer chip with numbers and a black background&#10;&#10;AI-generated content may be incorrect.">
            <a:extLst>
              <a:ext uri="{FF2B5EF4-FFF2-40B4-BE49-F238E27FC236}">
                <a16:creationId xmlns:a16="http://schemas.microsoft.com/office/drawing/2014/main" id="{A8FCF65F-3907-66EE-DD68-E491D31A58F4}"/>
              </a:ext>
            </a:extLst>
          </p:cNvPr>
          <p:cNvPicPr>
            <a:picLocks noChangeAspect="1"/>
          </p:cNvPicPr>
          <p:nvPr/>
        </p:nvPicPr>
        <p:blipFill>
          <a:blip r:embed="rId12">
            <a:biLevel thresh="25000"/>
            <a:extLst>
              <a:ext uri="{28A0092B-C50C-407E-A947-70E740481C1C}">
                <a14:useLocalDpi xmlns:a14="http://schemas.microsoft.com/office/drawing/2010/main" val="0"/>
              </a:ext>
            </a:extLst>
          </a:blip>
          <a:stretch>
            <a:fillRect/>
          </a:stretch>
        </p:blipFill>
        <p:spPr>
          <a:xfrm>
            <a:off x="9771799" y="530736"/>
            <a:ext cx="420624" cy="420624"/>
          </a:xfrm>
          <a:prstGeom prst="rect">
            <a:avLst/>
          </a:prstGeom>
        </p:spPr>
      </p:pic>
      <p:sp>
        <p:nvSpPr>
          <p:cNvPr id="73" name="Rectangle 72">
            <a:extLst>
              <a:ext uri="{FF2B5EF4-FFF2-40B4-BE49-F238E27FC236}">
                <a16:creationId xmlns:a16="http://schemas.microsoft.com/office/drawing/2014/main" id="{6261687D-C9B0-BD0E-663F-ED2BC5CDAB5E}"/>
              </a:ext>
            </a:extLst>
          </p:cNvPr>
          <p:cNvSpPr/>
          <p:nvPr/>
        </p:nvSpPr>
        <p:spPr bwMode="auto">
          <a:xfrm>
            <a:off x="9724642" y="4201455"/>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74" name="Rectangle 73">
            <a:extLst>
              <a:ext uri="{FF2B5EF4-FFF2-40B4-BE49-F238E27FC236}">
                <a16:creationId xmlns:a16="http://schemas.microsoft.com/office/drawing/2014/main" id="{E99C3BE5-71AF-0AE9-E649-6C6267A23700}"/>
              </a:ext>
            </a:extLst>
          </p:cNvPr>
          <p:cNvSpPr/>
          <p:nvPr/>
        </p:nvSpPr>
        <p:spPr bwMode="auto">
          <a:xfrm>
            <a:off x="10245137" y="4201455"/>
            <a:ext cx="1623748" cy="520495"/>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Edge Protect Security Suite</a:t>
            </a:r>
          </a:p>
        </p:txBody>
      </p:sp>
      <p:sp>
        <p:nvSpPr>
          <p:cNvPr id="75" name="Rectangle 74">
            <a:extLst>
              <a:ext uri="{FF2B5EF4-FFF2-40B4-BE49-F238E27FC236}">
                <a16:creationId xmlns:a16="http://schemas.microsoft.com/office/drawing/2014/main" id="{CED36CCB-E724-A677-A9DF-9AF12D5B5814}"/>
              </a:ext>
            </a:extLst>
          </p:cNvPr>
          <p:cNvSpPr/>
          <p:nvPr/>
        </p:nvSpPr>
        <p:spPr bwMode="auto">
          <a:xfrm>
            <a:off x="9724642" y="4721951"/>
            <a:ext cx="2144242" cy="58542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Edge Protect Tools and TM-F Configuration </a:t>
            </a:r>
            <a:endParaRPr lang="en-US" sz="1100" baseline="0" dirty="0">
              <a:solidFill>
                <a:srgbClr val="FFFFFF"/>
              </a:solidFill>
              <a:latin typeface="Source Sans Pro" panose="020B0503030403020204" pitchFamily="34" charset="0"/>
              <a:ea typeface="Source Sans Pro" panose="020B0503030403020204" pitchFamily="34" charset="0"/>
            </a:endParaRPr>
          </a:p>
        </p:txBody>
      </p:sp>
      <p:pic>
        <p:nvPicPr>
          <p:cNvPr id="10" name="Picture 9" descr="A logo of a shield&#10;&#10;AI-generated content may be incorrect.">
            <a:extLst>
              <a:ext uri="{FF2B5EF4-FFF2-40B4-BE49-F238E27FC236}">
                <a16:creationId xmlns:a16="http://schemas.microsoft.com/office/drawing/2014/main" id="{29E7730C-406F-6C71-745E-0B965E2F97A7}"/>
              </a:ext>
            </a:extLst>
          </p:cNvPr>
          <p:cNvPicPr>
            <a:picLocks noChangeAspect="1"/>
          </p:cNvPicPr>
          <p:nvPr/>
        </p:nvPicPr>
        <p:blipFill>
          <a:blip r:embed="rId13">
            <a:biLevel thresh="25000"/>
            <a:extLst>
              <a:ext uri="{28A0092B-C50C-407E-A947-70E740481C1C}">
                <a14:useLocalDpi xmlns:a14="http://schemas.microsoft.com/office/drawing/2010/main" val="0"/>
              </a:ext>
            </a:extLst>
          </a:blip>
          <a:stretch>
            <a:fillRect/>
          </a:stretch>
        </p:blipFill>
        <p:spPr>
          <a:xfrm>
            <a:off x="9771799" y="4251390"/>
            <a:ext cx="420624" cy="420624"/>
          </a:xfrm>
          <a:prstGeom prst="rect">
            <a:avLst/>
          </a:prstGeom>
        </p:spPr>
      </p:pic>
      <p:sp>
        <p:nvSpPr>
          <p:cNvPr id="78" name="Rectangle 77">
            <a:extLst>
              <a:ext uri="{FF2B5EF4-FFF2-40B4-BE49-F238E27FC236}">
                <a16:creationId xmlns:a16="http://schemas.microsoft.com/office/drawing/2014/main" id="{BD5F08EB-C880-1E4A-E78A-56FA86F3B0E9}"/>
              </a:ext>
            </a:extLst>
          </p:cNvPr>
          <p:cNvSpPr/>
          <p:nvPr/>
        </p:nvSpPr>
        <p:spPr bwMode="auto">
          <a:xfrm>
            <a:off x="520153" y="5877786"/>
            <a:ext cx="521208" cy="655769"/>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81" name="Rectangle 80">
            <a:extLst>
              <a:ext uri="{FF2B5EF4-FFF2-40B4-BE49-F238E27FC236}">
                <a16:creationId xmlns:a16="http://schemas.microsoft.com/office/drawing/2014/main" id="{83594855-4767-117C-0142-D434CA618F0C}"/>
              </a:ext>
            </a:extLst>
          </p:cNvPr>
          <p:cNvSpPr/>
          <p:nvPr/>
        </p:nvSpPr>
        <p:spPr bwMode="auto">
          <a:xfrm>
            <a:off x="1041361" y="5878100"/>
            <a:ext cx="1438242" cy="654233"/>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ModusToolbox™</a:t>
            </a:r>
          </a:p>
          <a:p>
            <a:pPr algn="ctr" defTabSz="576000" eaLnBrk="0" hangingPunct="0"/>
            <a:r>
              <a:rPr lang="en-US" b="1" dirty="0">
                <a:solidFill>
                  <a:srgbClr val="06665C"/>
                </a:solidFill>
                <a:latin typeface="Source Sans Pro" panose="020B0503030403020204" pitchFamily="34" charset="0"/>
                <a:ea typeface="Source Sans Pro" panose="020B0503030403020204" pitchFamily="34" charset="0"/>
              </a:rPr>
              <a:t>Setup</a:t>
            </a:r>
            <a:endParaRPr lang="en-US" b="1" baseline="0" dirty="0">
              <a:solidFill>
                <a:srgbClr val="06665C"/>
              </a:solidFill>
              <a:latin typeface="Source Sans Pro" panose="020B0503030403020204" pitchFamily="34" charset="0"/>
              <a:ea typeface="Source Sans Pro" panose="020B0503030403020204" pitchFamily="34" charset="0"/>
            </a:endParaRPr>
          </a:p>
        </p:txBody>
      </p:sp>
      <p:pic>
        <p:nvPicPr>
          <p:cNvPr id="4" name="Picture 3" descr="A green circle with black background&#10;&#10;AI-generated content may be incorrect.">
            <a:extLst>
              <a:ext uri="{FF2B5EF4-FFF2-40B4-BE49-F238E27FC236}">
                <a16:creationId xmlns:a16="http://schemas.microsoft.com/office/drawing/2014/main" id="{1841685C-098F-F94B-76FE-646F8F2464A8}"/>
              </a:ext>
            </a:extLst>
          </p:cNvPr>
          <p:cNvPicPr>
            <a:picLocks noChangeAspect="1"/>
          </p:cNvPicPr>
          <p:nvPr/>
        </p:nvPicPr>
        <p:blipFill>
          <a:blip r:embed="rId14">
            <a:biLevel thresh="25000"/>
            <a:extLst>
              <a:ext uri="{28A0092B-C50C-407E-A947-70E740481C1C}">
                <a14:useLocalDpi xmlns:a14="http://schemas.microsoft.com/office/drawing/2010/main" val="0"/>
              </a:ext>
            </a:extLst>
          </a:blip>
          <a:stretch>
            <a:fillRect/>
          </a:stretch>
        </p:blipFill>
        <p:spPr>
          <a:xfrm>
            <a:off x="571271" y="5987965"/>
            <a:ext cx="420624" cy="420624"/>
          </a:xfrm>
          <a:prstGeom prst="rect">
            <a:avLst/>
          </a:prstGeom>
        </p:spPr>
      </p:pic>
      <p:sp>
        <p:nvSpPr>
          <p:cNvPr id="82" name="Rectangle 81">
            <a:extLst>
              <a:ext uri="{FF2B5EF4-FFF2-40B4-BE49-F238E27FC236}">
                <a16:creationId xmlns:a16="http://schemas.microsoft.com/office/drawing/2014/main" id="{CE551B4C-3650-5F77-B85F-F28D7A91283D}"/>
              </a:ext>
            </a:extLst>
          </p:cNvPr>
          <p:cNvSpPr/>
          <p:nvPr/>
        </p:nvSpPr>
        <p:spPr bwMode="auto">
          <a:xfrm>
            <a:off x="2479602" y="5884827"/>
            <a:ext cx="3656226" cy="648727"/>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Online installation of ModusToolbox™ base installation, toolchain, IDE, and additional packages</a:t>
            </a:r>
            <a:endParaRPr lang="en-US" sz="1100" baseline="0" dirty="0">
              <a:solidFill>
                <a:srgbClr val="FFFFFF"/>
              </a:solidFill>
              <a:latin typeface="Source Sans Pro" panose="020B0503030403020204" pitchFamily="34" charset="0"/>
              <a:ea typeface="Source Sans Pro" panose="020B0503030403020204" pitchFamily="34" charset="0"/>
            </a:endParaRPr>
          </a:p>
        </p:txBody>
      </p:sp>
      <p:sp>
        <p:nvSpPr>
          <p:cNvPr id="86" name="Title 85">
            <a:extLst>
              <a:ext uri="{FF2B5EF4-FFF2-40B4-BE49-F238E27FC236}">
                <a16:creationId xmlns:a16="http://schemas.microsoft.com/office/drawing/2014/main" id="{3B1CB712-6523-8A9D-C9B6-BF582986707D}"/>
              </a:ext>
            </a:extLst>
          </p:cNvPr>
          <p:cNvSpPr>
            <a:spLocks noGrp="1"/>
          </p:cNvSpPr>
          <p:nvPr>
            <p:ph type="title"/>
          </p:nvPr>
        </p:nvSpPr>
        <p:spPr/>
        <p:txBody>
          <a:bodyPr anchor="t"/>
          <a:lstStyle/>
          <a:p>
            <a:r>
              <a:rPr lang="en-US" dirty="0"/>
              <a:t>ModusToolbox™ Ecosystem Overview</a:t>
            </a:r>
          </a:p>
        </p:txBody>
      </p:sp>
      <p:sp>
        <p:nvSpPr>
          <p:cNvPr id="6" name="Rectangle 5">
            <a:extLst>
              <a:ext uri="{FF2B5EF4-FFF2-40B4-BE49-F238E27FC236}">
                <a16:creationId xmlns:a16="http://schemas.microsoft.com/office/drawing/2014/main" id="{CAFD8BCF-DB1C-68C8-331F-9C5794E26D05}"/>
              </a:ext>
            </a:extLst>
          </p:cNvPr>
          <p:cNvSpPr/>
          <p:nvPr/>
        </p:nvSpPr>
        <p:spPr bwMode="auto">
          <a:xfrm>
            <a:off x="9724642" y="2973860"/>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83FD9442-4176-4FE0-0007-7D4950BB1E2E}"/>
              </a:ext>
            </a:extLst>
          </p:cNvPr>
          <p:cNvSpPr/>
          <p:nvPr/>
        </p:nvSpPr>
        <p:spPr bwMode="auto">
          <a:xfrm>
            <a:off x="10245137" y="2973860"/>
            <a:ext cx="1623748" cy="520495"/>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Power Suite</a:t>
            </a:r>
          </a:p>
        </p:txBody>
      </p:sp>
      <p:sp>
        <p:nvSpPr>
          <p:cNvPr id="15" name="Rectangle 14">
            <a:extLst>
              <a:ext uri="{FF2B5EF4-FFF2-40B4-BE49-F238E27FC236}">
                <a16:creationId xmlns:a16="http://schemas.microsoft.com/office/drawing/2014/main" id="{0B145ADF-0524-29F8-43DA-3572535E928D}"/>
              </a:ext>
            </a:extLst>
          </p:cNvPr>
          <p:cNvSpPr/>
          <p:nvPr/>
        </p:nvSpPr>
        <p:spPr bwMode="auto">
          <a:xfrm>
            <a:off x="9724642" y="3494356"/>
            <a:ext cx="2144242" cy="58542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dirty="0">
                <a:solidFill>
                  <a:srgbClr val="FFFFFF"/>
                </a:solidFill>
                <a:latin typeface="Source Sans Pro" panose="020B0503030403020204" pitchFamily="34" charset="0"/>
                <a:ea typeface="Source Sans Pro" panose="020B0503030403020204" pitchFamily="34" charset="0"/>
              </a:rPr>
              <a:t>Power Conversion Configuration and Code Gen</a:t>
            </a:r>
            <a:endParaRPr lang="en-US" sz="1100" baseline="0" dirty="0">
              <a:solidFill>
                <a:srgbClr val="FFFFFF"/>
              </a:solidFill>
              <a:latin typeface="Source Sans Pro" panose="020B0503030403020204" pitchFamily="34" charset="0"/>
              <a:ea typeface="Source Sans Pro" panose="020B0503030403020204" pitchFamily="34" charset="0"/>
            </a:endParaRPr>
          </a:p>
        </p:txBody>
      </p:sp>
      <p:pic>
        <p:nvPicPr>
          <p:cNvPr id="5" name="Picture 4" descr="A green and black logo&#10;&#10;AI-generated content may be incorrect.">
            <a:extLst>
              <a:ext uri="{FF2B5EF4-FFF2-40B4-BE49-F238E27FC236}">
                <a16:creationId xmlns:a16="http://schemas.microsoft.com/office/drawing/2014/main" id="{9C858893-7DAE-E200-AA24-FE68F9537F35}"/>
              </a:ext>
            </a:extLst>
          </p:cNvPr>
          <p:cNvPicPr>
            <a:picLocks noChangeAspect="1"/>
          </p:cNvPicPr>
          <p:nvPr/>
        </p:nvPicPr>
        <p:blipFill>
          <a:blip r:embed="rId15">
            <a:biLevel thresh="25000"/>
            <a:extLst>
              <a:ext uri="{28A0092B-C50C-407E-A947-70E740481C1C}">
                <a14:useLocalDpi xmlns:a14="http://schemas.microsoft.com/office/drawing/2010/main" val="0"/>
              </a:ext>
            </a:extLst>
          </a:blip>
          <a:srcRect l="19886" t="151" r="19969" b="39705"/>
          <a:stretch>
            <a:fillRect/>
          </a:stretch>
        </p:blipFill>
        <p:spPr>
          <a:xfrm>
            <a:off x="9768518" y="3024528"/>
            <a:ext cx="416839" cy="416838"/>
          </a:xfrm>
          <a:prstGeom prst="rect">
            <a:avLst/>
          </a:prstGeom>
        </p:spPr>
      </p:pic>
      <p:sp>
        <p:nvSpPr>
          <p:cNvPr id="23" name="Rectangle 22">
            <a:extLst>
              <a:ext uri="{FF2B5EF4-FFF2-40B4-BE49-F238E27FC236}">
                <a16:creationId xmlns:a16="http://schemas.microsoft.com/office/drawing/2014/main" id="{732EA89F-2E13-EF32-8FE2-40942D4F2734}"/>
              </a:ext>
            </a:extLst>
          </p:cNvPr>
          <p:cNvSpPr/>
          <p:nvPr/>
        </p:nvSpPr>
        <p:spPr bwMode="auto">
          <a:xfrm>
            <a:off x="9724642" y="5429050"/>
            <a:ext cx="520495" cy="520495"/>
          </a:xfrm>
          <a:prstGeom prst="rect">
            <a:avLst/>
          </a:prstGeom>
          <a:solidFill>
            <a:srgbClr val="06665C"/>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200" baseline="0" dirty="0">
              <a:solidFill>
                <a:schemeClr val="bg1"/>
              </a:solidFill>
              <a:latin typeface="+mn-lt"/>
              <a:ea typeface="+mn-ea"/>
              <a:cs typeface="+mn-cs"/>
            </a:endParaRPr>
          </a:p>
        </p:txBody>
      </p:sp>
      <p:sp>
        <p:nvSpPr>
          <p:cNvPr id="28" name="Rectangle 27">
            <a:extLst>
              <a:ext uri="{FF2B5EF4-FFF2-40B4-BE49-F238E27FC236}">
                <a16:creationId xmlns:a16="http://schemas.microsoft.com/office/drawing/2014/main" id="{0A272DE8-A6CC-13C3-A859-5100511E172A}"/>
              </a:ext>
            </a:extLst>
          </p:cNvPr>
          <p:cNvSpPr/>
          <p:nvPr/>
        </p:nvSpPr>
        <p:spPr bwMode="auto">
          <a:xfrm>
            <a:off x="10245137" y="5429050"/>
            <a:ext cx="1623748" cy="520495"/>
          </a:xfrm>
          <a:prstGeom prst="rect">
            <a:avLst/>
          </a:prstGeom>
          <a:solidFill>
            <a:srgbClr val="B8DEDA"/>
          </a:solidFill>
          <a:ln w="9525">
            <a:noFill/>
            <a:miter lim="800000"/>
            <a:headEnd/>
            <a:tailEnd/>
          </a:ln>
        </p:spPr>
        <p:txBody>
          <a:bodyPr wrap="square" lIns="72000" tIns="72000" rIns="72000" bIns="72000" rtlCol="0" anchor="ctr"/>
          <a:lstStyle/>
          <a:p>
            <a:pPr algn="ctr" defTabSz="576000" eaLnBrk="0" hangingPunct="0"/>
            <a:r>
              <a:rPr lang="en-US" b="1" baseline="0" dirty="0">
                <a:solidFill>
                  <a:srgbClr val="06665C"/>
                </a:solidFill>
                <a:latin typeface="Source Sans Pro" panose="020B0503030403020204" pitchFamily="34" charset="0"/>
                <a:ea typeface="Source Sans Pro" panose="020B0503030403020204" pitchFamily="34" charset="0"/>
              </a:rPr>
              <a:t>DEEPCRAFT™</a:t>
            </a:r>
          </a:p>
        </p:txBody>
      </p:sp>
      <p:sp>
        <p:nvSpPr>
          <p:cNvPr id="37" name="Rectangle 36">
            <a:extLst>
              <a:ext uri="{FF2B5EF4-FFF2-40B4-BE49-F238E27FC236}">
                <a16:creationId xmlns:a16="http://schemas.microsoft.com/office/drawing/2014/main" id="{9F647721-427F-D555-13AA-1658959D4A55}"/>
              </a:ext>
            </a:extLst>
          </p:cNvPr>
          <p:cNvSpPr/>
          <p:nvPr/>
        </p:nvSpPr>
        <p:spPr bwMode="auto">
          <a:xfrm>
            <a:off x="9724642" y="5949546"/>
            <a:ext cx="2144242" cy="585424"/>
          </a:xfrm>
          <a:prstGeom prst="rect">
            <a:avLst/>
          </a:prstGeom>
          <a:solidFill>
            <a:srgbClr val="3A9B91"/>
          </a:solidFill>
          <a:ln w="9525">
            <a:noFill/>
            <a:miter lim="800000"/>
            <a:headEnd/>
            <a:tailEnd/>
          </a:ln>
        </p:spPr>
        <p:txBody>
          <a:bodyPr wrap="square" lIns="137160" tIns="91440" rIns="72000" bIns="72000" rtlCol="0" anchor="t"/>
          <a:lstStyle/>
          <a:p>
            <a:pPr marL="171450" indent="-118872" defTabSz="576000" eaLnBrk="0" hangingPunct="0">
              <a:lnSpc>
                <a:spcPts val="1800"/>
              </a:lnSpc>
              <a:buFont typeface="Source Sans Pro" panose="020B0503030403020204" pitchFamily="34" charset="0"/>
              <a:buChar char="−"/>
            </a:pPr>
            <a:r>
              <a:rPr lang="en-US" sz="1100" baseline="0" dirty="0">
                <a:solidFill>
                  <a:srgbClr val="FFFFFF"/>
                </a:solidFill>
                <a:latin typeface="Source Sans Pro" panose="020B0503030403020204" pitchFamily="34" charset="0"/>
                <a:ea typeface="Source Sans Pro" panose="020B0503030403020204" pitchFamily="34" charset="0"/>
              </a:rPr>
              <a:t>Studio</a:t>
            </a:r>
            <a:r>
              <a:rPr lang="en-US" sz="1100" dirty="0">
                <a:solidFill>
                  <a:srgbClr val="FFFFFF"/>
                </a:solidFill>
                <a:latin typeface="Source Sans Pro" panose="020B0503030403020204" pitchFamily="34" charset="0"/>
                <a:ea typeface="Source Sans Pro" panose="020B0503030403020204" pitchFamily="34" charset="0"/>
              </a:rPr>
              <a:t>, Model Converter, </a:t>
            </a:r>
            <a:r>
              <a:rPr lang="en-US" sz="1100">
                <a:solidFill>
                  <a:srgbClr val="FFFFFF"/>
                </a:solidFill>
                <a:latin typeface="Source Sans Pro" panose="020B0503030403020204" pitchFamily="34" charset="0"/>
                <a:ea typeface="Source Sans Pro" panose="020B0503030403020204" pitchFamily="34" charset="0"/>
              </a:rPr>
              <a:t>AI Hub, Audio Pack</a:t>
            </a:r>
            <a:endParaRPr lang="en-US" sz="1100" baseline="0" dirty="0">
              <a:solidFill>
                <a:srgbClr val="FFFFFF"/>
              </a:solidFill>
              <a:latin typeface="Source Sans Pro" panose="020B0503030403020204" pitchFamily="34" charset="0"/>
              <a:ea typeface="Source Sans Pro" panose="020B0503030403020204" pitchFamily="34" charset="0"/>
            </a:endParaRPr>
          </a:p>
        </p:txBody>
      </p:sp>
      <p:pic>
        <p:nvPicPr>
          <p:cNvPr id="40" name="Picture 39" descr="A green and black logo&#10;&#10;AI-generated content may be incorrect.">
            <a:extLst>
              <a:ext uri="{FF2B5EF4-FFF2-40B4-BE49-F238E27FC236}">
                <a16:creationId xmlns:a16="http://schemas.microsoft.com/office/drawing/2014/main" id="{63D9202C-9B47-3412-8AA0-83CCC5379259}"/>
              </a:ext>
            </a:extLst>
          </p:cNvPr>
          <p:cNvPicPr>
            <a:picLocks noChangeAspect="1"/>
          </p:cNvPicPr>
          <p:nvPr/>
        </p:nvPicPr>
        <p:blipFill>
          <a:blip r:embed="rId16">
            <a:biLevel thresh="25000"/>
            <a:extLst>
              <a:ext uri="{28A0092B-C50C-407E-A947-70E740481C1C}">
                <a14:useLocalDpi xmlns:a14="http://schemas.microsoft.com/office/drawing/2010/main" val="0"/>
              </a:ext>
            </a:extLst>
          </a:blip>
          <a:stretch>
            <a:fillRect/>
          </a:stretch>
        </p:blipFill>
        <p:spPr>
          <a:xfrm>
            <a:off x="9747088" y="5462754"/>
            <a:ext cx="449890" cy="449890"/>
          </a:xfrm>
          <a:prstGeom prst="rect">
            <a:avLst/>
          </a:prstGeom>
        </p:spPr>
      </p:pic>
    </p:spTree>
    <p:extLst>
      <p:ext uri="{BB962C8B-B14F-4D97-AF65-F5344CB8AC3E}">
        <p14:creationId xmlns:p14="http://schemas.microsoft.com/office/powerpoint/2010/main" val="3601296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omputer monitor with a black background&#10;&#10;Description automatically generated">
            <a:extLst>
              <a:ext uri="{FF2B5EF4-FFF2-40B4-BE49-F238E27FC236}">
                <a16:creationId xmlns:a16="http://schemas.microsoft.com/office/drawing/2014/main" id="{BCA0FFA0-65A5-DB84-4D98-A0331CB7F7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246" y="1036391"/>
            <a:ext cx="6743723" cy="5364632"/>
          </a:xfrm>
          <a:prstGeom prst="rect">
            <a:avLst/>
          </a:prstGeom>
        </p:spPr>
      </p:pic>
      <p:sp>
        <p:nvSpPr>
          <p:cNvPr id="13" name="Titel 12"/>
          <p:cNvSpPr>
            <a:spLocks noGrp="1"/>
          </p:cNvSpPr>
          <p:nvPr>
            <p:ph type="title"/>
          </p:nvPr>
        </p:nvSpPr>
        <p:spPr>
          <a:xfrm>
            <a:off x="335360" y="188720"/>
            <a:ext cx="9613068" cy="720000"/>
          </a:xfrm>
        </p:spPr>
        <p:txBody>
          <a:bodyPr/>
          <a:lstStyle/>
          <a:p>
            <a:r>
              <a:rPr lang="en-US" dirty="0"/>
              <a:t>ModusToolbox™ Software – Development Workflow</a:t>
            </a:r>
          </a:p>
        </p:txBody>
      </p:sp>
      <p:sp>
        <p:nvSpPr>
          <p:cNvPr id="3" name="Content Placeholder 2">
            <a:extLst>
              <a:ext uri="{FF2B5EF4-FFF2-40B4-BE49-F238E27FC236}">
                <a16:creationId xmlns:a16="http://schemas.microsoft.com/office/drawing/2014/main" id="{6D66462F-48A6-4012-4FE9-78B6ADAB7E20}"/>
              </a:ext>
            </a:extLst>
          </p:cNvPr>
          <p:cNvSpPr txBox="1">
            <a:spLocks/>
          </p:cNvSpPr>
          <p:nvPr/>
        </p:nvSpPr>
        <p:spPr>
          <a:xfrm>
            <a:off x="7278633" y="1268918"/>
            <a:ext cx="4578006" cy="4994236"/>
          </a:xfrm>
          <a:prstGeom prst="rect">
            <a:avLst/>
          </a:prstGeom>
        </p:spPr>
        <p:txBody>
          <a:bodyPr vert="horz" lIns="0" tIns="0" rIns="0" bIns="0" rtlCol="0">
            <a:noAutofit/>
          </a:bodyPr>
          <a:lstStyle>
            <a:lvl1pPr marL="252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800" baseline="0">
                <a:latin typeface="+mn-lt"/>
              </a:defRPr>
            </a:lvl1pPr>
            <a:lvl2pPr marL="504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756000" indent="-252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756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pPr marL="0" indent="0">
              <a:spcBef>
                <a:spcPts val="600"/>
              </a:spcBef>
              <a:buNone/>
            </a:pPr>
            <a:r>
              <a:rPr lang="en-US" sz="2000" b="1" dirty="0"/>
              <a:t>Configurators, Tuners, and Utilities</a:t>
            </a:r>
          </a:p>
          <a:p>
            <a:pPr>
              <a:spcAft>
                <a:spcPts val="600"/>
              </a:spcAft>
            </a:pPr>
            <a:r>
              <a:rPr lang="en-US" dirty="0"/>
              <a:t>Project Creator</a:t>
            </a:r>
          </a:p>
          <a:p>
            <a:pPr>
              <a:spcAft>
                <a:spcPts val="600"/>
              </a:spcAft>
            </a:pPr>
            <a:r>
              <a:rPr lang="en-US" dirty="0"/>
              <a:t>Library Manager</a:t>
            </a:r>
          </a:p>
          <a:p>
            <a:pPr>
              <a:spcAft>
                <a:spcPts val="600"/>
              </a:spcAft>
            </a:pPr>
            <a:r>
              <a:rPr lang="en-US" dirty="0"/>
              <a:t>Device Configurator</a:t>
            </a:r>
          </a:p>
          <a:p>
            <a:pPr>
              <a:spcAft>
                <a:spcPts val="600"/>
              </a:spcAft>
            </a:pPr>
            <a:r>
              <a:rPr lang="en-US" dirty="0"/>
              <a:t>BSP Assistant</a:t>
            </a:r>
          </a:p>
          <a:p>
            <a:pPr>
              <a:spcAft>
                <a:spcPts val="600"/>
              </a:spcAft>
            </a:pPr>
            <a:r>
              <a:rPr lang="en-US" dirty="0"/>
              <a:t>Secure Policy Configurator</a:t>
            </a:r>
          </a:p>
          <a:p>
            <a:pPr>
              <a:spcAft>
                <a:spcPts val="600"/>
              </a:spcAft>
            </a:pPr>
            <a:r>
              <a:rPr lang="en-US" dirty="0"/>
              <a:t>CAPSENSE™ Configurator and Tuner</a:t>
            </a:r>
          </a:p>
          <a:p>
            <a:pPr>
              <a:spcAft>
                <a:spcPts val="600"/>
              </a:spcAft>
            </a:pPr>
            <a:r>
              <a:rPr lang="en-US" dirty="0"/>
              <a:t>BSP level configurators for QSPI, </a:t>
            </a:r>
            <a:r>
              <a:rPr lang="en-US" dirty="0" err="1"/>
              <a:t>SmartIO</a:t>
            </a:r>
            <a:r>
              <a:rPr lang="en-US" dirty="0"/>
              <a:t>, </a:t>
            </a:r>
            <a:r>
              <a:rPr lang="en-US" dirty="0" err="1"/>
              <a:t>SegLCD</a:t>
            </a:r>
            <a:endParaRPr lang="en-US" dirty="0"/>
          </a:p>
          <a:p>
            <a:pPr>
              <a:spcAft>
                <a:spcPts val="600"/>
              </a:spcAft>
            </a:pPr>
            <a:r>
              <a:rPr lang="en-US" dirty="0"/>
              <a:t>Library level configurators for Machine Learning, USB, USB-PD, Bluetooth®, LIN</a:t>
            </a:r>
          </a:p>
          <a:p>
            <a:pPr>
              <a:spcAft>
                <a:spcPts val="600"/>
              </a:spcAft>
            </a:pPr>
            <a:r>
              <a:rPr lang="en-US" dirty="0"/>
              <a:t>… and more</a:t>
            </a:r>
          </a:p>
        </p:txBody>
      </p:sp>
      <p:pic>
        <p:nvPicPr>
          <p:cNvPr id="2" name="Picture 1" descr="Graphical user interface, text, application, email&#10;&#10;Description automatically generated">
            <a:extLst>
              <a:ext uri="{FF2B5EF4-FFF2-40B4-BE49-F238E27FC236}">
                <a16:creationId xmlns:a16="http://schemas.microsoft.com/office/drawing/2014/main" id="{F5C051FA-4403-1EAB-607D-BC6A90CECE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6571" y="1481136"/>
            <a:ext cx="2266954" cy="2168818"/>
          </a:xfrm>
          <a:prstGeom prst="rect">
            <a:avLst/>
          </a:prstGeom>
          <a:ln>
            <a:noFill/>
          </a:ln>
          <a:effectLst>
            <a:outerShdw blurRad="63500" sx="102000" sy="102000" algn="ctr" rotWithShape="0">
              <a:prstClr val="black">
                <a:alpha val="40000"/>
              </a:prstClr>
            </a:outerShdw>
          </a:effectLst>
        </p:spPr>
      </p:pic>
      <p:pic>
        <p:nvPicPr>
          <p:cNvPr id="4" name="Picture 3" descr="Graphical user interface, text, application&#10;&#10;Description automatically generated">
            <a:extLst>
              <a:ext uri="{FF2B5EF4-FFF2-40B4-BE49-F238E27FC236}">
                <a16:creationId xmlns:a16="http://schemas.microsoft.com/office/drawing/2014/main" id="{CD9B21EA-9A08-C995-849D-7B378490A27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05000" y="2209800"/>
            <a:ext cx="3135640" cy="2168818"/>
          </a:xfrm>
          <a:prstGeom prst="rect">
            <a:avLst/>
          </a:prstGeom>
          <a:ln>
            <a:noFill/>
          </a:ln>
          <a:effectLst>
            <a:outerShdw blurRad="63500" sx="102000" sy="102000" algn="ctr" rotWithShape="0">
              <a:prstClr val="black">
                <a:alpha val="40000"/>
              </a:prstClr>
            </a:outerShdw>
          </a:effectLst>
        </p:spPr>
      </p:pic>
      <p:pic>
        <p:nvPicPr>
          <p:cNvPr id="14" name="Picture 13" descr="Graphical user interface, application&#10;&#10;Description automatically generated">
            <a:extLst>
              <a:ext uri="{FF2B5EF4-FFF2-40B4-BE49-F238E27FC236}">
                <a16:creationId xmlns:a16="http://schemas.microsoft.com/office/drawing/2014/main" id="{324FF18B-0EDF-9D42-C8C2-412046B5D24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38816" y="1859100"/>
            <a:ext cx="3415754" cy="2006311"/>
          </a:xfrm>
          <a:prstGeom prst="rect">
            <a:avLst/>
          </a:prstGeom>
          <a:ln>
            <a:noFill/>
          </a:ln>
          <a:effectLst>
            <a:outerShdw blurRad="63500" sx="102000" sy="102000" algn="ctr" rotWithShape="0">
              <a:prstClr val="black">
                <a:alpha val="40000"/>
              </a:prstClr>
            </a:outerShdw>
          </a:effectLst>
        </p:spPr>
      </p:pic>
      <p:pic>
        <p:nvPicPr>
          <p:cNvPr id="15" name="Picture 14" descr="Icon&#10;&#10;Description automatically generated">
            <a:extLst>
              <a:ext uri="{FF2B5EF4-FFF2-40B4-BE49-F238E27FC236}">
                <a16:creationId xmlns:a16="http://schemas.microsoft.com/office/drawing/2014/main" id="{A64A1C02-E0D3-6A71-06A4-4F6A13CF027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53093" y="1796415"/>
            <a:ext cx="487349" cy="487349"/>
          </a:xfrm>
          <a:prstGeom prst="rect">
            <a:avLst/>
          </a:prstGeom>
        </p:spPr>
      </p:pic>
      <p:pic>
        <p:nvPicPr>
          <p:cNvPr id="16" name="Picture 15" descr="Icon&#10;&#10;Description automatically generated">
            <a:extLst>
              <a:ext uri="{FF2B5EF4-FFF2-40B4-BE49-F238E27FC236}">
                <a16:creationId xmlns:a16="http://schemas.microsoft.com/office/drawing/2014/main" id="{A8F6B317-B0FB-DBB3-5B66-2A80596E5A0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2500" y="1371751"/>
            <a:ext cx="487349" cy="487349"/>
          </a:xfrm>
          <a:prstGeom prst="rect">
            <a:avLst/>
          </a:prstGeom>
        </p:spPr>
      </p:pic>
      <p:pic>
        <p:nvPicPr>
          <p:cNvPr id="17" name="Picture 16" descr="Icon&#10;&#10;Description automatically generated">
            <a:extLst>
              <a:ext uri="{FF2B5EF4-FFF2-40B4-BE49-F238E27FC236}">
                <a16:creationId xmlns:a16="http://schemas.microsoft.com/office/drawing/2014/main" id="{33166398-B3A1-2902-E348-81FA3CB9854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70481" y="2110111"/>
            <a:ext cx="487349" cy="487349"/>
          </a:xfrm>
          <a:prstGeom prst="rect">
            <a:avLst/>
          </a:prstGeom>
        </p:spPr>
      </p:pic>
    </p:spTree>
    <p:custDataLst>
      <p:tags r:id="rId1"/>
    </p:custDataLst>
    <p:extLst>
      <p:ext uri="{BB962C8B-B14F-4D97-AF65-F5344CB8AC3E}">
        <p14:creationId xmlns:p14="http://schemas.microsoft.com/office/powerpoint/2010/main" val="2129674427"/>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5665C-C641-DA0E-BD8B-73B175C8C7E1}"/>
              </a:ext>
            </a:extLst>
          </p:cNvPr>
          <p:cNvSpPr>
            <a:spLocks noGrp="1"/>
          </p:cNvSpPr>
          <p:nvPr>
            <p:ph type="title"/>
          </p:nvPr>
        </p:nvSpPr>
        <p:spPr/>
        <p:txBody>
          <a:bodyPr/>
          <a:lstStyle/>
          <a:p>
            <a:r>
              <a:rPr lang="en-US" dirty="0"/>
              <a:t>ModusToolbox™ – List of supported MCU devices</a:t>
            </a:r>
          </a:p>
        </p:txBody>
      </p:sp>
      <p:sp>
        <p:nvSpPr>
          <p:cNvPr id="14" name="TextBox 13">
            <a:extLst>
              <a:ext uri="{FF2B5EF4-FFF2-40B4-BE49-F238E27FC236}">
                <a16:creationId xmlns:a16="http://schemas.microsoft.com/office/drawing/2014/main" id="{B15CAFD1-F7B4-D693-36A5-20AD466E9BCC}"/>
              </a:ext>
            </a:extLst>
          </p:cNvPr>
          <p:cNvSpPr txBox="1"/>
          <p:nvPr/>
        </p:nvSpPr>
        <p:spPr bwMode="auto">
          <a:xfrm>
            <a:off x="1964887" y="4946967"/>
            <a:ext cx="1160145" cy="1357166"/>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PSOC™ 6</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61</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62</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63</a:t>
            </a:r>
          </a:p>
          <a:p>
            <a:pPr marL="257175" indent="-257175">
              <a:lnSpc>
                <a:spcPct val="107000"/>
              </a:lnSpc>
              <a:spcBef>
                <a:spcPts val="0"/>
              </a:spcBef>
              <a:spcAft>
                <a:spcPts val="72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64</a:t>
            </a:r>
          </a:p>
        </p:txBody>
      </p:sp>
      <p:sp>
        <p:nvSpPr>
          <p:cNvPr id="16" name="TextBox 15">
            <a:extLst>
              <a:ext uri="{FF2B5EF4-FFF2-40B4-BE49-F238E27FC236}">
                <a16:creationId xmlns:a16="http://schemas.microsoft.com/office/drawing/2014/main" id="{B0D83D25-429E-8DF3-F1CF-2BA61FA26DC7}"/>
              </a:ext>
            </a:extLst>
          </p:cNvPr>
          <p:cNvSpPr txBox="1"/>
          <p:nvPr/>
        </p:nvSpPr>
        <p:spPr bwMode="auto">
          <a:xfrm>
            <a:off x="1961755" y="1135290"/>
            <a:ext cx="2232259" cy="3728328"/>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PSOC™ 4</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 HVPA-SPM 1.0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4100T Plus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4100T Plus 256KB</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 HV MS 128k</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 HV MS 64k</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 HV PA 144k</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4000S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4000T</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4100S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4100S Max</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4100S Plus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4500H</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4500S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PSOC 4700S</a:t>
            </a:r>
          </a:p>
        </p:txBody>
      </p:sp>
      <p:sp>
        <p:nvSpPr>
          <p:cNvPr id="18" name="TextBox 17">
            <a:extLst>
              <a:ext uri="{FF2B5EF4-FFF2-40B4-BE49-F238E27FC236}">
                <a16:creationId xmlns:a16="http://schemas.microsoft.com/office/drawing/2014/main" id="{4CB06D0B-3152-377B-B6BA-2966A94B0B64}"/>
              </a:ext>
            </a:extLst>
          </p:cNvPr>
          <p:cNvSpPr txBox="1"/>
          <p:nvPr/>
        </p:nvSpPr>
        <p:spPr bwMode="auto">
          <a:xfrm>
            <a:off x="7414656" y="4149825"/>
            <a:ext cx="1160145" cy="1594283"/>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PMG</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PMG1B1</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PMG1S0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PMG1S1</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PMG1S2</a:t>
            </a:r>
          </a:p>
          <a:p>
            <a:pPr marL="257175" indent="-257175">
              <a:lnSpc>
                <a:spcPct val="107000"/>
              </a:lnSpc>
              <a:spcBef>
                <a:spcPts val="0"/>
              </a:spcBef>
              <a:spcAft>
                <a:spcPts val="72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PMG1S3</a:t>
            </a:r>
          </a:p>
        </p:txBody>
      </p:sp>
      <p:sp>
        <p:nvSpPr>
          <p:cNvPr id="20" name="TextBox 19">
            <a:extLst>
              <a:ext uri="{FF2B5EF4-FFF2-40B4-BE49-F238E27FC236}">
                <a16:creationId xmlns:a16="http://schemas.microsoft.com/office/drawing/2014/main" id="{A60AF3B4-C2A0-327B-3257-C966564B77A9}"/>
              </a:ext>
            </a:extLst>
          </p:cNvPr>
          <p:cNvSpPr txBox="1"/>
          <p:nvPr/>
        </p:nvSpPr>
        <p:spPr bwMode="auto">
          <a:xfrm>
            <a:off x="9070786" y="1135290"/>
            <a:ext cx="1066496" cy="3728328"/>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AIROC™ Bluetooth®</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20706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20707</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20719</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20721</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20735</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20736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20737</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20819</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20820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20829</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20835</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30739</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89829</a:t>
            </a:r>
          </a:p>
        </p:txBody>
      </p:sp>
      <p:sp>
        <p:nvSpPr>
          <p:cNvPr id="22" name="TextBox 21">
            <a:extLst>
              <a:ext uri="{FF2B5EF4-FFF2-40B4-BE49-F238E27FC236}">
                <a16:creationId xmlns:a16="http://schemas.microsoft.com/office/drawing/2014/main" id="{24A135E5-8B9A-C3CB-F047-A3F11E0B700C}"/>
              </a:ext>
            </a:extLst>
          </p:cNvPr>
          <p:cNvSpPr txBox="1"/>
          <p:nvPr/>
        </p:nvSpPr>
        <p:spPr bwMode="auto">
          <a:xfrm>
            <a:off x="10429111" y="1135290"/>
            <a:ext cx="1160145" cy="4676793"/>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AIROC™ Connectivity</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43012</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43022</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43438</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43439</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4343W</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4373</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4373E</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4390x</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55310</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55512</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55513</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55533</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55570</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55571</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55572</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55573</a:t>
            </a:r>
          </a:p>
          <a:p>
            <a:pPr marL="257175" indent="-257175">
              <a:lnSpc>
                <a:spcPct val="107000"/>
              </a:lnSpc>
              <a:spcBef>
                <a:spcPts val="0"/>
              </a:spcBef>
              <a:spcAft>
                <a:spcPts val="0"/>
              </a:spcAft>
              <a:buFont typeface="Arial" panose="020B0604020202020204" pitchFamily="34" charset="0"/>
              <a:buChar char="•"/>
            </a:pPr>
            <a:r>
              <a:rPr lang="pl-PL" sz="1440" kern="100" dirty="0">
                <a:latin typeface="Calibri" panose="020F0502020204030204" pitchFamily="34" charset="0"/>
                <a:ea typeface="Calibri" panose="020F0502020204030204" pitchFamily="34" charset="0"/>
                <a:cs typeface="Times New Roman" panose="02020603050405020304" pitchFamily="18" charset="0"/>
              </a:rPr>
              <a:t>55913</a:t>
            </a:r>
          </a:p>
        </p:txBody>
      </p:sp>
      <p:sp>
        <p:nvSpPr>
          <p:cNvPr id="24" name="TextBox 23">
            <a:extLst>
              <a:ext uri="{FF2B5EF4-FFF2-40B4-BE49-F238E27FC236}">
                <a16:creationId xmlns:a16="http://schemas.microsoft.com/office/drawing/2014/main" id="{4369B02C-1B44-4B7C-8961-880A44FEE7BE}"/>
              </a:ext>
            </a:extLst>
          </p:cNvPr>
          <p:cNvSpPr txBox="1"/>
          <p:nvPr/>
        </p:nvSpPr>
        <p:spPr bwMode="auto">
          <a:xfrm>
            <a:off x="4472811" y="1135290"/>
            <a:ext cx="1271988" cy="4202561"/>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XMC™</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XMC1100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XMC1200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XMC1300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XMC1400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XMC4100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XMC4200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XMC4300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XMC4400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XMC4500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XMC4700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XMC4800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XMC5100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XMC5200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XMC5300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XMC7100</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XMC7200</a:t>
            </a:r>
          </a:p>
        </p:txBody>
      </p:sp>
      <p:sp>
        <p:nvSpPr>
          <p:cNvPr id="26" name="TextBox 25">
            <a:extLst>
              <a:ext uri="{FF2B5EF4-FFF2-40B4-BE49-F238E27FC236}">
                <a16:creationId xmlns:a16="http://schemas.microsoft.com/office/drawing/2014/main" id="{E8701251-BFC1-FA78-34F6-6BC51C42B233}"/>
              </a:ext>
            </a:extLst>
          </p:cNvPr>
          <p:cNvSpPr txBox="1"/>
          <p:nvPr/>
        </p:nvSpPr>
        <p:spPr bwMode="auto">
          <a:xfrm>
            <a:off x="6028734" y="1135290"/>
            <a:ext cx="1137167" cy="2779864"/>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TRAVEO™</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CYT2B6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CYT2B7</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CYT2B9</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CYT2BL</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CYT3BB</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CYT3DL</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CYT4BB</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CYT4BF</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CYT4DN</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CYT6BJ</a:t>
            </a:r>
          </a:p>
        </p:txBody>
      </p:sp>
      <p:sp>
        <p:nvSpPr>
          <p:cNvPr id="28" name="TextBox 27">
            <a:extLst>
              <a:ext uri="{FF2B5EF4-FFF2-40B4-BE49-F238E27FC236}">
                <a16:creationId xmlns:a16="http://schemas.microsoft.com/office/drawing/2014/main" id="{E89F7F7F-97DA-89CE-9930-5FB676BE1021}"/>
              </a:ext>
            </a:extLst>
          </p:cNvPr>
          <p:cNvSpPr txBox="1"/>
          <p:nvPr/>
        </p:nvSpPr>
        <p:spPr bwMode="auto">
          <a:xfrm>
            <a:off x="7430246" y="1135290"/>
            <a:ext cx="1161965" cy="882934"/>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USB</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FX2G3</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FX3G2</a:t>
            </a:r>
          </a:p>
        </p:txBody>
      </p:sp>
      <p:sp>
        <p:nvSpPr>
          <p:cNvPr id="30" name="TextBox 29">
            <a:extLst>
              <a:ext uri="{FF2B5EF4-FFF2-40B4-BE49-F238E27FC236}">
                <a16:creationId xmlns:a16="http://schemas.microsoft.com/office/drawing/2014/main" id="{D61B86B6-3872-CEE9-B9B0-8E83206ED7CC}"/>
              </a:ext>
            </a:extLst>
          </p:cNvPr>
          <p:cNvSpPr txBox="1"/>
          <p:nvPr/>
        </p:nvSpPr>
        <p:spPr bwMode="auto">
          <a:xfrm>
            <a:off x="6028734" y="4141724"/>
            <a:ext cx="1271988" cy="882934"/>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Wireless Charging</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72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WLC1</a:t>
            </a:r>
          </a:p>
        </p:txBody>
      </p:sp>
      <p:sp>
        <p:nvSpPr>
          <p:cNvPr id="5" name="TextBox 4">
            <a:extLst>
              <a:ext uri="{FF2B5EF4-FFF2-40B4-BE49-F238E27FC236}">
                <a16:creationId xmlns:a16="http://schemas.microsoft.com/office/drawing/2014/main" id="{4392D1C3-C26F-6E23-FADF-19CDCBC73CC4}"/>
              </a:ext>
            </a:extLst>
          </p:cNvPr>
          <p:cNvSpPr txBox="1"/>
          <p:nvPr/>
        </p:nvSpPr>
        <p:spPr bwMode="auto">
          <a:xfrm>
            <a:off x="2840600" y="5994994"/>
            <a:ext cx="8786842" cy="444032"/>
          </a:xfrm>
          <a:prstGeom prst="rect">
            <a:avLst/>
          </a:prstGeom>
          <a:noFill/>
          <a:ln w="9525">
            <a:noFill/>
            <a:miter lim="800000"/>
            <a:headEnd/>
            <a:tailEnd/>
          </a:ln>
          <a:effectLst/>
        </p:spPr>
        <p:txBody>
          <a:bodyPr wrap="square" lIns="0" tIns="0" rIns="0" bIns="0" rtlCol="0" anchor="t" anchorCtr="0">
            <a:spAutoFit/>
          </a:bodyPr>
          <a:lstStyle/>
          <a:p>
            <a:pPr algn="r" defTabSz="518400" eaLnBrk="0" fontAlgn="auto" hangingPunct="0">
              <a:lnSpc>
                <a:spcPct val="120000"/>
              </a:lnSpc>
              <a:spcBef>
                <a:spcPts val="0"/>
              </a:spcBef>
              <a:spcAft>
                <a:spcPts val="0"/>
              </a:spcAft>
              <a:buClr>
                <a:schemeClr val="tx2"/>
              </a:buClr>
            </a:pPr>
            <a:r>
              <a:rPr lang="en-US" sz="1260" i="1" kern="0" dirty="0">
                <a:latin typeface="+mn-lt"/>
              </a:rPr>
              <a:t>New devices are regularly added to ModusToolbox™, review to the latest release notes for details</a:t>
            </a:r>
          </a:p>
          <a:p>
            <a:pPr algn="r" defTabSz="518400" eaLnBrk="0" fontAlgn="auto" hangingPunct="0">
              <a:lnSpc>
                <a:spcPct val="120000"/>
              </a:lnSpc>
              <a:spcBef>
                <a:spcPts val="0"/>
              </a:spcBef>
              <a:spcAft>
                <a:spcPts val="0"/>
              </a:spcAft>
              <a:buClr>
                <a:schemeClr val="tx2"/>
              </a:buClr>
            </a:pPr>
            <a:r>
              <a:rPr lang="en-US" sz="1260" i="1" kern="0" dirty="0">
                <a:latin typeface="+mn-lt"/>
              </a:rPr>
              <a:t>Additional device support may be enabled via Early Access Packs – accessible  through controlled IDC downloads</a:t>
            </a:r>
          </a:p>
        </p:txBody>
      </p:sp>
      <p:sp>
        <p:nvSpPr>
          <p:cNvPr id="3" name="TextBox 2">
            <a:extLst>
              <a:ext uri="{FF2B5EF4-FFF2-40B4-BE49-F238E27FC236}">
                <a16:creationId xmlns:a16="http://schemas.microsoft.com/office/drawing/2014/main" id="{7C78E29E-3E2F-0631-3DBF-1AACE7BE2145}"/>
              </a:ext>
            </a:extLst>
          </p:cNvPr>
          <p:cNvSpPr txBox="1"/>
          <p:nvPr/>
        </p:nvSpPr>
        <p:spPr bwMode="auto">
          <a:xfrm>
            <a:off x="335360" y="1135290"/>
            <a:ext cx="1377165" cy="3254096"/>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PSOC™ Control</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PSC1M2</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PSC1M3</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PSC3M3</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PSC3M5</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PSC3M6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PSC3M7</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PSC3M8</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PSC3P2</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PSC3P5</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PSC3P6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PSC3P7</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PSC3P8</a:t>
            </a:r>
          </a:p>
        </p:txBody>
      </p:sp>
      <p:sp>
        <p:nvSpPr>
          <p:cNvPr id="4" name="TextBox 3">
            <a:extLst>
              <a:ext uri="{FF2B5EF4-FFF2-40B4-BE49-F238E27FC236}">
                <a16:creationId xmlns:a16="http://schemas.microsoft.com/office/drawing/2014/main" id="{851432B3-34A6-818D-522F-690B8B0C486D}"/>
              </a:ext>
            </a:extLst>
          </p:cNvPr>
          <p:cNvSpPr txBox="1"/>
          <p:nvPr/>
        </p:nvSpPr>
        <p:spPr bwMode="auto">
          <a:xfrm>
            <a:off x="357744" y="4472734"/>
            <a:ext cx="1377165" cy="1831399"/>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PSOC™ Edge</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PSE8x2</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PSE8x3</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PSE8x5</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PSE8x6</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PSE8xxGO</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PSE8xxGP</a:t>
            </a:r>
          </a:p>
        </p:txBody>
      </p:sp>
      <p:sp>
        <p:nvSpPr>
          <p:cNvPr id="6" name="TextBox 5">
            <a:extLst>
              <a:ext uri="{FF2B5EF4-FFF2-40B4-BE49-F238E27FC236}">
                <a16:creationId xmlns:a16="http://schemas.microsoft.com/office/drawing/2014/main" id="{E458A4B8-3EAF-9E78-CFA9-ED5593CA50EC}"/>
              </a:ext>
            </a:extLst>
          </p:cNvPr>
          <p:cNvSpPr txBox="1"/>
          <p:nvPr/>
        </p:nvSpPr>
        <p:spPr bwMode="auto">
          <a:xfrm>
            <a:off x="7419739" y="2168325"/>
            <a:ext cx="1578758" cy="1831399"/>
          </a:xfrm>
          <a:prstGeom prst="rect">
            <a:avLst/>
          </a:prstGeom>
          <a:noFill/>
          <a:ln w="9525">
            <a:noFill/>
            <a:miter lim="800000"/>
            <a:headEnd/>
            <a:tailEnd/>
          </a:ln>
          <a:effectLst/>
        </p:spPr>
        <p:txBody>
          <a:bodyPr wrap="square">
            <a:spAutoFit/>
          </a:bodyPr>
          <a:lstStyle/>
          <a:p>
            <a:pPr>
              <a:lnSpc>
                <a:spcPct val="107000"/>
              </a:lnSpc>
              <a:spcBef>
                <a:spcPts val="0"/>
              </a:spcBef>
              <a:spcAft>
                <a:spcPts val="720"/>
              </a:spcAft>
            </a:pPr>
            <a:r>
              <a:rPr lang="en-US" sz="1440" b="1" kern="100" dirty="0">
                <a:latin typeface="Calibri" panose="020F0502020204030204" pitchFamily="34" charset="0"/>
                <a:ea typeface="Calibri" panose="020F0502020204030204" pitchFamily="34" charset="0"/>
                <a:cs typeface="Times New Roman" panose="02020603050405020304" pitchFamily="18" charset="0"/>
              </a:rPr>
              <a:t>CCG</a:t>
            </a:r>
            <a:endParaRPr lang="en-US" sz="1440" kern="100" dirty="0">
              <a:latin typeface="Calibri" panose="020F0502020204030204" pitchFamily="34" charset="0"/>
              <a:ea typeface="Calibri" panose="020F0502020204030204" pitchFamily="34" charset="0"/>
              <a:cs typeface="Times New Roman" panose="02020603050405020304" pitchFamily="18" charset="0"/>
            </a:endParaRP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CCG6DF_CFP</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CCG7D</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CCG7S</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CCG8</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CCG8DF_CFP</a:t>
            </a:r>
          </a:p>
          <a:p>
            <a:pPr marL="257175" indent="-257175">
              <a:lnSpc>
                <a:spcPct val="107000"/>
              </a:lnSpc>
              <a:spcBef>
                <a:spcPts val="0"/>
              </a:spcBef>
              <a:spcAft>
                <a:spcPts val="0"/>
              </a:spcAft>
              <a:buFont typeface="Arial" panose="020B0604020202020204" pitchFamily="34" charset="0"/>
              <a:buChar char="•"/>
            </a:pPr>
            <a:r>
              <a:rPr lang="en-US" sz="1440" kern="100" dirty="0">
                <a:latin typeface="Calibri" panose="020F0502020204030204" pitchFamily="34" charset="0"/>
                <a:ea typeface="Calibri" panose="020F0502020204030204" pitchFamily="34" charset="0"/>
                <a:cs typeface="Times New Roman" panose="02020603050405020304" pitchFamily="18" charset="0"/>
              </a:rPr>
              <a:t>PAG2S</a:t>
            </a:r>
          </a:p>
        </p:txBody>
      </p:sp>
    </p:spTree>
    <p:extLst>
      <p:ext uri="{BB962C8B-B14F-4D97-AF65-F5344CB8AC3E}">
        <p14:creationId xmlns:p14="http://schemas.microsoft.com/office/powerpoint/2010/main" val="456635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4E5F01A-9EF9-C3E1-8D84-433AE1EB984F}"/>
              </a:ext>
            </a:extLst>
          </p:cNvPr>
          <p:cNvSpPr>
            <a:spLocks noGrp="1"/>
          </p:cNvSpPr>
          <p:nvPr>
            <p:ph sz="quarter" idx="13"/>
          </p:nvPr>
        </p:nvSpPr>
        <p:spPr>
          <a:xfrm>
            <a:off x="7289786" y="1268414"/>
            <a:ext cx="4565014" cy="5113337"/>
          </a:xfrm>
        </p:spPr>
        <p:txBody>
          <a:bodyPr/>
          <a:lstStyle/>
          <a:p>
            <a:r>
              <a:rPr lang="en-US" b="1" dirty="0"/>
              <a:t>The BSP answers three questions:</a:t>
            </a:r>
            <a:br>
              <a:rPr lang="en-US" b="1" dirty="0"/>
            </a:br>
            <a:endParaRPr lang="en-US" dirty="0"/>
          </a:p>
          <a:p>
            <a:pPr lvl="1"/>
            <a:r>
              <a:rPr lang="en-US" b="1" dirty="0"/>
              <a:t>Which chip</a:t>
            </a:r>
            <a:r>
              <a:rPr lang="en-US" dirty="0"/>
              <a:t> — device ID, core type, flash/RAM sizes</a:t>
            </a:r>
            <a:br>
              <a:rPr lang="en-US" dirty="0"/>
            </a:br>
            <a:endParaRPr lang="en-US" dirty="0"/>
          </a:p>
          <a:p>
            <a:pPr lvl="1"/>
            <a:r>
              <a:rPr lang="en-US" b="1" dirty="0"/>
              <a:t>How is it wired</a:t>
            </a:r>
            <a:r>
              <a:rPr lang="en-US" dirty="0"/>
              <a:t> — pin assignments, crystal frequencies, debug interface</a:t>
            </a:r>
            <a:br>
              <a:rPr lang="en-US" dirty="0"/>
            </a:br>
            <a:endParaRPr lang="en-US" dirty="0"/>
          </a:p>
          <a:p>
            <a:pPr lvl="1"/>
            <a:r>
              <a:rPr lang="en-US" b="1" dirty="0"/>
              <a:t>How does it boot</a:t>
            </a:r>
            <a:r>
              <a:rPr lang="en-US" dirty="0"/>
              <a:t> — startup code, linker scripts, memory map</a:t>
            </a:r>
          </a:p>
          <a:p>
            <a:endParaRPr lang="en-US" dirty="0"/>
          </a:p>
        </p:txBody>
      </p:sp>
      <p:sp>
        <p:nvSpPr>
          <p:cNvPr id="6" name="Titel 5">
            <a:extLst>
              <a:ext uri="{FF2B5EF4-FFF2-40B4-BE49-F238E27FC236}">
                <a16:creationId xmlns:a16="http://schemas.microsoft.com/office/drawing/2014/main" id="{D50800C6-5AE9-FBA0-B0A4-57247CF4E06A}"/>
              </a:ext>
            </a:extLst>
          </p:cNvPr>
          <p:cNvSpPr>
            <a:spLocks noGrp="1"/>
          </p:cNvSpPr>
          <p:nvPr>
            <p:ph type="title" hasCustomPrompt="1"/>
          </p:nvPr>
        </p:nvSpPr>
        <p:spPr/>
        <p:txBody>
          <a:bodyPr/>
          <a:lstStyle/>
          <a:p>
            <a:r>
              <a:rPr lang="en-US" dirty="0"/>
              <a:t>What is a ModusToolbox™ BSP?</a:t>
            </a:r>
          </a:p>
        </p:txBody>
      </p:sp>
      <p:grpSp>
        <p:nvGrpSpPr>
          <p:cNvPr id="5" name="Group 4">
            <a:extLst>
              <a:ext uri="{FF2B5EF4-FFF2-40B4-BE49-F238E27FC236}">
                <a16:creationId xmlns:a16="http://schemas.microsoft.com/office/drawing/2014/main" id="{A007A0F2-3956-D16F-0331-2ADDD7E4A279}"/>
              </a:ext>
            </a:extLst>
          </p:cNvPr>
          <p:cNvGrpSpPr/>
          <p:nvPr/>
        </p:nvGrpSpPr>
        <p:grpSpPr>
          <a:xfrm>
            <a:off x="306785" y="1239839"/>
            <a:ext cx="7086601" cy="5111998"/>
            <a:chOff x="533400" y="1269085"/>
            <a:chExt cx="7086601" cy="5111998"/>
          </a:xfrm>
        </p:grpSpPr>
        <p:sp>
          <p:nvSpPr>
            <p:cNvPr id="7" name="Chevron 6">
              <a:extLst>
                <a:ext uri="{FF2B5EF4-FFF2-40B4-BE49-F238E27FC236}">
                  <a16:creationId xmlns:a16="http://schemas.microsoft.com/office/drawing/2014/main" id="{08AF3F57-F3FB-1B01-DBF4-1FAE412F3822}"/>
                </a:ext>
              </a:extLst>
            </p:cNvPr>
            <p:cNvSpPr/>
            <p:nvPr/>
          </p:nvSpPr>
          <p:spPr>
            <a:xfrm rot="5400000">
              <a:off x="3034374" y="4311034"/>
              <a:ext cx="1626475" cy="2513623"/>
            </a:xfrm>
            <a:prstGeom prst="chevron">
              <a:avLst>
                <a:gd name="adj" fmla="val 20758"/>
              </a:avLst>
            </a:prstGeom>
            <a:solidFill>
              <a:schemeClr val="tx2"/>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US" sz="1800" b="1" dirty="0">
                  <a:solidFill>
                    <a:srgbClr val="FFFFFF"/>
                  </a:solidFill>
                </a:rPr>
                <a:t>Silicon (MCU)</a:t>
              </a:r>
              <a:endParaRPr lang="en-US" sz="1200" dirty="0">
                <a:solidFill>
                  <a:srgbClr val="FFFFFF"/>
                </a:solidFill>
              </a:endParaRPr>
            </a:p>
          </p:txBody>
        </p:sp>
        <p:sp>
          <p:nvSpPr>
            <p:cNvPr id="9" name="Chevron 21">
              <a:extLst>
                <a:ext uri="{FF2B5EF4-FFF2-40B4-BE49-F238E27FC236}">
                  <a16:creationId xmlns:a16="http://schemas.microsoft.com/office/drawing/2014/main" id="{F5FA16DA-303A-1E2B-5BD5-11025D05B027}"/>
                </a:ext>
              </a:extLst>
            </p:cNvPr>
            <p:cNvSpPr/>
            <p:nvPr/>
          </p:nvSpPr>
          <p:spPr>
            <a:xfrm rot="5400000">
              <a:off x="3034373" y="1787967"/>
              <a:ext cx="1626476" cy="2513623"/>
            </a:xfrm>
            <a:prstGeom prst="chevron">
              <a:avLst>
                <a:gd name="adj" fmla="val 20758"/>
              </a:avLst>
            </a:prstGeom>
            <a:solidFill>
              <a:srgbClr val="6CB4AD"/>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US" sz="1800" b="1" dirty="0">
                  <a:solidFill>
                    <a:srgbClr val="FFFFFF"/>
                  </a:solidFill>
                </a:rPr>
                <a:t>Middleware / Peripheral Drivers</a:t>
              </a:r>
              <a:endParaRPr lang="en-US" sz="1200" dirty="0">
                <a:solidFill>
                  <a:srgbClr val="FFFFFF"/>
                </a:solidFill>
              </a:endParaRPr>
            </a:p>
          </p:txBody>
        </p:sp>
        <p:sp>
          <p:nvSpPr>
            <p:cNvPr id="10" name="Pentagon 3">
              <a:extLst>
                <a:ext uri="{FF2B5EF4-FFF2-40B4-BE49-F238E27FC236}">
                  <a16:creationId xmlns:a16="http://schemas.microsoft.com/office/drawing/2014/main" id="{60523A9E-0BEE-292D-3F6F-CFDF9F186134}"/>
                </a:ext>
              </a:extLst>
            </p:cNvPr>
            <p:cNvSpPr/>
            <p:nvPr/>
          </p:nvSpPr>
          <p:spPr>
            <a:xfrm rot="5400000">
              <a:off x="3164166" y="695718"/>
              <a:ext cx="1366890" cy="2513623"/>
            </a:xfrm>
            <a:prstGeom prst="homePlate">
              <a:avLst>
                <a:gd name="adj" fmla="val 22102"/>
              </a:avLst>
            </a:prstGeom>
            <a:solidFill>
              <a:srgbClr val="B8DEDA"/>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ctr" anchorCtr="0"/>
            <a:lstStyle/>
            <a:p>
              <a:pPr algn="ctr"/>
              <a:r>
                <a:rPr lang="en-US" sz="1800" b="1" dirty="0">
                  <a:solidFill>
                    <a:schemeClr val="bg1"/>
                  </a:solidFill>
                </a:rPr>
                <a:t>Your Application Code</a:t>
              </a:r>
              <a:endParaRPr lang="en-US" sz="1200" dirty="0">
                <a:solidFill>
                  <a:schemeClr val="bg1"/>
                </a:solidFill>
              </a:endParaRPr>
            </a:p>
          </p:txBody>
        </p:sp>
        <p:sp>
          <p:nvSpPr>
            <p:cNvPr id="32" name="TextBox">
              <a:extLst>
                <a:ext uri="{FF2B5EF4-FFF2-40B4-BE49-F238E27FC236}">
                  <a16:creationId xmlns:a16="http://schemas.microsoft.com/office/drawing/2014/main" id="{E14F5E71-71CB-2F2E-757F-85B551B04AFB}"/>
                </a:ext>
              </a:extLst>
            </p:cNvPr>
            <p:cNvSpPr txBox="1"/>
            <p:nvPr>
              <p:custDataLst>
                <p:tags r:id="rId2"/>
              </p:custDataLst>
            </p:nvPr>
          </p:nvSpPr>
          <p:spPr bwMode="auto">
            <a:xfrm>
              <a:off x="5306630" y="2598311"/>
              <a:ext cx="1780949" cy="751809"/>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buNone/>
              </a:pPr>
              <a:r>
                <a:rPr lang="en-US" b="1" dirty="0"/>
                <a:t>Device-family API layer</a:t>
              </a:r>
            </a:p>
          </p:txBody>
        </p:sp>
        <p:sp>
          <p:nvSpPr>
            <p:cNvPr id="33" name="TextBox">
              <a:extLst>
                <a:ext uri="{FF2B5EF4-FFF2-40B4-BE49-F238E27FC236}">
                  <a16:creationId xmlns:a16="http://schemas.microsoft.com/office/drawing/2014/main" id="{0E728898-06A3-C9EE-C7F5-E625E5E435CE}"/>
                </a:ext>
              </a:extLst>
            </p:cNvPr>
            <p:cNvSpPr txBox="1"/>
            <p:nvPr>
              <p:custDataLst>
                <p:tags r:id="rId3"/>
              </p:custDataLst>
            </p:nvPr>
          </p:nvSpPr>
          <p:spPr bwMode="auto">
            <a:xfrm>
              <a:off x="5306631" y="5081895"/>
              <a:ext cx="2313370" cy="751809"/>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buNone/>
              </a:pPr>
              <a:r>
                <a:rPr lang="en-US" b="1" dirty="0"/>
                <a:t>PSOC™ Control, PSOC™ Edge, </a:t>
              </a:r>
              <a:r>
                <a:rPr lang="en-US" b="1" dirty="0" err="1"/>
                <a:t>etc</a:t>
              </a:r>
              <a:r>
                <a:rPr lang="en-US" b="1" dirty="0"/>
                <a:t>…</a:t>
              </a:r>
            </a:p>
          </p:txBody>
        </p:sp>
        <p:sp>
          <p:nvSpPr>
            <p:cNvPr id="34" name="TextBox">
              <a:extLst>
                <a:ext uri="{FF2B5EF4-FFF2-40B4-BE49-F238E27FC236}">
                  <a16:creationId xmlns:a16="http://schemas.microsoft.com/office/drawing/2014/main" id="{54528C9C-9226-5B1D-A1DF-1536BDADE672}"/>
                </a:ext>
              </a:extLst>
            </p:cNvPr>
            <p:cNvSpPr txBox="1"/>
            <p:nvPr>
              <p:custDataLst>
                <p:tags r:id="rId4"/>
              </p:custDataLst>
            </p:nvPr>
          </p:nvSpPr>
          <p:spPr bwMode="auto">
            <a:xfrm>
              <a:off x="685800" y="1576624"/>
              <a:ext cx="1702792" cy="751809"/>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r">
                <a:buNone/>
              </a:pPr>
              <a:r>
                <a:rPr lang="en-US" b="1" dirty="0"/>
                <a:t>Portable across boards</a:t>
              </a:r>
            </a:p>
          </p:txBody>
        </p:sp>
        <p:sp>
          <p:nvSpPr>
            <p:cNvPr id="35" name="TextBox">
              <a:extLst>
                <a:ext uri="{FF2B5EF4-FFF2-40B4-BE49-F238E27FC236}">
                  <a16:creationId xmlns:a16="http://schemas.microsoft.com/office/drawing/2014/main" id="{3CE05592-7A9E-51AA-2E18-382EE6B3FEA7}"/>
                </a:ext>
              </a:extLst>
            </p:cNvPr>
            <p:cNvSpPr txBox="1"/>
            <p:nvPr>
              <p:custDataLst>
                <p:tags r:id="rId5"/>
              </p:custDataLst>
            </p:nvPr>
          </p:nvSpPr>
          <p:spPr bwMode="auto">
            <a:xfrm>
              <a:off x="533400" y="3827580"/>
              <a:ext cx="1855192" cy="751809"/>
            </a:xfrm>
            <a:prstGeom prst="rect">
              <a:avLst/>
            </a:prstGeom>
          </p:spPr>
          <p:txBody>
            <a:bodyPr vert="horz" lIns="0" tIns="0" rIns="0" bIns="0" rtlCol="0" anchor="ctr">
              <a:noAutofit/>
            </a:bodyPr>
            <a:lstStyle>
              <a:lvl1pPr marL="216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800" baseline="0">
                  <a:latin typeface="+mn-lt"/>
                </a:defRPr>
              </a:lvl1pPr>
              <a:lvl2pPr marL="432000" lvl="1"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sz="1600">
                  <a:latin typeface="+mn-lt"/>
                </a:defRPr>
              </a:lvl2pPr>
              <a:lvl3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3pPr>
              <a:lvl4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4pPr>
              <a:lvl5pPr marL="648000" indent="-216000" defTabSz="576000" eaLnBrk="1" hangingPunct="1">
                <a:lnSpc>
                  <a:spcPct val="120000"/>
                </a:lnSpc>
                <a:spcBef>
                  <a:spcPts val="0"/>
                </a:spcBef>
                <a:spcAft>
                  <a:spcPts val="0"/>
                </a:spcAft>
                <a:buClr>
                  <a:schemeClr val="tx2"/>
                </a:buClr>
                <a:buSzPct val="100000"/>
                <a:buFont typeface="Symbol" panose="05050102010706020507" pitchFamily="18" charset="2"/>
                <a:buChar char="-"/>
                <a:defRPr baseline="0">
                  <a:latin typeface="+mn-lt"/>
                </a:defRPr>
              </a:lvl5pPr>
              <a:lvl6pPr marL="648000" indent="-216000" defTabSz="576000" fontAlgn="base">
                <a:lnSpc>
                  <a:spcPct val="120000"/>
                </a:lnSpc>
                <a:spcBef>
                  <a:spcPts val="0"/>
                </a:spcBef>
                <a:spcAft>
                  <a:spcPts val="0"/>
                </a:spcAft>
                <a:buClr>
                  <a:schemeClr val="tx2"/>
                </a:buClr>
                <a:buFont typeface="Symbol" panose="05050102010706020507" pitchFamily="18" charset="2"/>
                <a:buChar char="-"/>
                <a:defRPr baseline="0">
                  <a:latin typeface="+mn-lt"/>
                </a:defRPr>
              </a:lvl6pPr>
              <a:lvl7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7pPr>
              <a:lvl8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8pPr>
              <a:lvl9pPr marL="648000" indent="-216000" defTabSz="576000" fontAlgn="base">
                <a:lnSpc>
                  <a:spcPct val="120000"/>
                </a:lnSpc>
                <a:spcBef>
                  <a:spcPts val="0"/>
                </a:spcBef>
                <a:spcAft>
                  <a:spcPct val="0"/>
                </a:spcAft>
                <a:buClr>
                  <a:schemeClr val="tx2"/>
                </a:buClr>
                <a:buFont typeface="Symbol" panose="05050102010706020507" pitchFamily="18" charset="2"/>
                <a:buChar char="-"/>
                <a:defRPr>
                  <a:latin typeface="+mn-lt"/>
                </a:defRPr>
              </a:lvl9pPr>
            </a:lstStyle>
            <a:p>
              <a:pPr marL="0" indent="0" algn="r">
                <a:buNone/>
              </a:pPr>
              <a:r>
                <a:rPr lang="en-US" b="1" dirty="0"/>
                <a:t>Pins, clocks, memory, startup</a:t>
              </a:r>
            </a:p>
          </p:txBody>
        </p:sp>
        <p:sp>
          <p:nvSpPr>
            <p:cNvPr id="8" name="Chevron 20">
              <a:extLst>
                <a:ext uri="{FF2B5EF4-FFF2-40B4-BE49-F238E27FC236}">
                  <a16:creationId xmlns:a16="http://schemas.microsoft.com/office/drawing/2014/main" id="{66B06299-F78C-462F-99B0-9396F176D004}"/>
                </a:ext>
              </a:extLst>
            </p:cNvPr>
            <p:cNvSpPr/>
            <p:nvPr/>
          </p:nvSpPr>
          <p:spPr>
            <a:xfrm rot="5400000">
              <a:off x="3034374" y="3052000"/>
              <a:ext cx="1626475" cy="2513623"/>
            </a:xfrm>
            <a:prstGeom prst="chevron">
              <a:avLst>
                <a:gd name="adj" fmla="val 20758"/>
              </a:avLst>
            </a:prstGeom>
            <a:solidFill>
              <a:srgbClr val="3B9B91"/>
            </a:solidFill>
            <a:ln w="38100">
              <a:solidFill>
                <a:srgbClr val="B9D257"/>
              </a:solidFill>
            </a:ln>
            <a:effectLst/>
          </p:spPr>
          <p:style>
            <a:lnRef idx="1">
              <a:schemeClr val="accent1"/>
            </a:lnRef>
            <a:fillRef idx="3">
              <a:schemeClr val="accent1"/>
            </a:fillRef>
            <a:effectRef idx="2">
              <a:schemeClr val="accent1"/>
            </a:effectRef>
            <a:fontRef idx="minor">
              <a:schemeClr val="lt1"/>
            </a:fontRef>
          </p:style>
          <p:txBody>
            <a:bodyPr vert="vert270" lIns="216000" tIns="72000" rIns="72000" bIns="72000" rtlCol="0" anchor="t" anchorCtr="0"/>
            <a:lstStyle/>
            <a:p>
              <a:pPr algn="ctr"/>
              <a:r>
                <a:rPr lang="en-US" sz="2000" b="1" dirty="0">
                  <a:solidFill>
                    <a:srgbClr val="FFFFFF"/>
                  </a:solidFill>
                </a:rPr>
                <a:t>Board Support Package</a:t>
              </a:r>
              <a:endParaRPr lang="en-US" dirty="0">
                <a:solidFill>
                  <a:srgbClr val="FFFFFF"/>
                </a:solidFill>
              </a:endParaRPr>
            </a:p>
          </p:txBody>
        </p:sp>
      </p:grpSp>
    </p:spTree>
    <p:custDataLst>
      <p:tags r:id="rId1"/>
    </p:custDataLst>
    <p:extLst>
      <p:ext uri="{BB962C8B-B14F-4D97-AF65-F5344CB8AC3E}">
        <p14:creationId xmlns:p14="http://schemas.microsoft.com/office/powerpoint/2010/main" val="2223393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F13522-C06C-9A05-CB85-A52E4B39ACFE}"/>
              </a:ext>
            </a:extLst>
          </p:cNvPr>
          <p:cNvPicPr>
            <a:picLocks noChangeAspect="1"/>
          </p:cNvPicPr>
          <p:nvPr/>
        </p:nvPicPr>
        <p:blipFill>
          <a:blip r:embed="rId3"/>
          <a:srcRect t="21846" b="17764"/>
          <a:stretch>
            <a:fillRect/>
          </a:stretch>
        </p:blipFill>
        <p:spPr>
          <a:xfrm>
            <a:off x="334800" y="1268414"/>
            <a:ext cx="11520000" cy="5113337"/>
          </a:xfrm>
          <a:prstGeom prst="rect">
            <a:avLst/>
          </a:prstGeom>
          <a:noFill/>
        </p:spPr>
      </p:pic>
      <p:sp>
        <p:nvSpPr>
          <p:cNvPr id="3" name="Title 2">
            <a:extLst>
              <a:ext uri="{FF2B5EF4-FFF2-40B4-BE49-F238E27FC236}">
                <a16:creationId xmlns:a16="http://schemas.microsoft.com/office/drawing/2014/main" id="{E0953DC9-1EB9-52E1-B917-5A3B7B8DC292}"/>
              </a:ext>
            </a:extLst>
          </p:cNvPr>
          <p:cNvSpPr>
            <a:spLocks noGrp="1"/>
          </p:cNvSpPr>
          <p:nvPr>
            <p:ph type="title"/>
          </p:nvPr>
        </p:nvSpPr>
        <p:spPr>
          <a:xfrm>
            <a:off x="335360" y="188720"/>
            <a:ext cx="9613068" cy="720000"/>
          </a:xfrm>
        </p:spPr>
        <p:txBody>
          <a:bodyPr anchor="b">
            <a:normAutofit/>
          </a:bodyPr>
          <a:lstStyle/>
          <a:p>
            <a:pPr>
              <a:lnSpc>
                <a:spcPct val="90000"/>
              </a:lnSpc>
            </a:pPr>
            <a:r>
              <a:rPr lang="de-DE" dirty="0"/>
              <a:t>PSOC Developer Journey- Live demo </a:t>
            </a:r>
            <a:br>
              <a:rPr lang="de-DE" dirty="0"/>
            </a:br>
            <a:r>
              <a:rPr lang="de-DE" dirty="0">
                <a:hlinkClick r:id="rId4"/>
              </a:rPr>
              <a:t>https://www.infineon.com/psocdeveloper/discover</a:t>
            </a:r>
            <a:endParaRPr lang="de-DE"/>
          </a:p>
        </p:txBody>
      </p:sp>
      <p:sp>
        <p:nvSpPr>
          <p:cNvPr id="4" name="Footer Placeholder 3">
            <a:extLst>
              <a:ext uri="{FF2B5EF4-FFF2-40B4-BE49-F238E27FC236}">
                <a16:creationId xmlns:a16="http://schemas.microsoft.com/office/drawing/2014/main" id="{53804FEC-E014-F4BB-A24A-1383EF26E8CC}"/>
              </a:ext>
            </a:extLst>
          </p:cNvPr>
          <p:cNvSpPr>
            <a:spLocks noGrp="1"/>
          </p:cNvSpPr>
          <p:nvPr>
            <p:ph type="ftr" sz="quarter" idx="15"/>
          </p:nvPr>
        </p:nvSpPr>
        <p:spPr/>
        <p:txBody>
          <a:bodyPr/>
          <a:lstStyle/>
          <a:p>
            <a:pPr>
              <a:spcAft>
                <a:spcPts val="600"/>
              </a:spcAft>
            </a:pPr>
            <a:r>
              <a:rPr lang="en-US"/>
              <a:t>Sep 2026</a:t>
            </a:r>
          </a:p>
        </p:txBody>
      </p:sp>
    </p:spTree>
    <p:extLst>
      <p:ext uri="{BB962C8B-B14F-4D97-AF65-F5344CB8AC3E}">
        <p14:creationId xmlns:p14="http://schemas.microsoft.com/office/powerpoint/2010/main" val="3827856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sz="2000" dirty="0"/>
              <a:t>Step 1</a:t>
            </a:r>
            <a:r>
              <a:rPr lang="en-US" sz="2000" dirty="0"/>
              <a:t>:</a:t>
            </a:r>
            <a:r>
              <a:rPr sz="2000" dirty="0"/>
              <a:t> Install </a:t>
            </a:r>
            <a:r>
              <a:rPr sz="2000" dirty="0" err="1"/>
              <a:t>ModusToolbox</a:t>
            </a:r>
            <a:r>
              <a:rPr sz="2000" dirty="0"/>
              <a:t>™ 3.x; connect a PSC3M5 / PSC3M6 kit via KitProg3</a:t>
            </a:r>
            <a:r>
              <a:rPr lang="en-IN" sz="2000" dirty="0"/>
              <a:t>/JLink</a:t>
            </a:r>
            <a:endParaRPr sz="2000" dirty="0"/>
          </a:p>
          <a:p>
            <a:pPr lvl="0">
              <a:lnSpc>
                <a:spcPct val="100000"/>
              </a:lnSpc>
              <a:spcBef>
                <a:spcPts val="400"/>
              </a:spcBef>
              <a:buSzPct val="90000"/>
              <a:buFont typeface="Symbol" panose="05050102010706020507" pitchFamily="18" charset="2"/>
              <a:buChar char="-"/>
            </a:pPr>
            <a:r>
              <a:rPr sz="2000" dirty="0"/>
              <a:t>Step 2</a:t>
            </a:r>
            <a:r>
              <a:rPr lang="en-US" sz="2000" dirty="0"/>
              <a:t>:</a:t>
            </a:r>
            <a:r>
              <a:rPr sz="2000" dirty="0"/>
              <a:t> Launch 'New Application from Template'</a:t>
            </a:r>
          </a:p>
          <a:p>
            <a:pPr marL="571500" lvl="1" indent="-285750">
              <a:lnSpc>
                <a:spcPct val="100000"/>
              </a:lnSpc>
              <a:spcBef>
                <a:spcPts val="150"/>
              </a:spcBef>
              <a:buSzPct val="85000"/>
              <a:buFont typeface="Symbol" panose="05050102010706020507" pitchFamily="18" charset="2"/>
              <a:buChar char="-"/>
            </a:pPr>
            <a:r>
              <a:rPr sz="1800" dirty="0"/>
              <a:t>Select BSP: KIT_PSC3M5_EVK or KIT_PSC3M6_EV</a:t>
            </a:r>
            <a:r>
              <a:rPr lang="en-IN" sz="1800" dirty="0"/>
              <a:t>AL</a:t>
            </a:r>
            <a:endParaRPr sz="1800" dirty="0"/>
          </a:p>
          <a:p>
            <a:pPr marL="571500" lvl="1" indent="-285750">
              <a:lnSpc>
                <a:spcPct val="100000"/>
              </a:lnSpc>
              <a:spcBef>
                <a:spcPts val="150"/>
              </a:spcBef>
              <a:buSzPct val="85000"/>
              <a:buFont typeface="Symbol" panose="05050102010706020507" pitchFamily="18" charset="2"/>
              <a:buChar char="-"/>
            </a:pPr>
            <a:r>
              <a:rPr sz="1800" dirty="0"/>
              <a:t>Select template: Hello World (GPIO toggle + retarget </a:t>
            </a:r>
            <a:r>
              <a:rPr sz="1800" dirty="0" err="1"/>
              <a:t>printf</a:t>
            </a:r>
            <a:r>
              <a:rPr sz="1800" dirty="0"/>
              <a:t> via UART)</a:t>
            </a:r>
          </a:p>
          <a:p>
            <a:pPr lvl="0">
              <a:lnSpc>
                <a:spcPct val="100000"/>
              </a:lnSpc>
              <a:spcBef>
                <a:spcPts val="400"/>
              </a:spcBef>
              <a:buSzPct val="90000"/>
              <a:buFont typeface="Symbol" panose="05050102010706020507" pitchFamily="18" charset="2"/>
              <a:buChar char="-"/>
            </a:pPr>
            <a:r>
              <a:rPr sz="2000" dirty="0"/>
              <a:t>Step 3</a:t>
            </a:r>
            <a:r>
              <a:rPr lang="en-US" sz="2000" dirty="0"/>
              <a:t>:</a:t>
            </a:r>
            <a:r>
              <a:rPr sz="2000" dirty="0"/>
              <a:t> Review the project layout</a:t>
            </a:r>
          </a:p>
          <a:p>
            <a:pPr marL="571500" lvl="1" indent="-285750">
              <a:lnSpc>
                <a:spcPct val="100000"/>
              </a:lnSpc>
              <a:spcBef>
                <a:spcPts val="150"/>
              </a:spcBef>
              <a:buSzPct val="85000"/>
              <a:buFont typeface="Symbol" panose="05050102010706020507" pitchFamily="18" charset="2"/>
              <a:buChar char="-"/>
            </a:pPr>
            <a:r>
              <a:rPr sz="1800" dirty="0" err="1"/>
              <a:t>main.c</a:t>
            </a:r>
            <a:r>
              <a:rPr sz="1800" dirty="0"/>
              <a:t>, </a:t>
            </a:r>
            <a:r>
              <a:rPr sz="1800" dirty="0" err="1"/>
              <a:t>bsps</a:t>
            </a:r>
            <a:r>
              <a:rPr sz="1800" dirty="0"/>
              <a:t>/, deps/, libs/, </a:t>
            </a:r>
            <a:r>
              <a:rPr sz="1800" dirty="0" err="1"/>
              <a:t>Makefile</a:t>
            </a:r>
            <a:r>
              <a:rPr sz="1800" dirty="0"/>
              <a:t>, </a:t>
            </a:r>
            <a:r>
              <a:rPr sz="1800" dirty="0" err="1"/>
              <a:t>GeneratedSource</a:t>
            </a:r>
            <a:r>
              <a:rPr sz="1800" dirty="0"/>
              <a:t>/</a:t>
            </a:r>
          </a:p>
          <a:p>
            <a:pPr lvl="0">
              <a:lnSpc>
                <a:spcPct val="100000"/>
              </a:lnSpc>
              <a:spcBef>
                <a:spcPts val="400"/>
              </a:spcBef>
              <a:buSzPct val="90000"/>
              <a:buFont typeface="Symbol" panose="05050102010706020507" pitchFamily="18" charset="2"/>
              <a:buChar char="-"/>
            </a:pPr>
            <a:r>
              <a:rPr sz="2000" dirty="0"/>
              <a:t>Step 4</a:t>
            </a:r>
            <a:r>
              <a:rPr lang="en-US" sz="2000" dirty="0"/>
              <a:t>:</a:t>
            </a:r>
            <a:r>
              <a:rPr sz="2000" dirty="0"/>
              <a:t> Build </a:t>
            </a:r>
            <a:r>
              <a:rPr lang="en-US" sz="2000" dirty="0"/>
              <a:t>the </a:t>
            </a:r>
            <a:r>
              <a:rPr sz="2000" dirty="0"/>
              <a:t>Debug configuration</a:t>
            </a:r>
            <a:r>
              <a:rPr lang="en-US" sz="2000" dirty="0"/>
              <a:t>, </a:t>
            </a:r>
            <a:r>
              <a:rPr sz="2000" dirty="0"/>
              <a:t>then program the target with KitProg3</a:t>
            </a:r>
          </a:p>
          <a:p>
            <a:pPr lvl="0">
              <a:lnSpc>
                <a:spcPct val="100000"/>
              </a:lnSpc>
              <a:spcBef>
                <a:spcPts val="400"/>
              </a:spcBef>
              <a:buSzPct val="90000"/>
              <a:buFont typeface="Symbol" panose="05050102010706020507" pitchFamily="18" charset="2"/>
              <a:buChar char="-"/>
            </a:pPr>
            <a:r>
              <a:rPr sz="2000" dirty="0"/>
              <a:t>Step 5</a:t>
            </a:r>
            <a:r>
              <a:rPr lang="en-US" sz="2000" dirty="0"/>
              <a:t>:</a:t>
            </a:r>
            <a:r>
              <a:rPr sz="2000" dirty="0"/>
              <a:t> Open the built-in terminal at 115200 8N1</a:t>
            </a:r>
            <a:r>
              <a:rPr lang="en-US" sz="2000" dirty="0"/>
              <a:t>; confirm the</a:t>
            </a:r>
            <a:r>
              <a:rPr sz="2000" dirty="0"/>
              <a:t> Hello World </a:t>
            </a:r>
            <a:r>
              <a:rPr lang="en-US" sz="2000" dirty="0"/>
              <a:t>message and </a:t>
            </a:r>
            <a:r>
              <a:rPr sz="2000" dirty="0"/>
              <a:t>LED</a:t>
            </a:r>
          </a:p>
          <a:p>
            <a:pPr lvl="0">
              <a:lnSpc>
                <a:spcPct val="100000"/>
              </a:lnSpc>
              <a:spcBef>
                <a:spcPts val="400"/>
              </a:spcBef>
              <a:buSzPct val="90000"/>
              <a:buFont typeface="Symbol" panose="05050102010706020507" pitchFamily="18" charset="2"/>
              <a:buChar char="-"/>
            </a:pPr>
            <a:r>
              <a:rPr sz="2000" dirty="0"/>
              <a:t>Step 6</a:t>
            </a:r>
            <a:r>
              <a:rPr lang="en-US" sz="2000" dirty="0"/>
              <a:t>: Change</a:t>
            </a:r>
            <a:r>
              <a:rPr sz="2000" dirty="0"/>
              <a:t> the blink rate</a:t>
            </a:r>
            <a:r>
              <a:rPr lang="en-US" sz="2000" dirty="0"/>
              <a:t>, then</a:t>
            </a:r>
            <a:r>
              <a:rPr sz="2000" dirty="0"/>
              <a:t> save</a:t>
            </a:r>
            <a:r>
              <a:rPr lang="en-US" sz="2000" dirty="0"/>
              <a:t>,</a:t>
            </a:r>
            <a:r>
              <a:rPr sz="2000" dirty="0"/>
              <a:t> build</a:t>
            </a:r>
            <a:r>
              <a:rPr lang="en-US" sz="2000" dirty="0"/>
              <a:t>,</a:t>
            </a:r>
            <a:r>
              <a:rPr sz="2000" dirty="0"/>
              <a:t> program</a:t>
            </a:r>
            <a:r>
              <a:rPr lang="en-US" sz="2000" dirty="0"/>
              <a:t>, and confirm the result</a:t>
            </a:r>
            <a:endParaRPr sz="2000" dirty="0"/>
          </a:p>
        </p:txBody>
      </p:sp>
      <p:sp>
        <p:nvSpPr>
          <p:cNvPr id="3" name="Title 2"/>
          <p:cNvSpPr>
            <a:spLocks noGrp="1"/>
          </p:cNvSpPr>
          <p:nvPr>
            <p:ph type="title"/>
          </p:nvPr>
        </p:nvSpPr>
        <p:spPr/>
        <p:txBody>
          <a:bodyPr/>
          <a:lstStyle/>
          <a:p>
            <a:br>
              <a:rPr lang="de-DE" dirty="0"/>
            </a:br>
            <a:r>
              <a:rPr lang="de-DE" dirty="0"/>
              <a:t>Lab1:</a:t>
            </a:r>
            <a:br>
              <a:rPr lang="de-DE" dirty="0"/>
            </a:br>
            <a:r>
              <a:rPr dirty="0"/>
              <a:t>GitHub Hello World – hands-on walkthrough</a:t>
            </a:r>
          </a:p>
        </p:txBody>
      </p:sp>
      <p:sp>
        <p:nvSpPr>
          <p:cNvPr id="5" name="Footer Placeholder 4">
            <a:extLst>
              <a:ext uri="{FF2B5EF4-FFF2-40B4-BE49-F238E27FC236}">
                <a16:creationId xmlns:a16="http://schemas.microsoft.com/office/drawing/2014/main" id="{FB389344-5715-6AB7-DF8F-1AECD70D6ACF}"/>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ABFB0-06EA-9C93-350F-1A2EA63EDA3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A2E1C97-AA9F-2D62-E3A8-E971D8B1EB7A}"/>
              </a:ext>
            </a:extLst>
          </p:cNvPr>
          <p:cNvPicPr>
            <a:picLocks noChangeAspect="1"/>
          </p:cNvPicPr>
          <p:nvPr/>
        </p:nvPicPr>
        <p:blipFill>
          <a:blip r:embed="rId2"/>
          <a:stretch>
            <a:fillRect/>
          </a:stretch>
        </p:blipFill>
        <p:spPr>
          <a:xfrm>
            <a:off x="5354997" y="5186859"/>
            <a:ext cx="2473789" cy="1440434"/>
          </a:xfrm>
          <a:prstGeom prst="rect">
            <a:avLst/>
          </a:prstGeom>
          <a:solidFill>
            <a:schemeClr val="accent2"/>
          </a:solidFill>
          <a:ln>
            <a:solidFill>
              <a:schemeClr val="tx1"/>
            </a:solidFill>
          </a:ln>
        </p:spPr>
      </p:pic>
      <p:pic>
        <p:nvPicPr>
          <p:cNvPr id="8" name="Picture 7">
            <a:extLst>
              <a:ext uri="{FF2B5EF4-FFF2-40B4-BE49-F238E27FC236}">
                <a16:creationId xmlns:a16="http://schemas.microsoft.com/office/drawing/2014/main" id="{3114139C-A206-3867-5F72-8BEDE97D32F1}"/>
              </a:ext>
            </a:extLst>
          </p:cNvPr>
          <p:cNvPicPr>
            <a:picLocks noChangeAspect="1"/>
          </p:cNvPicPr>
          <p:nvPr/>
        </p:nvPicPr>
        <p:blipFill>
          <a:blip r:embed="rId3"/>
          <a:stretch>
            <a:fillRect/>
          </a:stretch>
        </p:blipFill>
        <p:spPr>
          <a:xfrm>
            <a:off x="5358150" y="3087928"/>
            <a:ext cx="2567126" cy="1997256"/>
          </a:xfrm>
          <a:prstGeom prst="rect">
            <a:avLst/>
          </a:prstGeom>
          <a:solidFill>
            <a:schemeClr val="accent2"/>
          </a:solidFill>
          <a:ln>
            <a:solidFill>
              <a:schemeClr val="tx1"/>
            </a:solidFill>
          </a:ln>
        </p:spPr>
      </p:pic>
      <p:pic>
        <p:nvPicPr>
          <p:cNvPr id="9" name="Picture 8">
            <a:extLst>
              <a:ext uri="{FF2B5EF4-FFF2-40B4-BE49-F238E27FC236}">
                <a16:creationId xmlns:a16="http://schemas.microsoft.com/office/drawing/2014/main" id="{893B84A1-C9D1-78E4-2515-FC435D00D1F2}"/>
              </a:ext>
            </a:extLst>
          </p:cNvPr>
          <p:cNvPicPr>
            <a:picLocks noChangeAspect="1"/>
          </p:cNvPicPr>
          <p:nvPr/>
        </p:nvPicPr>
        <p:blipFill>
          <a:blip r:embed="rId4"/>
          <a:stretch>
            <a:fillRect/>
          </a:stretch>
        </p:blipFill>
        <p:spPr>
          <a:xfrm>
            <a:off x="8346004" y="3419078"/>
            <a:ext cx="1769969" cy="1716480"/>
          </a:xfrm>
          <a:prstGeom prst="rect">
            <a:avLst/>
          </a:prstGeom>
          <a:ln>
            <a:solidFill>
              <a:schemeClr val="tx1"/>
            </a:solidFill>
          </a:ln>
        </p:spPr>
      </p:pic>
      <p:sp>
        <p:nvSpPr>
          <p:cNvPr id="2" name="Title 1">
            <a:extLst>
              <a:ext uri="{FF2B5EF4-FFF2-40B4-BE49-F238E27FC236}">
                <a16:creationId xmlns:a16="http://schemas.microsoft.com/office/drawing/2014/main" id="{8913D2E7-5930-CBB8-8DF8-4457F800314E}"/>
              </a:ext>
            </a:extLst>
          </p:cNvPr>
          <p:cNvSpPr>
            <a:spLocks noGrp="1"/>
          </p:cNvSpPr>
          <p:nvPr>
            <p:ph type="title"/>
          </p:nvPr>
        </p:nvSpPr>
        <p:spPr>
          <a:xfrm>
            <a:off x="335360" y="188720"/>
            <a:ext cx="11330092" cy="720000"/>
          </a:xfrm>
        </p:spPr>
        <p:txBody>
          <a:bodyPr/>
          <a:lstStyle/>
          <a:p>
            <a:r>
              <a:rPr lang="de-DE" dirty="0"/>
              <a:t>Lab1:  working with Modustoolbox and PSC3M6_EVK</a:t>
            </a:r>
            <a:br>
              <a:rPr lang="de-DE" dirty="0"/>
            </a:br>
            <a:r>
              <a:rPr lang="de-DE" dirty="0"/>
              <a:t>How to import MTB based code example </a:t>
            </a:r>
          </a:p>
        </p:txBody>
      </p:sp>
      <p:sp>
        <p:nvSpPr>
          <p:cNvPr id="3" name="AutoShape 2">
            <a:extLst>
              <a:ext uri="{FF2B5EF4-FFF2-40B4-BE49-F238E27FC236}">
                <a16:creationId xmlns:a16="http://schemas.microsoft.com/office/drawing/2014/main" id="{F50A5176-A9CA-A359-9FE9-9FD0BE412F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4" name="Content Placeholder 7">
            <a:extLst>
              <a:ext uri="{FF2B5EF4-FFF2-40B4-BE49-F238E27FC236}">
                <a16:creationId xmlns:a16="http://schemas.microsoft.com/office/drawing/2014/main" id="{91B6AF36-72AC-C5D2-1C70-662EC486CBCB}"/>
              </a:ext>
            </a:extLst>
          </p:cNvPr>
          <p:cNvSpPr txBox="1">
            <a:spLocks/>
          </p:cNvSpPr>
          <p:nvPr/>
        </p:nvSpPr>
        <p:spPr>
          <a:xfrm>
            <a:off x="334712" y="1053355"/>
            <a:ext cx="4895978" cy="5327627"/>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indent="0">
              <a:buFont typeface="Arial" panose="020B0604020202020204" pitchFamily="34" charset="0"/>
              <a:buNone/>
            </a:pPr>
            <a:r>
              <a:rPr lang="en-US" kern="0" dirty="0"/>
              <a:t>Steps:</a:t>
            </a:r>
          </a:p>
          <a:p>
            <a:pPr marL="342900" indent="-342900">
              <a:buFont typeface="+mj-lt"/>
              <a:buAutoNum type="arabicPeriod"/>
            </a:pPr>
            <a:r>
              <a:rPr lang="de-DE" altLang="zh-CN" sz="1600" kern="0" dirty="0">
                <a:solidFill>
                  <a:srgbClr val="000000"/>
                </a:solidFill>
                <a:ea typeface="Times New Roman" panose="02020603050405020304" pitchFamily="18" charset="0"/>
                <a:cs typeface="SourceSansPro"/>
              </a:rPr>
              <a:t> </a:t>
            </a:r>
            <a:r>
              <a:rPr lang="x-none" altLang="zh-CN" sz="1600" kern="0" dirty="0">
                <a:solidFill>
                  <a:srgbClr val="000000"/>
                </a:solidFill>
                <a:ea typeface="Times New Roman" panose="02020603050405020304" pitchFamily="18" charset="0"/>
                <a:cs typeface="SourceSansPro"/>
              </a:rPr>
              <a:t>Create a new ModusToolbox™ application</a:t>
            </a:r>
            <a:endParaRPr lang="en-US" altLang="zh-CN" sz="1600" kern="0" dirty="0">
              <a:solidFill>
                <a:srgbClr val="000000"/>
              </a:solidFill>
              <a:ea typeface="Times New Roman" panose="02020603050405020304" pitchFamily="18" charset="0"/>
              <a:cs typeface="SourceSansPro"/>
            </a:endParaRPr>
          </a:p>
          <a:p>
            <a:pPr marL="594722" lvl="1" indent="-342797">
              <a:buFont typeface="+mj-lt"/>
              <a:buAutoNum type="alphaLcPeriod"/>
            </a:pPr>
            <a:r>
              <a:rPr lang="x-none" altLang="zh-CN" kern="0" dirty="0">
                <a:solidFill>
                  <a:srgbClr val="000000"/>
                </a:solidFill>
                <a:ea typeface="Times New Roman" panose="02020603050405020304" pitchFamily="18" charset="0"/>
                <a:cs typeface="SourceSansPro"/>
              </a:rPr>
              <a:t>From the Quick Panel, Click on </a:t>
            </a:r>
            <a:r>
              <a:rPr lang="x-none" altLang="zh-CN" b="1" kern="0" dirty="0">
                <a:solidFill>
                  <a:srgbClr val="000000"/>
                </a:solidFill>
                <a:ea typeface="Times New Roman" panose="02020603050405020304" pitchFamily="18" charset="0"/>
                <a:cs typeface="SourceSansPro"/>
              </a:rPr>
              <a:t>Start, </a:t>
            </a:r>
            <a:r>
              <a:rPr lang="x-none" altLang="zh-CN" kern="0" dirty="0">
                <a:solidFill>
                  <a:srgbClr val="000000"/>
                </a:solidFill>
                <a:ea typeface="Times New Roman" panose="02020603050405020304" pitchFamily="18" charset="0"/>
                <a:cs typeface="SourceSansPro"/>
              </a:rPr>
              <a:t>and then click </a:t>
            </a:r>
            <a:r>
              <a:rPr lang="x-none" altLang="zh-CN" b="1" kern="0" dirty="0">
                <a:solidFill>
                  <a:srgbClr val="000000"/>
                </a:solidFill>
                <a:ea typeface="Times New Roman" panose="02020603050405020304" pitchFamily="18" charset="0"/>
                <a:cs typeface="SourceSansPro"/>
              </a:rPr>
              <a:t>New Application.</a:t>
            </a:r>
            <a:endParaRPr lang="zh-CN" altLang="zh-CN" kern="0" dirty="0">
              <a:ea typeface="SimSun" panose="02010600030101010101" pitchFamily="2" charset="-122"/>
              <a:cs typeface="Verdana" panose="020B0604030504040204" pitchFamily="34" charset="0"/>
            </a:endParaRPr>
          </a:p>
          <a:p>
            <a:pPr marL="594722" lvl="1" indent="-342797">
              <a:buFont typeface="+mj-lt"/>
              <a:buAutoNum type="alphaLcPeriod"/>
            </a:pPr>
            <a:r>
              <a:rPr lang="x-none" altLang="zh-CN" kern="0" dirty="0">
                <a:solidFill>
                  <a:srgbClr val="000000"/>
                </a:solidFill>
                <a:ea typeface="Times New Roman" panose="02020603050405020304" pitchFamily="18" charset="0"/>
                <a:cs typeface="SourceSansPro"/>
              </a:rPr>
              <a:t>Alternatively, you can choose </a:t>
            </a:r>
            <a:r>
              <a:rPr lang="x-none" altLang="zh-CN" b="1" kern="0" dirty="0">
                <a:solidFill>
                  <a:srgbClr val="000000"/>
                </a:solidFill>
                <a:ea typeface="Times New Roman" panose="02020603050405020304" pitchFamily="18" charset="0"/>
                <a:cs typeface="SourceSansPro"/>
              </a:rPr>
              <a:t>File </a:t>
            </a:r>
            <a:r>
              <a:rPr lang="x-none" altLang="zh-CN" kern="0" dirty="0">
                <a:solidFill>
                  <a:srgbClr val="000000"/>
                </a:solidFill>
                <a:ea typeface="Times New Roman" panose="02020603050405020304" pitchFamily="18" charset="0"/>
                <a:cs typeface="SourceSansPro"/>
              </a:rPr>
              <a:t>&gt; </a:t>
            </a:r>
            <a:r>
              <a:rPr lang="x-none" altLang="zh-CN" b="1" kern="0" dirty="0">
                <a:solidFill>
                  <a:srgbClr val="000000"/>
                </a:solidFill>
                <a:ea typeface="Times New Roman" panose="02020603050405020304" pitchFamily="18" charset="0"/>
                <a:cs typeface="SourceSansPro"/>
              </a:rPr>
              <a:t>New </a:t>
            </a:r>
            <a:r>
              <a:rPr lang="x-none" altLang="zh-CN" kern="0" dirty="0">
                <a:solidFill>
                  <a:srgbClr val="000000"/>
                </a:solidFill>
                <a:ea typeface="Times New Roman" panose="02020603050405020304" pitchFamily="18" charset="0"/>
                <a:cs typeface="SourceSansPro"/>
              </a:rPr>
              <a:t>&gt; </a:t>
            </a:r>
            <a:r>
              <a:rPr lang="x-none" altLang="zh-CN" b="1" kern="0" dirty="0">
                <a:solidFill>
                  <a:srgbClr val="000000"/>
                </a:solidFill>
                <a:ea typeface="Times New Roman" panose="02020603050405020304" pitchFamily="18" charset="0"/>
                <a:cs typeface="SourceSansPro"/>
              </a:rPr>
              <a:t>ModusToolbox™ Application</a:t>
            </a:r>
            <a:r>
              <a:rPr lang="x-none" altLang="zh-CN" kern="0" dirty="0">
                <a:solidFill>
                  <a:srgbClr val="000000"/>
                </a:solidFill>
                <a:ea typeface="Times New Roman" panose="02020603050405020304" pitchFamily="18" charset="0"/>
                <a:cs typeface="SourceSansPro"/>
              </a:rPr>
              <a:t>.</a:t>
            </a:r>
            <a:endParaRPr lang="en-US" altLang="zh-CN" sz="1400" kern="0" dirty="0">
              <a:solidFill>
                <a:srgbClr val="000000"/>
              </a:solidFill>
            </a:endParaRPr>
          </a:p>
          <a:p>
            <a:pPr marL="342797" indent="-342797">
              <a:buFont typeface="Arial" panose="020B0604020202020204" pitchFamily="34" charset="0"/>
              <a:buAutoNum type="arabicPeriod" startAt="3"/>
            </a:pPr>
            <a:endParaRPr lang="en-US"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2"/>
            </a:pPr>
            <a:r>
              <a:rPr lang="x-none" altLang="zh-CN" sz="1600" kern="0" dirty="0">
                <a:solidFill>
                  <a:srgbClr val="000000"/>
                </a:solidFill>
              </a:rPr>
              <a:t>Select a target PS</a:t>
            </a:r>
            <a:r>
              <a:rPr lang="de-DE" altLang="zh-CN" sz="1600" kern="0" dirty="0">
                <a:solidFill>
                  <a:srgbClr val="000000"/>
                </a:solidFill>
              </a:rPr>
              <a:t>O</a:t>
            </a:r>
            <a:r>
              <a:rPr lang="x-none" altLang="zh-CN" sz="1600" kern="0" dirty="0">
                <a:solidFill>
                  <a:srgbClr val="000000"/>
                </a:solidFill>
              </a:rPr>
              <a:t>C™ development kit</a:t>
            </a:r>
            <a:r>
              <a:rPr lang="en-US" altLang="zh-CN" sz="1600" kern="0" dirty="0">
                <a:solidFill>
                  <a:srgbClr val="000000"/>
                </a:solidFill>
              </a:rPr>
              <a:t>, i</a:t>
            </a:r>
            <a:r>
              <a:rPr lang="x-none" altLang="zh-CN" sz="1600" kern="0" dirty="0">
                <a:solidFill>
                  <a:srgbClr val="000000"/>
                </a:solidFill>
              </a:rPr>
              <a:t>n the </a:t>
            </a:r>
            <a:r>
              <a:rPr lang="x-none" altLang="zh-CN" sz="1600" b="1" kern="0" dirty="0">
                <a:solidFill>
                  <a:srgbClr val="000000"/>
                </a:solidFill>
              </a:rPr>
              <a:t>Choose Board Support Package (BSP) </a:t>
            </a:r>
            <a:r>
              <a:rPr lang="x-none" altLang="zh-CN" sz="1600" kern="0" dirty="0">
                <a:solidFill>
                  <a:srgbClr val="000000"/>
                </a:solidFill>
              </a:rPr>
              <a:t>dialog, choose the Kit Name, choose </a:t>
            </a:r>
            <a:r>
              <a:rPr lang="x-none" altLang="zh-CN" sz="1600" b="1" kern="0" dirty="0">
                <a:solidFill>
                  <a:srgbClr val="000000"/>
                </a:solidFill>
              </a:rPr>
              <a:t>KIT_PSC3M</a:t>
            </a:r>
            <a:r>
              <a:rPr lang="de-DE" altLang="zh-CN" sz="1600" b="1" kern="0" dirty="0">
                <a:solidFill>
                  <a:srgbClr val="000000"/>
                </a:solidFill>
              </a:rPr>
              <a:t>6</a:t>
            </a:r>
            <a:r>
              <a:rPr lang="x-none" altLang="zh-CN" sz="1600" b="1" kern="0" dirty="0">
                <a:solidFill>
                  <a:srgbClr val="000000"/>
                </a:solidFill>
              </a:rPr>
              <a:t>_</a:t>
            </a:r>
            <a:r>
              <a:rPr lang="de-DE" altLang="zh-CN" sz="1600" b="1" kern="0" dirty="0">
                <a:solidFill>
                  <a:srgbClr val="000000"/>
                </a:solidFill>
              </a:rPr>
              <a:t>EVAL</a:t>
            </a:r>
            <a:r>
              <a:rPr lang="x-none" altLang="zh-CN" sz="1600" kern="0" dirty="0">
                <a:solidFill>
                  <a:srgbClr val="000000"/>
                </a:solidFill>
              </a:rPr>
              <a:t>, Click </a:t>
            </a:r>
            <a:r>
              <a:rPr lang="x-none" altLang="zh-CN" sz="1600" b="1" kern="0" dirty="0">
                <a:solidFill>
                  <a:srgbClr val="000000"/>
                </a:solidFill>
              </a:rPr>
              <a:t>Next</a:t>
            </a:r>
            <a:endParaRPr lang="de-DE" altLang="zh-CN" sz="1600" b="1" kern="0" dirty="0">
              <a:solidFill>
                <a:srgbClr val="000000"/>
              </a:solidFill>
            </a:endParaRPr>
          </a:p>
          <a:p>
            <a:pPr marL="0" indent="0">
              <a:buNone/>
            </a:pPr>
            <a:endParaRPr lang="de-DE" altLang="zh-CN" sz="1600" b="1" kern="0" dirty="0">
              <a:solidFill>
                <a:srgbClr val="000000"/>
              </a:solidFill>
            </a:endParaRPr>
          </a:p>
          <a:p>
            <a:pPr marL="342900" indent="-342900">
              <a:buFont typeface="+mj-lt"/>
              <a:buAutoNum type="arabicPeriod" startAt="3"/>
            </a:pPr>
            <a:r>
              <a:rPr lang="de-DE" altLang="zh-CN" sz="1600" kern="0" dirty="0">
                <a:solidFill>
                  <a:srgbClr val="000000"/>
                </a:solidFill>
                <a:ea typeface="Times New Roman" panose="02020603050405020304" pitchFamily="18" charset="0"/>
                <a:cs typeface="SourceSansPro"/>
              </a:rPr>
              <a:t>Select </a:t>
            </a:r>
            <a:r>
              <a:rPr lang="de-DE" altLang="zh-CN" sz="1600" b="1" kern="0" dirty="0">
                <a:solidFill>
                  <a:srgbClr val="000000"/>
                </a:solidFill>
                <a:ea typeface="Times New Roman" panose="02020603050405020304" pitchFamily="18" charset="0"/>
                <a:cs typeface="SourceSansPro"/>
              </a:rPr>
              <a:t>desire code example/</a:t>
            </a:r>
            <a:r>
              <a:rPr lang="de-DE" sz="1600" dirty="0"/>
              <a:t> </a:t>
            </a:r>
            <a:r>
              <a:rPr lang="de-DE" sz="1600" b="1" dirty="0"/>
              <a:t>Hello World</a:t>
            </a:r>
            <a:r>
              <a:rPr lang="de-DE" altLang="zh-CN" sz="1600" b="1" kern="0" dirty="0">
                <a:solidFill>
                  <a:srgbClr val="000000"/>
                </a:solidFill>
                <a:ea typeface="Times New Roman" panose="02020603050405020304" pitchFamily="18" charset="0"/>
                <a:cs typeface="SourceSansPro"/>
              </a:rPr>
              <a:t> - </a:t>
            </a:r>
            <a:r>
              <a:rPr lang="de-DE" altLang="zh-CN" sz="1600" kern="0" dirty="0">
                <a:solidFill>
                  <a:srgbClr val="000000"/>
                </a:solidFill>
                <a:ea typeface="Times New Roman" panose="02020603050405020304" pitchFamily="18" charset="0"/>
                <a:cs typeface="SourceSansPro"/>
              </a:rPr>
              <a:t>CE under Template application  and click create</a:t>
            </a:r>
          </a:p>
          <a:p>
            <a:pPr marL="342900" indent="-342900">
              <a:buFont typeface="+mj-lt"/>
              <a:buAutoNum type="arabicPeriod" startAt="3"/>
            </a:pPr>
            <a:endParaRPr lang="de-DE"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3"/>
            </a:pPr>
            <a:r>
              <a:rPr lang="de-DE" altLang="zh-CN" sz="1600" kern="0" dirty="0">
                <a:solidFill>
                  <a:srgbClr val="000000"/>
                </a:solidFill>
                <a:ea typeface="Times New Roman" panose="02020603050405020304" pitchFamily="18" charset="0"/>
                <a:cs typeface="SourceSansPro"/>
              </a:rPr>
              <a:t>Project structure been added to the workspace</a:t>
            </a:r>
          </a:p>
          <a:p>
            <a:pPr marL="342900" indent="-342900">
              <a:buFont typeface="+mj-lt"/>
              <a:buAutoNum type="arabicPeriod" startAt="3"/>
            </a:pPr>
            <a:endParaRPr lang="de-DE"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3"/>
            </a:pPr>
            <a:r>
              <a:rPr lang="de-DE" altLang="zh-CN" sz="1600" kern="0" dirty="0">
                <a:solidFill>
                  <a:srgbClr val="000000"/>
                </a:solidFill>
                <a:ea typeface="Times New Roman" panose="02020603050405020304" pitchFamily="18" charset="0"/>
                <a:cs typeface="SourceSansPro"/>
              </a:rPr>
              <a:t>Build and Flash the code to the Kit via Jlink </a:t>
            </a:r>
            <a:endParaRPr lang="en-US"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2"/>
            </a:pPr>
            <a:endParaRPr lang="en-US" altLang="zh-CN" b="1" kern="0" dirty="0">
              <a:solidFill>
                <a:srgbClr val="000000"/>
              </a:solidFill>
              <a:latin typeface="SourceSansPro"/>
            </a:endParaRPr>
          </a:p>
          <a:p>
            <a:pPr marL="342797" indent="-342797">
              <a:buFont typeface="Arial" panose="020B0604020202020204" pitchFamily="34" charset="0"/>
              <a:buAutoNum type="arabicPeriod" startAt="3"/>
            </a:pPr>
            <a:endParaRPr lang="en-IN" kern="0" dirty="0"/>
          </a:p>
        </p:txBody>
      </p:sp>
      <p:pic>
        <p:nvPicPr>
          <p:cNvPr id="15" name="Picture 14">
            <a:extLst>
              <a:ext uri="{FF2B5EF4-FFF2-40B4-BE49-F238E27FC236}">
                <a16:creationId xmlns:a16="http://schemas.microsoft.com/office/drawing/2014/main" id="{E5B65A05-934D-61C9-512D-DCD67C5094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5328626" y="1077412"/>
            <a:ext cx="2803536" cy="1841824"/>
          </a:xfrm>
          <a:prstGeom prst="rect">
            <a:avLst/>
          </a:prstGeom>
          <a:solidFill>
            <a:schemeClr val="accent2"/>
          </a:solidFill>
          <a:ln>
            <a:solidFill>
              <a:schemeClr val="tx1"/>
            </a:solidFill>
          </a:ln>
        </p:spPr>
      </p:pic>
      <p:pic>
        <p:nvPicPr>
          <p:cNvPr id="16" name="Picture 15">
            <a:extLst>
              <a:ext uri="{FF2B5EF4-FFF2-40B4-BE49-F238E27FC236}">
                <a16:creationId xmlns:a16="http://schemas.microsoft.com/office/drawing/2014/main" id="{76AD0430-BBDF-1EB3-221A-FA6DEE5B6ECB}"/>
              </a:ext>
            </a:extLst>
          </p:cNvPr>
          <p:cNvPicPr>
            <a:picLocks noChangeAspect="1"/>
          </p:cNvPicPr>
          <p:nvPr/>
        </p:nvPicPr>
        <p:blipFill>
          <a:blip r:embed="rId6"/>
          <a:stretch>
            <a:fillRect/>
          </a:stretch>
        </p:blipFill>
        <p:spPr>
          <a:xfrm>
            <a:off x="8340654" y="950924"/>
            <a:ext cx="2707754" cy="2334060"/>
          </a:xfrm>
          <a:prstGeom prst="rect">
            <a:avLst/>
          </a:prstGeom>
          <a:solidFill>
            <a:schemeClr val="accent2"/>
          </a:solidFill>
          <a:ln>
            <a:solidFill>
              <a:schemeClr val="tx1"/>
            </a:solidFill>
          </a:ln>
        </p:spPr>
      </p:pic>
      <p:sp>
        <p:nvSpPr>
          <p:cNvPr id="17" name="Oval 16">
            <a:extLst>
              <a:ext uri="{FF2B5EF4-FFF2-40B4-BE49-F238E27FC236}">
                <a16:creationId xmlns:a16="http://schemas.microsoft.com/office/drawing/2014/main" id="{D58997F8-C199-D340-1D34-E6E1A1EB1113}"/>
              </a:ext>
            </a:extLst>
          </p:cNvPr>
          <p:cNvSpPr/>
          <p:nvPr/>
        </p:nvSpPr>
        <p:spPr bwMode="auto">
          <a:xfrm>
            <a:off x="6904244" y="1125754"/>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1</a:t>
            </a:r>
            <a:endParaRPr lang="zh-CN" altLang="en-US" sz="1600" dirty="0">
              <a:solidFill>
                <a:srgbClr val="FFFFFF"/>
              </a:solidFill>
              <a:latin typeface="Arial"/>
              <a:cs typeface="Arial"/>
            </a:endParaRPr>
          </a:p>
        </p:txBody>
      </p:sp>
      <p:sp>
        <p:nvSpPr>
          <p:cNvPr id="18" name="Oval 17">
            <a:extLst>
              <a:ext uri="{FF2B5EF4-FFF2-40B4-BE49-F238E27FC236}">
                <a16:creationId xmlns:a16="http://schemas.microsoft.com/office/drawing/2014/main" id="{47AA01CD-37AE-7E0F-3CEE-04A1F6682FDC}"/>
              </a:ext>
            </a:extLst>
          </p:cNvPr>
          <p:cNvSpPr/>
          <p:nvPr/>
        </p:nvSpPr>
        <p:spPr bwMode="auto">
          <a:xfrm>
            <a:off x="6830897" y="1602512"/>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a</a:t>
            </a:r>
            <a:endParaRPr lang="zh-CN" altLang="en-US" sz="1600" dirty="0">
              <a:solidFill>
                <a:srgbClr val="FFFFFF"/>
              </a:solidFill>
              <a:latin typeface="Arial"/>
              <a:cs typeface="Arial"/>
            </a:endParaRPr>
          </a:p>
        </p:txBody>
      </p:sp>
      <p:sp>
        <p:nvSpPr>
          <p:cNvPr id="19" name="Oval 18">
            <a:extLst>
              <a:ext uri="{FF2B5EF4-FFF2-40B4-BE49-F238E27FC236}">
                <a16:creationId xmlns:a16="http://schemas.microsoft.com/office/drawing/2014/main" id="{4CAB4EA2-4395-951C-7127-D478875E30EA}"/>
              </a:ext>
            </a:extLst>
          </p:cNvPr>
          <p:cNvSpPr/>
          <p:nvPr/>
        </p:nvSpPr>
        <p:spPr bwMode="auto">
          <a:xfrm>
            <a:off x="9406935" y="3944469"/>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4</a:t>
            </a:r>
            <a:endParaRPr lang="zh-CN" altLang="en-US" sz="1600" dirty="0">
              <a:solidFill>
                <a:srgbClr val="FFFFFF"/>
              </a:solidFill>
              <a:latin typeface="Arial"/>
              <a:cs typeface="Arial"/>
            </a:endParaRPr>
          </a:p>
        </p:txBody>
      </p:sp>
      <p:sp>
        <p:nvSpPr>
          <p:cNvPr id="20" name="Oval 19">
            <a:extLst>
              <a:ext uri="{FF2B5EF4-FFF2-40B4-BE49-F238E27FC236}">
                <a16:creationId xmlns:a16="http://schemas.microsoft.com/office/drawing/2014/main" id="{6FDF470A-9B2A-6FF8-54B1-7587B72449EA}"/>
              </a:ext>
            </a:extLst>
          </p:cNvPr>
          <p:cNvSpPr/>
          <p:nvPr/>
        </p:nvSpPr>
        <p:spPr bwMode="auto">
          <a:xfrm>
            <a:off x="6167525" y="5513124"/>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3</a:t>
            </a:r>
            <a:endParaRPr lang="zh-CN" altLang="en-US" sz="1600" dirty="0">
              <a:solidFill>
                <a:srgbClr val="FFFFFF"/>
              </a:solidFill>
              <a:latin typeface="Arial"/>
              <a:cs typeface="Arial"/>
            </a:endParaRPr>
          </a:p>
        </p:txBody>
      </p:sp>
      <p:sp>
        <p:nvSpPr>
          <p:cNvPr id="21" name="Oval 20">
            <a:extLst>
              <a:ext uri="{FF2B5EF4-FFF2-40B4-BE49-F238E27FC236}">
                <a16:creationId xmlns:a16="http://schemas.microsoft.com/office/drawing/2014/main" id="{F2FF6551-96F9-8E23-4A70-C61AE88C5ADC}"/>
              </a:ext>
            </a:extLst>
          </p:cNvPr>
          <p:cNvSpPr/>
          <p:nvPr/>
        </p:nvSpPr>
        <p:spPr bwMode="auto">
          <a:xfrm>
            <a:off x="6974875" y="3256977"/>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2</a:t>
            </a:r>
            <a:endParaRPr lang="zh-CN" altLang="en-US" sz="1600" dirty="0">
              <a:solidFill>
                <a:srgbClr val="FFFFFF"/>
              </a:solidFill>
              <a:latin typeface="Arial"/>
              <a:cs typeface="Arial"/>
            </a:endParaRPr>
          </a:p>
        </p:txBody>
      </p:sp>
      <p:sp>
        <p:nvSpPr>
          <p:cNvPr id="22" name="Oval 21">
            <a:extLst>
              <a:ext uri="{FF2B5EF4-FFF2-40B4-BE49-F238E27FC236}">
                <a16:creationId xmlns:a16="http://schemas.microsoft.com/office/drawing/2014/main" id="{122ACC5E-4E46-6A3F-3083-1416888E0483}"/>
              </a:ext>
            </a:extLst>
          </p:cNvPr>
          <p:cNvSpPr/>
          <p:nvPr/>
        </p:nvSpPr>
        <p:spPr bwMode="auto">
          <a:xfrm>
            <a:off x="9921707" y="1461557"/>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b</a:t>
            </a:r>
            <a:endParaRPr lang="zh-CN" altLang="en-US" sz="1600" dirty="0">
              <a:solidFill>
                <a:srgbClr val="FFFFFF"/>
              </a:solidFill>
              <a:latin typeface="Arial"/>
              <a:cs typeface="Arial"/>
            </a:endParaRPr>
          </a:p>
        </p:txBody>
      </p:sp>
      <p:pic>
        <p:nvPicPr>
          <p:cNvPr id="6" name="Picture 5">
            <a:extLst>
              <a:ext uri="{FF2B5EF4-FFF2-40B4-BE49-F238E27FC236}">
                <a16:creationId xmlns:a16="http://schemas.microsoft.com/office/drawing/2014/main" id="{ABB6F1BE-BE62-0C25-A634-50398BFB5735}"/>
              </a:ext>
            </a:extLst>
          </p:cNvPr>
          <p:cNvPicPr>
            <a:picLocks noChangeAspect="1"/>
          </p:cNvPicPr>
          <p:nvPr/>
        </p:nvPicPr>
        <p:blipFill>
          <a:blip r:embed="rId7"/>
          <a:stretch>
            <a:fillRect/>
          </a:stretch>
        </p:blipFill>
        <p:spPr>
          <a:xfrm>
            <a:off x="8340654" y="5251630"/>
            <a:ext cx="2256706" cy="1375663"/>
          </a:xfrm>
          <a:prstGeom prst="rect">
            <a:avLst/>
          </a:prstGeom>
        </p:spPr>
      </p:pic>
      <p:sp>
        <p:nvSpPr>
          <p:cNvPr id="10" name="Oval 9">
            <a:extLst>
              <a:ext uri="{FF2B5EF4-FFF2-40B4-BE49-F238E27FC236}">
                <a16:creationId xmlns:a16="http://schemas.microsoft.com/office/drawing/2014/main" id="{3F73F394-634A-C0C3-3ABC-132B54F02AFC}"/>
              </a:ext>
            </a:extLst>
          </p:cNvPr>
          <p:cNvSpPr/>
          <p:nvPr/>
        </p:nvSpPr>
        <p:spPr bwMode="auto">
          <a:xfrm>
            <a:off x="9876790" y="5513124"/>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5</a:t>
            </a:r>
            <a:endParaRPr lang="zh-CN" altLang="en-US" sz="1600" dirty="0">
              <a:solidFill>
                <a:srgbClr val="FFFFFF"/>
              </a:solidFill>
              <a:latin typeface="Arial"/>
              <a:cs typeface="Arial"/>
            </a:endParaRPr>
          </a:p>
        </p:txBody>
      </p:sp>
    </p:spTree>
    <p:extLst>
      <p:ext uri="{BB962C8B-B14F-4D97-AF65-F5344CB8AC3E}">
        <p14:creationId xmlns:p14="http://schemas.microsoft.com/office/powerpoint/2010/main" val="67582474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2134800"/>
            <a:ext cx="8732440" cy="683369"/>
          </a:xfrm>
        </p:spPr>
        <p:txBody>
          <a:bodyPr/>
          <a:lstStyle/>
          <a:p>
            <a:br>
              <a:rPr lang="de-DE" dirty="0"/>
            </a:br>
            <a:br>
              <a:rPr lang="de-DE" dirty="0"/>
            </a:br>
            <a:br>
              <a:rPr lang="de-DE" dirty="0"/>
            </a:br>
            <a:br>
              <a:rPr lang="de-DE" dirty="0"/>
            </a:br>
            <a:r>
              <a:rPr lang="de-DE" dirty="0"/>
              <a:t>Session:</a:t>
            </a:r>
            <a:br>
              <a:rPr lang="de-DE" dirty="0"/>
            </a:br>
            <a:r>
              <a:rPr dirty="0"/>
              <a:t>Architecture Deep Dive – Core System</a:t>
            </a:r>
          </a:p>
        </p:txBody>
      </p:sp>
      <p:sp>
        <p:nvSpPr>
          <p:cNvPr id="4" name="Footer Placeholder 3">
            <a:extLst>
              <a:ext uri="{FF2B5EF4-FFF2-40B4-BE49-F238E27FC236}">
                <a16:creationId xmlns:a16="http://schemas.microsoft.com/office/drawing/2014/main" id="{F680E5D1-0FDB-1A35-6684-F6861B29030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sz="2400" dirty="0"/>
              <a:t>Arm® Cortex®-M33 v8-M mainline core running up to 180 MHz</a:t>
            </a:r>
          </a:p>
          <a:p>
            <a:pPr marL="628650" lvl="1" indent="-342900">
              <a:lnSpc>
                <a:spcPct val="100000"/>
              </a:lnSpc>
              <a:spcBef>
                <a:spcPts val="150"/>
              </a:spcBef>
              <a:buSzPct val="85000"/>
              <a:buFont typeface="Symbol" panose="05050102010706020507" pitchFamily="18" charset="2"/>
              <a:buChar char="-"/>
            </a:pPr>
            <a:r>
              <a:rPr sz="2000" dirty="0"/>
              <a:t>DSP extension</a:t>
            </a:r>
            <a:r>
              <a:rPr lang="en-US" sz="2000" dirty="0"/>
              <a:t>:</a:t>
            </a:r>
            <a:r>
              <a:rPr sz="2000" dirty="0"/>
              <a:t> MAC + SIMD instructions for filters / control loops</a:t>
            </a:r>
          </a:p>
          <a:p>
            <a:pPr marL="628650" lvl="1" indent="-342900">
              <a:lnSpc>
                <a:spcPct val="100000"/>
              </a:lnSpc>
              <a:spcBef>
                <a:spcPts val="150"/>
              </a:spcBef>
              <a:buSzPct val="85000"/>
              <a:buFont typeface="Symbol" panose="05050102010706020507" pitchFamily="18" charset="2"/>
              <a:buChar char="-"/>
            </a:pPr>
            <a:r>
              <a:rPr sz="2000" dirty="0"/>
              <a:t>Single-precision FPU (VFPv5) for floating-point algorithms</a:t>
            </a:r>
          </a:p>
          <a:p>
            <a:pPr marL="628650" lvl="1" indent="-342900">
              <a:lnSpc>
                <a:spcPct val="100000"/>
              </a:lnSpc>
              <a:spcBef>
                <a:spcPts val="150"/>
              </a:spcBef>
              <a:buSzPct val="85000"/>
              <a:buFont typeface="Symbol" panose="05050102010706020507" pitchFamily="18" charset="2"/>
              <a:buChar char="-"/>
            </a:pPr>
            <a:r>
              <a:rPr sz="2000" dirty="0"/>
              <a:t>Memory Protection Unit (MPU</a:t>
            </a:r>
            <a:r>
              <a:rPr lang="en-US" sz="2000" dirty="0"/>
              <a:t>): </a:t>
            </a:r>
            <a:r>
              <a:rPr sz="2000" dirty="0"/>
              <a:t>8 regions + sub-region masks</a:t>
            </a:r>
          </a:p>
          <a:p>
            <a:pPr marL="628650" lvl="1" indent="-342900">
              <a:lnSpc>
                <a:spcPct val="100000"/>
              </a:lnSpc>
              <a:spcBef>
                <a:spcPts val="150"/>
              </a:spcBef>
              <a:buSzPct val="85000"/>
              <a:buFont typeface="Symbol" panose="05050102010706020507" pitchFamily="18" charset="2"/>
              <a:buChar char="-"/>
            </a:pPr>
            <a:r>
              <a:rPr sz="2000" dirty="0" err="1"/>
              <a:t>TrustZone</a:t>
            </a:r>
            <a:r>
              <a:rPr lang="en-US" sz="2000" dirty="0"/>
              <a:t>®: </a:t>
            </a:r>
            <a:r>
              <a:rPr sz="2000" dirty="0"/>
              <a:t>secure / non-secure state with SAU + IDAU</a:t>
            </a:r>
          </a:p>
          <a:p>
            <a:pPr lvl="0">
              <a:lnSpc>
                <a:spcPct val="100000"/>
              </a:lnSpc>
              <a:spcBef>
                <a:spcPts val="400"/>
              </a:spcBef>
              <a:buSzPct val="90000"/>
              <a:buFont typeface="Symbol" panose="05050102010706020507" pitchFamily="18" charset="2"/>
              <a:buChar char="-"/>
            </a:pPr>
            <a:r>
              <a:rPr sz="2400" dirty="0"/>
              <a:t>16 KB instruction cache</a:t>
            </a:r>
            <a:r>
              <a:rPr lang="en-US" sz="2400" dirty="0"/>
              <a:t>:</a:t>
            </a:r>
            <a:r>
              <a:rPr sz="2400" dirty="0"/>
              <a:t> 0 wait states on hot code</a:t>
            </a:r>
          </a:p>
          <a:p>
            <a:pPr lvl="0">
              <a:lnSpc>
                <a:spcPct val="100000"/>
              </a:lnSpc>
              <a:spcBef>
                <a:spcPts val="400"/>
              </a:spcBef>
              <a:buSzPct val="90000"/>
              <a:buFont typeface="Symbol" panose="05050102010706020507" pitchFamily="18" charset="2"/>
              <a:buChar char="-"/>
            </a:pPr>
            <a:r>
              <a:rPr sz="2400" dirty="0"/>
              <a:t>Wake-up Interrupt Controller (WIC) for Sleep / Deep-Sleep restart</a:t>
            </a:r>
          </a:p>
          <a:p>
            <a:pPr lvl="0">
              <a:lnSpc>
                <a:spcPct val="100000"/>
              </a:lnSpc>
              <a:spcBef>
                <a:spcPts val="400"/>
              </a:spcBef>
              <a:buSzPct val="90000"/>
              <a:buFont typeface="Symbol" panose="05050102010706020507" pitchFamily="18" charset="2"/>
              <a:buChar char="-"/>
            </a:pPr>
            <a:r>
              <a:rPr sz="2400" dirty="0"/>
              <a:t>NVIC</a:t>
            </a:r>
            <a:r>
              <a:rPr lang="en-US" sz="2400" dirty="0"/>
              <a:t>:</a:t>
            </a:r>
            <a:r>
              <a:rPr sz="2400" dirty="0"/>
              <a:t> vectored interrupts with priority and preemption</a:t>
            </a:r>
          </a:p>
          <a:p>
            <a:pPr lvl="0">
              <a:lnSpc>
                <a:spcPct val="100000"/>
              </a:lnSpc>
              <a:spcBef>
                <a:spcPts val="400"/>
              </a:spcBef>
              <a:buSzPct val="90000"/>
              <a:buFont typeface="Symbol" panose="05050102010706020507" pitchFamily="18" charset="2"/>
              <a:buChar char="-"/>
            </a:pPr>
            <a:r>
              <a:rPr sz="2400" dirty="0"/>
              <a:t>4 × Inter-Processor Communication (IPC) channels between secure/non-secure</a:t>
            </a:r>
          </a:p>
          <a:p>
            <a:pPr lvl="0">
              <a:lnSpc>
                <a:spcPct val="100000"/>
              </a:lnSpc>
              <a:spcBef>
                <a:spcPts val="400"/>
              </a:spcBef>
              <a:buSzPct val="90000"/>
              <a:buFont typeface="Symbol" panose="05050102010706020507" pitchFamily="18" charset="2"/>
              <a:buChar char="-"/>
            </a:pPr>
            <a:r>
              <a:rPr lang="en-US" sz="2400" dirty="0"/>
              <a:t>Debug + trace: SWJ-DP + ETM(4bit)  / DEBUG600 + CTI + ITM (8bit)</a:t>
            </a:r>
          </a:p>
        </p:txBody>
      </p:sp>
      <p:sp>
        <p:nvSpPr>
          <p:cNvPr id="3" name="Title 2"/>
          <p:cNvSpPr>
            <a:spLocks noGrp="1"/>
          </p:cNvSpPr>
          <p:nvPr>
            <p:ph type="title"/>
          </p:nvPr>
        </p:nvSpPr>
        <p:spPr/>
        <p:txBody>
          <a:bodyPr/>
          <a:lstStyle/>
          <a:p>
            <a:r>
              <a:t>Cortex®-M33 CPU sub-system</a:t>
            </a:r>
          </a:p>
        </p:txBody>
      </p:sp>
      <p:sp>
        <p:nvSpPr>
          <p:cNvPr id="5" name="Footer Placeholder 4">
            <a:extLst>
              <a:ext uri="{FF2B5EF4-FFF2-40B4-BE49-F238E27FC236}">
                <a16:creationId xmlns:a16="http://schemas.microsoft.com/office/drawing/2014/main" id="{C8A2D68B-7B83-946C-0401-765DFA3725BE}"/>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 infrastructure and system interconnect</a:t>
            </a:r>
          </a:p>
        </p:txBody>
      </p:sp>
      <p:sp>
        <p:nvSpPr>
          <p:cNvPr id="4" name="TextBox 3"/>
          <p:cNvSpPr txBox="1"/>
          <p:nvPr/>
        </p:nvSpPr>
        <p:spPr>
          <a:xfrm>
            <a:off x="6096000" y="1310964"/>
            <a:ext cx="5257800" cy="4985980"/>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Multi-master 32-bit AHB matrix</a:t>
            </a:r>
          </a:p>
          <a:p>
            <a:pPr marL="285750" lvl="0" indent="-285750">
              <a:lnSpc>
                <a:spcPct val="100000"/>
              </a:lnSpc>
              <a:spcBef>
                <a:spcPts val="400"/>
              </a:spcBef>
              <a:buClr>
                <a:srgbClr val="0A8276"/>
              </a:buClr>
              <a:buSzPct val="90000"/>
              <a:buFont typeface="Symbol" panose="05050102010706020507" pitchFamily="18" charset="2"/>
              <a:buChar char="-"/>
            </a:pPr>
            <a:r>
              <a:rPr sz="1600" dirty="0"/>
              <a:t>Masters</a:t>
            </a:r>
            <a:r>
              <a:rPr lang="en-US" sz="1600" dirty="0"/>
              <a:t>:</a:t>
            </a:r>
            <a:r>
              <a:rPr sz="1600" dirty="0"/>
              <a:t> </a:t>
            </a:r>
            <a:endParaRPr lang="de-DE" sz="1600" dirty="0"/>
          </a:p>
          <a:p>
            <a:pPr marL="571500" lvl="1" indent="-285750">
              <a:spcBef>
                <a:spcPts val="150"/>
              </a:spcBef>
              <a:buClr>
                <a:srgbClr val="0A8276"/>
              </a:buClr>
              <a:buSzPct val="85000"/>
              <a:buFont typeface="Symbol" panose="05050102010706020507" pitchFamily="18" charset="2"/>
              <a:buChar char="-"/>
            </a:pPr>
            <a:r>
              <a:rPr lang="de-DE" sz="1600" dirty="0"/>
              <a:t>Cortex® -M33 code AHB (C-AHB) bus via instruction cache (I-cache)</a:t>
            </a:r>
          </a:p>
          <a:p>
            <a:pPr marL="571500" lvl="1" indent="-285750">
              <a:spcBef>
                <a:spcPts val="150"/>
              </a:spcBef>
              <a:buClr>
                <a:srgbClr val="0A8276"/>
              </a:buClr>
              <a:buSzPct val="85000"/>
              <a:buFont typeface="Symbol" panose="05050102010706020507" pitchFamily="18" charset="2"/>
              <a:buChar char="-"/>
            </a:pPr>
            <a:r>
              <a:rPr lang="en-US" sz="1600" dirty="0"/>
              <a:t>Cortex® -M33 slave AHB (S-AHB) bus</a:t>
            </a:r>
          </a:p>
          <a:p>
            <a:pPr marL="571500" lvl="1" indent="-285750">
              <a:spcBef>
                <a:spcPts val="150"/>
              </a:spcBef>
              <a:buClr>
                <a:srgbClr val="0A8276"/>
              </a:buClr>
              <a:buSzPct val="85000"/>
              <a:buFont typeface="Symbol" panose="05050102010706020507" pitchFamily="18" charset="2"/>
              <a:buChar char="-"/>
            </a:pPr>
            <a:r>
              <a:rPr lang="en-US" sz="1600" dirty="0"/>
              <a:t>Two direct memory access – </a:t>
            </a:r>
            <a:r>
              <a:rPr lang="en-US" sz="1600" dirty="0" err="1"/>
              <a:t>Datawire</a:t>
            </a:r>
            <a:r>
              <a:rPr lang="en-US" sz="1600" dirty="0"/>
              <a:t> (DMA0, DMA1)</a:t>
            </a:r>
          </a:p>
          <a:p>
            <a:pPr marL="571500" lvl="1" indent="-285750">
              <a:spcBef>
                <a:spcPts val="150"/>
              </a:spcBef>
              <a:buClr>
                <a:srgbClr val="0A8276"/>
              </a:buClr>
              <a:buSzPct val="85000"/>
              <a:buFont typeface="Symbol" panose="05050102010706020507" pitchFamily="18" charset="2"/>
              <a:buChar char="-"/>
            </a:pPr>
            <a:r>
              <a:rPr lang="de-DE" sz="1600" dirty="0"/>
              <a:t>One cryptographic accelerator (CryptoLite)</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Slave sub-systems</a:t>
            </a:r>
          </a:p>
          <a:p>
            <a:pPr marL="571500" lvl="1" indent="-285750">
              <a:spcBef>
                <a:spcPts val="150"/>
              </a:spcBef>
              <a:buClr>
                <a:srgbClr val="0A8276"/>
              </a:buClr>
              <a:buSzPct val="85000"/>
              <a:buFont typeface="Symbol" panose="05050102010706020507" pitchFamily="18" charset="2"/>
              <a:buChar char="-"/>
            </a:pPr>
            <a:r>
              <a:rPr sz="1600" dirty="0"/>
              <a:t>Flash controller (128-bit R-bus)</a:t>
            </a:r>
          </a:p>
          <a:p>
            <a:pPr marL="571500" lvl="1" indent="-285750">
              <a:spcBef>
                <a:spcPts val="150"/>
              </a:spcBef>
              <a:buClr>
                <a:srgbClr val="0A8276"/>
              </a:buClr>
              <a:buSzPct val="85000"/>
              <a:buFont typeface="Symbol" panose="05050102010706020507" pitchFamily="18" charset="2"/>
              <a:buChar char="-"/>
            </a:pPr>
            <a:r>
              <a:rPr sz="1600" dirty="0"/>
              <a:t>SRAM controllers (ECC-checked)</a:t>
            </a:r>
          </a:p>
          <a:p>
            <a:pPr marL="571500" lvl="1" indent="-285750">
              <a:spcBef>
                <a:spcPts val="150"/>
              </a:spcBef>
              <a:buClr>
                <a:srgbClr val="0A8276"/>
              </a:buClr>
              <a:buSzPct val="85000"/>
              <a:buFont typeface="Symbol" panose="05050102010706020507" pitchFamily="18" charset="2"/>
              <a:buChar char="-"/>
            </a:pPr>
            <a:r>
              <a:rPr sz="1600" dirty="0"/>
              <a:t>MMIO group (SCB, CAN FD, TCPWM, USB, I3C)</a:t>
            </a:r>
            <a:endParaRPr lang="de-DE" sz="1600" dirty="0"/>
          </a:p>
          <a:p>
            <a:pPr marL="571500" lvl="1" indent="-285750">
              <a:spcBef>
                <a:spcPts val="150"/>
              </a:spcBef>
              <a:buClr>
                <a:srgbClr val="0A8276"/>
              </a:buClr>
              <a:buSzPct val="85000"/>
              <a:buFont typeface="Symbol" panose="05050102010706020507" pitchFamily="18" charset="2"/>
              <a:buChar char="-"/>
            </a:pPr>
            <a:r>
              <a:rPr lang="de-DE" sz="1600" dirty="0"/>
              <a:t>CM33 to Peripheral interconnect( PERI_CM33)</a:t>
            </a:r>
          </a:p>
          <a:p>
            <a:pPr marL="571500" lvl="1" indent="-285750">
              <a:spcBef>
                <a:spcPts val="150"/>
              </a:spcBef>
              <a:buClr>
                <a:srgbClr val="0A8276"/>
              </a:buClr>
              <a:buSzPct val="85000"/>
              <a:buFont typeface="Symbol" panose="05050102010706020507" pitchFamily="18" charset="2"/>
              <a:buChar char="-"/>
            </a:pPr>
            <a:r>
              <a:rPr sz="1600" dirty="0"/>
              <a:t>HPPASS analog cluster</a:t>
            </a:r>
          </a:p>
          <a:p>
            <a:pPr marL="571500" lvl="1" indent="-285750">
              <a:spcBef>
                <a:spcPts val="150"/>
              </a:spcBef>
              <a:buClr>
                <a:srgbClr val="0A8276"/>
              </a:buClr>
              <a:buSzPct val="85000"/>
              <a:buFont typeface="Symbol" panose="05050102010706020507" pitchFamily="18" charset="2"/>
              <a:buChar char="-"/>
            </a:pPr>
            <a:r>
              <a:rPr sz="1600" dirty="0"/>
              <a:t>IPC + shared registers</a:t>
            </a:r>
          </a:p>
          <a:p>
            <a:pPr marL="285750" lvl="0" indent="-285750">
              <a:lnSpc>
                <a:spcPct val="100000"/>
              </a:lnSpc>
              <a:spcBef>
                <a:spcPts val="400"/>
              </a:spcBef>
              <a:buClr>
                <a:srgbClr val="0A8276"/>
              </a:buClr>
              <a:buSzPct val="90000"/>
              <a:buFont typeface="Symbol" panose="05050102010706020507" pitchFamily="18" charset="2"/>
              <a:buChar char="-"/>
            </a:pPr>
            <a:r>
              <a:rPr sz="1600" dirty="0"/>
              <a:t>Deterministic access latency </a:t>
            </a:r>
            <a:r>
              <a:rPr lang="en-US" sz="1600" dirty="0"/>
              <a:t>supports real-time</a:t>
            </a:r>
            <a:r>
              <a:rPr sz="1600" dirty="0"/>
              <a:t> control loops</a:t>
            </a:r>
          </a:p>
          <a:p>
            <a:pPr marL="285750" lvl="0" indent="-285750">
              <a:lnSpc>
                <a:spcPct val="100000"/>
              </a:lnSpc>
              <a:spcBef>
                <a:spcPts val="400"/>
              </a:spcBef>
              <a:buClr>
                <a:srgbClr val="0A8276"/>
              </a:buClr>
              <a:buSzPct val="90000"/>
              <a:buFont typeface="Symbol" panose="05050102010706020507" pitchFamily="18" charset="2"/>
              <a:buChar char="-"/>
            </a:pPr>
            <a:r>
              <a:rPr sz="1600" dirty="0"/>
              <a:t>PPCs enforce master-based peripheral access rules</a:t>
            </a:r>
          </a:p>
        </p:txBody>
      </p:sp>
      <p:pic>
        <p:nvPicPr>
          <p:cNvPr id="6" name="Picture 5">
            <a:extLst>
              <a:ext uri="{FF2B5EF4-FFF2-40B4-BE49-F238E27FC236}">
                <a16:creationId xmlns:a16="http://schemas.microsoft.com/office/drawing/2014/main" id="{CC954EF4-631B-B867-ECB5-F27A4001DB9B}"/>
              </a:ext>
            </a:extLst>
          </p:cNvPr>
          <p:cNvPicPr>
            <a:picLocks noChangeAspect="1"/>
          </p:cNvPicPr>
          <p:nvPr/>
        </p:nvPicPr>
        <p:blipFill>
          <a:blip r:embed="rId3"/>
          <a:stretch>
            <a:fillRect/>
          </a:stretch>
        </p:blipFill>
        <p:spPr>
          <a:xfrm>
            <a:off x="716360" y="1249363"/>
            <a:ext cx="4998640" cy="5151437"/>
          </a:xfrm>
          <a:prstGeom prst="rect">
            <a:avLst/>
          </a:prstGeom>
        </p:spPr>
      </p:pic>
      <p:sp>
        <p:nvSpPr>
          <p:cNvPr id="5" name="Footer Placeholder 4">
            <a:extLst>
              <a:ext uri="{FF2B5EF4-FFF2-40B4-BE49-F238E27FC236}">
                <a16:creationId xmlns:a16="http://schemas.microsoft.com/office/drawing/2014/main" id="{77EB77D8-067C-E5EB-FFE2-63E8B7A237C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6DB44-FBD3-008F-7FD1-D7696D00796D}"/>
              </a:ext>
            </a:extLst>
          </p:cNvPr>
          <p:cNvSpPr>
            <a:spLocks noGrp="1"/>
          </p:cNvSpPr>
          <p:nvPr>
            <p:ph type="title"/>
          </p:nvPr>
        </p:nvSpPr>
        <p:spPr/>
        <p:txBody>
          <a:bodyPr/>
          <a:lstStyle/>
          <a:p>
            <a:r>
              <a:rPr lang="de-DE" dirty="0"/>
              <a:t>Inter Process communication ( IPC)</a:t>
            </a:r>
          </a:p>
        </p:txBody>
      </p:sp>
      <p:sp>
        <p:nvSpPr>
          <p:cNvPr id="3" name="Footer Placeholder 2">
            <a:extLst>
              <a:ext uri="{FF2B5EF4-FFF2-40B4-BE49-F238E27FC236}">
                <a16:creationId xmlns:a16="http://schemas.microsoft.com/office/drawing/2014/main" id="{3904098D-3D88-2C69-D484-7EF44C500566}"/>
              </a:ext>
            </a:extLst>
          </p:cNvPr>
          <p:cNvSpPr>
            <a:spLocks noGrp="1"/>
          </p:cNvSpPr>
          <p:nvPr>
            <p:ph type="ftr" sz="quarter" idx="11"/>
          </p:nvPr>
        </p:nvSpPr>
        <p:spPr/>
        <p:txBody>
          <a:bodyPr/>
          <a:lstStyle/>
          <a:p>
            <a:r>
              <a:rPr lang="en-US"/>
              <a:t>Sep 2026</a:t>
            </a:r>
          </a:p>
        </p:txBody>
      </p:sp>
      <p:pic>
        <p:nvPicPr>
          <p:cNvPr id="5" name="Picture 4">
            <a:extLst>
              <a:ext uri="{FF2B5EF4-FFF2-40B4-BE49-F238E27FC236}">
                <a16:creationId xmlns:a16="http://schemas.microsoft.com/office/drawing/2014/main" id="{C6059840-740B-F2C4-5430-0AB4B5CD0FD7}"/>
              </a:ext>
            </a:extLst>
          </p:cNvPr>
          <p:cNvPicPr>
            <a:picLocks noChangeAspect="1"/>
          </p:cNvPicPr>
          <p:nvPr/>
        </p:nvPicPr>
        <p:blipFill>
          <a:blip r:embed="rId2"/>
          <a:stretch>
            <a:fillRect/>
          </a:stretch>
        </p:blipFill>
        <p:spPr>
          <a:xfrm>
            <a:off x="335361" y="1470784"/>
            <a:ext cx="4922439" cy="1961284"/>
          </a:xfrm>
          <a:prstGeom prst="rect">
            <a:avLst/>
          </a:prstGeom>
          <a:ln>
            <a:solidFill>
              <a:schemeClr val="tx1"/>
            </a:solidFill>
          </a:ln>
        </p:spPr>
      </p:pic>
      <p:sp>
        <p:nvSpPr>
          <p:cNvPr id="7" name="TextBox 6">
            <a:extLst>
              <a:ext uri="{FF2B5EF4-FFF2-40B4-BE49-F238E27FC236}">
                <a16:creationId xmlns:a16="http://schemas.microsoft.com/office/drawing/2014/main" id="{3B7C3026-39AB-C34E-DF60-4343D025A949}"/>
              </a:ext>
            </a:extLst>
          </p:cNvPr>
          <p:cNvSpPr txBox="1"/>
          <p:nvPr/>
        </p:nvSpPr>
        <p:spPr bwMode="auto">
          <a:xfrm>
            <a:off x="5715000" y="1143000"/>
            <a:ext cx="6141639" cy="2554545"/>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en-US" sz="1600" dirty="0"/>
              <a:t>Inter-processor communication (IPC) provides the functionality for secure applications and non-secure applications</a:t>
            </a:r>
          </a:p>
          <a:p>
            <a:pPr marL="285750" indent="-285750">
              <a:buClr>
                <a:srgbClr val="0A8276"/>
              </a:buClr>
              <a:buFont typeface="Symbol" panose="05050102010706020507" pitchFamily="18" charset="2"/>
              <a:buChar char="-"/>
            </a:pPr>
            <a:endParaRPr lang="en-US" sz="1600" dirty="0"/>
          </a:p>
          <a:p>
            <a:pPr marL="285750" indent="-285750">
              <a:buClr>
                <a:srgbClr val="0A8276"/>
              </a:buClr>
              <a:buFont typeface="Symbol" panose="05050102010706020507" pitchFamily="18" charset="2"/>
              <a:buChar char="-"/>
            </a:pPr>
            <a:r>
              <a:rPr lang="en-US" sz="1600" dirty="0"/>
              <a:t>IPC hardware is implemented using two register </a:t>
            </a:r>
            <a:r>
              <a:rPr lang="de-DE" sz="1600" dirty="0"/>
              <a:t>structures.</a:t>
            </a:r>
          </a:p>
          <a:p>
            <a:pPr marL="285750" indent="-285750">
              <a:buClr>
                <a:srgbClr val="0A8276"/>
              </a:buClr>
              <a:buFont typeface="Symbol" panose="05050102010706020507" pitchFamily="18" charset="2"/>
              <a:buChar char="-"/>
            </a:pPr>
            <a:endParaRPr lang="de-DE" sz="1600" dirty="0"/>
          </a:p>
          <a:p>
            <a:pPr marL="285750" indent="-285750">
              <a:buClr>
                <a:srgbClr val="0A8276"/>
              </a:buClr>
              <a:buFont typeface="Symbol" panose="05050102010706020507" pitchFamily="18" charset="2"/>
              <a:buChar char="-"/>
            </a:pPr>
            <a:r>
              <a:rPr lang="en-US" sz="1600" dirty="0"/>
              <a:t>IPC Channel </a:t>
            </a:r>
            <a:r>
              <a:rPr lang="en-US" sz="1600" dirty="0" err="1"/>
              <a:t>upto</a:t>
            </a:r>
            <a:r>
              <a:rPr lang="en-US" sz="1600" dirty="0"/>
              <a:t> 4: Communication and synchronization between processors</a:t>
            </a:r>
          </a:p>
          <a:p>
            <a:pPr marL="285750" indent="-285750">
              <a:buClr>
                <a:srgbClr val="0A8276"/>
              </a:buClr>
              <a:buFont typeface="Symbol" panose="05050102010706020507" pitchFamily="18" charset="2"/>
              <a:buChar char="-"/>
            </a:pPr>
            <a:endParaRPr lang="en-US" sz="1600" dirty="0"/>
          </a:p>
          <a:p>
            <a:pPr marL="285750" indent="-285750">
              <a:buClr>
                <a:srgbClr val="0A8276"/>
              </a:buClr>
              <a:buFont typeface="Symbol" panose="05050102010706020507" pitchFamily="18" charset="2"/>
              <a:buChar char="-"/>
            </a:pPr>
            <a:r>
              <a:rPr lang="en-US" sz="1600" dirty="0"/>
              <a:t>IPC Interrupt </a:t>
            </a:r>
            <a:r>
              <a:rPr lang="en-US" sz="1600" dirty="0" err="1"/>
              <a:t>upto</a:t>
            </a:r>
            <a:r>
              <a:rPr lang="en-US" sz="1600" dirty="0"/>
              <a:t> 2: which can be triggered by a ‘notify’ or ‘release’ event of any IPC channel</a:t>
            </a:r>
            <a:endParaRPr lang="de-DE" sz="1600" dirty="0"/>
          </a:p>
        </p:txBody>
      </p:sp>
      <p:pic>
        <p:nvPicPr>
          <p:cNvPr id="6" name="Picture 5">
            <a:extLst>
              <a:ext uri="{FF2B5EF4-FFF2-40B4-BE49-F238E27FC236}">
                <a16:creationId xmlns:a16="http://schemas.microsoft.com/office/drawing/2014/main" id="{6627F8E1-0C0D-2617-C173-832DBE2ACB8E}"/>
              </a:ext>
            </a:extLst>
          </p:cNvPr>
          <p:cNvPicPr>
            <a:picLocks noChangeAspect="1"/>
          </p:cNvPicPr>
          <p:nvPr/>
        </p:nvPicPr>
        <p:blipFill>
          <a:blip r:embed="rId3"/>
          <a:stretch>
            <a:fillRect/>
          </a:stretch>
        </p:blipFill>
        <p:spPr>
          <a:xfrm>
            <a:off x="335361" y="4087249"/>
            <a:ext cx="4998639" cy="2294297"/>
          </a:xfrm>
          <a:prstGeom prst="rect">
            <a:avLst/>
          </a:prstGeom>
          <a:ln>
            <a:solidFill>
              <a:schemeClr val="tx1"/>
            </a:solidFill>
          </a:ln>
        </p:spPr>
      </p:pic>
      <p:sp>
        <p:nvSpPr>
          <p:cNvPr id="9" name="TextBox 8">
            <a:extLst>
              <a:ext uri="{FF2B5EF4-FFF2-40B4-BE49-F238E27FC236}">
                <a16:creationId xmlns:a16="http://schemas.microsoft.com/office/drawing/2014/main" id="{5FDD1D8D-800D-046E-0F84-083895C51331}"/>
              </a:ext>
            </a:extLst>
          </p:cNvPr>
          <p:cNvSpPr txBox="1"/>
          <p:nvPr/>
        </p:nvSpPr>
        <p:spPr bwMode="auto">
          <a:xfrm>
            <a:off x="5705475" y="3698843"/>
            <a:ext cx="6248401" cy="2831544"/>
          </a:xfrm>
          <a:prstGeom prst="rect">
            <a:avLst/>
          </a:prstGeom>
          <a:noFill/>
          <a:ln w="9525">
            <a:noFill/>
            <a:miter lim="800000"/>
            <a:headEnd/>
            <a:tailEnd/>
          </a:ln>
          <a:effectLst/>
        </p:spPr>
        <p:txBody>
          <a:bodyPr wrap="square">
            <a:spAutoFit/>
          </a:bodyPr>
          <a:lstStyle/>
          <a:p>
            <a:pPr marL="285750" indent="-285750" algn="l">
              <a:buClr>
                <a:srgbClr val="0A8276"/>
              </a:buClr>
              <a:buFont typeface="Symbol" panose="05050102010706020507" pitchFamily="18" charset="2"/>
              <a:buChar char="-"/>
            </a:pPr>
            <a:r>
              <a:rPr lang="en-US" sz="1600" dirty="0"/>
              <a:t>PC channels can be used to communicate messages between secure and non-secure applications. </a:t>
            </a:r>
          </a:p>
          <a:p>
            <a:pPr marL="285750" indent="-285750" algn="l">
              <a:buClr>
                <a:srgbClr val="0A8276"/>
              </a:buClr>
              <a:buFont typeface="Symbol" panose="05050102010706020507" pitchFamily="18" charset="2"/>
              <a:buChar char="-"/>
            </a:pPr>
            <a:endParaRPr lang="en-US" sz="1600" dirty="0"/>
          </a:p>
          <a:p>
            <a:pPr marL="285750" indent="-285750" algn="l">
              <a:buClr>
                <a:srgbClr val="0A8276"/>
              </a:buClr>
              <a:buFont typeface="Symbol" panose="05050102010706020507" pitchFamily="18" charset="2"/>
              <a:buChar char="-"/>
            </a:pPr>
            <a:r>
              <a:rPr lang="en-US" sz="1600" dirty="0"/>
              <a:t>In this use case, the channel is used in conjunction with the interrupt structures. </a:t>
            </a:r>
          </a:p>
          <a:p>
            <a:pPr marL="895335" lvl="1" indent="-285750">
              <a:buClr>
                <a:srgbClr val="0A8276"/>
              </a:buClr>
              <a:buFont typeface="Symbol" panose="05050102010706020507" pitchFamily="18" charset="2"/>
              <a:buChar char="-"/>
            </a:pPr>
            <a:r>
              <a:rPr lang="en-US" dirty="0"/>
              <a:t>The IPC channel is used to lock access to the data registers.</a:t>
            </a:r>
          </a:p>
          <a:p>
            <a:pPr marL="895335" lvl="1" indent="-285750">
              <a:buClr>
                <a:srgbClr val="0A8276"/>
              </a:buClr>
              <a:buFont typeface="Symbol" panose="05050102010706020507" pitchFamily="18" charset="2"/>
              <a:buChar char="-"/>
            </a:pPr>
            <a:r>
              <a:rPr lang="en-US" dirty="0"/>
              <a:t>The IPC channel is acquired by the sender and used to populate the message. </a:t>
            </a:r>
          </a:p>
          <a:p>
            <a:pPr marL="895335" lvl="1" indent="-285750">
              <a:buClr>
                <a:srgbClr val="0A8276"/>
              </a:buClr>
              <a:buFont typeface="Symbol" panose="05050102010706020507" pitchFamily="18" charset="2"/>
              <a:buChar char="-"/>
            </a:pPr>
            <a:r>
              <a:rPr lang="en-US" dirty="0"/>
              <a:t>The receiver reads the message and then releases the channel. Thus, between the sender transmitting data into the channel and the receiver reading it, the channel is locked for all other task access</a:t>
            </a:r>
            <a:endParaRPr lang="de-DE" dirty="0"/>
          </a:p>
        </p:txBody>
      </p:sp>
    </p:spTree>
    <p:extLst>
      <p:ext uri="{BB962C8B-B14F-4D97-AF65-F5344CB8AC3E}">
        <p14:creationId xmlns:p14="http://schemas.microsoft.com/office/powerpoint/2010/main" val="32126687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Interrupt architecture</a:t>
            </a:r>
          </a:p>
        </p:txBody>
      </p:sp>
      <p:sp>
        <p:nvSpPr>
          <p:cNvPr id="4" name="TextBox 3"/>
          <p:cNvSpPr txBox="1"/>
          <p:nvPr/>
        </p:nvSpPr>
        <p:spPr>
          <a:xfrm>
            <a:off x="7086600" y="1280160"/>
            <a:ext cx="4800600" cy="4570482"/>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Cortex®-M33 NVIC + WIC</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Support 167(</a:t>
            </a:r>
            <a:r>
              <a:rPr lang="de-DE" sz="1600" b="1" dirty="0"/>
              <a:t>140 in M5</a:t>
            </a:r>
            <a:r>
              <a:rPr lang="de-DE" sz="1600" dirty="0"/>
              <a:t>) system interrupts </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Priority levels and preemption per source</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The </a:t>
            </a:r>
            <a:r>
              <a:rPr sz="1600" dirty="0"/>
              <a:t>Wake-Up Interrupt Controller keeps </a:t>
            </a:r>
            <a:r>
              <a:rPr lang="en-US" sz="1600" dirty="0"/>
              <a:t>the </a:t>
            </a:r>
            <a:r>
              <a:rPr sz="1600" dirty="0"/>
              <a:t>IRQ path </a:t>
            </a:r>
            <a:r>
              <a:rPr lang="en-US" sz="1600" dirty="0"/>
              <a:t>active</a:t>
            </a:r>
            <a:r>
              <a:rPr sz="1600" dirty="0"/>
              <a:t> in Deep Sleep</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38 wake up source from DS mode( </a:t>
            </a:r>
            <a:r>
              <a:rPr lang="de-DE" sz="1600" b="1" dirty="0"/>
              <a:t>30 in M5</a:t>
            </a:r>
            <a:r>
              <a:rPr lang="de-DE" sz="1600" dirty="0"/>
              <a:t>)</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Vector table can live in flash, SRAM or S</a:t>
            </a:r>
            <a:r>
              <a:rPr lang="de-DE" sz="1600" dirty="0"/>
              <a:t>f</a:t>
            </a:r>
            <a:r>
              <a:rPr sz="1600" dirty="0"/>
              <a:t>lash</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Seperate vector tables for M33 secure and non secure states</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Fault reporter aggregates ECC / MPU / bus faults</a:t>
            </a:r>
          </a:p>
          <a:p>
            <a:pPr marL="285750" lvl="0" indent="-285750">
              <a:lnSpc>
                <a:spcPct val="100000"/>
              </a:lnSpc>
              <a:spcBef>
                <a:spcPts val="400"/>
              </a:spcBef>
              <a:buClr>
                <a:srgbClr val="0A8276"/>
              </a:buClr>
              <a:buSzPct val="90000"/>
              <a:buFont typeface="Symbol" panose="05050102010706020507" pitchFamily="18" charset="2"/>
              <a:buChar char="-"/>
            </a:pPr>
            <a:r>
              <a:rPr sz="1600" dirty="0"/>
              <a:t>Configurable fault → NMI / reset routing</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Level triggered interrupt signals </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Design tip</a:t>
            </a:r>
          </a:p>
          <a:p>
            <a:pPr marL="571500" lvl="1" indent="-285750">
              <a:lnSpc>
                <a:spcPct val="100000"/>
              </a:lnSpc>
              <a:spcBef>
                <a:spcPts val="150"/>
              </a:spcBef>
              <a:buClr>
                <a:srgbClr val="0A8276"/>
              </a:buClr>
              <a:buSzPct val="85000"/>
              <a:buFont typeface="Symbol" panose="05050102010706020507" pitchFamily="18" charset="2"/>
              <a:buChar char="-"/>
            </a:pPr>
            <a:r>
              <a:rPr sz="1600" dirty="0"/>
              <a:t>Use PPC + SAU to isolate secure ISRs at the fabric level</a:t>
            </a:r>
          </a:p>
        </p:txBody>
      </p:sp>
      <p:pic>
        <p:nvPicPr>
          <p:cNvPr id="6" name="Picture 5">
            <a:extLst>
              <a:ext uri="{FF2B5EF4-FFF2-40B4-BE49-F238E27FC236}">
                <a16:creationId xmlns:a16="http://schemas.microsoft.com/office/drawing/2014/main" id="{B2980BAD-AE10-278A-5B4E-772D7AA05399}"/>
              </a:ext>
            </a:extLst>
          </p:cNvPr>
          <p:cNvPicPr>
            <a:picLocks noChangeAspect="1"/>
          </p:cNvPicPr>
          <p:nvPr/>
        </p:nvPicPr>
        <p:blipFill>
          <a:blip r:embed="rId2"/>
          <a:stretch>
            <a:fillRect/>
          </a:stretch>
        </p:blipFill>
        <p:spPr>
          <a:xfrm>
            <a:off x="335360" y="1268413"/>
            <a:ext cx="6763984" cy="3455987"/>
          </a:xfrm>
          <a:prstGeom prst="rect">
            <a:avLst/>
          </a:prstGeom>
        </p:spPr>
      </p:pic>
      <p:sp>
        <p:nvSpPr>
          <p:cNvPr id="5" name="Footer Placeholder 4">
            <a:extLst>
              <a:ext uri="{FF2B5EF4-FFF2-40B4-BE49-F238E27FC236}">
                <a16:creationId xmlns:a16="http://schemas.microsoft.com/office/drawing/2014/main" id="{4D9A3EC5-E23B-6928-70F8-535ECD80D53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8600" y="1066800"/>
            <a:ext cx="6324600" cy="5113337"/>
          </a:xfrm>
        </p:spPr>
        <p:txBody>
          <a:bodyPr wrap="square"/>
          <a:lstStyle/>
          <a:p>
            <a:pPr lvl="0">
              <a:lnSpc>
                <a:spcPct val="100000"/>
              </a:lnSpc>
              <a:spcBef>
                <a:spcPts val="400"/>
              </a:spcBef>
              <a:buSzPct val="90000"/>
              <a:buFont typeface="Symbol" panose="05050102010706020507" pitchFamily="18" charset="2"/>
              <a:buChar char="-"/>
            </a:pPr>
            <a:r>
              <a:rPr sz="1600" dirty="0"/>
              <a:t>Program flash</a:t>
            </a:r>
          </a:p>
          <a:p>
            <a:pPr marL="571500" lvl="1" indent="-285750">
              <a:lnSpc>
                <a:spcPct val="100000"/>
              </a:lnSpc>
              <a:spcBef>
                <a:spcPts val="150"/>
              </a:spcBef>
              <a:buSzPct val="85000"/>
              <a:buFont typeface="Symbol" panose="05050102010706020507" pitchFamily="18" charset="2"/>
              <a:buChar char="-"/>
            </a:pPr>
            <a:r>
              <a:rPr dirty="0"/>
              <a:t>256 KB (M5) / up to 512 KB (M6) with ECC + Read-While-Write</a:t>
            </a:r>
          </a:p>
          <a:p>
            <a:pPr marL="571500" lvl="1" indent="-285750">
              <a:lnSpc>
                <a:spcPct val="100000"/>
              </a:lnSpc>
              <a:spcBef>
                <a:spcPts val="150"/>
              </a:spcBef>
              <a:buSzPct val="85000"/>
              <a:buFont typeface="Symbol" panose="05050102010706020507" pitchFamily="18" charset="2"/>
              <a:buChar char="-"/>
            </a:pPr>
            <a:r>
              <a:rPr dirty="0"/>
              <a:t>128-bit read word + 9-bit ECC per word</a:t>
            </a:r>
          </a:p>
          <a:p>
            <a:pPr marL="571500" lvl="1" indent="-285750">
              <a:lnSpc>
                <a:spcPct val="100000"/>
              </a:lnSpc>
              <a:spcBef>
                <a:spcPts val="150"/>
              </a:spcBef>
              <a:buSzPct val="85000"/>
              <a:buFont typeface="Symbol" panose="05050102010706020507" pitchFamily="18" charset="2"/>
              <a:buChar char="-"/>
            </a:pPr>
            <a:r>
              <a:rPr dirty="0"/>
              <a:t>Read-While-Write enables live firmware update during operation</a:t>
            </a:r>
          </a:p>
          <a:p>
            <a:pPr marL="571500" lvl="1" indent="-285750">
              <a:lnSpc>
                <a:spcPct val="100000"/>
              </a:lnSpc>
              <a:spcBef>
                <a:spcPts val="150"/>
              </a:spcBef>
              <a:buSzPct val="85000"/>
              <a:buFont typeface="Symbol" panose="05050102010706020507" pitchFamily="18" charset="2"/>
              <a:buChar char="-"/>
            </a:pPr>
            <a:r>
              <a:rPr dirty="0"/>
              <a:t>Dual-bank mode</a:t>
            </a:r>
            <a:r>
              <a:rPr lang="en-US" dirty="0"/>
              <a:t>:</a:t>
            </a:r>
            <a:r>
              <a:rPr dirty="0"/>
              <a:t> swap Main ↔ Alternate for firmware upgrade</a:t>
            </a:r>
            <a:endParaRPr lang="de-DE" dirty="0"/>
          </a:p>
          <a:p>
            <a:pPr marL="571500" lvl="1" indent="-285750">
              <a:lnSpc>
                <a:spcPct val="100000"/>
              </a:lnSpc>
              <a:spcBef>
                <a:spcPts val="150"/>
              </a:spcBef>
              <a:buSzPct val="85000"/>
              <a:buFont typeface="Symbol" panose="05050102010706020507" pitchFamily="18" charset="2"/>
              <a:buChar char="-"/>
            </a:pPr>
            <a:endParaRPr dirty="0"/>
          </a:p>
          <a:p>
            <a:pPr lvl="0">
              <a:lnSpc>
                <a:spcPct val="100000"/>
              </a:lnSpc>
              <a:spcBef>
                <a:spcPts val="400"/>
              </a:spcBef>
              <a:buSzPct val="90000"/>
              <a:buFont typeface="Symbol" panose="05050102010706020507" pitchFamily="18" charset="2"/>
              <a:buChar char="-"/>
            </a:pPr>
            <a:r>
              <a:rPr sz="1600" dirty="0"/>
              <a:t>SRAM</a:t>
            </a:r>
          </a:p>
          <a:p>
            <a:pPr marL="571500" lvl="1" indent="-285750">
              <a:lnSpc>
                <a:spcPct val="100000"/>
              </a:lnSpc>
              <a:spcBef>
                <a:spcPts val="150"/>
              </a:spcBef>
              <a:buSzPct val="85000"/>
              <a:buFont typeface="Symbol" panose="05050102010706020507" pitchFamily="18" charset="2"/>
              <a:buChar char="-"/>
            </a:pPr>
            <a:r>
              <a:rPr dirty="0"/>
              <a:t>64 KB (M5) / up to 128 KB (M6) with ECC (soft-error detection + correction)</a:t>
            </a:r>
          </a:p>
          <a:p>
            <a:pPr marL="571500" lvl="1" indent="-285750">
              <a:lnSpc>
                <a:spcPct val="100000"/>
              </a:lnSpc>
              <a:spcBef>
                <a:spcPts val="150"/>
              </a:spcBef>
              <a:buSzPct val="85000"/>
              <a:buFont typeface="Symbol" panose="05050102010706020507" pitchFamily="18" charset="2"/>
              <a:buChar char="-"/>
            </a:pPr>
            <a:r>
              <a:rPr dirty="0"/>
              <a:t>Deep-Sleep retention granularity 64 KB per SRAM controller</a:t>
            </a:r>
            <a:endParaRPr lang="de-DE" dirty="0"/>
          </a:p>
          <a:p>
            <a:pPr marL="285750" lvl="1" indent="0">
              <a:lnSpc>
                <a:spcPct val="100000"/>
              </a:lnSpc>
              <a:spcBef>
                <a:spcPts val="150"/>
              </a:spcBef>
              <a:buSzPct val="85000"/>
              <a:buNone/>
            </a:pPr>
            <a:endParaRPr dirty="0"/>
          </a:p>
          <a:p>
            <a:pPr lvl="0">
              <a:lnSpc>
                <a:spcPct val="100000"/>
              </a:lnSpc>
              <a:spcBef>
                <a:spcPts val="400"/>
              </a:spcBef>
              <a:buSzPct val="90000"/>
              <a:buFont typeface="Symbol" panose="05050102010706020507" pitchFamily="18" charset="2"/>
              <a:buChar char="-"/>
            </a:pPr>
            <a:r>
              <a:rPr sz="1600" dirty="0"/>
              <a:t>ROM (64 KB) + </a:t>
            </a:r>
            <a:r>
              <a:rPr sz="1600" dirty="0" err="1"/>
              <a:t>SFlash</a:t>
            </a:r>
            <a:r>
              <a:rPr sz="1600" dirty="0"/>
              <a:t> (32 KB)</a:t>
            </a:r>
          </a:p>
          <a:p>
            <a:pPr marL="571500" lvl="1" indent="-285750">
              <a:lnSpc>
                <a:spcPct val="100000"/>
              </a:lnSpc>
              <a:spcBef>
                <a:spcPts val="150"/>
              </a:spcBef>
              <a:buSzPct val="85000"/>
              <a:buFont typeface="Symbol" panose="05050102010706020507" pitchFamily="18" charset="2"/>
              <a:buChar char="-"/>
            </a:pPr>
            <a:r>
              <a:rPr dirty="0"/>
              <a:t>Boot code, factory routines, provisioning, calibration data</a:t>
            </a:r>
            <a:endParaRPr lang="de-DE" dirty="0"/>
          </a:p>
          <a:p>
            <a:pPr marL="571500" lvl="1" indent="-285750">
              <a:lnSpc>
                <a:spcPct val="100000"/>
              </a:lnSpc>
              <a:spcBef>
                <a:spcPts val="150"/>
              </a:spcBef>
              <a:buSzPct val="85000"/>
              <a:buFont typeface="Symbol" panose="05050102010706020507" pitchFamily="18" charset="2"/>
              <a:buChar char="-"/>
            </a:pPr>
            <a:endParaRPr dirty="0"/>
          </a:p>
          <a:p>
            <a:pPr lvl="0">
              <a:lnSpc>
                <a:spcPct val="100000"/>
              </a:lnSpc>
              <a:spcBef>
                <a:spcPts val="400"/>
              </a:spcBef>
              <a:buSzPct val="90000"/>
              <a:buFont typeface="Symbol" panose="05050102010706020507" pitchFamily="18" charset="2"/>
              <a:buChar char="-"/>
            </a:pPr>
            <a:r>
              <a:rPr sz="1600" dirty="0"/>
              <a:t>I-cache</a:t>
            </a:r>
            <a:r>
              <a:rPr lang="en-US" sz="1600" dirty="0"/>
              <a:t>:</a:t>
            </a:r>
            <a:r>
              <a:rPr sz="1600" dirty="0"/>
              <a:t> 16 KB, transparent to firmware – 0 wait states on hot loops</a:t>
            </a:r>
            <a:r>
              <a:rPr lang="de-DE" sz="1600" dirty="0"/>
              <a:t>( subsequent execution of cached instructions)</a:t>
            </a:r>
            <a:endParaRPr sz="1600" dirty="0"/>
          </a:p>
          <a:p>
            <a:pPr lvl="0">
              <a:lnSpc>
                <a:spcPct val="100000"/>
              </a:lnSpc>
              <a:spcBef>
                <a:spcPts val="400"/>
              </a:spcBef>
              <a:buSzPct val="90000"/>
              <a:buFont typeface="Symbol" panose="05050102010706020507" pitchFamily="18" charset="2"/>
              <a:buChar char="-"/>
            </a:pPr>
            <a:r>
              <a:rPr sz="1600" dirty="0"/>
              <a:t>Access latency budget</a:t>
            </a:r>
            <a:r>
              <a:rPr lang="en-US" sz="1600" dirty="0"/>
              <a:t>:</a:t>
            </a:r>
            <a:r>
              <a:rPr sz="1600" dirty="0"/>
              <a:t> DMA + HPPASS overlap with CPU via AHB matrix</a:t>
            </a:r>
            <a:r>
              <a:rPr lang="de-DE" sz="1600" dirty="0"/>
              <a:t>( synchronous Bus clocks between CPU and peripherals)</a:t>
            </a:r>
            <a:endParaRPr sz="1600" dirty="0"/>
          </a:p>
        </p:txBody>
      </p:sp>
      <p:sp>
        <p:nvSpPr>
          <p:cNvPr id="3" name="Title 2"/>
          <p:cNvSpPr>
            <a:spLocks noGrp="1"/>
          </p:cNvSpPr>
          <p:nvPr>
            <p:ph type="title"/>
          </p:nvPr>
        </p:nvSpPr>
        <p:spPr/>
        <p:txBody>
          <a:bodyPr/>
          <a:lstStyle/>
          <a:p>
            <a:r>
              <a:t>Memory hierarchy and access latency</a:t>
            </a:r>
          </a:p>
        </p:txBody>
      </p:sp>
      <p:sp>
        <p:nvSpPr>
          <p:cNvPr id="5" name="Footer Placeholder 4">
            <a:extLst>
              <a:ext uri="{FF2B5EF4-FFF2-40B4-BE49-F238E27FC236}">
                <a16:creationId xmlns:a16="http://schemas.microsoft.com/office/drawing/2014/main" id="{CDFCA76B-C2D4-8894-F650-327ECA51E4BB}"/>
              </a:ext>
            </a:extLst>
          </p:cNvPr>
          <p:cNvSpPr>
            <a:spLocks noGrp="1"/>
          </p:cNvSpPr>
          <p:nvPr>
            <p:ph type="ftr" sz="quarter" idx="15"/>
          </p:nvPr>
        </p:nvSpPr>
        <p:spPr/>
        <p:txBody>
          <a:bodyPr/>
          <a:lstStyle/>
          <a:p>
            <a:r>
              <a:rPr lang="en-US"/>
              <a:t>Sep 2026</a:t>
            </a:r>
            <a:endParaRPr lang="en-US" dirty="0"/>
          </a:p>
        </p:txBody>
      </p:sp>
      <p:pic>
        <p:nvPicPr>
          <p:cNvPr id="6" name="Picture 5">
            <a:extLst>
              <a:ext uri="{FF2B5EF4-FFF2-40B4-BE49-F238E27FC236}">
                <a16:creationId xmlns:a16="http://schemas.microsoft.com/office/drawing/2014/main" id="{AB8ED7E1-F64C-0A81-09BC-699BBB3DA9EC}"/>
              </a:ext>
            </a:extLst>
          </p:cNvPr>
          <p:cNvPicPr>
            <a:picLocks noChangeAspect="1"/>
          </p:cNvPicPr>
          <p:nvPr/>
        </p:nvPicPr>
        <p:blipFill>
          <a:blip r:embed="rId2"/>
          <a:stretch>
            <a:fillRect/>
          </a:stretch>
        </p:blipFill>
        <p:spPr>
          <a:xfrm>
            <a:off x="6858000" y="1676400"/>
            <a:ext cx="4858092" cy="1999562"/>
          </a:xfrm>
          <a:prstGeom prst="rect">
            <a:avLst/>
          </a:prstGeom>
          <a:ln>
            <a:solidFill>
              <a:schemeClr val="tx1"/>
            </a:solid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Flash geometry – sectors, </a:t>
            </a:r>
            <a:r>
              <a:rPr dirty="0" err="1"/>
              <a:t>wordlines</a:t>
            </a:r>
            <a:r>
              <a:rPr dirty="0"/>
              <a:t> and refresh</a:t>
            </a:r>
          </a:p>
        </p:txBody>
      </p:sp>
      <p:sp>
        <p:nvSpPr>
          <p:cNvPr id="4" name="TextBox 3"/>
          <p:cNvSpPr txBox="1"/>
          <p:nvPr/>
        </p:nvSpPr>
        <p:spPr>
          <a:xfrm>
            <a:off x="5181600" y="1280160"/>
            <a:ext cx="6705600" cy="3457357"/>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Sector 0 = Main flash, Sector 1 = </a:t>
            </a:r>
            <a:r>
              <a:rPr sz="1600" dirty="0" err="1"/>
              <a:t>SFlash</a:t>
            </a:r>
            <a:r>
              <a:rPr sz="1600" dirty="0"/>
              <a:t> (SM)</a:t>
            </a:r>
          </a:p>
          <a:p>
            <a:pPr marL="285750" lvl="0" indent="-285750">
              <a:lnSpc>
                <a:spcPct val="100000"/>
              </a:lnSpc>
              <a:spcBef>
                <a:spcPts val="400"/>
              </a:spcBef>
              <a:buClr>
                <a:srgbClr val="0A8276"/>
              </a:buClr>
              <a:buSzPct val="90000"/>
              <a:buFont typeface="Symbol" panose="05050102010706020507" pitchFamily="18" charset="2"/>
              <a:buChar char="-"/>
            </a:pPr>
            <a:r>
              <a:rPr sz="1600" dirty="0"/>
              <a:t>Sector size</a:t>
            </a:r>
            <a:r>
              <a:rPr lang="en-US" sz="1600" dirty="0"/>
              <a:t>:</a:t>
            </a:r>
            <a:r>
              <a:rPr sz="1600" dirty="0"/>
              <a:t> </a:t>
            </a:r>
            <a:r>
              <a:rPr lang="de-DE" sz="1600" b="1" dirty="0"/>
              <a:t>PSC3M6</a:t>
            </a:r>
            <a:r>
              <a:rPr lang="de-DE" sz="1600" dirty="0"/>
              <a:t>-256</a:t>
            </a:r>
            <a:r>
              <a:rPr sz="1600" dirty="0"/>
              <a:t> KB (</a:t>
            </a:r>
            <a:r>
              <a:rPr lang="de-DE" sz="1600" dirty="0"/>
              <a:t>512</a:t>
            </a:r>
            <a:r>
              <a:rPr sz="1600" dirty="0"/>
              <a:t> rows × 512 bytes)</a:t>
            </a:r>
          </a:p>
          <a:p>
            <a:pPr marL="285750" lvl="0" indent="-285750">
              <a:lnSpc>
                <a:spcPct val="100000"/>
              </a:lnSpc>
              <a:spcBef>
                <a:spcPts val="400"/>
              </a:spcBef>
              <a:buClr>
                <a:srgbClr val="0A8276"/>
              </a:buClr>
              <a:buSzPct val="90000"/>
              <a:buFont typeface="Symbol" panose="05050102010706020507" pitchFamily="18" charset="2"/>
              <a:buChar char="-"/>
            </a:pPr>
            <a:r>
              <a:rPr sz="1600" dirty="0" err="1"/>
              <a:t>Wordline</a:t>
            </a:r>
            <a:r>
              <a:rPr sz="1600" dirty="0"/>
              <a:t> (row</a:t>
            </a:r>
            <a:r>
              <a:rPr lang="en-US" sz="1600" dirty="0"/>
              <a:t>): </a:t>
            </a:r>
            <a:r>
              <a:rPr sz="1600" dirty="0"/>
              <a:t>512 bytes</a:t>
            </a:r>
          </a:p>
          <a:p>
            <a:pPr marL="571500" lvl="1" indent="-285750">
              <a:lnSpc>
                <a:spcPct val="100000"/>
              </a:lnSpc>
              <a:spcBef>
                <a:spcPts val="150"/>
              </a:spcBef>
              <a:buClr>
                <a:srgbClr val="0A8276"/>
              </a:buClr>
              <a:buSzPct val="85000"/>
              <a:buFont typeface="Symbol" panose="05050102010706020507" pitchFamily="18" charset="2"/>
              <a:buChar char="-"/>
            </a:pPr>
            <a:r>
              <a:rPr sz="1600" dirty="0"/>
              <a:t>Composed of 32 units of 128-bit read words</a:t>
            </a:r>
            <a:r>
              <a:rPr lang="de-DE" sz="1600" dirty="0"/>
              <a:t>( 4096 bits)</a:t>
            </a:r>
            <a:endParaRPr sz="1600" dirty="0"/>
          </a:p>
          <a:p>
            <a:pPr marL="571500" lvl="1" indent="-285750">
              <a:lnSpc>
                <a:spcPct val="100000"/>
              </a:lnSpc>
              <a:spcBef>
                <a:spcPts val="150"/>
              </a:spcBef>
              <a:buClr>
                <a:srgbClr val="0A8276"/>
              </a:buClr>
              <a:buSzPct val="85000"/>
              <a:buFont typeface="Symbol" panose="05050102010706020507" pitchFamily="18" charset="2"/>
              <a:buChar char="-"/>
            </a:pPr>
            <a:r>
              <a:rPr sz="1600" dirty="0"/>
              <a:t>Each read word: 128 data bits + 9 ECC bits</a:t>
            </a:r>
          </a:p>
          <a:p>
            <a:pPr marL="285750" lvl="0" indent="-285750">
              <a:lnSpc>
                <a:spcPct val="100000"/>
              </a:lnSpc>
              <a:spcBef>
                <a:spcPts val="400"/>
              </a:spcBef>
              <a:buClr>
                <a:srgbClr val="0A8276"/>
              </a:buClr>
              <a:buSzPct val="90000"/>
              <a:buFont typeface="Symbol" panose="05050102010706020507" pitchFamily="18" charset="2"/>
              <a:buChar char="-"/>
            </a:pPr>
            <a:r>
              <a:rPr sz="1600" dirty="0"/>
              <a:t>33rd column + refresh rows manage cell reliability</a:t>
            </a:r>
            <a:r>
              <a:rPr lang="de-DE" sz="1600" dirty="0"/>
              <a:t>- it seves as a counter to track the aging of rows during erase/Program </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lang="en-US" sz="1600" dirty="0"/>
              <a:t>A </a:t>
            </a:r>
            <a:r>
              <a:rPr lang="en-US" sz="1600" dirty="0" err="1"/>
              <a:t>wordline</a:t>
            </a:r>
            <a:r>
              <a:rPr lang="en-US" sz="1600" dirty="0"/>
              <a:t> </a:t>
            </a:r>
            <a:r>
              <a:rPr sz="1600" dirty="0"/>
              <a:t>is the smallest programmable </a:t>
            </a:r>
            <a:r>
              <a:rPr lang="en-US" sz="1600" dirty="0"/>
              <a:t>or</a:t>
            </a:r>
            <a:r>
              <a:rPr sz="1600" dirty="0"/>
              <a:t> erasable unit</a:t>
            </a:r>
          </a:p>
          <a:p>
            <a:pPr marL="285750" lvl="0" indent="-285750">
              <a:lnSpc>
                <a:spcPct val="100000"/>
              </a:lnSpc>
              <a:spcBef>
                <a:spcPts val="400"/>
              </a:spcBef>
              <a:buClr>
                <a:srgbClr val="0A8276"/>
              </a:buClr>
              <a:buSzPct val="90000"/>
              <a:buFont typeface="Symbol" panose="05050102010706020507" pitchFamily="18" charset="2"/>
              <a:buChar char="-"/>
            </a:pPr>
            <a:r>
              <a:rPr sz="1600" dirty="0"/>
              <a:t>Cell array feeds the 128-bit R-bus</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Refresh is needed when the flash is written &gt;100K times</a:t>
            </a:r>
          </a:p>
          <a:p>
            <a:pPr marL="285750" lvl="0" indent="-285750">
              <a:lnSpc>
                <a:spcPct val="100000"/>
              </a:lnSpc>
              <a:spcBef>
                <a:spcPts val="400"/>
              </a:spcBef>
              <a:buClr>
                <a:srgbClr val="0A8276"/>
              </a:buClr>
              <a:buSzPct val="90000"/>
              <a:buFont typeface="Symbol" panose="05050102010706020507" pitchFamily="18" charset="2"/>
              <a:buChar char="-"/>
            </a:pPr>
            <a:r>
              <a:rPr lang="de-DE" sz="1600" dirty="0"/>
              <a:t>FM controller support read while write operation on the same flash using dual flash bank concept .</a:t>
            </a:r>
            <a:endParaRPr sz="1600" dirty="0"/>
          </a:p>
        </p:txBody>
      </p:sp>
      <p:pic>
        <p:nvPicPr>
          <p:cNvPr id="6" name="Picture 5">
            <a:extLst>
              <a:ext uri="{FF2B5EF4-FFF2-40B4-BE49-F238E27FC236}">
                <a16:creationId xmlns:a16="http://schemas.microsoft.com/office/drawing/2014/main" id="{3BDE059B-FCCE-5041-CA80-48156813DB41}"/>
              </a:ext>
            </a:extLst>
          </p:cNvPr>
          <p:cNvPicPr>
            <a:picLocks noChangeAspect="1"/>
          </p:cNvPicPr>
          <p:nvPr/>
        </p:nvPicPr>
        <p:blipFill>
          <a:blip r:embed="rId3"/>
          <a:stretch>
            <a:fillRect/>
          </a:stretch>
        </p:blipFill>
        <p:spPr>
          <a:xfrm>
            <a:off x="1114284" y="1295401"/>
            <a:ext cx="3457716" cy="5086350"/>
          </a:xfrm>
          <a:prstGeom prst="rect">
            <a:avLst/>
          </a:prstGeom>
        </p:spPr>
      </p:pic>
      <p:sp>
        <p:nvSpPr>
          <p:cNvPr id="5" name="Footer Placeholder 4">
            <a:extLst>
              <a:ext uri="{FF2B5EF4-FFF2-40B4-BE49-F238E27FC236}">
                <a16:creationId xmlns:a16="http://schemas.microsoft.com/office/drawing/2014/main" id="{71C639EF-0FCC-5327-0BBF-F53A6997926A}"/>
              </a:ext>
            </a:extLst>
          </p:cNvPr>
          <p:cNvSpPr>
            <a:spLocks noGrp="1"/>
          </p:cNvSpPr>
          <p:nvPr>
            <p:ph type="ftr" sz="quarter" idx="11"/>
          </p:nvPr>
        </p:nvSpPr>
        <p:spPr/>
        <p:txBody>
          <a:bodyPr/>
          <a:lstStyle/>
          <a:p>
            <a:r>
              <a:rPr lang="en-US"/>
              <a:t>Sep 2026</a:t>
            </a:r>
            <a:endParaRPr lang="en-US" dirty="0"/>
          </a:p>
        </p:txBody>
      </p:sp>
      <p:sp>
        <p:nvSpPr>
          <p:cNvPr id="7" name="TextBox 6">
            <a:extLst>
              <a:ext uri="{FF2B5EF4-FFF2-40B4-BE49-F238E27FC236}">
                <a16:creationId xmlns:a16="http://schemas.microsoft.com/office/drawing/2014/main" id="{282EBC31-92F3-4D45-EEB1-BD36EA61C3EC}"/>
              </a:ext>
            </a:extLst>
          </p:cNvPr>
          <p:cNvSpPr txBox="1"/>
          <p:nvPr/>
        </p:nvSpPr>
        <p:spPr bwMode="auto">
          <a:xfrm>
            <a:off x="5334000" y="4825173"/>
            <a:ext cx="6553200" cy="1569660"/>
          </a:xfrm>
          <a:prstGeom prst="rect">
            <a:avLst/>
          </a:prstGeom>
          <a:noFill/>
          <a:ln w="9525">
            <a:noFill/>
            <a:miter lim="800000"/>
            <a:headEnd/>
            <a:tailEnd/>
          </a:ln>
          <a:effectLst/>
        </p:spPr>
        <p:txBody>
          <a:bodyPr wrap="square">
            <a:spAutoFit/>
          </a:bodyPr>
          <a:lstStyle/>
          <a:p>
            <a:r>
              <a:rPr lang="de-DE" sz="1600" b="1" dirty="0"/>
              <a:t>Endurance calucaltion example </a:t>
            </a:r>
          </a:p>
          <a:p>
            <a:pPr marL="895335" lvl="1" indent="-285750">
              <a:buClr>
                <a:srgbClr val="0A8276"/>
              </a:buClr>
              <a:buFont typeface="Symbol" panose="05050102010706020507" pitchFamily="18" charset="2"/>
              <a:buChar char="-"/>
            </a:pPr>
            <a:r>
              <a:rPr lang="de-DE" sz="1600" dirty="0"/>
              <a:t>Wordline: 512 bytes</a:t>
            </a:r>
          </a:p>
          <a:p>
            <a:pPr marL="895335" lvl="1" indent="-285750">
              <a:buClr>
                <a:srgbClr val="0A8276"/>
              </a:buClr>
              <a:buFont typeface="Symbol" panose="05050102010706020507" pitchFamily="18" charset="2"/>
              <a:buChar char="-"/>
            </a:pPr>
            <a:r>
              <a:rPr lang="de-DE" sz="1600" dirty="0"/>
              <a:t>Em_EEPROM data =16byte data ( min 1 byte read/write)</a:t>
            </a:r>
          </a:p>
          <a:p>
            <a:pPr marL="895335" lvl="1" indent="-285750">
              <a:buClr>
                <a:srgbClr val="0A8276"/>
              </a:buClr>
              <a:buFont typeface="Symbol" panose="05050102010706020507" pitchFamily="18" charset="2"/>
              <a:buChar char="-"/>
            </a:pPr>
            <a:r>
              <a:rPr lang="de-DE" sz="1600" dirty="0"/>
              <a:t>512/16=32 updates  that one wordline can hold</a:t>
            </a:r>
          </a:p>
          <a:p>
            <a:pPr marL="895335" lvl="1" indent="-285750">
              <a:buClr>
                <a:srgbClr val="0A8276"/>
              </a:buClr>
              <a:buFont typeface="Symbol" panose="05050102010706020507" pitchFamily="18" charset="2"/>
              <a:buChar char="-"/>
            </a:pPr>
            <a:r>
              <a:rPr lang="de-DE" sz="1600" dirty="0"/>
              <a:t>32x flash endurance </a:t>
            </a:r>
          </a:p>
          <a:p>
            <a:pPr marL="895335" lvl="1" indent="-285750">
              <a:buClr>
                <a:srgbClr val="0A8276"/>
              </a:buClr>
              <a:buFont typeface="Symbol" panose="05050102010706020507" pitchFamily="18" charset="2"/>
              <a:buChar char="-"/>
            </a:pPr>
            <a:r>
              <a:rPr lang="de-DE" sz="1600" dirty="0"/>
              <a:t>32x100K = 3.2 million logical updates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DMA architecture – 2 × 16-channel controller</a:t>
            </a:r>
            <a:r>
              <a:rPr lang="en-IN" dirty="0"/>
              <a:t>s</a:t>
            </a:r>
            <a:endParaRPr dirty="0"/>
          </a:p>
        </p:txBody>
      </p:sp>
      <p:sp>
        <p:nvSpPr>
          <p:cNvPr id="4" name="TextBox 3"/>
          <p:cNvSpPr txBox="1"/>
          <p:nvPr/>
        </p:nvSpPr>
        <p:spPr>
          <a:xfrm>
            <a:off x="6958898" y="1423442"/>
            <a:ext cx="5227240" cy="3380413"/>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latin typeface="+mn-lt"/>
              </a:rPr>
              <a:t>Two DMA controllers, 16 channels each</a:t>
            </a:r>
          </a:p>
          <a:p>
            <a:pPr marL="285750" lvl="0" indent="-285750">
              <a:lnSpc>
                <a:spcPct val="100000"/>
              </a:lnSpc>
              <a:spcBef>
                <a:spcPts val="400"/>
              </a:spcBef>
              <a:buClr>
                <a:srgbClr val="0A8276"/>
              </a:buClr>
              <a:buSzPct val="90000"/>
              <a:buFont typeface="Symbol" panose="05050102010706020507" pitchFamily="18" charset="2"/>
              <a:buChar char="-"/>
            </a:pPr>
            <a:r>
              <a:rPr sz="1600" dirty="0">
                <a:latin typeface="+mn-lt"/>
              </a:rPr>
              <a:t>Descriptor-driven</a:t>
            </a:r>
            <a:r>
              <a:rPr lang="en-US" sz="1600" dirty="0">
                <a:latin typeface="+mn-lt"/>
              </a:rPr>
              <a:t>:</a:t>
            </a:r>
            <a:r>
              <a:rPr sz="1600" dirty="0">
                <a:latin typeface="+mn-lt"/>
              </a:rPr>
              <a:t> 1D / 2D / scatter-gather</a:t>
            </a:r>
            <a:r>
              <a:rPr lang="de-DE" sz="1600" dirty="0">
                <a:latin typeface="+mn-lt"/>
              </a:rPr>
              <a:t>( chain multi-descriptor)</a:t>
            </a:r>
            <a:r>
              <a:rPr sz="1600" dirty="0">
                <a:latin typeface="+mn-lt"/>
              </a:rPr>
              <a:t> / CRC transfers</a:t>
            </a:r>
          </a:p>
          <a:p>
            <a:pPr marL="285750" lvl="0" indent="-285750">
              <a:lnSpc>
                <a:spcPct val="100000"/>
              </a:lnSpc>
              <a:spcBef>
                <a:spcPts val="400"/>
              </a:spcBef>
              <a:buClr>
                <a:srgbClr val="0A8276"/>
              </a:buClr>
              <a:buSzPct val="90000"/>
              <a:buFont typeface="Symbol" panose="05050102010706020507" pitchFamily="18" charset="2"/>
              <a:buChar char="-"/>
            </a:pPr>
            <a:r>
              <a:rPr sz="1600" dirty="0">
                <a:latin typeface="+mn-lt"/>
              </a:rPr>
              <a:t>Trigger sources routed via </a:t>
            </a:r>
            <a:r>
              <a:rPr sz="1600" dirty="0" err="1">
                <a:latin typeface="+mn-lt"/>
              </a:rPr>
              <a:t>TriggerMux</a:t>
            </a:r>
            <a:endParaRPr sz="1600" dirty="0">
              <a:latin typeface="+mn-lt"/>
            </a:endParaRPr>
          </a:p>
          <a:p>
            <a:pPr marL="285750" lvl="0" indent="-285750">
              <a:lnSpc>
                <a:spcPct val="100000"/>
              </a:lnSpc>
              <a:spcBef>
                <a:spcPts val="400"/>
              </a:spcBef>
              <a:buClr>
                <a:srgbClr val="0A8276"/>
              </a:buClr>
              <a:buSzPct val="90000"/>
              <a:buFont typeface="Symbol" panose="05050102010706020507" pitchFamily="18" charset="2"/>
              <a:buChar char="-"/>
            </a:pPr>
            <a:r>
              <a:rPr sz="1600" dirty="0">
                <a:latin typeface="+mn-lt"/>
              </a:rPr>
              <a:t>4 priority levels with round-robin arbitration</a:t>
            </a:r>
          </a:p>
          <a:p>
            <a:pPr marL="285750" lvl="0" indent="-285750">
              <a:lnSpc>
                <a:spcPct val="100000"/>
              </a:lnSpc>
              <a:spcBef>
                <a:spcPts val="400"/>
              </a:spcBef>
              <a:buClr>
                <a:srgbClr val="0A8276"/>
              </a:buClr>
              <a:buSzPct val="90000"/>
              <a:buFont typeface="Symbol" panose="05050102010706020507" pitchFamily="18" charset="2"/>
              <a:buChar char="-"/>
            </a:pPr>
            <a:r>
              <a:rPr lang="de-DE" sz="1600" dirty="0">
                <a:latin typeface="+mn-lt"/>
              </a:rPr>
              <a:t>C</a:t>
            </a:r>
            <a:r>
              <a:rPr sz="1600" dirty="0" err="1">
                <a:latin typeface="+mn-lt"/>
              </a:rPr>
              <a:t>onfigurable</a:t>
            </a:r>
            <a:r>
              <a:rPr sz="1600" dirty="0">
                <a:latin typeface="+mn-lt"/>
              </a:rPr>
              <a:t> CRC per channel (CRC-32 / 16 / 16-CCITT)</a:t>
            </a:r>
          </a:p>
          <a:p>
            <a:pPr marL="285750" lvl="0" indent="-285750">
              <a:lnSpc>
                <a:spcPct val="100000"/>
              </a:lnSpc>
              <a:spcBef>
                <a:spcPts val="400"/>
              </a:spcBef>
              <a:buClr>
                <a:srgbClr val="0A8276"/>
              </a:buClr>
              <a:buSzPct val="90000"/>
              <a:buFont typeface="Symbol" panose="05050102010706020507" pitchFamily="18" charset="2"/>
              <a:buChar char="-"/>
            </a:pPr>
            <a:r>
              <a:rPr sz="1600" dirty="0">
                <a:latin typeface="+mn-lt"/>
              </a:rPr>
              <a:t>Typical uses</a:t>
            </a:r>
          </a:p>
          <a:p>
            <a:pPr marL="571500" lvl="1" indent="-285750">
              <a:lnSpc>
                <a:spcPct val="100000"/>
              </a:lnSpc>
              <a:spcBef>
                <a:spcPts val="150"/>
              </a:spcBef>
              <a:buClr>
                <a:srgbClr val="0A8276"/>
              </a:buClr>
              <a:buSzPct val="85000"/>
              <a:buFont typeface="Symbol" panose="05050102010706020507" pitchFamily="18" charset="2"/>
              <a:buChar char="-"/>
            </a:pPr>
            <a:r>
              <a:rPr sz="1600" dirty="0">
                <a:latin typeface="+mn-lt"/>
              </a:rPr>
              <a:t>ADC result → SRAM ring buffer / 3P3Z</a:t>
            </a:r>
          </a:p>
          <a:p>
            <a:pPr marL="571500" lvl="1" indent="-285750">
              <a:lnSpc>
                <a:spcPct val="100000"/>
              </a:lnSpc>
              <a:spcBef>
                <a:spcPts val="150"/>
              </a:spcBef>
              <a:buClr>
                <a:srgbClr val="0A8276"/>
              </a:buClr>
              <a:buSzPct val="85000"/>
              <a:buFont typeface="Symbol" panose="05050102010706020507" pitchFamily="18" charset="2"/>
              <a:buChar char="-"/>
            </a:pPr>
            <a:r>
              <a:rPr sz="1600" dirty="0">
                <a:latin typeface="+mn-lt"/>
              </a:rPr>
              <a:t>SCB TX/RX streaming, CAN FD message transfer</a:t>
            </a:r>
          </a:p>
          <a:p>
            <a:pPr marL="571500" lvl="1" indent="-285750">
              <a:lnSpc>
                <a:spcPct val="100000"/>
              </a:lnSpc>
              <a:spcBef>
                <a:spcPts val="150"/>
              </a:spcBef>
              <a:buClr>
                <a:srgbClr val="0A8276"/>
              </a:buClr>
              <a:buSzPct val="85000"/>
              <a:buFont typeface="Symbol" panose="05050102010706020507" pitchFamily="18" charset="2"/>
              <a:buChar char="-"/>
            </a:pPr>
            <a:r>
              <a:rPr sz="1600" dirty="0">
                <a:latin typeface="+mn-lt"/>
              </a:rPr>
              <a:t>Memory-to-memory bulk copies</a:t>
            </a:r>
          </a:p>
        </p:txBody>
      </p:sp>
      <p:pic>
        <p:nvPicPr>
          <p:cNvPr id="6" name="Picture 5">
            <a:extLst>
              <a:ext uri="{FF2B5EF4-FFF2-40B4-BE49-F238E27FC236}">
                <a16:creationId xmlns:a16="http://schemas.microsoft.com/office/drawing/2014/main" id="{4A062715-B5F6-D705-25DD-16E55BF84EE1}"/>
              </a:ext>
            </a:extLst>
          </p:cNvPr>
          <p:cNvPicPr>
            <a:picLocks noChangeAspect="1"/>
          </p:cNvPicPr>
          <p:nvPr/>
        </p:nvPicPr>
        <p:blipFill>
          <a:blip r:embed="rId2"/>
          <a:stretch>
            <a:fillRect/>
          </a:stretch>
        </p:blipFill>
        <p:spPr>
          <a:xfrm>
            <a:off x="533400" y="1764395"/>
            <a:ext cx="6168017" cy="2698507"/>
          </a:xfrm>
          <a:prstGeom prst="rect">
            <a:avLst/>
          </a:prstGeom>
        </p:spPr>
      </p:pic>
      <p:sp>
        <p:nvSpPr>
          <p:cNvPr id="5" name="Footer Placeholder 4">
            <a:extLst>
              <a:ext uri="{FF2B5EF4-FFF2-40B4-BE49-F238E27FC236}">
                <a16:creationId xmlns:a16="http://schemas.microsoft.com/office/drawing/2014/main" id="{C6BC56AD-3085-F375-E5ED-1608F6A39CD9}"/>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marL="285750" lvl="0" indent="-285750">
              <a:lnSpc>
                <a:spcPct val="100000"/>
              </a:lnSpc>
              <a:spcBef>
                <a:spcPts val="400"/>
              </a:spcBef>
              <a:buSzPct val="90000"/>
              <a:buFont typeface="Arial"/>
              <a:buChar char="•"/>
            </a:pPr>
            <a:r>
              <a:rPr sz="2000" dirty="0"/>
              <a:t>Single transfer</a:t>
            </a:r>
          </a:p>
          <a:p>
            <a:pPr marL="571500" lvl="1" indent="-285750">
              <a:lnSpc>
                <a:spcPct val="100000"/>
              </a:lnSpc>
              <a:spcBef>
                <a:spcPts val="150"/>
              </a:spcBef>
              <a:buSzPct val="85000"/>
              <a:buFont typeface="Arial"/>
              <a:buChar char="–"/>
            </a:pPr>
            <a:r>
              <a:rPr sz="1800" dirty="0"/>
              <a:t>One 8 / 16 / 32-bit element, 14 clocks</a:t>
            </a:r>
          </a:p>
          <a:p>
            <a:pPr marL="571500" lvl="1" indent="-285750">
              <a:lnSpc>
                <a:spcPct val="100000"/>
              </a:lnSpc>
              <a:spcBef>
                <a:spcPts val="150"/>
              </a:spcBef>
              <a:buSzPct val="85000"/>
              <a:buFont typeface="Arial"/>
              <a:buChar char="–"/>
            </a:pPr>
            <a:r>
              <a:rPr sz="1800" dirty="0"/>
              <a:t>Move a single ADC sample to a register</a:t>
            </a:r>
          </a:p>
          <a:p>
            <a:pPr marL="285750" lvl="0" indent="-285750">
              <a:lnSpc>
                <a:spcPct val="100000"/>
              </a:lnSpc>
              <a:spcBef>
                <a:spcPts val="400"/>
              </a:spcBef>
              <a:buSzPct val="90000"/>
              <a:buFont typeface="Arial"/>
              <a:buChar char="•"/>
            </a:pPr>
            <a:r>
              <a:rPr sz="2000" dirty="0"/>
              <a:t>1D transfer</a:t>
            </a:r>
          </a:p>
          <a:p>
            <a:pPr marL="571500" lvl="1" indent="-285750">
              <a:lnSpc>
                <a:spcPct val="100000"/>
              </a:lnSpc>
              <a:spcBef>
                <a:spcPts val="150"/>
              </a:spcBef>
              <a:buSzPct val="85000"/>
              <a:buFont typeface="Arial"/>
              <a:buChar char="–"/>
            </a:pPr>
            <a:r>
              <a:rPr sz="1800" dirty="0"/>
              <a:t>Simple </a:t>
            </a:r>
            <a:r>
              <a:rPr lang="en-US" sz="1800" dirty="0"/>
              <a:t>for-loop transfer: </a:t>
            </a:r>
            <a:r>
              <a:rPr sz="1800" dirty="0"/>
              <a:t>12 + n·3 + m cycles</a:t>
            </a:r>
          </a:p>
          <a:p>
            <a:pPr marL="571500" lvl="1" indent="-285750">
              <a:lnSpc>
                <a:spcPct val="100000"/>
              </a:lnSpc>
              <a:spcBef>
                <a:spcPts val="150"/>
              </a:spcBef>
              <a:buSzPct val="85000"/>
              <a:buFont typeface="Arial"/>
              <a:buChar char="–"/>
            </a:pPr>
            <a:r>
              <a:rPr sz="1800" dirty="0"/>
              <a:t>Fill a buffer from a peripheral FIFO</a:t>
            </a:r>
          </a:p>
          <a:p>
            <a:pPr marL="285750" lvl="0" indent="-285750">
              <a:lnSpc>
                <a:spcPct val="100000"/>
              </a:lnSpc>
              <a:spcBef>
                <a:spcPts val="400"/>
              </a:spcBef>
              <a:buSzPct val="90000"/>
              <a:buFont typeface="Arial"/>
              <a:buChar char="•"/>
            </a:pPr>
            <a:r>
              <a:rPr sz="2000" dirty="0"/>
              <a:t>2D transfer</a:t>
            </a:r>
          </a:p>
          <a:p>
            <a:pPr marL="571500" lvl="1" indent="-285750">
              <a:lnSpc>
                <a:spcPct val="100000"/>
              </a:lnSpc>
              <a:spcBef>
                <a:spcPts val="150"/>
              </a:spcBef>
              <a:buSzPct val="85000"/>
              <a:buFont typeface="Arial"/>
              <a:buChar char="–"/>
            </a:pPr>
            <a:r>
              <a:rPr sz="1800" dirty="0"/>
              <a:t>Nested </a:t>
            </a:r>
            <a:r>
              <a:rPr lang="en-US" sz="1800" dirty="0"/>
              <a:t>for-loop transfer: </a:t>
            </a:r>
            <a:r>
              <a:rPr sz="1800" dirty="0"/>
              <a:t>13 + n·3 + m cycles</a:t>
            </a:r>
          </a:p>
          <a:p>
            <a:pPr marL="571500" lvl="1" indent="-285750">
              <a:lnSpc>
                <a:spcPct val="100000"/>
              </a:lnSpc>
              <a:spcBef>
                <a:spcPts val="150"/>
              </a:spcBef>
              <a:buSzPct val="85000"/>
              <a:buFont typeface="Arial"/>
              <a:buChar char="–"/>
            </a:pPr>
            <a:r>
              <a:rPr sz="1800" dirty="0" err="1"/>
              <a:t>Rasterise</a:t>
            </a:r>
            <a:r>
              <a:rPr sz="1800" dirty="0"/>
              <a:t> sensor data or interleave multi-channel ADC</a:t>
            </a:r>
          </a:p>
          <a:p>
            <a:pPr marL="285750" lvl="0" indent="-285750">
              <a:lnSpc>
                <a:spcPct val="100000"/>
              </a:lnSpc>
              <a:spcBef>
                <a:spcPts val="400"/>
              </a:spcBef>
              <a:buSzPct val="90000"/>
              <a:buFont typeface="Arial"/>
              <a:buChar char="•"/>
            </a:pPr>
            <a:r>
              <a:rPr sz="2000" dirty="0"/>
              <a:t>CRC descriptor</a:t>
            </a:r>
          </a:p>
          <a:p>
            <a:pPr marL="571500" lvl="1" indent="-285750">
              <a:lnSpc>
                <a:spcPct val="100000"/>
              </a:lnSpc>
              <a:spcBef>
                <a:spcPts val="150"/>
              </a:spcBef>
              <a:buSzPct val="85000"/>
              <a:buFont typeface="Arial"/>
              <a:buChar char="–"/>
            </a:pPr>
            <a:r>
              <a:rPr sz="1800" dirty="0"/>
              <a:t>Compute CRC over a region</a:t>
            </a:r>
            <a:r>
              <a:rPr lang="en-US" sz="1800" dirty="0"/>
              <a:t>:</a:t>
            </a:r>
            <a:r>
              <a:rPr sz="1800" dirty="0"/>
              <a:t> 17 + n·9 + m cycles</a:t>
            </a:r>
          </a:p>
          <a:p>
            <a:pPr marL="285750" lvl="0" indent="-285750">
              <a:lnSpc>
                <a:spcPct val="100000"/>
              </a:lnSpc>
              <a:spcBef>
                <a:spcPts val="400"/>
              </a:spcBef>
              <a:buSzPct val="90000"/>
              <a:buFont typeface="Arial"/>
              <a:buChar char="•"/>
            </a:pPr>
            <a:r>
              <a:rPr sz="2000" dirty="0"/>
              <a:t>Descriptor chaining</a:t>
            </a:r>
            <a:r>
              <a:rPr lang="en-US" sz="2000" dirty="0"/>
              <a:t>:</a:t>
            </a:r>
            <a:r>
              <a:rPr sz="2000" dirty="0"/>
              <a:t> build circular buffers or state machines</a:t>
            </a:r>
          </a:p>
        </p:txBody>
      </p:sp>
      <p:sp>
        <p:nvSpPr>
          <p:cNvPr id="3" name="Title 2"/>
          <p:cNvSpPr>
            <a:spLocks noGrp="1"/>
          </p:cNvSpPr>
          <p:nvPr>
            <p:ph type="title"/>
          </p:nvPr>
        </p:nvSpPr>
        <p:spPr/>
        <p:txBody>
          <a:bodyPr/>
          <a:lstStyle/>
          <a:p>
            <a:r>
              <a:t>DMA descriptor types – picking the right one</a:t>
            </a:r>
          </a:p>
        </p:txBody>
      </p:sp>
      <p:sp>
        <p:nvSpPr>
          <p:cNvPr id="5" name="Footer Placeholder 4">
            <a:extLst>
              <a:ext uri="{FF2B5EF4-FFF2-40B4-BE49-F238E27FC236}">
                <a16:creationId xmlns:a16="http://schemas.microsoft.com/office/drawing/2014/main" id="{D2D6F223-2036-58BE-BF81-6D11C3EBE244}"/>
              </a:ext>
            </a:extLst>
          </p:cNvPr>
          <p:cNvSpPr>
            <a:spLocks noGrp="1"/>
          </p:cNvSpPr>
          <p:nvPr>
            <p:ph type="ftr" sz="quarter" idx="15"/>
          </p:nvPr>
        </p:nvSpPr>
        <p:spPr/>
        <p:txBody>
          <a:bodyPr/>
          <a:lstStyle/>
          <a:p>
            <a:r>
              <a:rPr lang="en-US"/>
              <a:t>Sep 2026</a:t>
            </a:r>
            <a:endParaRPr lang="en-US" dirty="0"/>
          </a:p>
        </p:txBody>
      </p:sp>
      <p:sp>
        <p:nvSpPr>
          <p:cNvPr id="6" name="TextBox 5">
            <a:extLst>
              <a:ext uri="{FF2B5EF4-FFF2-40B4-BE49-F238E27FC236}">
                <a16:creationId xmlns:a16="http://schemas.microsoft.com/office/drawing/2014/main" id="{11C7C0B1-B192-4B47-3FC9-F820774B23B8}"/>
              </a:ext>
            </a:extLst>
          </p:cNvPr>
          <p:cNvSpPr txBox="1"/>
          <p:nvPr/>
        </p:nvSpPr>
        <p:spPr bwMode="auto">
          <a:xfrm>
            <a:off x="457200" y="6197085"/>
            <a:ext cx="6097464" cy="246221"/>
          </a:xfrm>
          <a:prstGeom prst="rect">
            <a:avLst/>
          </a:prstGeom>
          <a:noFill/>
          <a:ln w="9525">
            <a:noFill/>
            <a:miter lim="800000"/>
            <a:headEnd/>
            <a:tailEnd/>
          </a:ln>
          <a:effectLst/>
        </p:spPr>
        <p:txBody>
          <a:bodyPr wrap="square">
            <a:spAutoFit/>
          </a:bodyPr>
          <a:lstStyle/>
          <a:p>
            <a:r>
              <a:rPr lang="de-DE" sz="1000" dirty="0"/>
              <a:t>m = total wait states , n=data elements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GPIO cell architecture</a:t>
            </a:r>
          </a:p>
        </p:txBody>
      </p:sp>
      <p:sp>
        <p:nvSpPr>
          <p:cNvPr id="4" name="TextBox 3"/>
          <p:cNvSpPr txBox="1"/>
          <p:nvPr/>
        </p:nvSpPr>
        <p:spPr>
          <a:xfrm>
            <a:off x="5410200" y="1280160"/>
            <a:ext cx="6400800" cy="3575338"/>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800" dirty="0"/>
              <a:t>Every pin</a:t>
            </a:r>
            <a:r>
              <a:rPr lang="en-US" sz="1800" dirty="0"/>
              <a:t>:</a:t>
            </a:r>
            <a:r>
              <a:rPr sz="1800" dirty="0"/>
              <a:t> input buffer + output driver + drive-mode logic</a:t>
            </a:r>
          </a:p>
          <a:p>
            <a:pPr marL="285750" lvl="0" indent="-285750">
              <a:lnSpc>
                <a:spcPct val="100000"/>
              </a:lnSpc>
              <a:spcBef>
                <a:spcPts val="400"/>
              </a:spcBef>
              <a:buClr>
                <a:srgbClr val="0A8276"/>
              </a:buClr>
              <a:buSzPct val="90000"/>
              <a:buFont typeface="Symbol" panose="05050102010706020507" pitchFamily="18" charset="2"/>
              <a:buChar char="-"/>
            </a:pPr>
            <a:r>
              <a:rPr sz="1800" dirty="0"/>
              <a:t>Drive modes</a:t>
            </a:r>
          </a:p>
          <a:p>
            <a:pPr marL="571500" lvl="1" indent="-285750">
              <a:lnSpc>
                <a:spcPct val="100000"/>
              </a:lnSpc>
              <a:spcBef>
                <a:spcPts val="150"/>
              </a:spcBef>
              <a:buClr>
                <a:srgbClr val="0A8276"/>
              </a:buClr>
              <a:buSzPct val="85000"/>
              <a:buFont typeface="Symbol" panose="05050102010706020507" pitchFamily="18" charset="2"/>
              <a:buChar char="-"/>
            </a:pPr>
            <a:r>
              <a:rPr sz="1800" dirty="0"/>
              <a:t>Analog, </a:t>
            </a:r>
            <a:r>
              <a:rPr sz="1800" dirty="0" err="1"/>
              <a:t>HiZ</a:t>
            </a:r>
            <a:r>
              <a:rPr sz="1800" dirty="0"/>
              <a:t>, Pull-up, Pull-down, Strong, Open-drain, </a:t>
            </a:r>
            <a:r>
              <a:rPr sz="1800" dirty="0" err="1"/>
              <a:t>HiZ</a:t>
            </a:r>
            <a:r>
              <a:rPr sz="1800" dirty="0"/>
              <a:t> analog</a:t>
            </a:r>
          </a:p>
          <a:p>
            <a:pPr marL="285750" lvl="0" indent="-285750">
              <a:lnSpc>
                <a:spcPct val="100000"/>
              </a:lnSpc>
              <a:spcBef>
                <a:spcPts val="400"/>
              </a:spcBef>
              <a:buClr>
                <a:srgbClr val="0A8276"/>
              </a:buClr>
              <a:buSzPct val="90000"/>
              <a:buFont typeface="Symbol" panose="05050102010706020507" pitchFamily="18" charset="2"/>
              <a:buChar char="-"/>
            </a:pPr>
            <a:r>
              <a:rPr sz="1800" dirty="0"/>
              <a:t>Programmable drive strength and slew rate</a:t>
            </a:r>
          </a:p>
          <a:p>
            <a:pPr marL="285750" lvl="0" indent="-285750">
              <a:lnSpc>
                <a:spcPct val="100000"/>
              </a:lnSpc>
              <a:spcBef>
                <a:spcPts val="400"/>
              </a:spcBef>
              <a:buClr>
                <a:srgbClr val="0A8276"/>
              </a:buClr>
              <a:buSzPct val="90000"/>
              <a:buFont typeface="Symbol" panose="05050102010706020507" pitchFamily="18" charset="2"/>
              <a:buChar char="-"/>
            </a:pPr>
            <a:r>
              <a:rPr sz="1800" dirty="0"/>
              <a:t>Analog-capable GPIOs feed HPPASS</a:t>
            </a:r>
            <a:r>
              <a:rPr lang="en-US" sz="1800" dirty="0"/>
              <a:t>:</a:t>
            </a:r>
            <a:r>
              <a:rPr sz="1800" dirty="0"/>
              <a:t> </a:t>
            </a:r>
            <a:r>
              <a:rPr sz="1800" b="1" dirty="0"/>
              <a:t>2 (M5) / 8 (M6)</a:t>
            </a:r>
            <a:endParaRPr lang="de-DE" sz="1800" b="1" dirty="0"/>
          </a:p>
          <a:p>
            <a:pPr marL="285750" lvl="0" indent="-285750">
              <a:lnSpc>
                <a:spcPct val="100000"/>
              </a:lnSpc>
              <a:spcBef>
                <a:spcPts val="400"/>
              </a:spcBef>
              <a:buClr>
                <a:srgbClr val="0A8276"/>
              </a:buClr>
              <a:buSzPct val="90000"/>
              <a:buFont typeface="Symbol" panose="05050102010706020507" pitchFamily="18" charset="2"/>
              <a:buChar char="-"/>
            </a:pPr>
            <a:r>
              <a:rPr lang="de-DE" sz="1800" dirty="0"/>
              <a:t>1xI3C interface with over voltage tolerant </a:t>
            </a:r>
            <a:r>
              <a:rPr lang="de-DE" sz="1800" b="1" dirty="0"/>
              <a:t>( OVT) I/O (M6)</a:t>
            </a:r>
          </a:p>
          <a:p>
            <a:pPr marL="285750" lvl="0" indent="-285750">
              <a:lnSpc>
                <a:spcPct val="100000"/>
              </a:lnSpc>
              <a:spcBef>
                <a:spcPts val="400"/>
              </a:spcBef>
              <a:buClr>
                <a:srgbClr val="0A8276"/>
              </a:buClr>
              <a:buSzPct val="90000"/>
              <a:buFont typeface="Symbol" panose="05050102010706020507" pitchFamily="18" charset="2"/>
              <a:buChar char="-"/>
            </a:pPr>
            <a:r>
              <a:rPr lang="de-DE" sz="1800" dirty="0"/>
              <a:t>Upto 4 over-voltage tolerant</a:t>
            </a:r>
            <a:r>
              <a:rPr lang="de-DE" sz="1800" b="1" dirty="0"/>
              <a:t>(OVT) </a:t>
            </a:r>
            <a:r>
              <a:rPr lang="de-DE" sz="1800" dirty="0"/>
              <a:t>pins </a:t>
            </a:r>
            <a:r>
              <a:rPr lang="de-DE" sz="1800" b="1" dirty="0"/>
              <a:t>(M6)</a:t>
            </a:r>
            <a:endParaRPr sz="1800" b="1" dirty="0"/>
          </a:p>
          <a:p>
            <a:pPr marL="285750" lvl="0" indent="-285750">
              <a:lnSpc>
                <a:spcPct val="100000"/>
              </a:lnSpc>
              <a:spcBef>
                <a:spcPts val="400"/>
              </a:spcBef>
              <a:buClr>
                <a:srgbClr val="0A8276"/>
              </a:buClr>
              <a:buSzPct val="90000"/>
              <a:buFont typeface="Symbol" panose="05050102010706020507" pitchFamily="18" charset="2"/>
              <a:buChar char="-"/>
            </a:pPr>
            <a:r>
              <a:rPr sz="1800" dirty="0"/>
              <a:t>Hibernate wake-capable pins</a:t>
            </a:r>
            <a:r>
              <a:rPr lang="en-US" sz="1800" dirty="0"/>
              <a:t>:</a:t>
            </a:r>
            <a:r>
              <a:rPr sz="1800" dirty="0"/>
              <a:t> P2.0 and P9.0</a:t>
            </a:r>
          </a:p>
          <a:p>
            <a:pPr marL="285750" lvl="0" indent="-285750">
              <a:lnSpc>
                <a:spcPct val="100000"/>
              </a:lnSpc>
              <a:spcBef>
                <a:spcPts val="400"/>
              </a:spcBef>
              <a:buClr>
                <a:srgbClr val="0A8276"/>
              </a:buClr>
              <a:buSzPct val="90000"/>
              <a:buFont typeface="Symbol" panose="05050102010706020507" pitchFamily="18" charset="2"/>
              <a:buChar char="-"/>
            </a:pPr>
            <a:r>
              <a:rPr sz="1800" dirty="0"/>
              <a:t>Interrupt options</a:t>
            </a:r>
            <a:r>
              <a:rPr lang="en-US" sz="1800" dirty="0"/>
              <a:t>:</a:t>
            </a:r>
            <a:r>
              <a:rPr sz="1800" dirty="0"/>
              <a:t> rising / falling / either / level</a:t>
            </a:r>
          </a:p>
          <a:p>
            <a:pPr marL="285750" lvl="0" indent="-285750">
              <a:lnSpc>
                <a:spcPct val="100000"/>
              </a:lnSpc>
              <a:spcBef>
                <a:spcPts val="400"/>
              </a:spcBef>
              <a:buClr>
                <a:srgbClr val="0A8276"/>
              </a:buClr>
              <a:buSzPct val="90000"/>
              <a:buFont typeface="Symbol" panose="05050102010706020507" pitchFamily="18" charset="2"/>
              <a:buChar char="-"/>
            </a:pPr>
            <a:r>
              <a:rPr sz="1800" dirty="0"/>
              <a:t>Configured centrally in MTB Device Configurator</a:t>
            </a:r>
          </a:p>
        </p:txBody>
      </p:sp>
      <p:pic>
        <p:nvPicPr>
          <p:cNvPr id="6" name="Picture 5">
            <a:extLst>
              <a:ext uri="{FF2B5EF4-FFF2-40B4-BE49-F238E27FC236}">
                <a16:creationId xmlns:a16="http://schemas.microsoft.com/office/drawing/2014/main" id="{09EC95DD-152E-E932-8D2F-752C146C91ED}"/>
              </a:ext>
            </a:extLst>
          </p:cNvPr>
          <p:cNvPicPr>
            <a:picLocks noChangeAspect="1"/>
          </p:cNvPicPr>
          <p:nvPr/>
        </p:nvPicPr>
        <p:blipFill>
          <a:blip r:embed="rId2"/>
          <a:stretch>
            <a:fillRect/>
          </a:stretch>
        </p:blipFill>
        <p:spPr>
          <a:xfrm>
            <a:off x="1008542" y="1289888"/>
            <a:ext cx="4249258" cy="5091861"/>
          </a:xfrm>
          <a:prstGeom prst="rect">
            <a:avLst/>
          </a:prstGeom>
        </p:spPr>
      </p:pic>
      <p:sp>
        <p:nvSpPr>
          <p:cNvPr id="5" name="Footer Placeholder 4">
            <a:extLst>
              <a:ext uri="{FF2B5EF4-FFF2-40B4-BE49-F238E27FC236}">
                <a16:creationId xmlns:a16="http://schemas.microsoft.com/office/drawing/2014/main" id="{36D5849E-8E41-5628-DCAB-BE8D2DBC473C}"/>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Smart I/O – programmable Boolean glue logic</a:t>
            </a:r>
          </a:p>
        </p:txBody>
      </p:sp>
      <p:sp>
        <p:nvSpPr>
          <p:cNvPr id="4" name="TextBox 3"/>
          <p:cNvSpPr txBox="1"/>
          <p:nvPr/>
        </p:nvSpPr>
        <p:spPr>
          <a:xfrm>
            <a:off x="5943600" y="1280160"/>
            <a:ext cx="5943600" cy="3524042"/>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800" dirty="0"/>
              <a:t>Up to 7 Smart I/O ports, 56 LUTs total</a:t>
            </a:r>
          </a:p>
          <a:p>
            <a:pPr marL="285750" lvl="0" indent="-285750">
              <a:lnSpc>
                <a:spcPct val="100000"/>
              </a:lnSpc>
              <a:spcBef>
                <a:spcPts val="400"/>
              </a:spcBef>
              <a:buClr>
                <a:srgbClr val="0A8276"/>
              </a:buClr>
              <a:buSzPct val="90000"/>
              <a:buFont typeface="Symbol" panose="05050102010706020507" pitchFamily="18" charset="2"/>
              <a:buChar char="-"/>
            </a:pPr>
            <a:r>
              <a:rPr lang="en-US" sz="1800" dirty="0"/>
              <a:t>Apply </a:t>
            </a:r>
            <a:r>
              <a:rPr sz="1800" dirty="0"/>
              <a:t>Boolean </a:t>
            </a:r>
            <a:r>
              <a:rPr lang="en-US" sz="1800" dirty="0"/>
              <a:t>logic to </a:t>
            </a:r>
            <a:r>
              <a:rPr sz="1800" dirty="0"/>
              <a:t>I/O signals with </a:t>
            </a:r>
            <a:r>
              <a:rPr lang="en-US" sz="1800" dirty="0"/>
              <a:t>no </a:t>
            </a:r>
            <a:r>
              <a:rPr sz="1800" dirty="0"/>
              <a:t>CPU load</a:t>
            </a:r>
          </a:p>
          <a:p>
            <a:pPr marL="285750" lvl="0" indent="-285750">
              <a:lnSpc>
                <a:spcPct val="100000"/>
              </a:lnSpc>
              <a:spcBef>
                <a:spcPts val="400"/>
              </a:spcBef>
              <a:buClr>
                <a:srgbClr val="0A8276"/>
              </a:buClr>
              <a:buSzPct val="90000"/>
              <a:buFont typeface="Symbol" panose="05050102010706020507" pitchFamily="18" charset="2"/>
              <a:buChar char="-"/>
            </a:pPr>
            <a:r>
              <a:rPr sz="1800" dirty="0"/>
              <a:t>Combine</a:t>
            </a:r>
            <a:r>
              <a:rPr lang="en-US" sz="1800" dirty="0"/>
              <a:t>,</a:t>
            </a:r>
            <a:r>
              <a:rPr sz="1800" dirty="0"/>
              <a:t> invert</a:t>
            </a:r>
            <a:r>
              <a:rPr lang="en-US" sz="1800" dirty="0"/>
              <a:t>, </a:t>
            </a:r>
            <a:r>
              <a:rPr sz="1800" dirty="0"/>
              <a:t>AND</a:t>
            </a:r>
            <a:r>
              <a:rPr lang="en-US" sz="1800" dirty="0"/>
              <a:t>, </a:t>
            </a:r>
            <a:r>
              <a:rPr sz="1800" dirty="0"/>
              <a:t>OR</a:t>
            </a:r>
            <a:r>
              <a:rPr lang="en-US" sz="1800" dirty="0"/>
              <a:t>, or </a:t>
            </a:r>
            <a:r>
              <a:rPr sz="1800" dirty="0"/>
              <a:t>gate </a:t>
            </a:r>
            <a:r>
              <a:rPr lang="en-US" sz="1800" dirty="0"/>
              <a:t>multiple TCPWM outputs</a:t>
            </a:r>
            <a:endParaRPr sz="1800" dirty="0"/>
          </a:p>
          <a:p>
            <a:pPr marL="285750" lvl="0" indent="-285750">
              <a:lnSpc>
                <a:spcPct val="100000"/>
              </a:lnSpc>
              <a:spcBef>
                <a:spcPts val="400"/>
              </a:spcBef>
              <a:buClr>
                <a:srgbClr val="0A8276"/>
              </a:buClr>
              <a:buSzPct val="90000"/>
              <a:buFont typeface="Symbol" panose="05050102010706020507" pitchFamily="18" charset="2"/>
              <a:buChar char="-"/>
            </a:pPr>
            <a:r>
              <a:rPr sz="1800" dirty="0"/>
              <a:t>Route peripheral </a:t>
            </a:r>
            <a:r>
              <a:rPr lang="en-US" sz="1800" dirty="0"/>
              <a:t>signals </a:t>
            </a:r>
            <a:r>
              <a:rPr sz="1800" dirty="0"/>
              <a:t>to any pin </a:t>
            </a:r>
            <a:r>
              <a:rPr lang="en-US" sz="1800" dirty="0"/>
              <a:t>within </a:t>
            </a:r>
            <a:r>
              <a:rPr sz="1800" dirty="0"/>
              <a:t>a port</a:t>
            </a:r>
          </a:p>
          <a:p>
            <a:pPr marL="285750" lvl="0" indent="-285750">
              <a:lnSpc>
                <a:spcPct val="100000"/>
              </a:lnSpc>
              <a:spcBef>
                <a:spcPts val="400"/>
              </a:spcBef>
              <a:buClr>
                <a:srgbClr val="0A8276"/>
              </a:buClr>
              <a:buSzPct val="90000"/>
              <a:buFont typeface="Symbol" panose="05050102010706020507" pitchFamily="18" charset="2"/>
              <a:buChar char="-"/>
            </a:pPr>
            <a:r>
              <a:rPr sz="1800" dirty="0"/>
              <a:t>Smart I/O pins</a:t>
            </a:r>
            <a:r>
              <a:rPr lang="en-US" sz="1800" dirty="0"/>
              <a:t>:</a:t>
            </a:r>
            <a:r>
              <a:rPr sz="1800" dirty="0"/>
              <a:t> up to </a:t>
            </a:r>
            <a:r>
              <a:rPr sz="1800" b="1" dirty="0"/>
              <a:t>28 (M5) / 30 (M6)</a:t>
            </a:r>
          </a:p>
          <a:p>
            <a:pPr marL="285750" lvl="0" indent="-285750">
              <a:lnSpc>
                <a:spcPct val="100000"/>
              </a:lnSpc>
              <a:spcBef>
                <a:spcPts val="400"/>
              </a:spcBef>
              <a:buClr>
                <a:srgbClr val="0A8276"/>
              </a:buClr>
              <a:buSzPct val="90000"/>
              <a:buFont typeface="Symbol" panose="05050102010706020507" pitchFamily="18" charset="2"/>
              <a:buChar char="-"/>
            </a:pPr>
            <a:r>
              <a:rPr lang="en-US" sz="1800" dirty="0"/>
              <a:t>Operates in Deep Sleep as</a:t>
            </a:r>
            <a:r>
              <a:rPr sz="1800" dirty="0"/>
              <a:t> autonomous glue logic</a:t>
            </a:r>
          </a:p>
          <a:p>
            <a:pPr marL="285750" lvl="0" indent="-285750">
              <a:lnSpc>
                <a:spcPct val="100000"/>
              </a:lnSpc>
              <a:spcBef>
                <a:spcPts val="400"/>
              </a:spcBef>
              <a:buClr>
                <a:srgbClr val="0A8276"/>
              </a:buClr>
              <a:buSzPct val="90000"/>
              <a:buFont typeface="Symbol" panose="05050102010706020507" pitchFamily="18" charset="2"/>
              <a:buChar char="-"/>
            </a:pPr>
            <a:r>
              <a:rPr sz="1800" dirty="0"/>
              <a:t>Typical uses</a:t>
            </a:r>
          </a:p>
          <a:p>
            <a:pPr marL="571500" lvl="1" indent="-285750">
              <a:lnSpc>
                <a:spcPct val="100000"/>
              </a:lnSpc>
              <a:spcBef>
                <a:spcPts val="150"/>
              </a:spcBef>
              <a:buClr>
                <a:srgbClr val="0A8276"/>
              </a:buClr>
              <a:buSzPct val="85000"/>
              <a:buFont typeface="Symbol" panose="05050102010706020507" pitchFamily="18" charset="2"/>
              <a:buChar char="-"/>
            </a:pPr>
            <a:r>
              <a:rPr sz="1800" dirty="0"/>
              <a:t>Dead-time + kill gating around motor bridges</a:t>
            </a:r>
          </a:p>
          <a:p>
            <a:pPr marL="571500" lvl="1" indent="-285750">
              <a:lnSpc>
                <a:spcPct val="100000"/>
              </a:lnSpc>
              <a:spcBef>
                <a:spcPts val="150"/>
              </a:spcBef>
              <a:buClr>
                <a:srgbClr val="0A8276"/>
              </a:buClr>
              <a:buSzPct val="85000"/>
              <a:buFont typeface="Symbol" panose="05050102010706020507" pitchFamily="18" charset="2"/>
              <a:buChar char="-"/>
            </a:pPr>
            <a:r>
              <a:rPr sz="1800" dirty="0"/>
              <a:t>PWM inversion for driver polarity</a:t>
            </a:r>
          </a:p>
          <a:p>
            <a:pPr marL="571500" lvl="1" indent="-285750">
              <a:lnSpc>
                <a:spcPct val="100000"/>
              </a:lnSpc>
              <a:spcBef>
                <a:spcPts val="150"/>
              </a:spcBef>
              <a:buClr>
                <a:srgbClr val="0A8276"/>
              </a:buClr>
              <a:buSzPct val="85000"/>
              <a:buFont typeface="Symbol" panose="05050102010706020507" pitchFamily="18" charset="2"/>
              <a:buChar char="-"/>
            </a:pPr>
            <a:r>
              <a:rPr sz="1800" dirty="0"/>
              <a:t>External sync signal generation</a:t>
            </a:r>
          </a:p>
        </p:txBody>
      </p:sp>
      <p:pic>
        <p:nvPicPr>
          <p:cNvPr id="6" name="Picture 5">
            <a:extLst>
              <a:ext uri="{FF2B5EF4-FFF2-40B4-BE49-F238E27FC236}">
                <a16:creationId xmlns:a16="http://schemas.microsoft.com/office/drawing/2014/main" id="{34F4B681-65FC-C3BB-6132-9019CDCAD570}"/>
              </a:ext>
            </a:extLst>
          </p:cNvPr>
          <p:cNvPicPr>
            <a:picLocks noChangeAspect="1"/>
          </p:cNvPicPr>
          <p:nvPr/>
        </p:nvPicPr>
        <p:blipFill>
          <a:blip r:embed="rId2"/>
          <a:stretch>
            <a:fillRect/>
          </a:stretch>
        </p:blipFill>
        <p:spPr>
          <a:xfrm>
            <a:off x="301869" y="1677507"/>
            <a:ext cx="5410791" cy="1521784"/>
          </a:xfrm>
          <a:prstGeom prst="rect">
            <a:avLst/>
          </a:prstGeom>
        </p:spPr>
      </p:pic>
      <p:sp>
        <p:nvSpPr>
          <p:cNvPr id="5" name="Footer Placeholder 4">
            <a:extLst>
              <a:ext uri="{FF2B5EF4-FFF2-40B4-BE49-F238E27FC236}">
                <a16:creationId xmlns:a16="http://schemas.microsoft.com/office/drawing/2014/main" id="{85A4D9AA-F655-7260-E7A2-0C960C946AC4}"/>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TriggerMux</a:t>
            </a:r>
            <a:r>
              <a:rPr dirty="0"/>
              <a:t> – deterministic peripheral chaining</a:t>
            </a:r>
          </a:p>
        </p:txBody>
      </p:sp>
      <p:sp>
        <p:nvSpPr>
          <p:cNvPr id="4" name="TextBox 3"/>
          <p:cNvSpPr txBox="1"/>
          <p:nvPr/>
        </p:nvSpPr>
        <p:spPr>
          <a:xfrm>
            <a:off x="5638800" y="1280160"/>
            <a:ext cx="6019800" cy="2893100"/>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800" dirty="0"/>
              <a:t>Combinatorial trigger fabric between</a:t>
            </a:r>
          </a:p>
          <a:p>
            <a:pPr marL="571500" lvl="1" indent="-285750">
              <a:lnSpc>
                <a:spcPct val="100000"/>
              </a:lnSpc>
              <a:spcBef>
                <a:spcPts val="150"/>
              </a:spcBef>
              <a:buClr>
                <a:srgbClr val="0A8276"/>
              </a:buClr>
              <a:buSzPct val="85000"/>
              <a:buFont typeface="Symbol" panose="05050102010706020507" pitchFamily="18" charset="2"/>
              <a:buChar char="-"/>
            </a:pPr>
            <a:r>
              <a:rPr sz="1800" dirty="0"/>
              <a:t>HPPASS ↔ TCPWM ↔ DMA ↔ CPU ↔ </a:t>
            </a:r>
            <a:r>
              <a:rPr sz="1800" dirty="0" err="1"/>
              <a:t>CryptoLite</a:t>
            </a:r>
            <a:endParaRPr sz="1800" dirty="0"/>
          </a:p>
          <a:p>
            <a:pPr marL="285750" lvl="0" indent="-285750">
              <a:lnSpc>
                <a:spcPct val="100000"/>
              </a:lnSpc>
              <a:spcBef>
                <a:spcPts val="400"/>
              </a:spcBef>
              <a:buClr>
                <a:srgbClr val="0A8276"/>
              </a:buClr>
              <a:buSzPct val="90000"/>
              <a:buFont typeface="Symbol" panose="05050102010706020507" pitchFamily="18" charset="2"/>
              <a:buChar char="-"/>
            </a:pPr>
            <a:r>
              <a:rPr sz="1800" dirty="0"/>
              <a:t>Three trigger group types</a:t>
            </a:r>
          </a:p>
          <a:p>
            <a:pPr marL="571500" lvl="1" indent="-285750">
              <a:lnSpc>
                <a:spcPct val="100000"/>
              </a:lnSpc>
              <a:spcBef>
                <a:spcPts val="150"/>
              </a:spcBef>
              <a:buClr>
                <a:srgbClr val="0A8276"/>
              </a:buClr>
              <a:buSzPct val="85000"/>
              <a:buFont typeface="Symbol" panose="05050102010706020507" pitchFamily="18" charset="2"/>
              <a:buChar char="-"/>
            </a:pPr>
            <a:r>
              <a:rPr sz="1800" dirty="0"/>
              <a:t>1-to-1</a:t>
            </a:r>
            <a:r>
              <a:rPr lang="en-US" sz="1800" dirty="0"/>
              <a:t>:</a:t>
            </a:r>
            <a:r>
              <a:rPr sz="1800" dirty="0"/>
              <a:t> fixed direct routes (fastest, dedicated)</a:t>
            </a:r>
          </a:p>
          <a:p>
            <a:pPr marL="571500" lvl="1" indent="-285750">
              <a:lnSpc>
                <a:spcPct val="100000"/>
              </a:lnSpc>
              <a:spcBef>
                <a:spcPts val="150"/>
              </a:spcBef>
              <a:buClr>
                <a:srgbClr val="0A8276"/>
              </a:buClr>
              <a:buSzPct val="85000"/>
              <a:buFont typeface="Symbol" panose="05050102010706020507" pitchFamily="18" charset="2"/>
              <a:buChar char="-"/>
            </a:pPr>
            <a:r>
              <a:rPr sz="1800" dirty="0"/>
              <a:t>Multiplexer</a:t>
            </a:r>
            <a:r>
              <a:rPr lang="en-US" sz="1800" dirty="0"/>
              <a:t>:</a:t>
            </a:r>
            <a:r>
              <a:rPr sz="1800" dirty="0"/>
              <a:t> any source to any destination</a:t>
            </a:r>
          </a:p>
          <a:p>
            <a:pPr marL="571500" lvl="1" indent="-285750">
              <a:lnSpc>
                <a:spcPct val="100000"/>
              </a:lnSpc>
              <a:spcBef>
                <a:spcPts val="150"/>
              </a:spcBef>
              <a:buClr>
                <a:srgbClr val="0A8276"/>
              </a:buClr>
              <a:buSzPct val="85000"/>
              <a:buFont typeface="Symbol" panose="05050102010706020507" pitchFamily="18" charset="2"/>
              <a:buChar char="-"/>
            </a:pPr>
            <a:r>
              <a:rPr sz="1800" dirty="0"/>
              <a:t>Group</a:t>
            </a:r>
            <a:r>
              <a:rPr lang="en-US" sz="1800" dirty="0"/>
              <a:t>:</a:t>
            </a:r>
            <a:r>
              <a:rPr sz="1800" dirty="0"/>
              <a:t> broadcast a source to multiple destinations</a:t>
            </a:r>
          </a:p>
          <a:p>
            <a:pPr marL="285750" lvl="0" indent="-285750">
              <a:lnSpc>
                <a:spcPct val="100000"/>
              </a:lnSpc>
              <a:spcBef>
                <a:spcPts val="400"/>
              </a:spcBef>
              <a:buClr>
                <a:srgbClr val="0A8276"/>
              </a:buClr>
              <a:buSzPct val="90000"/>
              <a:buFont typeface="Symbol" panose="05050102010706020507" pitchFamily="18" charset="2"/>
              <a:buChar char="-"/>
            </a:pPr>
            <a:r>
              <a:rPr sz="1800" dirty="0"/>
              <a:t>Level or pulse; edge shaping and inversion</a:t>
            </a:r>
          </a:p>
          <a:p>
            <a:pPr marL="285750" lvl="0" indent="-285750">
              <a:lnSpc>
                <a:spcPct val="100000"/>
              </a:lnSpc>
              <a:spcBef>
                <a:spcPts val="400"/>
              </a:spcBef>
              <a:buClr>
                <a:srgbClr val="0A8276"/>
              </a:buClr>
              <a:buSzPct val="90000"/>
              <a:buFont typeface="Symbol" panose="05050102010706020507" pitchFamily="18" charset="2"/>
              <a:buChar char="-"/>
            </a:pPr>
            <a:r>
              <a:rPr sz="1800" dirty="0"/>
              <a:t>&lt;1 ns latency HPPASS ↔ TCPWM kill path</a:t>
            </a:r>
          </a:p>
          <a:p>
            <a:pPr marL="285750" lvl="0" indent="-285750">
              <a:lnSpc>
                <a:spcPct val="100000"/>
              </a:lnSpc>
              <a:spcBef>
                <a:spcPts val="400"/>
              </a:spcBef>
              <a:buClr>
                <a:srgbClr val="0A8276"/>
              </a:buClr>
              <a:buSzPct val="90000"/>
              <a:buFont typeface="Symbol" panose="05050102010706020507" pitchFamily="18" charset="2"/>
              <a:buChar char="-"/>
            </a:pPr>
            <a:r>
              <a:rPr sz="1800" dirty="0"/>
              <a:t>Enables autonomous ADC → PWM update loops</a:t>
            </a:r>
          </a:p>
        </p:txBody>
      </p:sp>
      <p:pic>
        <p:nvPicPr>
          <p:cNvPr id="6" name="Picture 5">
            <a:extLst>
              <a:ext uri="{FF2B5EF4-FFF2-40B4-BE49-F238E27FC236}">
                <a16:creationId xmlns:a16="http://schemas.microsoft.com/office/drawing/2014/main" id="{0561A426-9C4E-F46D-8058-B34457C37415}"/>
              </a:ext>
            </a:extLst>
          </p:cNvPr>
          <p:cNvPicPr>
            <a:picLocks noChangeAspect="1"/>
          </p:cNvPicPr>
          <p:nvPr/>
        </p:nvPicPr>
        <p:blipFill>
          <a:blip r:embed="rId2"/>
          <a:stretch>
            <a:fillRect/>
          </a:stretch>
        </p:blipFill>
        <p:spPr>
          <a:xfrm>
            <a:off x="341221" y="1597586"/>
            <a:ext cx="5256501" cy="1971187"/>
          </a:xfrm>
          <a:prstGeom prst="rect">
            <a:avLst/>
          </a:prstGeom>
        </p:spPr>
      </p:pic>
      <p:sp>
        <p:nvSpPr>
          <p:cNvPr id="5" name="Footer Placeholder 4">
            <a:extLst>
              <a:ext uri="{FF2B5EF4-FFF2-40B4-BE49-F238E27FC236}">
                <a16:creationId xmlns:a16="http://schemas.microsoft.com/office/drawing/2014/main" id="{6BC4CA78-B52F-290A-909C-F57C9B2F32FA}"/>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TriggerMux</a:t>
            </a:r>
            <a:r>
              <a:rPr dirty="0"/>
              <a:t> multiplexer trigger group</a:t>
            </a:r>
            <a:br>
              <a:rPr lang="de-DE" dirty="0"/>
            </a:br>
            <a:r>
              <a:rPr lang="de-DE" sz="1800" dirty="0"/>
              <a:t>Example</a:t>
            </a:r>
            <a:r>
              <a:rPr lang="de-DE" dirty="0"/>
              <a:t>-</a:t>
            </a:r>
            <a:r>
              <a:rPr lang="en-US" sz="1800" dirty="0"/>
              <a:t>PERI Trigger source group 0 (PDMA0 Trigger MUX)</a:t>
            </a:r>
            <a:endParaRPr sz="1800" dirty="0"/>
          </a:p>
        </p:txBody>
      </p:sp>
      <p:sp>
        <p:nvSpPr>
          <p:cNvPr id="4" name="TextBox 3"/>
          <p:cNvSpPr txBox="1"/>
          <p:nvPr/>
        </p:nvSpPr>
        <p:spPr>
          <a:xfrm>
            <a:off x="5791200" y="1280160"/>
            <a:ext cx="6096000" cy="3421449"/>
          </a:xfrm>
          <a:prstGeom prst="rect">
            <a:avLst/>
          </a:prstGeom>
          <a:noFill/>
        </p:spPr>
        <p:txBody>
          <a:bodyPr wrap="square">
            <a:spAutoFit/>
          </a:bodyPr>
          <a:lstStyle/>
          <a:p>
            <a:pPr marL="342900" lvl="0" indent="-342900">
              <a:lnSpc>
                <a:spcPct val="100000"/>
              </a:lnSpc>
              <a:spcBef>
                <a:spcPts val="400"/>
              </a:spcBef>
              <a:buClr>
                <a:srgbClr val="0A8276"/>
              </a:buClr>
              <a:buSzPct val="90000"/>
              <a:buFont typeface="Symbol" panose="05050102010706020507" pitchFamily="18" charset="2"/>
              <a:buChar char="-"/>
            </a:pPr>
            <a:r>
              <a:rPr sz="1800" dirty="0"/>
              <a:t>Multiplexer group example</a:t>
            </a:r>
            <a:r>
              <a:rPr lang="en-US" sz="1800" dirty="0"/>
              <a:t>:</a:t>
            </a:r>
            <a:r>
              <a:rPr sz="1800" dirty="0"/>
              <a:t> any of 128</a:t>
            </a:r>
            <a:r>
              <a:rPr lang="de-DE" sz="1800" dirty="0"/>
              <a:t>(M5) or </a:t>
            </a:r>
            <a:r>
              <a:rPr lang="de-DE" sz="1800" b="1" dirty="0"/>
              <a:t>194(M6)</a:t>
            </a:r>
            <a:r>
              <a:rPr sz="1800" b="1" dirty="0"/>
              <a:t> </a:t>
            </a:r>
            <a:r>
              <a:rPr sz="1800" dirty="0"/>
              <a:t>sources to any of 16 destinations</a:t>
            </a:r>
          </a:p>
          <a:p>
            <a:pPr marL="342900" lvl="0" indent="-342900">
              <a:lnSpc>
                <a:spcPct val="100000"/>
              </a:lnSpc>
              <a:spcBef>
                <a:spcPts val="400"/>
              </a:spcBef>
              <a:buClr>
                <a:srgbClr val="0A8276"/>
              </a:buClr>
              <a:buSzPct val="90000"/>
              <a:buFont typeface="Symbol" panose="05050102010706020507" pitchFamily="18" charset="2"/>
              <a:buChar char="-"/>
            </a:pPr>
            <a:r>
              <a:rPr sz="1800" dirty="0"/>
              <a:t>Same source can go to many destinations via multiple muxes</a:t>
            </a:r>
          </a:p>
          <a:p>
            <a:pPr marL="342900" lvl="0" indent="-342900">
              <a:lnSpc>
                <a:spcPct val="100000"/>
              </a:lnSpc>
              <a:spcBef>
                <a:spcPts val="400"/>
              </a:spcBef>
              <a:buClr>
                <a:srgbClr val="0A8276"/>
              </a:buClr>
              <a:buSzPct val="90000"/>
              <a:buFont typeface="Symbol" panose="05050102010706020507" pitchFamily="18" charset="2"/>
              <a:buChar char="-"/>
            </a:pPr>
            <a:r>
              <a:rPr sz="1800" dirty="0"/>
              <a:t>Each destination has exactly one active source at a time</a:t>
            </a:r>
          </a:p>
          <a:p>
            <a:pPr marL="342900" lvl="0" indent="-342900">
              <a:lnSpc>
                <a:spcPct val="100000"/>
              </a:lnSpc>
              <a:spcBef>
                <a:spcPts val="400"/>
              </a:spcBef>
              <a:buClr>
                <a:srgbClr val="0A8276"/>
              </a:buClr>
              <a:buSzPct val="90000"/>
              <a:buFont typeface="Symbol" panose="05050102010706020507" pitchFamily="18" charset="2"/>
              <a:buChar char="-"/>
            </a:pPr>
            <a:r>
              <a:rPr sz="1800" dirty="0"/>
              <a:t>Trigger manipulation stage</a:t>
            </a:r>
          </a:p>
          <a:p>
            <a:pPr marL="628650" lvl="1" indent="-342900">
              <a:lnSpc>
                <a:spcPct val="100000"/>
              </a:lnSpc>
              <a:spcBef>
                <a:spcPts val="150"/>
              </a:spcBef>
              <a:buClr>
                <a:srgbClr val="0A8276"/>
              </a:buClr>
              <a:buSzPct val="85000"/>
              <a:buFont typeface="Symbol" panose="05050102010706020507" pitchFamily="18" charset="2"/>
              <a:buChar char="-"/>
            </a:pPr>
            <a:r>
              <a:rPr sz="1800" dirty="0"/>
              <a:t>Asynchronous edge detection</a:t>
            </a:r>
          </a:p>
          <a:p>
            <a:pPr marL="628650" lvl="1" indent="-342900">
              <a:lnSpc>
                <a:spcPct val="100000"/>
              </a:lnSpc>
              <a:spcBef>
                <a:spcPts val="150"/>
              </a:spcBef>
              <a:buClr>
                <a:srgbClr val="0A8276"/>
              </a:buClr>
              <a:buSzPct val="85000"/>
              <a:buFont typeface="Symbol" panose="05050102010706020507" pitchFamily="18" charset="2"/>
              <a:buChar char="-"/>
            </a:pPr>
            <a:r>
              <a:rPr sz="1800" dirty="0" err="1"/>
              <a:t>Synchronise</a:t>
            </a:r>
            <a:r>
              <a:rPr sz="1800" dirty="0"/>
              <a:t> across peripheral clock domains</a:t>
            </a:r>
          </a:p>
          <a:p>
            <a:pPr marL="628650" lvl="1" indent="-342900">
              <a:lnSpc>
                <a:spcPct val="100000"/>
              </a:lnSpc>
              <a:spcBef>
                <a:spcPts val="150"/>
              </a:spcBef>
              <a:buClr>
                <a:srgbClr val="0A8276"/>
              </a:buClr>
              <a:buSzPct val="85000"/>
              <a:buFont typeface="Symbol" panose="05050102010706020507" pitchFamily="18" charset="2"/>
              <a:buChar char="-"/>
            </a:pPr>
            <a:r>
              <a:rPr sz="1800" dirty="0"/>
              <a:t>Level inversion</a:t>
            </a:r>
          </a:p>
          <a:p>
            <a:pPr marL="342900" lvl="0" indent="-342900">
              <a:lnSpc>
                <a:spcPct val="100000"/>
              </a:lnSpc>
              <a:spcBef>
                <a:spcPts val="400"/>
              </a:spcBef>
              <a:buClr>
                <a:srgbClr val="0A8276"/>
              </a:buClr>
              <a:buSzPct val="90000"/>
              <a:buFont typeface="Symbol" panose="05050102010706020507" pitchFamily="18" charset="2"/>
              <a:buChar char="-"/>
            </a:pPr>
            <a:r>
              <a:rPr sz="1800" dirty="0"/>
              <a:t>Configured centrally via MTB Trigger MUX configurator</a:t>
            </a:r>
          </a:p>
        </p:txBody>
      </p:sp>
      <p:pic>
        <p:nvPicPr>
          <p:cNvPr id="6" name="Picture 5">
            <a:extLst>
              <a:ext uri="{FF2B5EF4-FFF2-40B4-BE49-F238E27FC236}">
                <a16:creationId xmlns:a16="http://schemas.microsoft.com/office/drawing/2014/main" id="{6EC1D5FA-93D2-0769-516C-F3E3B25A3657}"/>
              </a:ext>
            </a:extLst>
          </p:cNvPr>
          <p:cNvPicPr>
            <a:picLocks noChangeAspect="1"/>
          </p:cNvPicPr>
          <p:nvPr/>
        </p:nvPicPr>
        <p:blipFill>
          <a:blip r:embed="rId2"/>
          <a:stretch>
            <a:fillRect/>
          </a:stretch>
        </p:blipFill>
        <p:spPr>
          <a:xfrm>
            <a:off x="307731" y="1866772"/>
            <a:ext cx="5420671" cy="1789244"/>
          </a:xfrm>
          <a:prstGeom prst="rect">
            <a:avLst/>
          </a:prstGeom>
        </p:spPr>
      </p:pic>
      <p:sp>
        <p:nvSpPr>
          <p:cNvPr id="5" name="Footer Placeholder 4">
            <a:extLst>
              <a:ext uri="{FF2B5EF4-FFF2-40B4-BE49-F238E27FC236}">
                <a16:creationId xmlns:a16="http://schemas.microsoft.com/office/drawing/2014/main" id="{84BBA955-46C1-25EA-867E-F70C25D36638}"/>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Clocking system architecture</a:t>
            </a:r>
          </a:p>
        </p:txBody>
      </p:sp>
      <p:sp>
        <p:nvSpPr>
          <p:cNvPr id="4" name="TextBox 3"/>
          <p:cNvSpPr txBox="1"/>
          <p:nvPr/>
        </p:nvSpPr>
        <p:spPr>
          <a:xfrm>
            <a:off x="5943600" y="1280160"/>
            <a:ext cx="5943600" cy="4026743"/>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800" dirty="0"/>
              <a:t>Oscillators</a:t>
            </a:r>
          </a:p>
          <a:p>
            <a:pPr marL="571500" lvl="1" indent="-285750">
              <a:lnSpc>
                <a:spcPct val="100000"/>
              </a:lnSpc>
              <a:spcBef>
                <a:spcPts val="150"/>
              </a:spcBef>
              <a:buClr>
                <a:srgbClr val="0A8276"/>
              </a:buClr>
              <a:buSzPct val="85000"/>
              <a:buFont typeface="Symbol" panose="05050102010706020507" pitchFamily="18" charset="2"/>
              <a:buChar char="-"/>
            </a:pPr>
            <a:r>
              <a:rPr sz="1800" dirty="0"/>
              <a:t>IMO 8 MHz ±2 </a:t>
            </a:r>
            <a:r>
              <a:rPr lang="en-US" sz="1800" dirty="0"/>
              <a:t>%: </a:t>
            </a:r>
            <a:r>
              <a:rPr sz="1800" dirty="0"/>
              <a:t>Deep-Sleep capable</a:t>
            </a:r>
          </a:p>
          <a:p>
            <a:pPr marL="571500" lvl="1" indent="-285750">
              <a:lnSpc>
                <a:spcPct val="100000"/>
              </a:lnSpc>
              <a:spcBef>
                <a:spcPts val="150"/>
              </a:spcBef>
              <a:buClr>
                <a:srgbClr val="0A8276"/>
              </a:buClr>
              <a:buSzPct val="85000"/>
              <a:buFont typeface="Symbol" panose="05050102010706020507" pitchFamily="18" charset="2"/>
              <a:buChar char="-"/>
            </a:pPr>
            <a:r>
              <a:rPr sz="1800" dirty="0"/>
              <a:t>IHO 48 MHz ±1 %</a:t>
            </a:r>
          </a:p>
          <a:p>
            <a:pPr marL="571500" lvl="1" indent="-285750">
              <a:lnSpc>
                <a:spcPct val="100000"/>
              </a:lnSpc>
              <a:spcBef>
                <a:spcPts val="150"/>
              </a:spcBef>
              <a:buClr>
                <a:srgbClr val="0A8276"/>
              </a:buClr>
              <a:buSzPct val="85000"/>
              <a:buFont typeface="Symbol" panose="05050102010706020507" pitchFamily="18" charset="2"/>
              <a:buChar char="-"/>
            </a:pPr>
            <a:r>
              <a:rPr sz="1800" dirty="0"/>
              <a:t>ILO 32 kHz ±10 %</a:t>
            </a:r>
          </a:p>
          <a:p>
            <a:pPr marL="571500" lvl="1" indent="-285750">
              <a:lnSpc>
                <a:spcPct val="100000"/>
              </a:lnSpc>
              <a:spcBef>
                <a:spcPts val="150"/>
              </a:spcBef>
              <a:buClr>
                <a:srgbClr val="0A8276"/>
              </a:buClr>
              <a:buSzPct val="85000"/>
              <a:buFont typeface="Symbol" panose="05050102010706020507" pitchFamily="18" charset="2"/>
              <a:buChar char="-"/>
            </a:pPr>
            <a:r>
              <a:rPr sz="1800" dirty="0"/>
              <a:t>ECO 4–35 MHz, WCO 32.768 kHz</a:t>
            </a:r>
          </a:p>
          <a:p>
            <a:pPr marL="571500" lvl="1" indent="-285750">
              <a:lnSpc>
                <a:spcPct val="100000"/>
              </a:lnSpc>
              <a:spcBef>
                <a:spcPts val="150"/>
              </a:spcBef>
              <a:buClr>
                <a:srgbClr val="0A8276"/>
              </a:buClr>
              <a:buSzPct val="85000"/>
              <a:buFont typeface="Symbol" panose="05050102010706020507" pitchFamily="18" charset="2"/>
              <a:buChar char="-"/>
            </a:pPr>
            <a:r>
              <a:rPr sz="1800" dirty="0"/>
              <a:t>External clock up to 80 MHz on P0.0 or P2.2</a:t>
            </a:r>
          </a:p>
          <a:p>
            <a:pPr marL="285750" lvl="0" indent="-285750">
              <a:lnSpc>
                <a:spcPct val="100000"/>
              </a:lnSpc>
              <a:spcBef>
                <a:spcPts val="400"/>
              </a:spcBef>
              <a:buClr>
                <a:srgbClr val="0A8276"/>
              </a:buClr>
              <a:buSzPct val="90000"/>
              <a:buFont typeface="Symbol" panose="05050102010706020507" pitchFamily="18" charset="2"/>
              <a:buChar char="-"/>
            </a:pPr>
            <a:r>
              <a:rPr sz="1800" dirty="0"/>
              <a:t>PLL / FLL</a:t>
            </a:r>
          </a:p>
          <a:p>
            <a:pPr marL="571500" lvl="1" indent="-285750">
              <a:lnSpc>
                <a:spcPct val="100000"/>
              </a:lnSpc>
              <a:spcBef>
                <a:spcPts val="150"/>
              </a:spcBef>
              <a:buClr>
                <a:srgbClr val="0A8276"/>
              </a:buClr>
              <a:buSzPct val="85000"/>
              <a:buFont typeface="Symbol" panose="05050102010706020507" pitchFamily="18" charset="2"/>
              <a:buChar char="-"/>
            </a:pPr>
            <a:r>
              <a:rPr sz="1800" dirty="0"/>
              <a:t>FLL 24–100 MHz</a:t>
            </a:r>
          </a:p>
          <a:p>
            <a:pPr marL="571500" lvl="1" indent="-285750">
              <a:lnSpc>
                <a:spcPct val="100000"/>
              </a:lnSpc>
              <a:spcBef>
                <a:spcPts val="150"/>
              </a:spcBef>
              <a:buClr>
                <a:srgbClr val="0A8276"/>
              </a:buClr>
              <a:buSzPct val="85000"/>
              <a:buFont typeface="Symbol" panose="05050102010706020507" pitchFamily="18" charset="2"/>
              <a:buChar char="-"/>
            </a:pPr>
            <a:r>
              <a:rPr sz="1800" dirty="0"/>
              <a:t>DPLL</a:t>
            </a:r>
            <a:r>
              <a:rPr lang="de-DE" sz="1800" dirty="0"/>
              <a:t> 25–250 </a:t>
            </a:r>
            <a:r>
              <a:rPr sz="1800" dirty="0"/>
              <a:t>MHz</a:t>
            </a:r>
            <a:r>
              <a:rPr lang="en-US" sz="1800" dirty="0"/>
              <a:t>:</a:t>
            </a:r>
            <a:r>
              <a:rPr sz="1800" dirty="0"/>
              <a:t> </a:t>
            </a:r>
            <a:r>
              <a:rPr sz="1800" b="1" dirty="0"/>
              <a:t>2 × on M5</a:t>
            </a:r>
            <a:r>
              <a:rPr lang="de-DE" sz="1800" b="1" dirty="0"/>
              <a:t> </a:t>
            </a:r>
            <a:r>
              <a:rPr lang="de-DE" sz="1800" dirty="0"/>
              <a:t>and 25-180Mhz </a:t>
            </a:r>
            <a:r>
              <a:rPr lang="de-DE" sz="1800" b="1" dirty="0"/>
              <a:t>: </a:t>
            </a:r>
            <a:r>
              <a:rPr sz="1800" b="1" dirty="0"/>
              <a:t>1 × on M6</a:t>
            </a:r>
          </a:p>
          <a:p>
            <a:pPr marL="285750" lvl="0" indent="-285750">
              <a:lnSpc>
                <a:spcPct val="100000"/>
              </a:lnSpc>
              <a:spcBef>
                <a:spcPts val="400"/>
              </a:spcBef>
              <a:buClr>
                <a:srgbClr val="0A8276"/>
              </a:buClr>
              <a:buSzPct val="90000"/>
              <a:buFont typeface="Symbol" panose="05050102010706020507" pitchFamily="18" charset="2"/>
              <a:buChar char="-"/>
            </a:pPr>
            <a:r>
              <a:rPr sz="1800" dirty="0"/>
              <a:t>Seven clock paths, seven high-frequency root clocks (CLK_HF0…6)</a:t>
            </a:r>
          </a:p>
          <a:p>
            <a:pPr marL="285750" lvl="0" indent="-285750">
              <a:lnSpc>
                <a:spcPct val="100000"/>
              </a:lnSpc>
              <a:spcBef>
                <a:spcPts val="400"/>
              </a:spcBef>
              <a:buClr>
                <a:srgbClr val="0A8276"/>
              </a:buClr>
              <a:buSzPct val="90000"/>
              <a:buFont typeface="Symbol" panose="05050102010706020507" pitchFamily="18" charset="2"/>
              <a:buChar char="-"/>
            </a:pPr>
            <a:r>
              <a:rPr sz="1800" dirty="0"/>
              <a:t>Configured in Device Configurator (visual)</a:t>
            </a:r>
          </a:p>
        </p:txBody>
      </p:sp>
      <p:sp>
        <p:nvSpPr>
          <p:cNvPr id="5" name="Footer Placeholder 4">
            <a:extLst>
              <a:ext uri="{FF2B5EF4-FFF2-40B4-BE49-F238E27FC236}">
                <a16:creationId xmlns:a16="http://schemas.microsoft.com/office/drawing/2014/main" id="{7BEF8E68-3FAD-EDE1-2CA6-4616E812334C}"/>
              </a:ext>
            </a:extLst>
          </p:cNvPr>
          <p:cNvSpPr>
            <a:spLocks noGrp="1"/>
          </p:cNvSpPr>
          <p:nvPr>
            <p:ph type="ftr" sz="quarter" idx="11"/>
          </p:nvPr>
        </p:nvSpPr>
        <p:spPr/>
        <p:txBody>
          <a:bodyPr/>
          <a:lstStyle/>
          <a:p>
            <a:r>
              <a:rPr lang="en-US"/>
              <a:t>Sep 2026</a:t>
            </a:r>
            <a:endParaRPr lang="en-US" dirty="0"/>
          </a:p>
        </p:txBody>
      </p:sp>
      <p:pic>
        <p:nvPicPr>
          <p:cNvPr id="7" name="Picture 6" descr="A diagram of a computer&#10;&#10;AI-generated content may be incorrect.">
            <a:extLst>
              <a:ext uri="{FF2B5EF4-FFF2-40B4-BE49-F238E27FC236}">
                <a16:creationId xmlns:a16="http://schemas.microsoft.com/office/drawing/2014/main" id="{0290EC2C-B323-26FE-81C7-5C0EB47C0FD2}"/>
              </a:ext>
            </a:extLst>
          </p:cNvPr>
          <p:cNvPicPr>
            <a:picLocks noChangeAspect="1"/>
          </p:cNvPicPr>
          <p:nvPr/>
        </p:nvPicPr>
        <p:blipFill>
          <a:blip r:embed="rId2"/>
          <a:stretch>
            <a:fillRect/>
          </a:stretch>
        </p:blipFill>
        <p:spPr>
          <a:xfrm>
            <a:off x="525632" y="990600"/>
            <a:ext cx="4884568" cy="5442450"/>
          </a:xfrm>
          <a:prstGeom prst="rect">
            <a:avLst/>
          </a:prstGeom>
          <a:ln>
            <a:solidFill>
              <a:schemeClr val="tx1"/>
            </a:solid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62189CE-BA51-51DF-4BB8-6A50C1C725FE}"/>
              </a:ext>
            </a:extLst>
          </p:cNvPr>
          <p:cNvSpPr>
            <a:spLocks noGrp="1"/>
          </p:cNvSpPr>
          <p:nvPr>
            <p:ph sz="quarter" idx="13" hasCustomPrompt="1"/>
          </p:nvPr>
        </p:nvSpPr>
        <p:spPr>
          <a:xfrm>
            <a:off x="334799" y="1268414"/>
            <a:ext cx="11558125" cy="5113337"/>
          </a:xfrm>
        </p:spPr>
        <p:txBody>
          <a:bodyPr/>
          <a:lstStyle/>
          <a:p>
            <a:pPr marL="0" indent="0">
              <a:buNone/>
            </a:pPr>
            <a:r>
              <a:rPr dirty="0"/>
              <a:t>The</a:t>
            </a:r>
            <a:r>
              <a:rPr lang="en-IN" dirty="0"/>
              <a:t> </a:t>
            </a:r>
            <a:r>
              <a:rPr dirty="0"/>
              <a:t>details of the CLK_HF distribution network and the </a:t>
            </a:r>
            <a:r>
              <a:rPr lang="en-IN" dirty="0"/>
              <a:t>maximum </a:t>
            </a:r>
            <a:r>
              <a:rPr dirty="0"/>
              <a:t>CPU and peripheral </a:t>
            </a:r>
            <a:r>
              <a:rPr lang="en-IN" dirty="0"/>
              <a:t>frequencies for</a:t>
            </a:r>
            <a:r>
              <a:rPr dirty="0"/>
              <a:t> the different </a:t>
            </a:r>
            <a:r>
              <a:rPr lang="en-IN" dirty="0"/>
              <a:t>A</a:t>
            </a:r>
            <a:r>
              <a:rPr dirty="0" err="1"/>
              <a:t>ctive</a:t>
            </a:r>
            <a:r>
              <a:rPr dirty="0"/>
              <a:t> modes</a:t>
            </a:r>
            <a:r>
              <a:rPr lang="en-IN" dirty="0"/>
              <a:t> </a:t>
            </a:r>
            <a:r>
              <a:rPr lang="en-US" dirty="0"/>
              <a:t>are shown in the table </a:t>
            </a:r>
            <a:r>
              <a:rPr lang="en-IN" dirty="0"/>
              <a:t>below:</a:t>
            </a:r>
            <a:endParaRPr dirty="0"/>
          </a:p>
          <a:p>
            <a:endParaRPr lang="en-US" sz="1600" dirty="0"/>
          </a:p>
        </p:txBody>
      </p:sp>
      <p:sp>
        <p:nvSpPr>
          <p:cNvPr id="3" name="Title 2">
            <a:extLst>
              <a:ext uri="{FF2B5EF4-FFF2-40B4-BE49-F238E27FC236}">
                <a16:creationId xmlns:a16="http://schemas.microsoft.com/office/drawing/2014/main" id="{98272825-20D7-0C4E-3D03-36334B7C70F2}"/>
              </a:ext>
            </a:extLst>
          </p:cNvPr>
          <p:cNvSpPr>
            <a:spLocks noGrp="1"/>
          </p:cNvSpPr>
          <p:nvPr>
            <p:ph type="title" hasCustomPrompt="1"/>
          </p:nvPr>
        </p:nvSpPr>
        <p:spPr/>
        <p:txBody>
          <a:bodyPr/>
          <a:lstStyle/>
          <a:p>
            <a:r>
              <a:rPr dirty="0">
                <a:solidFill>
                  <a:srgbClr val="0A8276"/>
                </a:solidFill>
                <a:latin typeface="Arial" panose="020B0604020202020204" pitchFamily="34" charset="0"/>
              </a:rPr>
              <a:t>Clock distribution and </a:t>
            </a:r>
            <a:r>
              <a:rPr lang="en-IN" dirty="0">
                <a:solidFill>
                  <a:srgbClr val="0A8276"/>
                </a:solidFill>
                <a:latin typeface="Arial" panose="020B0604020202020204" pitchFamily="34" charset="0"/>
              </a:rPr>
              <a:t>A</a:t>
            </a:r>
            <a:r>
              <a:rPr dirty="0" err="1">
                <a:solidFill>
                  <a:srgbClr val="0A8276"/>
                </a:solidFill>
                <a:latin typeface="Arial" panose="020B0604020202020204" pitchFamily="34" charset="0"/>
              </a:rPr>
              <a:t>ctive</a:t>
            </a:r>
            <a:r>
              <a:rPr dirty="0">
                <a:solidFill>
                  <a:srgbClr val="0A8276"/>
                </a:solidFill>
                <a:latin typeface="Arial" panose="020B0604020202020204" pitchFamily="34" charset="0"/>
              </a:rPr>
              <a:t> mode performance parameters</a:t>
            </a:r>
            <a:endParaRPr lang="en-US" dirty="0"/>
          </a:p>
        </p:txBody>
      </p:sp>
      <p:graphicFrame>
        <p:nvGraphicFramePr>
          <p:cNvPr id="6" name="Table 5">
            <a:extLst>
              <a:ext uri="{FF2B5EF4-FFF2-40B4-BE49-F238E27FC236}">
                <a16:creationId xmlns:a16="http://schemas.microsoft.com/office/drawing/2014/main" id="{F6543A3B-AF3F-A2E8-BB38-9CA99BBDB7C9}"/>
              </a:ext>
            </a:extLst>
          </p:cNvPr>
          <p:cNvGraphicFramePr>
            <a:graphicFrameLocks noGrp="1" noChangeAspect="1"/>
          </p:cNvGraphicFramePr>
          <p:nvPr/>
        </p:nvGraphicFramePr>
        <p:xfrm>
          <a:off x="347347" y="1962070"/>
          <a:ext cx="11479157" cy="4126843"/>
        </p:xfrm>
        <a:graphic>
          <a:graphicData uri="http://schemas.openxmlformats.org/drawingml/2006/table">
            <a:tbl>
              <a:tblPr firstRow="1" bandRow="1">
                <a:tableStyleId>{5C22544A-7EE6-4342-B048-85BDC9FD1C3A}</a:tableStyleId>
              </a:tblPr>
              <a:tblGrid>
                <a:gridCol w="1473382">
                  <a:extLst>
                    <a:ext uri="{9D8B030D-6E8A-4147-A177-3AD203B41FA5}">
                      <a16:colId xmlns:a16="http://schemas.microsoft.com/office/drawing/2014/main" val="1534812607"/>
                    </a:ext>
                  </a:extLst>
                </a:gridCol>
                <a:gridCol w="3601364">
                  <a:extLst>
                    <a:ext uri="{9D8B030D-6E8A-4147-A177-3AD203B41FA5}">
                      <a16:colId xmlns:a16="http://schemas.microsoft.com/office/drawing/2014/main" val="3234527379"/>
                    </a:ext>
                  </a:extLst>
                </a:gridCol>
                <a:gridCol w="1463865">
                  <a:extLst>
                    <a:ext uri="{9D8B030D-6E8A-4147-A177-3AD203B41FA5}">
                      <a16:colId xmlns:a16="http://schemas.microsoft.com/office/drawing/2014/main" val="871465630"/>
                    </a:ext>
                  </a:extLst>
                </a:gridCol>
                <a:gridCol w="1134496">
                  <a:extLst>
                    <a:ext uri="{9D8B030D-6E8A-4147-A177-3AD203B41FA5}">
                      <a16:colId xmlns:a16="http://schemas.microsoft.com/office/drawing/2014/main" val="1967982118"/>
                    </a:ext>
                  </a:extLst>
                </a:gridCol>
                <a:gridCol w="1134496">
                  <a:extLst>
                    <a:ext uri="{9D8B030D-6E8A-4147-A177-3AD203B41FA5}">
                      <a16:colId xmlns:a16="http://schemas.microsoft.com/office/drawing/2014/main" val="2498614315"/>
                    </a:ext>
                  </a:extLst>
                </a:gridCol>
                <a:gridCol w="1330267">
                  <a:extLst>
                    <a:ext uri="{9D8B030D-6E8A-4147-A177-3AD203B41FA5}">
                      <a16:colId xmlns:a16="http://schemas.microsoft.com/office/drawing/2014/main" val="3486653310"/>
                    </a:ext>
                  </a:extLst>
                </a:gridCol>
                <a:gridCol w="1341287">
                  <a:extLst>
                    <a:ext uri="{9D8B030D-6E8A-4147-A177-3AD203B41FA5}">
                      <a16:colId xmlns:a16="http://schemas.microsoft.com/office/drawing/2014/main" val="3426920562"/>
                    </a:ext>
                  </a:extLst>
                </a:gridCol>
              </a:tblGrid>
              <a:tr h="502546">
                <a:tc rowSpan="2">
                  <a:txBody>
                    <a:bodyPr/>
                    <a:lstStyle/>
                    <a:p>
                      <a:r>
                        <a:rPr lang="en-US" altLang="zh-CN" sz="1400" b="1" dirty="0"/>
                        <a:t>CLK_HF</a:t>
                      </a:r>
                      <a:endParaRPr lang="en-US" altLang="zh-CN" sz="1400" b="1" dirty="0">
                        <a:latin typeface="+mj-lt"/>
                      </a:endParaRPr>
                    </a:p>
                  </a:txBody>
                  <a:tcPr anchor="ctr"/>
                </a:tc>
                <a:tc rowSpan="2">
                  <a:txBody>
                    <a:bodyPr/>
                    <a:lstStyle/>
                    <a:p>
                      <a:pPr fontAlgn="t">
                        <a:lnSpc>
                          <a:spcPts val="1500"/>
                        </a:lnSpc>
                        <a:buNone/>
                      </a:pPr>
                      <a:r>
                        <a:rPr lang="en-IN" sz="1400" b="1" dirty="0">
                          <a:effectLst/>
                        </a:rPr>
                        <a:t>Peripherals</a:t>
                      </a:r>
                      <a:endParaRPr lang="en-IN" sz="1400" b="1" i="0" dirty="0">
                        <a:effectLst/>
                        <a:latin typeface="+mj-lt"/>
                      </a:endParaRPr>
                    </a:p>
                  </a:txBody>
                  <a:tcPr anchor="ctr"/>
                </a:tc>
                <a:tc rowSpan="2">
                  <a:txBody>
                    <a:bodyPr/>
                    <a:lstStyle/>
                    <a:p>
                      <a:pPr fontAlgn="t">
                        <a:lnSpc>
                          <a:spcPts val="1500"/>
                        </a:lnSpc>
                        <a:buNone/>
                      </a:pPr>
                      <a:r>
                        <a:rPr lang="en-IN" sz="1400" b="1" dirty="0">
                          <a:effectLst/>
                        </a:rPr>
                        <a:t>Source</a:t>
                      </a:r>
                      <a:endParaRPr lang="en-IN" sz="1400" b="1" i="0" dirty="0">
                        <a:effectLst/>
                        <a:latin typeface="+mj-lt"/>
                      </a:endParaRPr>
                    </a:p>
                  </a:txBody>
                  <a:tcPr anchor="ctr"/>
                </a:tc>
                <a:tc gridSpan="4">
                  <a:txBody>
                    <a:bodyPr/>
                    <a:lstStyle/>
                    <a:p>
                      <a:r>
                        <a:rPr lang="en-IN" altLang="zh-CN" sz="1400" dirty="0"/>
                        <a:t>Max permitted clock frequency</a:t>
                      </a:r>
                      <a:r>
                        <a:rPr lang="en-IN" altLang="zh-CN" sz="1400" baseline="30000" dirty="0"/>
                        <a:t>1</a:t>
                      </a:r>
                    </a:p>
                  </a:txBody>
                  <a:tcPr anchor="ctr"/>
                </a:tc>
                <a:tc hMerge="1">
                  <a:txBody>
                    <a:bodyPr/>
                    <a:lstStyle/>
                    <a:p>
                      <a:endParaRPr lang="zh-CN" altLang="en-US" sz="1400" dirty="0"/>
                    </a:p>
                  </a:txBody>
                  <a:tcPr/>
                </a:tc>
                <a:tc hMerge="1">
                  <a:txBody>
                    <a:bodyPr/>
                    <a:lstStyle/>
                    <a:p>
                      <a:endParaRPr lang="zh-CN" altLang="en-US" sz="1400" dirty="0"/>
                    </a:p>
                  </a:txBody>
                  <a:tcPr/>
                </a:tc>
                <a:tc hMerge="1">
                  <a:txBody>
                    <a:bodyPr/>
                    <a:lstStyle/>
                    <a:p>
                      <a:endParaRPr lang="zh-CN" altLang="en-US" sz="1400" dirty="0"/>
                    </a:p>
                  </a:txBody>
                  <a:tcPr/>
                </a:tc>
                <a:extLst>
                  <a:ext uri="{0D108BD9-81ED-4DB2-BD59-A6C34878D82A}">
                    <a16:rowId xmlns:a16="http://schemas.microsoft.com/office/drawing/2014/main" val="4141935996"/>
                  </a:ext>
                </a:extLst>
              </a:tr>
              <a:tr h="344405">
                <a:tc vMerge="1">
                  <a:txBody>
                    <a:bodyPr/>
                    <a:lstStyle/>
                    <a:p>
                      <a:endParaRPr lang="en-US" altLang="zh-CN" sz="1600" dirty="0"/>
                    </a:p>
                  </a:txBody>
                  <a:tcPr/>
                </a:tc>
                <a:tc vMerge="1">
                  <a:txBody>
                    <a:bodyPr/>
                    <a:lstStyle/>
                    <a:p>
                      <a:endParaRPr lang="en-IN" dirty="0"/>
                    </a:p>
                  </a:txBody>
                  <a:tcPr/>
                </a:tc>
                <a:tc vMerge="1">
                  <a:txBody>
                    <a:bodyPr/>
                    <a:lstStyle/>
                    <a:p>
                      <a:endParaRPr lang="en-IN" dirty="0"/>
                    </a:p>
                  </a:txBody>
                  <a:tcPr/>
                </a:tc>
                <a:tc>
                  <a:txBody>
                    <a:bodyPr/>
                    <a:lstStyle/>
                    <a:p>
                      <a:pPr marL="0" algn="l" defTabSz="1219170" rtl="0" eaLnBrk="1" fontAlgn="t" latinLnBrk="0" hangingPunct="1">
                        <a:lnSpc>
                          <a:spcPts val="1500"/>
                        </a:lnSpc>
                        <a:buNone/>
                      </a:pPr>
                      <a:r>
                        <a:rPr lang="en-IN" sz="1400" b="1" kern="1200" dirty="0">
                          <a:solidFill>
                            <a:schemeClr val="lt1"/>
                          </a:solidFill>
                        </a:rPr>
                        <a:t>OD (1.2 V)</a:t>
                      </a:r>
                      <a:endParaRPr lang="en-IN" sz="1400" b="1" kern="1200" dirty="0">
                        <a:solidFill>
                          <a:schemeClr val="lt1"/>
                        </a:solidFill>
                        <a:latin typeface="+mn-lt"/>
                        <a:ea typeface="+mn-ea"/>
                        <a:cs typeface="+mn-cs"/>
                      </a:endParaRPr>
                    </a:p>
                  </a:txBody>
                  <a:tcPr anchor="ctr">
                    <a:solidFill>
                      <a:schemeClr val="accent1"/>
                    </a:solidFill>
                  </a:tcPr>
                </a:tc>
                <a:tc>
                  <a:txBody>
                    <a:bodyPr/>
                    <a:lstStyle/>
                    <a:p>
                      <a:pPr marL="0" algn="l" defTabSz="1219170" rtl="0" eaLnBrk="1" fontAlgn="t" latinLnBrk="0" hangingPunct="1">
                        <a:lnSpc>
                          <a:spcPts val="1500"/>
                        </a:lnSpc>
                        <a:buNone/>
                      </a:pPr>
                      <a:r>
                        <a:rPr lang="en-IN" sz="1400" b="1" kern="1200" dirty="0">
                          <a:solidFill>
                            <a:schemeClr val="lt1"/>
                          </a:solidFill>
                        </a:rPr>
                        <a:t>LP (1.1 V)</a:t>
                      </a:r>
                      <a:endParaRPr lang="en-IN" sz="1400" b="1" kern="1200" dirty="0">
                        <a:solidFill>
                          <a:schemeClr val="lt1"/>
                        </a:solidFill>
                        <a:latin typeface="+mn-lt"/>
                        <a:ea typeface="+mn-ea"/>
                        <a:cs typeface="+mn-cs"/>
                      </a:endParaRPr>
                    </a:p>
                  </a:txBody>
                  <a:tcPr anchor="ctr">
                    <a:solidFill>
                      <a:schemeClr val="accent1"/>
                    </a:solidFill>
                  </a:tcPr>
                </a:tc>
                <a:tc>
                  <a:txBody>
                    <a:bodyPr/>
                    <a:lstStyle/>
                    <a:p>
                      <a:pPr marL="0" algn="l" defTabSz="1219170" rtl="0" eaLnBrk="1" fontAlgn="t" latinLnBrk="0" hangingPunct="1">
                        <a:lnSpc>
                          <a:spcPts val="1500"/>
                        </a:lnSpc>
                        <a:buNone/>
                      </a:pPr>
                      <a:r>
                        <a:rPr lang="en-IN" sz="1400" b="1" kern="1200" dirty="0">
                          <a:solidFill>
                            <a:schemeClr val="lt1"/>
                          </a:solidFill>
                        </a:rPr>
                        <a:t>MF (1.0 V)</a:t>
                      </a:r>
                      <a:endParaRPr lang="en-IN" sz="1400" b="1" kern="1200" dirty="0">
                        <a:solidFill>
                          <a:schemeClr val="lt1"/>
                        </a:solidFill>
                        <a:latin typeface="+mn-lt"/>
                        <a:ea typeface="+mn-ea"/>
                        <a:cs typeface="+mn-cs"/>
                      </a:endParaRPr>
                    </a:p>
                  </a:txBody>
                  <a:tcPr anchor="ctr">
                    <a:solidFill>
                      <a:schemeClr val="accent1"/>
                    </a:solidFill>
                  </a:tcPr>
                </a:tc>
                <a:tc>
                  <a:txBody>
                    <a:bodyPr/>
                    <a:lstStyle/>
                    <a:p>
                      <a:pPr marL="0" algn="l" defTabSz="1219170" rtl="0" eaLnBrk="1" fontAlgn="t" latinLnBrk="0" hangingPunct="1">
                        <a:lnSpc>
                          <a:spcPts val="1500"/>
                        </a:lnSpc>
                        <a:buNone/>
                      </a:pPr>
                      <a:r>
                        <a:rPr lang="en-IN" sz="1400" b="1" kern="1200" dirty="0">
                          <a:solidFill>
                            <a:schemeClr val="lt1"/>
                          </a:solidFill>
                        </a:rPr>
                        <a:t>ULP (0.9 V)</a:t>
                      </a:r>
                      <a:endParaRPr lang="en-IN" sz="1400" b="1" kern="1200" dirty="0">
                        <a:solidFill>
                          <a:schemeClr val="lt1"/>
                        </a:solidFill>
                        <a:latin typeface="+mn-lt"/>
                        <a:ea typeface="+mn-ea"/>
                        <a:cs typeface="+mn-cs"/>
                      </a:endParaRPr>
                    </a:p>
                  </a:txBody>
                  <a:tcPr anchor="ctr">
                    <a:solidFill>
                      <a:schemeClr val="accent1"/>
                    </a:solidFill>
                  </a:tcPr>
                </a:tc>
                <a:extLst>
                  <a:ext uri="{0D108BD9-81ED-4DB2-BD59-A6C34878D82A}">
                    <a16:rowId xmlns:a16="http://schemas.microsoft.com/office/drawing/2014/main" val="2573252371"/>
                  </a:ext>
                </a:extLst>
              </a:tr>
              <a:tr h="290947">
                <a:tc>
                  <a:txBody>
                    <a:bodyPr/>
                    <a:lstStyle/>
                    <a:p>
                      <a:pPr fontAlgn="t">
                        <a:lnSpc>
                          <a:spcPts val="1500"/>
                        </a:lnSpc>
                        <a:buNone/>
                      </a:pPr>
                      <a:r>
                        <a:rPr lang="en-IN" sz="1400" b="0" dirty="0">
                          <a:effectLst/>
                        </a:rPr>
                        <a:t>CLK_HF0</a:t>
                      </a:r>
                      <a:endParaRPr lang="en-IN" sz="1400" b="0" i="0" dirty="0">
                        <a:effectLst/>
                        <a:latin typeface="+mj-lt"/>
                      </a:endParaRPr>
                    </a:p>
                  </a:txBody>
                  <a:tcPr anchor="ctr"/>
                </a:tc>
                <a:tc>
                  <a:txBody>
                    <a:bodyPr/>
                    <a:lstStyle/>
                    <a:p>
                      <a:r>
                        <a:rPr lang="en-IN" sz="1400" b="0" dirty="0">
                          <a:solidFill>
                            <a:srgbClr val="242424"/>
                          </a:solidFill>
                          <a:effectLst/>
                        </a:rPr>
                        <a:t>CPU, PERI, SRSS, CORDIC, DEBUG600, SVGS, AES, HPPASS</a:t>
                      </a:r>
                      <a:r>
                        <a:rPr lang="en-IN" sz="1400" b="0" baseline="30000" dirty="0">
                          <a:solidFill>
                            <a:srgbClr val="242424"/>
                          </a:solidFill>
                          <a:effectLst/>
                        </a:rPr>
                        <a:t>2</a:t>
                      </a:r>
                      <a:r>
                        <a:rPr lang="en-IN" sz="1400" b="0" dirty="0">
                          <a:solidFill>
                            <a:srgbClr val="242424"/>
                          </a:solidFill>
                          <a:effectLst/>
                        </a:rPr>
                        <a:t>, </a:t>
                      </a:r>
                      <a:br>
                        <a:rPr lang="en-IN" sz="1400" b="0" dirty="0">
                          <a:solidFill>
                            <a:srgbClr val="242424"/>
                          </a:solidFill>
                          <a:effectLst/>
                        </a:rPr>
                      </a:br>
                      <a:r>
                        <a:rPr lang="en-IN" sz="1400" b="0" dirty="0">
                          <a:solidFill>
                            <a:srgbClr val="242424"/>
                          </a:solidFill>
                          <a:effectLst/>
                        </a:rPr>
                        <a:t>peri clock group 0 (TCPWM, CSG), </a:t>
                      </a:r>
                      <a:br>
                        <a:rPr lang="en-IN" sz="1400" b="0" dirty="0">
                          <a:solidFill>
                            <a:srgbClr val="242424"/>
                          </a:solidFill>
                          <a:effectLst/>
                        </a:rPr>
                      </a:br>
                      <a:r>
                        <a:rPr lang="en-IN" sz="1400" b="0" dirty="0">
                          <a:solidFill>
                            <a:srgbClr val="242424"/>
                          </a:solidFill>
                          <a:effectLst/>
                        </a:rPr>
                        <a:t>peri clock group 2 (CRYPTOLITE)</a:t>
                      </a:r>
                      <a:endParaRPr lang="zh-CN" altLang="en-US" sz="1400" dirty="0">
                        <a:latin typeface="+mj-lt"/>
                      </a:endParaRPr>
                    </a:p>
                  </a:txBody>
                  <a:tcPr anchor="ctr"/>
                </a:tc>
                <a:tc>
                  <a:txBody>
                    <a:bodyPr/>
                    <a:lstStyle/>
                    <a:p>
                      <a:pPr fontAlgn="t">
                        <a:lnSpc>
                          <a:spcPts val="1500"/>
                        </a:lnSpc>
                        <a:buNone/>
                      </a:pPr>
                      <a:r>
                        <a:rPr lang="en-IN" sz="1400" b="0" dirty="0">
                          <a:effectLst/>
                        </a:rPr>
                        <a:t>IMO, IHO, DPLL0, FLL</a:t>
                      </a:r>
                      <a:endParaRPr lang="en-IN" sz="1400" b="0" i="0" dirty="0">
                        <a:effectLst/>
                        <a:latin typeface="+mj-lt"/>
                      </a:endParaRPr>
                    </a:p>
                  </a:txBody>
                  <a:tcPr anchor="ctr"/>
                </a:tc>
                <a:tc>
                  <a:txBody>
                    <a:bodyPr/>
                    <a:lstStyle/>
                    <a:p>
                      <a:pPr fontAlgn="t">
                        <a:lnSpc>
                          <a:spcPts val="1500"/>
                        </a:lnSpc>
                        <a:buNone/>
                      </a:pPr>
                      <a:r>
                        <a:rPr lang="en-IN" sz="1400" b="0" dirty="0">
                          <a:effectLst/>
                        </a:rPr>
                        <a:t>180 MHz</a:t>
                      </a:r>
                      <a:endParaRPr lang="en-IN" sz="1400" b="0" i="0" dirty="0">
                        <a:effectLst/>
                        <a:latin typeface="+mj-lt"/>
                      </a:endParaRPr>
                    </a:p>
                  </a:txBody>
                  <a:tcPr anchor="ctr"/>
                </a:tc>
                <a:tc>
                  <a:txBody>
                    <a:bodyPr/>
                    <a:lstStyle/>
                    <a:p>
                      <a:pPr fontAlgn="t">
                        <a:lnSpc>
                          <a:spcPts val="1500"/>
                        </a:lnSpc>
                        <a:buNone/>
                      </a:pPr>
                      <a:r>
                        <a:rPr lang="en-IN" sz="1400" b="0" dirty="0">
                          <a:effectLst/>
                        </a:rPr>
                        <a:t>150 MHz</a:t>
                      </a:r>
                      <a:endParaRPr lang="en-IN" sz="1400" b="0" i="0" dirty="0">
                        <a:effectLst/>
                        <a:latin typeface="+mj-lt"/>
                      </a:endParaRPr>
                    </a:p>
                  </a:txBody>
                  <a:tcPr anchor="ctr"/>
                </a:tc>
                <a:tc>
                  <a:txBody>
                    <a:bodyPr/>
                    <a:lstStyle/>
                    <a:p>
                      <a:pPr fontAlgn="t">
                        <a:lnSpc>
                          <a:spcPts val="1500"/>
                        </a:lnSpc>
                        <a:buNone/>
                      </a:pPr>
                      <a:r>
                        <a:rPr lang="en-IN" sz="1400" b="0" dirty="0">
                          <a:effectLst/>
                        </a:rPr>
                        <a:t>70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extLst>
                  <a:ext uri="{0D108BD9-81ED-4DB2-BD59-A6C34878D82A}">
                    <a16:rowId xmlns:a16="http://schemas.microsoft.com/office/drawing/2014/main" val="3260431298"/>
                  </a:ext>
                </a:extLst>
              </a:tr>
              <a:tr h="290947">
                <a:tc>
                  <a:txBody>
                    <a:bodyPr/>
                    <a:lstStyle/>
                    <a:p>
                      <a:pPr fontAlgn="t">
                        <a:lnSpc>
                          <a:spcPts val="1500"/>
                        </a:lnSpc>
                        <a:buNone/>
                      </a:pPr>
                      <a:r>
                        <a:rPr lang="en-IN" sz="1400" b="0" dirty="0">
                          <a:effectLst/>
                        </a:rPr>
                        <a:t>CLK_HF1</a:t>
                      </a:r>
                      <a:endParaRPr lang="en-IN" sz="1400" b="0" i="0" dirty="0">
                        <a:effectLst/>
                        <a:latin typeface="+mj-lt"/>
                      </a:endParaRPr>
                    </a:p>
                  </a:txBody>
                  <a:tcPr anchor="ctr"/>
                </a:tc>
                <a:tc>
                  <a:txBody>
                    <a:bodyPr/>
                    <a:lstStyle/>
                    <a:p>
                      <a:pPr fontAlgn="t">
                        <a:lnSpc>
                          <a:spcPts val="1500"/>
                        </a:lnSpc>
                        <a:buNone/>
                      </a:pPr>
                      <a:r>
                        <a:rPr lang="en-IN" sz="1400" b="0" dirty="0">
                          <a:effectLst/>
                        </a:rPr>
                        <a:t>LPCOMP, peri clock group 1 (SMARTIO), peri clock group 3 (IOSS)</a:t>
                      </a:r>
                      <a:endParaRPr lang="en-IN" sz="1400" b="0" i="0" dirty="0">
                        <a:effectLst/>
                        <a:latin typeface="+mj-lt"/>
                      </a:endParaRPr>
                    </a:p>
                  </a:txBody>
                  <a:tcPr anchor="ctr"/>
                </a:tc>
                <a:tc>
                  <a:txBody>
                    <a:bodyPr/>
                    <a:lstStyle/>
                    <a:p>
                      <a:pPr fontAlgn="t">
                        <a:lnSpc>
                          <a:spcPts val="1500"/>
                        </a:lnSpc>
                        <a:buNone/>
                      </a:pPr>
                      <a:r>
                        <a:rPr lang="en-IN" sz="1400" b="0" dirty="0">
                          <a:effectLst/>
                        </a:rPr>
                        <a:t>IHO, DPLL0, FLL</a:t>
                      </a:r>
                      <a:endParaRPr lang="en-IN" sz="1400" b="0" i="0" dirty="0">
                        <a:effectLst/>
                        <a:latin typeface="+mj-lt"/>
                      </a:endParaRPr>
                    </a:p>
                  </a:txBody>
                  <a:tcPr anchor="ctr"/>
                </a:tc>
                <a:tc>
                  <a:txBody>
                    <a:bodyPr/>
                    <a:lstStyle/>
                    <a:p>
                      <a:pPr fontAlgn="t">
                        <a:lnSpc>
                          <a:spcPts val="1500"/>
                        </a:lnSpc>
                        <a:buNone/>
                      </a:pPr>
                      <a:r>
                        <a:rPr lang="en-IN" sz="1400" b="0" dirty="0">
                          <a:effectLst/>
                        </a:rPr>
                        <a:t>180 MHz</a:t>
                      </a:r>
                      <a:endParaRPr lang="en-IN" sz="1400" b="0" i="0" dirty="0">
                        <a:effectLst/>
                        <a:latin typeface="+mj-lt"/>
                      </a:endParaRPr>
                    </a:p>
                  </a:txBody>
                  <a:tcPr anchor="ctr"/>
                </a:tc>
                <a:tc>
                  <a:txBody>
                    <a:bodyPr/>
                    <a:lstStyle/>
                    <a:p>
                      <a:pPr fontAlgn="t">
                        <a:lnSpc>
                          <a:spcPts val="1500"/>
                        </a:lnSpc>
                        <a:buNone/>
                      </a:pPr>
                      <a:r>
                        <a:rPr lang="en-IN" sz="1400" b="0" dirty="0">
                          <a:effectLst/>
                        </a:rPr>
                        <a:t>150 MHz</a:t>
                      </a:r>
                      <a:endParaRPr lang="en-IN" sz="1400" b="0" i="0" dirty="0">
                        <a:effectLst/>
                        <a:latin typeface="+mj-lt"/>
                      </a:endParaRPr>
                    </a:p>
                  </a:txBody>
                  <a:tcPr anchor="ctr"/>
                </a:tc>
                <a:tc>
                  <a:txBody>
                    <a:bodyPr/>
                    <a:lstStyle/>
                    <a:p>
                      <a:pPr fontAlgn="t">
                        <a:lnSpc>
                          <a:spcPts val="1500"/>
                        </a:lnSpc>
                        <a:buNone/>
                      </a:pPr>
                      <a:r>
                        <a:rPr lang="en-IN" sz="1400" b="0" dirty="0">
                          <a:effectLst/>
                        </a:rPr>
                        <a:t>70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extLst>
                  <a:ext uri="{0D108BD9-81ED-4DB2-BD59-A6C34878D82A}">
                    <a16:rowId xmlns:a16="http://schemas.microsoft.com/office/drawing/2014/main" val="172731149"/>
                  </a:ext>
                </a:extLst>
              </a:tr>
              <a:tr h="290947">
                <a:tc>
                  <a:txBody>
                    <a:bodyPr/>
                    <a:lstStyle/>
                    <a:p>
                      <a:pPr fontAlgn="t">
                        <a:lnSpc>
                          <a:spcPts val="1500"/>
                        </a:lnSpc>
                        <a:buNone/>
                      </a:pPr>
                      <a:r>
                        <a:rPr lang="en-IN" sz="1400" b="0" dirty="0">
                          <a:effectLst/>
                        </a:rPr>
                        <a:t>CLK_HF2</a:t>
                      </a:r>
                      <a:endParaRPr lang="en-IN" sz="1400" b="0" i="0" dirty="0">
                        <a:effectLst/>
                        <a:latin typeface="+mj-lt"/>
                      </a:endParaRPr>
                    </a:p>
                  </a:txBody>
                  <a:tcPr anchor="ctr"/>
                </a:tc>
                <a:tc>
                  <a:txBody>
                    <a:bodyPr/>
                    <a:lstStyle/>
                    <a:p>
                      <a:pPr fontAlgn="t">
                        <a:lnSpc>
                          <a:spcPts val="1500"/>
                        </a:lnSpc>
                        <a:buNone/>
                      </a:pPr>
                      <a:r>
                        <a:rPr lang="en-IN" sz="1400" b="0" dirty="0">
                          <a:effectLst/>
                        </a:rPr>
                        <a:t>Peri clock group 4 (CAN, SCB[0:4])</a:t>
                      </a:r>
                      <a:endParaRPr lang="en-IN" sz="1400" b="0" i="0" dirty="0">
                        <a:effectLst/>
                        <a:latin typeface="+mj-lt"/>
                      </a:endParaRPr>
                    </a:p>
                  </a:txBody>
                  <a:tcPr anchor="ctr"/>
                </a:tc>
                <a:tc>
                  <a:txBody>
                    <a:bodyPr/>
                    <a:lstStyle/>
                    <a:p>
                      <a:pPr fontAlgn="t">
                        <a:lnSpc>
                          <a:spcPts val="1500"/>
                        </a:lnSpc>
                        <a:buNone/>
                      </a:pPr>
                      <a:r>
                        <a:rPr lang="en-IN" sz="1400" b="0" dirty="0">
                          <a:effectLst/>
                        </a:rPr>
                        <a:t>IHO, FLL</a:t>
                      </a:r>
                      <a:endParaRPr lang="en-IN" sz="1400" b="0" i="0" dirty="0">
                        <a:effectLst/>
                        <a:latin typeface="+mj-lt"/>
                      </a:endParaRPr>
                    </a:p>
                  </a:txBody>
                  <a:tcPr anchor="ctr"/>
                </a:tc>
                <a:tc>
                  <a:txBody>
                    <a:bodyPr/>
                    <a:lstStyle/>
                    <a:p>
                      <a:pPr fontAlgn="t">
                        <a:lnSpc>
                          <a:spcPts val="1500"/>
                        </a:lnSpc>
                        <a:buNone/>
                      </a:pPr>
                      <a:r>
                        <a:rPr lang="en-IN" sz="1400" b="0" dirty="0">
                          <a:effectLst/>
                        </a:rPr>
                        <a:t>100 MHz</a:t>
                      </a:r>
                      <a:endParaRPr lang="en-IN" sz="1400" b="0" i="0" dirty="0">
                        <a:effectLst/>
                        <a:latin typeface="+mj-lt"/>
                      </a:endParaRPr>
                    </a:p>
                  </a:txBody>
                  <a:tcPr anchor="ctr"/>
                </a:tc>
                <a:tc>
                  <a:txBody>
                    <a:bodyPr/>
                    <a:lstStyle/>
                    <a:p>
                      <a:pPr fontAlgn="t">
                        <a:lnSpc>
                          <a:spcPts val="1500"/>
                        </a:lnSpc>
                        <a:buNone/>
                      </a:pPr>
                      <a:r>
                        <a:rPr lang="en-IN" sz="1400" b="0" dirty="0">
                          <a:effectLst/>
                        </a:rPr>
                        <a:t>100 MHz</a:t>
                      </a:r>
                      <a:endParaRPr lang="en-IN" sz="1400" b="0" i="0" dirty="0">
                        <a:effectLst/>
                        <a:latin typeface="+mj-lt"/>
                      </a:endParaRPr>
                    </a:p>
                  </a:txBody>
                  <a:tcPr anchor="ctr"/>
                </a:tc>
                <a:tc>
                  <a:txBody>
                    <a:bodyPr/>
                    <a:lstStyle/>
                    <a:p>
                      <a:pPr fontAlgn="t">
                        <a:lnSpc>
                          <a:spcPts val="1500"/>
                        </a:lnSpc>
                        <a:buNone/>
                      </a:pPr>
                      <a:r>
                        <a:rPr lang="en-IN" sz="1400" b="0" dirty="0">
                          <a:effectLst/>
                        </a:rPr>
                        <a:t>25 MHz</a:t>
                      </a:r>
                      <a:endParaRPr lang="en-IN" sz="1400" b="0" i="0" dirty="0">
                        <a:effectLst/>
                        <a:latin typeface="+mj-lt"/>
                      </a:endParaRPr>
                    </a:p>
                  </a:txBody>
                  <a:tcPr anchor="ctr"/>
                </a:tc>
                <a:tc>
                  <a:txBody>
                    <a:bodyPr/>
                    <a:lstStyle/>
                    <a:p>
                      <a:pPr fontAlgn="t">
                        <a:lnSpc>
                          <a:spcPts val="1500"/>
                        </a:lnSpc>
                        <a:buNone/>
                      </a:pPr>
                      <a:r>
                        <a:rPr lang="en-IN" sz="1400" b="0" dirty="0">
                          <a:effectLst/>
                        </a:rPr>
                        <a:t>25 MHz</a:t>
                      </a:r>
                      <a:endParaRPr lang="en-IN" sz="1400" b="0" i="0" dirty="0">
                        <a:effectLst/>
                        <a:latin typeface="+mj-lt"/>
                      </a:endParaRPr>
                    </a:p>
                  </a:txBody>
                  <a:tcPr anchor="ctr"/>
                </a:tc>
                <a:extLst>
                  <a:ext uri="{0D108BD9-81ED-4DB2-BD59-A6C34878D82A}">
                    <a16:rowId xmlns:a16="http://schemas.microsoft.com/office/drawing/2014/main" val="154219750"/>
                  </a:ext>
                </a:extLst>
              </a:tr>
              <a:tr h="290947">
                <a:tc>
                  <a:txBody>
                    <a:bodyPr/>
                    <a:lstStyle/>
                    <a:p>
                      <a:pPr fontAlgn="t">
                        <a:lnSpc>
                          <a:spcPts val="1500"/>
                        </a:lnSpc>
                        <a:buNone/>
                      </a:pPr>
                      <a:r>
                        <a:rPr lang="en-IN" sz="1400" b="0" dirty="0">
                          <a:effectLst/>
                        </a:rPr>
                        <a:t>CLK_HF3</a:t>
                      </a:r>
                      <a:endParaRPr lang="en-IN" sz="1400" b="0" i="0" dirty="0">
                        <a:effectLst/>
                        <a:latin typeface="+mj-lt"/>
                      </a:endParaRPr>
                    </a:p>
                  </a:txBody>
                  <a:tcPr anchor="ctr"/>
                </a:tc>
                <a:tc>
                  <a:txBody>
                    <a:bodyPr/>
                    <a:lstStyle/>
                    <a:p>
                      <a:pPr fontAlgn="t">
                        <a:lnSpc>
                          <a:spcPts val="1500"/>
                        </a:lnSpc>
                        <a:buNone/>
                      </a:pPr>
                      <a:r>
                        <a:rPr lang="en-IN" sz="1400" b="0" dirty="0">
                          <a:effectLst/>
                        </a:rPr>
                        <a:t>Peri clock group 8 (USB DEV), </a:t>
                      </a:r>
                      <a:br>
                        <a:rPr lang="en-IN" sz="1400" b="0" dirty="0">
                          <a:effectLst/>
                        </a:rPr>
                      </a:br>
                      <a:r>
                        <a:rPr lang="en-IN" sz="1400" b="0" dirty="0">
                          <a:effectLst/>
                        </a:rPr>
                        <a:t>peri clock group 9 (USB HOST)</a:t>
                      </a:r>
                      <a:endParaRPr lang="en-IN" sz="1400" b="0" i="0" dirty="0">
                        <a:effectLst/>
                        <a:latin typeface="+mj-lt"/>
                      </a:endParaRPr>
                    </a:p>
                  </a:txBody>
                  <a:tcPr anchor="ctr"/>
                </a:tc>
                <a:tc>
                  <a:txBody>
                    <a:bodyPr/>
                    <a:lstStyle/>
                    <a:p>
                      <a:pPr fontAlgn="t">
                        <a:lnSpc>
                          <a:spcPts val="1500"/>
                        </a:lnSpc>
                        <a:buNone/>
                      </a:pPr>
                      <a:r>
                        <a:rPr lang="en-IN" sz="1400" b="0" dirty="0">
                          <a:effectLst/>
                        </a:rPr>
                        <a:t>ECO, FLL</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extLst>
                  <a:ext uri="{0D108BD9-81ED-4DB2-BD59-A6C34878D82A}">
                    <a16:rowId xmlns:a16="http://schemas.microsoft.com/office/drawing/2014/main" val="4124075614"/>
                  </a:ext>
                </a:extLst>
              </a:tr>
              <a:tr h="290947">
                <a:tc>
                  <a:txBody>
                    <a:bodyPr/>
                    <a:lstStyle/>
                    <a:p>
                      <a:pPr fontAlgn="t">
                        <a:lnSpc>
                          <a:spcPts val="1500"/>
                        </a:lnSpc>
                        <a:buNone/>
                      </a:pPr>
                      <a:r>
                        <a:rPr lang="en-IN" sz="1400" b="0" dirty="0">
                          <a:effectLst/>
                        </a:rPr>
                        <a:t>CLK</a:t>
                      </a:r>
                      <a:r>
                        <a:rPr lang="en-IN" sz="1400" b="0" kern="1200" dirty="0">
                          <a:solidFill>
                            <a:schemeClr val="dk1"/>
                          </a:solidFill>
                          <a:effectLst/>
                        </a:rPr>
                        <a:t>_HF4</a:t>
                      </a:r>
                      <a:endParaRPr lang="en-IN" sz="1400" b="0" i="0" dirty="0">
                        <a:effectLst/>
                        <a:latin typeface="+mj-lt"/>
                      </a:endParaRPr>
                    </a:p>
                  </a:txBody>
                  <a:tcPr anchor="ctr"/>
                </a:tc>
                <a:tc>
                  <a:txBody>
                    <a:bodyPr/>
                    <a:lstStyle/>
                    <a:p>
                      <a:pPr fontAlgn="t">
                        <a:lnSpc>
                          <a:spcPts val="1500"/>
                        </a:lnSpc>
                        <a:buNone/>
                      </a:pPr>
                      <a:r>
                        <a:rPr lang="en-IN" sz="1400" b="0" dirty="0">
                          <a:effectLst/>
                        </a:rPr>
                        <a:t>Peri clock group 6 (SCB[5], I3C, USB), peri clock group 7 (I3C.CLK_IF)</a:t>
                      </a:r>
                      <a:endParaRPr lang="en-IN" sz="1400" b="0" i="0" dirty="0">
                        <a:effectLst/>
                        <a:latin typeface="+mj-lt"/>
                      </a:endParaRPr>
                    </a:p>
                  </a:txBody>
                  <a:tcPr anchor="ctr"/>
                </a:tc>
                <a:tc>
                  <a:txBody>
                    <a:bodyPr/>
                    <a:lstStyle/>
                    <a:p>
                      <a:pPr fontAlgn="t">
                        <a:lnSpc>
                          <a:spcPts val="1500"/>
                        </a:lnSpc>
                        <a:buNone/>
                      </a:pPr>
                      <a:r>
                        <a:rPr lang="en-IN" sz="1400" b="0" dirty="0">
                          <a:effectLst/>
                        </a:rPr>
                        <a:t>IHO, DPLL0</a:t>
                      </a:r>
                      <a:endParaRPr lang="en-IN" sz="1400" b="0" i="0" dirty="0">
                        <a:effectLst/>
                        <a:latin typeface="+mj-lt"/>
                      </a:endParaRPr>
                    </a:p>
                  </a:txBody>
                  <a:tcPr anchor="ctr"/>
                </a:tc>
                <a:tc>
                  <a:txBody>
                    <a:bodyPr/>
                    <a:lstStyle/>
                    <a:p>
                      <a:pPr fontAlgn="t">
                        <a:lnSpc>
                          <a:spcPts val="1500"/>
                        </a:lnSpc>
                        <a:buNone/>
                      </a:pPr>
                      <a:r>
                        <a:rPr lang="en-IN" sz="1400" b="0" dirty="0">
                          <a:effectLst/>
                        </a:rPr>
                        <a:t>180 MHz</a:t>
                      </a:r>
                      <a:endParaRPr lang="en-IN" sz="1400" b="0" i="0" dirty="0">
                        <a:effectLst/>
                        <a:latin typeface="+mj-lt"/>
                      </a:endParaRPr>
                    </a:p>
                  </a:txBody>
                  <a:tcPr anchor="ctr"/>
                </a:tc>
                <a:tc>
                  <a:txBody>
                    <a:bodyPr/>
                    <a:lstStyle/>
                    <a:p>
                      <a:pPr fontAlgn="t">
                        <a:lnSpc>
                          <a:spcPts val="1500"/>
                        </a:lnSpc>
                        <a:buNone/>
                      </a:pPr>
                      <a:r>
                        <a:rPr lang="en-IN" sz="1400" b="0" dirty="0">
                          <a:effectLst/>
                        </a:rPr>
                        <a:t>150 MHz</a:t>
                      </a:r>
                      <a:endParaRPr lang="en-IN" sz="1400" b="0" i="0" dirty="0">
                        <a:effectLst/>
                        <a:latin typeface="+mj-lt"/>
                      </a:endParaRPr>
                    </a:p>
                  </a:txBody>
                  <a:tcPr anchor="ctr"/>
                </a:tc>
                <a:tc>
                  <a:txBody>
                    <a:bodyPr/>
                    <a:lstStyle/>
                    <a:p>
                      <a:pPr fontAlgn="t">
                        <a:lnSpc>
                          <a:spcPts val="1500"/>
                        </a:lnSpc>
                        <a:buNone/>
                      </a:pPr>
                      <a:r>
                        <a:rPr lang="en-IN" sz="1400" b="0" dirty="0">
                          <a:effectLst/>
                        </a:rPr>
                        <a:t>70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extLst>
                  <a:ext uri="{0D108BD9-81ED-4DB2-BD59-A6C34878D82A}">
                    <a16:rowId xmlns:a16="http://schemas.microsoft.com/office/drawing/2014/main" val="4075047985"/>
                  </a:ext>
                </a:extLst>
              </a:tr>
              <a:tr h="290947">
                <a:tc>
                  <a:txBody>
                    <a:bodyPr/>
                    <a:lstStyle/>
                    <a:p>
                      <a:r>
                        <a:rPr lang="en-IN" sz="1400" dirty="0"/>
                        <a:t>CLK_HF5</a:t>
                      </a:r>
                      <a:endParaRPr lang="en-IN" sz="1400" dirty="0">
                        <a:latin typeface="+mj-lt"/>
                      </a:endParaRPr>
                    </a:p>
                  </a:txBody>
                  <a:tcPr anchor="ctr"/>
                </a:tc>
                <a:tc>
                  <a:txBody>
                    <a:bodyPr/>
                    <a:lstStyle/>
                    <a:p>
                      <a:pPr fontAlgn="t">
                        <a:lnSpc>
                          <a:spcPts val="1500"/>
                        </a:lnSpc>
                        <a:buNone/>
                      </a:pPr>
                      <a:r>
                        <a:rPr lang="en-IN" sz="1400" b="0" dirty="0">
                          <a:effectLst/>
                        </a:rPr>
                        <a:t>EXT_CLK_OUT</a:t>
                      </a:r>
                      <a:endParaRPr lang="en-IN" sz="1400" b="0" i="0" dirty="0">
                        <a:effectLst/>
                        <a:latin typeface="+mj-lt"/>
                      </a:endParaRPr>
                    </a:p>
                  </a:txBody>
                  <a:tcPr anchor="ctr"/>
                </a:tc>
                <a:tc>
                  <a:txBody>
                    <a:bodyPr/>
                    <a:lstStyle/>
                    <a:p>
                      <a:pPr fontAlgn="t">
                        <a:lnSpc>
                          <a:spcPts val="1500"/>
                        </a:lnSpc>
                        <a:buNone/>
                      </a:pPr>
                      <a:r>
                        <a:rPr lang="en-IN" sz="1400" b="0" dirty="0">
                          <a:effectLst/>
                        </a:rPr>
                        <a:t>IHO, DPLL0</a:t>
                      </a:r>
                      <a:endParaRPr lang="en-IN" sz="1400" b="0" i="0" dirty="0">
                        <a:effectLst/>
                        <a:latin typeface="+mj-lt"/>
                      </a:endParaRPr>
                    </a:p>
                  </a:txBody>
                  <a:tcPr anchor="ctr"/>
                </a:tc>
                <a:tc>
                  <a:txBody>
                    <a:bodyPr/>
                    <a:lstStyle/>
                    <a:p>
                      <a:pPr fontAlgn="t">
                        <a:lnSpc>
                          <a:spcPts val="1500"/>
                        </a:lnSpc>
                        <a:buNone/>
                      </a:pPr>
                      <a:r>
                        <a:rPr lang="en-IN" sz="1400" b="0" dirty="0">
                          <a:effectLst/>
                        </a:rPr>
                        <a:t>80 MHz</a:t>
                      </a:r>
                      <a:endParaRPr lang="en-IN" sz="1400" b="0" i="0" dirty="0">
                        <a:effectLst/>
                        <a:latin typeface="+mj-lt"/>
                      </a:endParaRPr>
                    </a:p>
                  </a:txBody>
                  <a:tcPr anchor="ctr"/>
                </a:tc>
                <a:tc>
                  <a:txBody>
                    <a:bodyPr/>
                    <a:lstStyle/>
                    <a:p>
                      <a:pPr fontAlgn="t">
                        <a:lnSpc>
                          <a:spcPts val="1500"/>
                        </a:lnSpc>
                        <a:buNone/>
                      </a:pPr>
                      <a:r>
                        <a:rPr lang="en-IN" sz="1400" b="0" dirty="0">
                          <a:effectLst/>
                        </a:rPr>
                        <a:t>80 MHz</a:t>
                      </a:r>
                      <a:endParaRPr lang="en-IN" sz="1400" b="0" i="0" dirty="0">
                        <a:effectLst/>
                        <a:latin typeface="+mj-lt"/>
                      </a:endParaRPr>
                    </a:p>
                  </a:txBody>
                  <a:tcPr anchor="ctr"/>
                </a:tc>
                <a:tc>
                  <a:txBody>
                    <a:bodyPr/>
                    <a:lstStyle/>
                    <a:p>
                      <a:pPr fontAlgn="t">
                        <a:lnSpc>
                          <a:spcPts val="1500"/>
                        </a:lnSpc>
                        <a:buNone/>
                      </a:pPr>
                      <a:r>
                        <a:rPr lang="en-IN" sz="1400" b="0" dirty="0">
                          <a:effectLst/>
                        </a:rPr>
                        <a:t>80 MHz</a:t>
                      </a:r>
                      <a:endParaRPr lang="en-IN" sz="1400" b="0" i="0" dirty="0">
                        <a:effectLst/>
                        <a:latin typeface="+mj-lt"/>
                      </a:endParaRPr>
                    </a:p>
                  </a:txBody>
                  <a:tcPr anchor="ctr"/>
                </a:tc>
                <a:tc>
                  <a:txBody>
                    <a:bodyPr/>
                    <a:lstStyle/>
                    <a:p>
                      <a:pPr fontAlgn="t">
                        <a:lnSpc>
                          <a:spcPts val="1500"/>
                        </a:lnSpc>
                        <a:buNone/>
                      </a:pPr>
                      <a:r>
                        <a:rPr lang="en-IN" sz="1400" b="0" dirty="0">
                          <a:effectLst/>
                        </a:rPr>
                        <a:t>50 MHz</a:t>
                      </a:r>
                      <a:endParaRPr lang="en-IN" sz="1400" b="0" i="0" dirty="0">
                        <a:effectLst/>
                        <a:latin typeface="+mj-lt"/>
                      </a:endParaRPr>
                    </a:p>
                  </a:txBody>
                  <a:tcPr anchor="ctr"/>
                </a:tc>
                <a:extLst>
                  <a:ext uri="{0D108BD9-81ED-4DB2-BD59-A6C34878D82A}">
                    <a16:rowId xmlns:a16="http://schemas.microsoft.com/office/drawing/2014/main" val="132677579"/>
                  </a:ext>
                </a:extLst>
              </a:tr>
              <a:tr h="29094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400" dirty="0"/>
                        <a:t>CLK_HF6</a:t>
                      </a:r>
                      <a:endParaRPr lang="en-IN" sz="1400" dirty="0">
                        <a:latin typeface="+mj-lt"/>
                      </a:endParaRPr>
                    </a:p>
                  </a:txBody>
                  <a:tcPr anchor="ctr"/>
                </a:tc>
                <a:tc>
                  <a:txBody>
                    <a:bodyPr/>
                    <a:lstStyle/>
                    <a:p>
                      <a:r>
                        <a:rPr lang="en-IN" sz="1400" dirty="0"/>
                        <a:t>CSV</a:t>
                      </a:r>
                      <a:endParaRPr lang="en-IN" sz="1400" dirty="0">
                        <a:latin typeface="+mj-lt"/>
                      </a:endParaRPr>
                    </a:p>
                  </a:txBody>
                  <a:tcPr anchor="ctr"/>
                </a:tc>
                <a:tc>
                  <a:txBody>
                    <a:bodyPr/>
                    <a:lstStyle/>
                    <a:p>
                      <a:pPr fontAlgn="t">
                        <a:lnSpc>
                          <a:spcPts val="1500"/>
                        </a:lnSpc>
                        <a:buNone/>
                      </a:pPr>
                      <a:r>
                        <a:rPr lang="en-IN" sz="1400" b="0" dirty="0">
                          <a:effectLst/>
                        </a:rPr>
                        <a:t>IMO</a:t>
                      </a:r>
                      <a:endParaRPr lang="en-IN" sz="1400" b="0" i="0" dirty="0">
                        <a:effectLst/>
                        <a:latin typeface="+mj-lt"/>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400" b="0" dirty="0">
                          <a:effectLst/>
                        </a:rPr>
                        <a:t>8 MHz</a:t>
                      </a:r>
                      <a:endParaRPr lang="en-IN" sz="1400" b="0" i="0" dirty="0">
                        <a:effectLst/>
                        <a:latin typeface="+mj-lt"/>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400" b="0" dirty="0">
                          <a:effectLst/>
                        </a:rPr>
                        <a:t>8 MHz</a:t>
                      </a:r>
                      <a:endParaRPr lang="en-IN" sz="1400" b="0" i="0" dirty="0">
                        <a:effectLst/>
                        <a:latin typeface="+mj-lt"/>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400" b="0" dirty="0">
                          <a:effectLst/>
                        </a:rPr>
                        <a:t>8 MHz</a:t>
                      </a:r>
                      <a:endParaRPr lang="en-IN" sz="1400" b="0" i="0" dirty="0">
                        <a:effectLst/>
                        <a:latin typeface="+mj-lt"/>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400" b="0" dirty="0">
                          <a:effectLst/>
                        </a:rPr>
                        <a:t>8 MHz</a:t>
                      </a:r>
                      <a:endParaRPr lang="en-IN" sz="1400" b="0" i="0" dirty="0">
                        <a:effectLst/>
                        <a:latin typeface="+mj-lt"/>
                      </a:endParaRPr>
                    </a:p>
                  </a:txBody>
                  <a:tcPr anchor="ctr"/>
                </a:tc>
                <a:extLst>
                  <a:ext uri="{0D108BD9-81ED-4DB2-BD59-A6C34878D82A}">
                    <a16:rowId xmlns:a16="http://schemas.microsoft.com/office/drawing/2014/main" val="1436236746"/>
                  </a:ext>
                </a:extLst>
              </a:tr>
            </a:tbl>
          </a:graphicData>
        </a:graphic>
      </p:graphicFrame>
      <p:sp>
        <p:nvSpPr>
          <p:cNvPr id="13" name="TextBox 12">
            <a:extLst>
              <a:ext uri="{FF2B5EF4-FFF2-40B4-BE49-F238E27FC236}">
                <a16:creationId xmlns:a16="http://schemas.microsoft.com/office/drawing/2014/main" id="{52F07ECF-5B21-4807-84AA-3A2D105E38C5}"/>
              </a:ext>
            </a:extLst>
          </p:cNvPr>
          <p:cNvSpPr txBox="1"/>
          <p:nvPr/>
        </p:nvSpPr>
        <p:spPr bwMode="auto">
          <a:xfrm>
            <a:off x="288302" y="6088913"/>
            <a:ext cx="11538203" cy="338554"/>
          </a:xfrm>
          <a:prstGeom prst="rect">
            <a:avLst/>
          </a:prstGeom>
          <a:noFill/>
          <a:ln w="9525">
            <a:noFill/>
            <a:miter lim="800000"/>
            <a:headEnd/>
            <a:tailEnd/>
          </a:ln>
          <a:effectLst/>
        </p:spPr>
        <p:txBody>
          <a:bodyPr wrap="square">
            <a:spAutoFit/>
          </a:bodyPr>
          <a:lstStyle/>
          <a:p>
            <a:pPr fontAlgn="t">
              <a:buNone/>
            </a:pPr>
            <a:r>
              <a:rPr lang="en-IN" sz="800" b="0" i="0" baseline="30000" dirty="0">
                <a:effectLst/>
                <a:latin typeface="+mj-lt"/>
              </a:rPr>
              <a:t>1</a:t>
            </a:r>
            <a:r>
              <a:rPr lang="en-IN" sz="800" b="0" i="0" dirty="0">
                <a:effectLst/>
                <a:latin typeface="+mj-lt"/>
              </a:rPr>
              <a:t> Maximum clock frequency after the corresponding clock source (DPLL / FLL + dividers). All internal tolerances and effects are covered by these frequencies. </a:t>
            </a:r>
          </a:p>
          <a:p>
            <a:pPr fontAlgn="t">
              <a:buNone/>
            </a:pPr>
            <a:r>
              <a:rPr lang="en-IN" sz="800" baseline="30000" dirty="0">
                <a:latin typeface="+mj-lt"/>
              </a:rPr>
              <a:t>2</a:t>
            </a:r>
            <a:r>
              <a:rPr lang="en-IN" sz="800" b="0" i="0" dirty="0">
                <a:effectLst/>
                <a:latin typeface="+mj-lt"/>
              </a:rPr>
              <a:t> The minimum permitted clock frequency of HPPASS is </a:t>
            </a:r>
            <a:r>
              <a:rPr lang="en-IN" sz="800" i="0" dirty="0">
                <a:effectLst/>
                <a:latin typeface="+mj-lt"/>
              </a:rPr>
              <a:t>60 MHz</a:t>
            </a:r>
            <a:r>
              <a:rPr lang="en-IN" sz="800" dirty="0">
                <a:latin typeface="+mj-lt"/>
              </a:rPr>
              <a:t>.</a:t>
            </a:r>
            <a:endParaRPr lang="en-IN" sz="800" b="0" i="0" dirty="0">
              <a:effectLst/>
              <a:latin typeface="+mj-lt"/>
            </a:endParaRPr>
          </a:p>
        </p:txBody>
      </p:sp>
    </p:spTree>
    <p:extLst>
      <p:ext uri="{BB962C8B-B14F-4D97-AF65-F5344CB8AC3E}">
        <p14:creationId xmlns:p14="http://schemas.microsoft.com/office/powerpoint/2010/main" val="247529818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Power supply and monitoring</a:t>
            </a:r>
          </a:p>
        </p:txBody>
      </p:sp>
      <p:sp>
        <p:nvSpPr>
          <p:cNvPr id="4" name="TextBox 3"/>
          <p:cNvSpPr txBox="1"/>
          <p:nvPr/>
        </p:nvSpPr>
        <p:spPr>
          <a:xfrm>
            <a:off x="6248400" y="1280160"/>
            <a:ext cx="5638800" cy="3477875"/>
          </a:xfrm>
          <a:prstGeom prst="rect">
            <a:avLst/>
          </a:prstGeom>
          <a:noFill/>
        </p:spPr>
        <p:txBody>
          <a:bodyPr wrap="square">
            <a:spAutoFit/>
          </a:bodyPr>
          <a:lstStyle/>
          <a:p>
            <a:pPr marL="342900" lvl="0" indent="-342900">
              <a:lnSpc>
                <a:spcPct val="100000"/>
              </a:lnSpc>
              <a:spcBef>
                <a:spcPts val="400"/>
              </a:spcBef>
              <a:buClr>
                <a:srgbClr val="0A8276"/>
              </a:buClr>
              <a:buSzPct val="90000"/>
              <a:buFont typeface="Symbol" panose="05050102010706020507" pitchFamily="18" charset="2"/>
              <a:buChar char="-"/>
            </a:pPr>
            <a:r>
              <a:rPr sz="2000" dirty="0"/>
              <a:t>Single regulated VDDD </a:t>
            </a:r>
            <a:r>
              <a:rPr lang="en-US" sz="2000" dirty="0"/>
              <a:t>1.71–3.6 </a:t>
            </a:r>
            <a:r>
              <a:rPr sz="2000" dirty="0"/>
              <a:t>/ 3.63 V</a:t>
            </a:r>
          </a:p>
          <a:p>
            <a:pPr marL="342900" lvl="0" indent="-342900">
              <a:lnSpc>
                <a:spcPct val="100000"/>
              </a:lnSpc>
              <a:spcBef>
                <a:spcPts val="400"/>
              </a:spcBef>
              <a:buClr>
                <a:srgbClr val="0A8276"/>
              </a:buClr>
              <a:buSzPct val="90000"/>
              <a:buFont typeface="Symbol" panose="05050102010706020507" pitchFamily="18" charset="2"/>
              <a:buChar char="-"/>
            </a:pPr>
            <a:r>
              <a:rPr sz="2000" dirty="0"/>
              <a:t>Multiple VDDIO domains for I/O flexibility</a:t>
            </a:r>
          </a:p>
          <a:p>
            <a:pPr marL="342900" lvl="0" indent="-342900">
              <a:lnSpc>
                <a:spcPct val="100000"/>
              </a:lnSpc>
              <a:spcBef>
                <a:spcPts val="400"/>
              </a:spcBef>
              <a:buClr>
                <a:srgbClr val="0A8276"/>
              </a:buClr>
              <a:buSzPct val="90000"/>
              <a:buFont typeface="Symbol" panose="05050102010706020507" pitchFamily="18" charset="2"/>
              <a:buChar char="-"/>
            </a:pPr>
            <a:r>
              <a:rPr sz="2000" dirty="0"/>
              <a:t>VBACKUP </a:t>
            </a:r>
            <a:r>
              <a:rPr lang="en-US" sz="2000" dirty="0"/>
              <a:t>1.4–3.6 </a:t>
            </a:r>
            <a:r>
              <a:rPr sz="2000" dirty="0"/>
              <a:t>V for RTC, WCO, ILO, backup regs</a:t>
            </a:r>
          </a:p>
          <a:p>
            <a:pPr marL="342900" lvl="0" indent="-342900">
              <a:lnSpc>
                <a:spcPct val="100000"/>
              </a:lnSpc>
              <a:spcBef>
                <a:spcPts val="400"/>
              </a:spcBef>
              <a:buClr>
                <a:srgbClr val="0A8276"/>
              </a:buClr>
              <a:buSzPct val="90000"/>
              <a:buFont typeface="Symbol" panose="05050102010706020507" pitchFamily="18" charset="2"/>
              <a:buChar char="-"/>
            </a:pPr>
            <a:r>
              <a:rPr sz="2000" dirty="0"/>
              <a:t>Core LDO regulates 0.9 / 1.0 / 1.1 / 1.2 V</a:t>
            </a:r>
          </a:p>
          <a:p>
            <a:pPr marL="342900" lvl="0" indent="-342900">
              <a:lnSpc>
                <a:spcPct val="100000"/>
              </a:lnSpc>
              <a:spcBef>
                <a:spcPts val="400"/>
              </a:spcBef>
              <a:buClr>
                <a:srgbClr val="0A8276"/>
              </a:buClr>
              <a:buSzPct val="90000"/>
              <a:buFont typeface="Symbol" panose="05050102010706020507" pitchFamily="18" charset="2"/>
              <a:buChar char="-"/>
            </a:pPr>
            <a:r>
              <a:rPr sz="2000" dirty="0"/>
              <a:t>Active, Deep-Sleep, Retention LDOs plus dedicated analog LDO</a:t>
            </a:r>
          </a:p>
          <a:p>
            <a:pPr marL="342900" lvl="0" indent="-342900">
              <a:lnSpc>
                <a:spcPct val="100000"/>
              </a:lnSpc>
              <a:spcBef>
                <a:spcPts val="400"/>
              </a:spcBef>
              <a:buClr>
                <a:srgbClr val="0A8276"/>
              </a:buClr>
              <a:buSzPct val="90000"/>
              <a:buFont typeface="Symbol" panose="05050102010706020507" pitchFamily="18" charset="2"/>
              <a:buChar char="-"/>
            </a:pPr>
            <a:r>
              <a:rPr sz="2000" dirty="0"/>
              <a:t>POR / BOD / LVD continuous supervision</a:t>
            </a:r>
          </a:p>
          <a:p>
            <a:pPr marL="342900" lvl="0" indent="-342900">
              <a:lnSpc>
                <a:spcPct val="100000"/>
              </a:lnSpc>
              <a:spcBef>
                <a:spcPts val="400"/>
              </a:spcBef>
              <a:buClr>
                <a:srgbClr val="0A8276"/>
              </a:buClr>
              <a:buSzPct val="90000"/>
              <a:buFont typeface="Symbol" panose="05050102010706020507" pitchFamily="18" charset="2"/>
              <a:buChar char="-"/>
            </a:pPr>
            <a:r>
              <a:rPr sz="2000" dirty="0"/>
              <a:t>SVGS</a:t>
            </a:r>
            <a:r>
              <a:rPr lang="en-US" sz="2000" dirty="0"/>
              <a:t>:</a:t>
            </a:r>
            <a:r>
              <a:rPr sz="2000" dirty="0"/>
              <a:t> Supply-Voltage Glitch Sensor </a:t>
            </a:r>
            <a:r>
              <a:rPr sz="2000" b="1" dirty="0"/>
              <a:t>(M6 only)</a:t>
            </a:r>
          </a:p>
        </p:txBody>
      </p:sp>
      <p:sp>
        <p:nvSpPr>
          <p:cNvPr id="5" name="Footer Placeholder 4">
            <a:extLst>
              <a:ext uri="{FF2B5EF4-FFF2-40B4-BE49-F238E27FC236}">
                <a16:creationId xmlns:a16="http://schemas.microsoft.com/office/drawing/2014/main" id="{19138D1A-A945-92A7-C41D-6E9A42D3EF0E}"/>
              </a:ext>
            </a:extLst>
          </p:cNvPr>
          <p:cNvSpPr>
            <a:spLocks noGrp="1"/>
          </p:cNvSpPr>
          <p:nvPr>
            <p:ph type="ftr" sz="quarter" idx="11"/>
          </p:nvPr>
        </p:nvSpPr>
        <p:spPr/>
        <p:txBody>
          <a:bodyPr/>
          <a:lstStyle/>
          <a:p>
            <a:r>
              <a:rPr lang="en-US"/>
              <a:t>Sep 2026</a:t>
            </a:r>
            <a:endParaRPr lang="en-US" dirty="0"/>
          </a:p>
        </p:txBody>
      </p:sp>
      <p:pic>
        <p:nvPicPr>
          <p:cNvPr id="7" name="Picture 6" descr="A diagram of a computer&#10;&#10;AI-generated content may be incorrect.">
            <a:extLst>
              <a:ext uri="{FF2B5EF4-FFF2-40B4-BE49-F238E27FC236}">
                <a16:creationId xmlns:a16="http://schemas.microsoft.com/office/drawing/2014/main" id="{58EB5033-0304-88A9-B505-0CF1EF48C699}"/>
              </a:ext>
            </a:extLst>
          </p:cNvPr>
          <p:cNvPicPr>
            <a:picLocks noChangeAspect="1"/>
          </p:cNvPicPr>
          <p:nvPr/>
        </p:nvPicPr>
        <p:blipFill>
          <a:blip r:embed="rId2"/>
          <a:stretch>
            <a:fillRect/>
          </a:stretch>
        </p:blipFill>
        <p:spPr>
          <a:xfrm>
            <a:off x="533400" y="1066800"/>
            <a:ext cx="5239304" cy="51435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0285B-E635-1629-BF36-FF66794CFF7B}"/>
              </a:ext>
            </a:extLst>
          </p:cNvPr>
          <p:cNvSpPr>
            <a:spLocks noGrp="1"/>
          </p:cNvSpPr>
          <p:nvPr>
            <p:ph type="title"/>
          </p:nvPr>
        </p:nvSpPr>
        <p:spPr/>
        <p:txBody>
          <a:bodyPr/>
          <a:lstStyle/>
          <a:p>
            <a:r>
              <a:rPr lang="de-DE" dirty="0"/>
              <a:t>Supply Voltage Glitch Sensor (SVGS)-M6 only </a:t>
            </a:r>
          </a:p>
        </p:txBody>
      </p:sp>
      <p:sp>
        <p:nvSpPr>
          <p:cNvPr id="3" name="Footer Placeholder 2">
            <a:extLst>
              <a:ext uri="{FF2B5EF4-FFF2-40B4-BE49-F238E27FC236}">
                <a16:creationId xmlns:a16="http://schemas.microsoft.com/office/drawing/2014/main" id="{67A947F4-77F6-0046-3488-62FD33144CBC}"/>
              </a:ext>
            </a:extLst>
          </p:cNvPr>
          <p:cNvSpPr>
            <a:spLocks noGrp="1"/>
          </p:cNvSpPr>
          <p:nvPr>
            <p:ph type="ftr" sz="quarter" idx="11"/>
          </p:nvPr>
        </p:nvSpPr>
        <p:spPr/>
        <p:txBody>
          <a:bodyPr/>
          <a:lstStyle/>
          <a:p>
            <a:r>
              <a:rPr lang="en-US"/>
              <a:t>Sep 2026</a:t>
            </a:r>
          </a:p>
        </p:txBody>
      </p:sp>
      <p:sp>
        <p:nvSpPr>
          <p:cNvPr id="5" name="TextBox 4">
            <a:extLst>
              <a:ext uri="{FF2B5EF4-FFF2-40B4-BE49-F238E27FC236}">
                <a16:creationId xmlns:a16="http://schemas.microsoft.com/office/drawing/2014/main" id="{7F284844-7EAC-41B4-F4F0-7DB3E8DFDF2C}"/>
              </a:ext>
            </a:extLst>
          </p:cNvPr>
          <p:cNvSpPr txBox="1"/>
          <p:nvPr/>
        </p:nvSpPr>
        <p:spPr bwMode="auto">
          <a:xfrm>
            <a:off x="4202722" y="1066800"/>
            <a:ext cx="7379677" cy="5078313"/>
          </a:xfrm>
          <a:prstGeom prst="rect">
            <a:avLst/>
          </a:prstGeom>
          <a:noFill/>
          <a:ln w="9525">
            <a:noFill/>
            <a:miter lim="800000"/>
            <a:headEnd/>
            <a:tailEnd/>
          </a:ln>
          <a:effectLst/>
        </p:spPr>
        <p:txBody>
          <a:bodyPr wrap="square">
            <a:spAutoFit/>
          </a:bodyPr>
          <a:lstStyle/>
          <a:p>
            <a:pPr marL="342900" indent="-342900">
              <a:buClr>
                <a:srgbClr val="0A8276"/>
              </a:buClr>
              <a:buFont typeface="Symbol" panose="05050102010706020507" pitchFamily="18" charset="2"/>
              <a:buChar char="-"/>
            </a:pPr>
            <a:r>
              <a:rPr lang="en-US" sz="1800" dirty="0"/>
              <a:t>The SVGS module provides a robust and reliable way to monitor the supply voltage and detect any potential glitches or attacks</a:t>
            </a:r>
          </a:p>
          <a:p>
            <a:pPr marL="342900" indent="-342900">
              <a:buClr>
                <a:srgbClr val="0A8276"/>
              </a:buClr>
              <a:buFont typeface="Symbol" panose="05050102010706020507" pitchFamily="18" charset="2"/>
              <a:buChar char="-"/>
            </a:pPr>
            <a:endParaRPr lang="en-US" sz="1800" dirty="0"/>
          </a:p>
          <a:p>
            <a:pPr marL="342900" indent="-342900">
              <a:buClr>
                <a:srgbClr val="0A8276"/>
              </a:buClr>
              <a:buFont typeface="Symbol" panose="05050102010706020507" pitchFamily="18" charset="2"/>
              <a:buChar char="-"/>
            </a:pPr>
            <a:r>
              <a:rPr lang="en-US" sz="1800" dirty="0"/>
              <a:t>The block implements high-speed comparators that supervise the microcontroller’s core supply (VCCD) and provide protection against disturbances on operational </a:t>
            </a:r>
            <a:r>
              <a:rPr lang="de-DE" sz="1800" dirty="0"/>
              <a:t>supply (VDDD)</a:t>
            </a:r>
          </a:p>
          <a:p>
            <a:pPr marL="342900" indent="-342900">
              <a:buClr>
                <a:srgbClr val="0A8276"/>
              </a:buClr>
              <a:buFont typeface="Symbol" panose="05050102010706020507" pitchFamily="18" charset="2"/>
              <a:buChar char="-"/>
            </a:pPr>
            <a:endParaRPr lang="de-DE" sz="1800" dirty="0"/>
          </a:p>
          <a:p>
            <a:pPr marL="342900" indent="-342900">
              <a:buClr>
                <a:srgbClr val="0A8276"/>
              </a:buClr>
              <a:buFont typeface="Symbol" panose="05050102010706020507" pitchFamily="18" charset="2"/>
              <a:buChar char="-"/>
            </a:pPr>
            <a:r>
              <a:rPr lang="de-DE" sz="1800" dirty="0"/>
              <a:t>SVGS module consiits of four comparators – </a:t>
            </a:r>
          </a:p>
          <a:p>
            <a:pPr>
              <a:buClr>
                <a:srgbClr val="0A8276"/>
              </a:buClr>
            </a:pPr>
            <a:endParaRPr lang="de-DE" sz="1800" dirty="0"/>
          </a:p>
          <a:p>
            <a:pPr marL="895335" lvl="1" indent="-285750">
              <a:buClr>
                <a:srgbClr val="0A8276"/>
              </a:buClr>
              <a:buFont typeface="Symbol" panose="05050102010706020507" pitchFamily="18" charset="2"/>
              <a:buChar char="-"/>
            </a:pPr>
            <a:r>
              <a:rPr lang="en-US" sz="1800" dirty="0"/>
              <a:t>UVC (Under-Voltage Comparison) function detects undershoot events of VCCD</a:t>
            </a:r>
          </a:p>
          <a:p>
            <a:pPr marL="895335" lvl="1" indent="-285750">
              <a:buClr>
                <a:srgbClr val="0A8276"/>
              </a:buClr>
              <a:buFont typeface="Symbol" panose="05050102010706020507" pitchFamily="18" charset="2"/>
              <a:buChar char="-"/>
            </a:pPr>
            <a:r>
              <a:rPr lang="en-US" sz="1800" dirty="0"/>
              <a:t>OVC (Over-Voltage Comparison) function detects overshoot events of VCCD</a:t>
            </a:r>
          </a:p>
          <a:p>
            <a:pPr marL="895335" lvl="1" indent="-285750">
              <a:buClr>
                <a:srgbClr val="0A8276"/>
              </a:buClr>
              <a:buFont typeface="Symbol" panose="05050102010706020507" pitchFamily="18" charset="2"/>
              <a:buChar char="-"/>
            </a:pPr>
            <a:r>
              <a:rPr lang="en-US" sz="1800" dirty="0"/>
              <a:t>NVC (Noise Voltage Comparison) function compares noise amplitudes of VCCD with respect to its defined </a:t>
            </a:r>
            <a:r>
              <a:rPr lang="de-DE" sz="1800" dirty="0"/>
              <a:t>noise threshold</a:t>
            </a:r>
          </a:p>
          <a:p>
            <a:pPr marL="895335" lvl="1" indent="-285750">
              <a:buClr>
                <a:srgbClr val="0A8276"/>
              </a:buClr>
              <a:buFont typeface="Symbol" panose="05050102010706020507" pitchFamily="18" charset="2"/>
              <a:buChar char="-"/>
            </a:pPr>
            <a:r>
              <a:rPr lang="en-US" sz="1800" dirty="0"/>
              <a:t>UVFC (Under-Voltage Comparison with Filtered supply) function detects undershoot events of filtered</a:t>
            </a:r>
            <a:r>
              <a:rPr lang="de-DE" sz="1800" dirty="0"/>
              <a:t>VCCD</a:t>
            </a:r>
          </a:p>
        </p:txBody>
      </p:sp>
      <p:sp>
        <p:nvSpPr>
          <p:cNvPr id="6" name="Rectangle 5">
            <a:extLst>
              <a:ext uri="{FF2B5EF4-FFF2-40B4-BE49-F238E27FC236}">
                <a16:creationId xmlns:a16="http://schemas.microsoft.com/office/drawing/2014/main" id="{B482552C-6A2F-56F8-3819-C03A8109D2C6}"/>
              </a:ext>
            </a:extLst>
          </p:cNvPr>
          <p:cNvSpPr/>
          <p:nvPr/>
        </p:nvSpPr>
        <p:spPr bwMode="auto">
          <a:xfrm>
            <a:off x="533400" y="1219200"/>
            <a:ext cx="3276600" cy="1981200"/>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871229AB-3AE3-E040-A212-D10AA414020A}"/>
              </a:ext>
            </a:extLst>
          </p:cNvPr>
          <p:cNvSpPr/>
          <p:nvPr/>
        </p:nvSpPr>
        <p:spPr bwMode="auto">
          <a:xfrm>
            <a:off x="762000" y="1524000"/>
            <a:ext cx="1066800" cy="609600"/>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r>
              <a:rPr lang="de-DE" sz="1600" dirty="0"/>
              <a:t>UVC</a:t>
            </a:r>
          </a:p>
        </p:txBody>
      </p:sp>
      <p:sp>
        <p:nvSpPr>
          <p:cNvPr id="9" name="Rectangle 8">
            <a:extLst>
              <a:ext uri="{FF2B5EF4-FFF2-40B4-BE49-F238E27FC236}">
                <a16:creationId xmlns:a16="http://schemas.microsoft.com/office/drawing/2014/main" id="{84CCD8E8-55E8-4949-A147-FE3A86261DF5}"/>
              </a:ext>
            </a:extLst>
          </p:cNvPr>
          <p:cNvSpPr/>
          <p:nvPr/>
        </p:nvSpPr>
        <p:spPr bwMode="auto">
          <a:xfrm>
            <a:off x="2473569" y="1524000"/>
            <a:ext cx="1066800" cy="609600"/>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r>
              <a:rPr lang="de-DE" sz="1600" baseline="0" dirty="0">
                <a:latin typeface="+mn-lt"/>
                <a:ea typeface="+mn-ea"/>
                <a:cs typeface="+mn-cs"/>
              </a:rPr>
              <a:t>OVC</a:t>
            </a:r>
          </a:p>
        </p:txBody>
      </p:sp>
      <p:sp>
        <p:nvSpPr>
          <p:cNvPr id="11" name="Rectangle 10">
            <a:extLst>
              <a:ext uri="{FF2B5EF4-FFF2-40B4-BE49-F238E27FC236}">
                <a16:creationId xmlns:a16="http://schemas.microsoft.com/office/drawing/2014/main" id="{AD5FC33E-CF27-E14D-3EA6-0EC0F1C7EF51}"/>
              </a:ext>
            </a:extLst>
          </p:cNvPr>
          <p:cNvSpPr/>
          <p:nvPr/>
        </p:nvSpPr>
        <p:spPr bwMode="auto">
          <a:xfrm>
            <a:off x="762000" y="2362200"/>
            <a:ext cx="1066800" cy="609600"/>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r>
              <a:rPr lang="de-DE" sz="1600" baseline="0" dirty="0">
                <a:latin typeface="+mn-lt"/>
                <a:ea typeface="+mn-ea"/>
                <a:cs typeface="+mn-cs"/>
              </a:rPr>
              <a:t>NVC</a:t>
            </a:r>
          </a:p>
        </p:txBody>
      </p:sp>
      <p:sp>
        <p:nvSpPr>
          <p:cNvPr id="13" name="Rectangle 12">
            <a:extLst>
              <a:ext uri="{FF2B5EF4-FFF2-40B4-BE49-F238E27FC236}">
                <a16:creationId xmlns:a16="http://schemas.microsoft.com/office/drawing/2014/main" id="{20FE608D-2385-0661-7F67-7E689B7E0C2C}"/>
              </a:ext>
            </a:extLst>
          </p:cNvPr>
          <p:cNvSpPr/>
          <p:nvPr/>
        </p:nvSpPr>
        <p:spPr bwMode="auto">
          <a:xfrm>
            <a:off x="2482361" y="2329507"/>
            <a:ext cx="1066800" cy="609600"/>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r>
              <a:rPr lang="de-DE" sz="1600" baseline="0" dirty="0">
                <a:latin typeface="+mn-lt"/>
                <a:ea typeface="+mn-ea"/>
                <a:cs typeface="+mn-cs"/>
              </a:rPr>
              <a:t>UVFC</a:t>
            </a:r>
          </a:p>
        </p:txBody>
      </p:sp>
      <p:sp>
        <p:nvSpPr>
          <p:cNvPr id="14" name="TextBox 13">
            <a:extLst>
              <a:ext uri="{FF2B5EF4-FFF2-40B4-BE49-F238E27FC236}">
                <a16:creationId xmlns:a16="http://schemas.microsoft.com/office/drawing/2014/main" id="{8AA8367D-9F20-62F0-7D2C-FC9112F73D0A}"/>
              </a:ext>
            </a:extLst>
          </p:cNvPr>
          <p:cNvSpPr txBox="1"/>
          <p:nvPr/>
        </p:nvSpPr>
        <p:spPr bwMode="auto">
          <a:xfrm>
            <a:off x="1831731" y="1213520"/>
            <a:ext cx="685800"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de-DE" sz="1800" kern="0" baseline="0" dirty="0">
                <a:latin typeface="+mn-lt"/>
                <a:ea typeface="+mn-ea"/>
                <a:cs typeface="+mn-cs"/>
              </a:rPr>
              <a:t>SVGS</a:t>
            </a:r>
          </a:p>
        </p:txBody>
      </p:sp>
      <p:sp>
        <p:nvSpPr>
          <p:cNvPr id="10" name="TextBox 9">
            <a:extLst>
              <a:ext uri="{FF2B5EF4-FFF2-40B4-BE49-F238E27FC236}">
                <a16:creationId xmlns:a16="http://schemas.microsoft.com/office/drawing/2014/main" id="{515D40EB-00CE-CAE3-D9FA-89A44E4D3711}"/>
              </a:ext>
            </a:extLst>
          </p:cNvPr>
          <p:cNvSpPr txBox="1"/>
          <p:nvPr/>
        </p:nvSpPr>
        <p:spPr bwMode="auto">
          <a:xfrm>
            <a:off x="152400" y="6189047"/>
            <a:ext cx="11887200" cy="369332"/>
          </a:xfrm>
          <a:prstGeom prst="rect">
            <a:avLst/>
          </a:prstGeom>
          <a:noFill/>
          <a:ln w="9525">
            <a:noFill/>
            <a:miter lim="800000"/>
            <a:headEnd/>
            <a:tailEnd/>
          </a:ln>
          <a:effectLst/>
        </p:spPr>
        <p:txBody>
          <a:bodyPr wrap="square">
            <a:spAutoFit/>
          </a:bodyPr>
          <a:lstStyle/>
          <a:p>
            <a:pPr marL="285750" indent="-285750">
              <a:buFont typeface="Symbol" panose="05050102010706020507" pitchFamily="18" charset="2"/>
              <a:buChar char="-"/>
            </a:pPr>
            <a:r>
              <a:rPr lang="en-US" sz="1800" dirty="0"/>
              <a:t>SVGS detects very short supply voltages disturbances that are too fast for traditional brownout detectors</a:t>
            </a:r>
            <a:endParaRPr lang="de-DE" dirty="0"/>
          </a:p>
        </p:txBody>
      </p:sp>
    </p:spTree>
    <p:extLst>
      <p:ext uri="{BB962C8B-B14F-4D97-AF65-F5344CB8AC3E}">
        <p14:creationId xmlns:p14="http://schemas.microsoft.com/office/powerpoint/2010/main" val="1383759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Power modes and transitions</a:t>
            </a:r>
          </a:p>
        </p:txBody>
      </p:sp>
      <p:sp>
        <p:nvSpPr>
          <p:cNvPr id="4" name="TextBox 3"/>
          <p:cNvSpPr txBox="1"/>
          <p:nvPr/>
        </p:nvSpPr>
        <p:spPr>
          <a:xfrm>
            <a:off x="6096000" y="1280160"/>
            <a:ext cx="5791200" cy="3195747"/>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800" dirty="0"/>
              <a:t>6 modes: Active / Sleep / Deep Sleep / DS-RAM / DS-OFF / Hibernate</a:t>
            </a:r>
          </a:p>
          <a:p>
            <a:pPr marL="285750" lvl="0" indent="-285750">
              <a:lnSpc>
                <a:spcPct val="100000"/>
              </a:lnSpc>
              <a:spcBef>
                <a:spcPts val="400"/>
              </a:spcBef>
              <a:buClr>
                <a:srgbClr val="0A8276"/>
              </a:buClr>
              <a:buSzPct val="90000"/>
              <a:buFont typeface="Symbol" panose="05050102010706020507" pitchFamily="18" charset="2"/>
              <a:buChar char="-"/>
            </a:pPr>
            <a:r>
              <a:rPr sz="1800" dirty="0"/>
              <a:t>Active profiles ULP / MF / LP / OD (</a:t>
            </a:r>
            <a:r>
              <a:rPr lang="en-US" sz="1800" dirty="0"/>
              <a:t>0.9–1.2 </a:t>
            </a:r>
            <a:r>
              <a:rPr sz="1800" dirty="0"/>
              <a:t>V core)</a:t>
            </a:r>
          </a:p>
          <a:p>
            <a:pPr marL="571500" lvl="1" indent="-285750">
              <a:lnSpc>
                <a:spcPct val="100000"/>
              </a:lnSpc>
              <a:spcBef>
                <a:spcPts val="150"/>
              </a:spcBef>
              <a:buClr>
                <a:srgbClr val="0A8276"/>
              </a:buClr>
              <a:buSzPct val="85000"/>
              <a:buFont typeface="Symbol" panose="05050102010706020507" pitchFamily="18" charset="2"/>
              <a:buChar char="-"/>
            </a:pPr>
            <a:r>
              <a:rPr sz="1800" dirty="0"/>
              <a:t>50 / 70 / 150 / 180 MHz CPU respectively</a:t>
            </a:r>
          </a:p>
          <a:p>
            <a:pPr marL="285750" lvl="0" indent="-285750">
              <a:lnSpc>
                <a:spcPct val="100000"/>
              </a:lnSpc>
              <a:spcBef>
                <a:spcPts val="400"/>
              </a:spcBef>
              <a:buClr>
                <a:srgbClr val="0A8276"/>
              </a:buClr>
              <a:buSzPct val="90000"/>
              <a:buFont typeface="Symbol" panose="05050102010706020507" pitchFamily="18" charset="2"/>
              <a:buChar char="-"/>
            </a:pPr>
            <a:r>
              <a:rPr sz="1800" dirty="0"/>
              <a:t>Deep-Sleep wake latency &lt;</a:t>
            </a:r>
            <a:r>
              <a:rPr lang="de-DE" sz="1800" dirty="0"/>
              <a:t>45</a:t>
            </a:r>
            <a:r>
              <a:rPr sz="1800" dirty="0"/>
              <a:t> µs </a:t>
            </a:r>
          </a:p>
          <a:p>
            <a:pPr marL="285750" lvl="0" indent="-285750">
              <a:lnSpc>
                <a:spcPct val="100000"/>
              </a:lnSpc>
              <a:spcBef>
                <a:spcPts val="400"/>
              </a:spcBef>
              <a:buClr>
                <a:srgbClr val="0A8276"/>
              </a:buClr>
              <a:buSzPct val="90000"/>
              <a:buFont typeface="Symbol" panose="05050102010706020507" pitchFamily="18" charset="2"/>
              <a:buChar char="-"/>
            </a:pPr>
            <a:r>
              <a:rPr sz="1800" dirty="0"/>
              <a:t>Hibernate current &lt;1 µA with RTC + </a:t>
            </a:r>
            <a:r>
              <a:rPr sz="1800" dirty="0" err="1"/>
              <a:t>LPComp</a:t>
            </a:r>
            <a:endParaRPr sz="1800" dirty="0"/>
          </a:p>
          <a:p>
            <a:pPr marL="285750" lvl="0" indent="-285750">
              <a:lnSpc>
                <a:spcPct val="100000"/>
              </a:lnSpc>
              <a:spcBef>
                <a:spcPts val="400"/>
              </a:spcBef>
              <a:buClr>
                <a:srgbClr val="0A8276"/>
              </a:buClr>
              <a:buSzPct val="90000"/>
              <a:buFont typeface="Symbol" panose="05050102010706020507" pitchFamily="18" charset="2"/>
              <a:buChar char="-"/>
            </a:pPr>
            <a:r>
              <a:rPr sz="1800" dirty="0"/>
              <a:t>Wake sources</a:t>
            </a:r>
            <a:r>
              <a:rPr lang="en-US" sz="1800" dirty="0"/>
              <a:t>:</a:t>
            </a:r>
            <a:r>
              <a:rPr sz="1800" dirty="0"/>
              <a:t> any IRQ / DS peripherals / RTC / hibernate wake pins</a:t>
            </a:r>
          </a:p>
          <a:p>
            <a:pPr marL="285750" lvl="0" indent="-285750">
              <a:lnSpc>
                <a:spcPct val="100000"/>
              </a:lnSpc>
              <a:spcBef>
                <a:spcPts val="400"/>
              </a:spcBef>
              <a:buClr>
                <a:srgbClr val="0A8276"/>
              </a:buClr>
              <a:buSzPct val="90000"/>
              <a:buFont typeface="Symbol" panose="05050102010706020507" pitchFamily="18" charset="2"/>
              <a:buChar char="-"/>
            </a:pPr>
            <a:r>
              <a:rPr sz="1800" dirty="0"/>
              <a:t>SRAM retention granularity 64 KB per controller</a:t>
            </a:r>
          </a:p>
          <a:p>
            <a:pPr marL="285750" lvl="0" indent="-285750">
              <a:lnSpc>
                <a:spcPct val="100000"/>
              </a:lnSpc>
              <a:spcBef>
                <a:spcPts val="400"/>
              </a:spcBef>
              <a:buClr>
                <a:srgbClr val="0A8276"/>
              </a:buClr>
              <a:buSzPct val="90000"/>
              <a:buFont typeface="Symbol" panose="05050102010706020507" pitchFamily="18" charset="2"/>
              <a:buChar char="-"/>
            </a:pPr>
            <a:r>
              <a:rPr sz="1800" dirty="0"/>
              <a:t>Hibernate wake only via P2.0 / P9.0 and </a:t>
            </a:r>
            <a:r>
              <a:rPr sz="1800" dirty="0" err="1"/>
              <a:t>LPComp</a:t>
            </a:r>
            <a:endParaRPr sz="1800" dirty="0"/>
          </a:p>
        </p:txBody>
      </p:sp>
      <p:sp>
        <p:nvSpPr>
          <p:cNvPr id="5" name="Footer Placeholder 4">
            <a:extLst>
              <a:ext uri="{FF2B5EF4-FFF2-40B4-BE49-F238E27FC236}">
                <a16:creationId xmlns:a16="http://schemas.microsoft.com/office/drawing/2014/main" id="{CCE360DA-9FEA-E3B2-6719-50E92C01CF93}"/>
              </a:ext>
            </a:extLst>
          </p:cNvPr>
          <p:cNvSpPr>
            <a:spLocks noGrp="1"/>
          </p:cNvSpPr>
          <p:nvPr>
            <p:ph type="ftr" sz="quarter" idx="11"/>
          </p:nvPr>
        </p:nvSpPr>
        <p:spPr/>
        <p:txBody>
          <a:bodyPr/>
          <a:lstStyle/>
          <a:p>
            <a:r>
              <a:rPr lang="en-US"/>
              <a:t>Sep 2026</a:t>
            </a:r>
            <a:endParaRPr lang="en-US" dirty="0"/>
          </a:p>
        </p:txBody>
      </p:sp>
      <p:pic>
        <p:nvPicPr>
          <p:cNvPr id="7" name="Picture 6" descr="A diagram of a sleep system">
            <a:extLst>
              <a:ext uri="{FF2B5EF4-FFF2-40B4-BE49-F238E27FC236}">
                <a16:creationId xmlns:a16="http://schemas.microsoft.com/office/drawing/2014/main" id="{AB395814-7011-35B2-F342-4BA0E92F11E6}"/>
              </a:ext>
            </a:extLst>
          </p:cNvPr>
          <p:cNvPicPr>
            <a:picLocks noChangeAspect="1"/>
          </p:cNvPicPr>
          <p:nvPr/>
        </p:nvPicPr>
        <p:blipFill>
          <a:blip r:embed="rId2"/>
          <a:stretch>
            <a:fillRect/>
          </a:stretch>
        </p:blipFill>
        <p:spPr>
          <a:xfrm>
            <a:off x="276225" y="1066799"/>
            <a:ext cx="5438775" cy="5251439"/>
          </a:xfrm>
          <a:prstGeom prst="rect">
            <a:avLst/>
          </a:prstGeom>
          <a:ln>
            <a:solidFill>
              <a:schemeClr val="tx1"/>
            </a:solid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marL="285750" lvl="0" indent="-285750">
              <a:lnSpc>
                <a:spcPct val="100000"/>
              </a:lnSpc>
              <a:spcBef>
                <a:spcPts val="400"/>
              </a:spcBef>
              <a:buSzPct val="90000"/>
              <a:buFont typeface="Arial"/>
              <a:buChar char="•"/>
            </a:pPr>
            <a:r>
              <a:rPr sz="2000" dirty="0"/>
              <a:t>Set-up on evaluation kit</a:t>
            </a:r>
          </a:p>
          <a:p>
            <a:pPr marL="571500" lvl="1" indent="-285750">
              <a:lnSpc>
                <a:spcPct val="100000"/>
              </a:lnSpc>
              <a:spcBef>
                <a:spcPts val="150"/>
              </a:spcBef>
              <a:buSzPct val="85000"/>
              <a:buFont typeface="Arial"/>
              <a:buChar char="–"/>
            </a:pPr>
            <a:r>
              <a:rPr lang="de-DE" sz="1800" dirty="0"/>
              <a:t>Use the Hello world code with PSC3M6_EVK</a:t>
            </a:r>
          </a:p>
          <a:p>
            <a:pPr marL="571500" lvl="1" indent="-285750">
              <a:lnSpc>
                <a:spcPct val="100000"/>
              </a:lnSpc>
              <a:spcBef>
                <a:spcPts val="150"/>
              </a:spcBef>
              <a:buSzPct val="85000"/>
              <a:buFont typeface="Arial"/>
              <a:buChar char="–"/>
            </a:pPr>
            <a:r>
              <a:rPr lang="de-DE" sz="1800" dirty="0"/>
              <a:t>Replace the main.c file content as provided </a:t>
            </a:r>
          </a:p>
          <a:p>
            <a:pPr marL="571500" lvl="1" indent="-285750">
              <a:lnSpc>
                <a:spcPct val="100000"/>
              </a:lnSpc>
              <a:spcBef>
                <a:spcPts val="150"/>
              </a:spcBef>
              <a:buSzPct val="85000"/>
              <a:buFont typeface="Arial"/>
              <a:buChar char="–"/>
            </a:pPr>
            <a:r>
              <a:rPr lang="de-DE" sz="1800" dirty="0"/>
              <a:t>Compile and build the code </a:t>
            </a:r>
          </a:p>
          <a:p>
            <a:pPr marL="571500" lvl="1" indent="-285750">
              <a:lnSpc>
                <a:spcPct val="100000"/>
              </a:lnSpc>
              <a:spcBef>
                <a:spcPts val="150"/>
              </a:spcBef>
              <a:buSzPct val="85000"/>
              <a:buFont typeface="Arial"/>
              <a:buChar char="–"/>
            </a:pPr>
            <a:r>
              <a:rPr lang="de-DE" sz="1800" dirty="0"/>
              <a:t>Simple direct register ( no PDL call) write-read back timing test</a:t>
            </a:r>
          </a:p>
          <a:p>
            <a:pPr marL="571500" lvl="1" indent="-285750">
              <a:lnSpc>
                <a:spcPct val="100000"/>
              </a:lnSpc>
              <a:spcBef>
                <a:spcPts val="150"/>
              </a:spcBef>
              <a:buSzPct val="85000"/>
              <a:buFont typeface="Arial"/>
              <a:buChar char="–"/>
            </a:pPr>
            <a:r>
              <a:rPr lang="de-DE" sz="1800" dirty="0"/>
              <a:t>Using 10 TCPWM register to write and read back </a:t>
            </a:r>
          </a:p>
          <a:p>
            <a:pPr marL="571500" lvl="1" indent="-285750">
              <a:lnSpc>
                <a:spcPct val="100000"/>
              </a:lnSpc>
              <a:spcBef>
                <a:spcPts val="150"/>
              </a:spcBef>
              <a:buSzPct val="85000"/>
              <a:buFont typeface="Arial"/>
              <a:buChar char="–"/>
            </a:pPr>
            <a:r>
              <a:rPr lang="de-DE" dirty="0"/>
              <a:t>Registers used: CC0, CC0_BUFF, CC1, CC1_BUFF, PERIOD_BUFF, LINE_SEL, LINE_SEL_BUFF, TR_IN_SEL0, TR_IN_SEL1, TR_IN_EDGE_SEL - all on TCPWM0 GRP0_CNT0 (base 0x42A00000)</a:t>
            </a:r>
            <a:endParaRPr lang="de-DE" sz="1800" dirty="0"/>
          </a:p>
          <a:p>
            <a:pPr marL="571500" lvl="1" indent="-285750">
              <a:lnSpc>
                <a:spcPct val="100000"/>
              </a:lnSpc>
              <a:spcBef>
                <a:spcPts val="150"/>
              </a:spcBef>
              <a:buSzPct val="85000"/>
              <a:buFont typeface="Arial"/>
              <a:buChar char="–"/>
            </a:pPr>
            <a:r>
              <a:rPr lang="de-DE" sz="1800" dirty="0"/>
              <a:t>Read direct sysTick</a:t>
            </a:r>
            <a:r>
              <a:rPr lang="de-DE" sz="1800" dirty="0">
                <a:sym typeface="Wingdings" panose="05000000000000000000" pitchFamily="2" charset="2"/>
              </a:rPr>
              <a:t>VAL before and after for timing</a:t>
            </a:r>
          </a:p>
          <a:p>
            <a:pPr marL="571500" lvl="1" indent="-285750">
              <a:lnSpc>
                <a:spcPct val="100000"/>
              </a:lnSpc>
              <a:spcBef>
                <a:spcPts val="150"/>
              </a:spcBef>
              <a:buSzPct val="85000"/>
              <a:buFont typeface="Arial"/>
              <a:buChar char="–"/>
            </a:pPr>
            <a:r>
              <a:rPr lang="de-DE" sz="1800" dirty="0">
                <a:sym typeface="Wingdings" panose="05000000000000000000" pitchFamily="2" charset="2"/>
              </a:rPr>
              <a:t>Check the average and CPU cycles for read and writes </a:t>
            </a:r>
          </a:p>
          <a:p>
            <a:pPr marL="571500" lvl="1" indent="-285750">
              <a:lnSpc>
                <a:spcPct val="100000"/>
              </a:lnSpc>
              <a:spcBef>
                <a:spcPts val="150"/>
              </a:spcBef>
              <a:buSzPct val="85000"/>
              <a:buFont typeface="Arial"/>
              <a:buChar char="–"/>
            </a:pPr>
            <a:r>
              <a:rPr lang="de-DE" sz="1800" dirty="0">
                <a:sym typeface="Wingdings" panose="05000000000000000000" pitchFamily="2" charset="2"/>
              </a:rPr>
              <a:t>Compare with PSC3M5 ? </a:t>
            </a:r>
            <a:endParaRPr sz="1800" dirty="0"/>
          </a:p>
        </p:txBody>
      </p:sp>
      <p:sp>
        <p:nvSpPr>
          <p:cNvPr id="3" name="Title 2"/>
          <p:cNvSpPr>
            <a:spLocks noGrp="1"/>
          </p:cNvSpPr>
          <p:nvPr>
            <p:ph type="title"/>
          </p:nvPr>
        </p:nvSpPr>
        <p:spPr/>
        <p:txBody>
          <a:bodyPr/>
          <a:lstStyle/>
          <a:p>
            <a:br>
              <a:rPr lang="de-DE" dirty="0"/>
            </a:br>
            <a:br>
              <a:rPr lang="de-DE" dirty="0"/>
            </a:br>
            <a:r>
              <a:rPr lang="de-DE" dirty="0"/>
              <a:t>Lab2:</a:t>
            </a:r>
            <a:br>
              <a:rPr lang="de-DE" dirty="0"/>
            </a:br>
            <a:r>
              <a:rPr dirty="0"/>
              <a:t>Demo – measured core-system latency chain</a:t>
            </a:r>
          </a:p>
        </p:txBody>
      </p:sp>
      <p:sp>
        <p:nvSpPr>
          <p:cNvPr id="5" name="Footer Placeholder 4">
            <a:extLst>
              <a:ext uri="{FF2B5EF4-FFF2-40B4-BE49-F238E27FC236}">
                <a16:creationId xmlns:a16="http://schemas.microsoft.com/office/drawing/2014/main" id="{0DA2D69E-9FFA-AF79-E7B8-968923C905A4}"/>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6004B-B596-5C34-35E8-C6AE0A324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9C6D1-475A-8A7C-0B1F-11ECB9B34D37}"/>
              </a:ext>
            </a:extLst>
          </p:cNvPr>
          <p:cNvSpPr>
            <a:spLocks noGrp="1"/>
          </p:cNvSpPr>
          <p:nvPr>
            <p:ph type="title"/>
          </p:nvPr>
        </p:nvSpPr>
        <p:spPr>
          <a:xfrm>
            <a:off x="405236" y="1124744"/>
            <a:ext cx="8137525" cy="2483569"/>
          </a:xfrm>
        </p:spPr>
        <p:txBody>
          <a:bodyPr/>
          <a:lstStyle/>
          <a:p>
            <a:r>
              <a:rPr lang="en-IN" dirty="0"/>
              <a:t>Session:</a:t>
            </a:r>
            <a:br>
              <a:rPr lang="en-IN" dirty="0"/>
            </a:br>
            <a:r>
              <a:rPr lang="en-IN" dirty="0"/>
              <a:t>High-performance programmable </a:t>
            </a:r>
            <a:r>
              <a:rPr lang="en-IN" dirty="0" err="1"/>
              <a:t>analog</a:t>
            </a:r>
            <a:r>
              <a:rPr lang="en-IN" dirty="0"/>
              <a:t> subsystem</a:t>
            </a:r>
            <a:br>
              <a:rPr lang="de-DE" dirty="0"/>
            </a:br>
            <a:r>
              <a:rPr lang="de-DE" dirty="0"/>
              <a:t>HPPASS</a:t>
            </a:r>
            <a:br>
              <a:rPr lang="de-DE" dirty="0"/>
            </a:br>
            <a:endParaRPr sz="2000" dirty="0"/>
          </a:p>
        </p:txBody>
      </p:sp>
      <p:sp>
        <p:nvSpPr>
          <p:cNvPr id="4" name="Footer Placeholder 3">
            <a:extLst>
              <a:ext uri="{FF2B5EF4-FFF2-40B4-BE49-F238E27FC236}">
                <a16:creationId xmlns:a16="http://schemas.microsoft.com/office/drawing/2014/main" id="{CA5DAB96-778B-99FA-892A-B8C1EEA83817}"/>
              </a:ext>
            </a:extLst>
          </p:cNvPr>
          <p:cNvSpPr>
            <a:spLocks noGrp="1"/>
          </p:cNvSpPr>
          <p:nvPr>
            <p:ph type="ftr" sz="quarter" idx="11"/>
          </p:nvPr>
        </p:nvSpPr>
        <p:spPr/>
        <p:txBody>
          <a:bodyPr/>
          <a:lstStyle/>
          <a:p>
            <a:r>
              <a:rPr lang="en-US"/>
              <a:t>Sep 2026</a:t>
            </a:r>
            <a:endParaRPr lang="en-US" dirty="0"/>
          </a:p>
        </p:txBody>
      </p:sp>
      <p:sp>
        <p:nvSpPr>
          <p:cNvPr id="5" name="TextBox 4">
            <a:extLst>
              <a:ext uri="{FF2B5EF4-FFF2-40B4-BE49-F238E27FC236}">
                <a16:creationId xmlns:a16="http://schemas.microsoft.com/office/drawing/2014/main" id="{00C48B76-C524-1B9F-F933-C54E7CBF9292}"/>
              </a:ext>
            </a:extLst>
          </p:cNvPr>
          <p:cNvSpPr txBox="1"/>
          <p:nvPr/>
        </p:nvSpPr>
        <p:spPr bwMode="auto">
          <a:xfrm>
            <a:off x="396826" y="3284984"/>
            <a:ext cx="5818509" cy="2554545"/>
          </a:xfrm>
          <a:prstGeom prst="rect">
            <a:avLst/>
          </a:prstGeom>
          <a:noFill/>
          <a:ln w="9525">
            <a:noFill/>
            <a:miter lim="800000"/>
            <a:headEnd/>
            <a:tailEnd/>
          </a:ln>
          <a:effectLst/>
        </p:spPr>
        <p:txBody>
          <a:bodyPr wrap="square">
            <a:spAutoFit/>
          </a:bodyPr>
          <a:lstStyle/>
          <a:p>
            <a:pPr marL="342900" indent="-342900">
              <a:buFont typeface="Symbol" panose="05050102010706020507" pitchFamily="18" charset="2"/>
              <a:buChar char="-"/>
            </a:pPr>
            <a:r>
              <a:rPr lang="de-DE" sz="2000" b="1" dirty="0">
                <a:solidFill>
                  <a:srgbClr val="0A8276"/>
                </a:solidFill>
              </a:rPr>
              <a:t>INFRA</a:t>
            </a:r>
          </a:p>
          <a:p>
            <a:pPr marL="342900" indent="-342900">
              <a:buFont typeface="Symbol" panose="05050102010706020507" pitchFamily="18" charset="2"/>
              <a:buChar char="-"/>
            </a:pPr>
            <a:r>
              <a:rPr lang="de-DE" sz="2000" b="1" dirty="0">
                <a:solidFill>
                  <a:srgbClr val="0A8276"/>
                </a:solidFill>
              </a:rPr>
              <a:t>SAR ADC</a:t>
            </a:r>
          </a:p>
          <a:p>
            <a:pPr marL="342900" indent="-342900">
              <a:buFont typeface="Symbol" panose="05050102010706020507" pitchFamily="18" charset="2"/>
              <a:buChar char="-"/>
            </a:pPr>
            <a:r>
              <a:rPr lang="de-DE" sz="2000" b="1" dirty="0">
                <a:solidFill>
                  <a:srgbClr val="0A8276"/>
                </a:solidFill>
              </a:rPr>
              <a:t>CSG</a:t>
            </a:r>
          </a:p>
          <a:p>
            <a:pPr marL="342900" indent="-342900">
              <a:buFont typeface="Symbol" panose="05050102010706020507" pitchFamily="18" charset="2"/>
              <a:buChar char="-"/>
            </a:pPr>
            <a:r>
              <a:rPr lang="de-DE" sz="2000" b="1" dirty="0">
                <a:solidFill>
                  <a:srgbClr val="0A8276"/>
                </a:solidFill>
              </a:rPr>
              <a:t>DAC</a:t>
            </a:r>
          </a:p>
          <a:p>
            <a:pPr marL="342900" indent="-342900">
              <a:buFont typeface="Symbol" panose="05050102010706020507" pitchFamily="18" charset="2"/>
              <a:buChar char="-"/>
            </a:pPr>
            <a:r>
              <a:rPr lang="de-DE" sz="2000" b="1" dirty="0">
                <a:solidFill>
                  <a:srgbClr val="0A8276"/>
                </a:solidFill>
              </a:rPr>
              <a:t>Opamps/AFE</a:t>
            </a:r>
          </a:p>
          <a:p>
            <a:pPr marL="342900" indent="-342900">
              <a:buFont typeface="Symbol" panose="05050102010706020507" pitchFamily="18" charset="2"/>
              <a:buChar char="-"/>
            </a:pPr>
            <a:r>
              <a:rPr lang="de-DE" sz="2000" b="1" dirty="0">
                <a:solidFill>
                  <a:srgbClr val="0A8276"/>
                </a:solidFill>
              </a:rPr>
              <a:t>Autonomous controller (AC)</a:t>
            </a:r>
          </a:p>
          <a:p>
            <a:pPr marL="342900" indent="-342900">
              <a:buFont typeface="Symbol" panose="05050102010706020507" pitchFamily="18" charset="2"/>
              <a:buChar char="-"/>
            </a:pPr>
            <a:r>
              <a:rPr lang="de-DE" sz="2000" b="1" dirty="0">
                <a:solidFill>
                  <a:srgbClr val="0A8276"/>
                </a:solidFill>
              </a:rPr>
              <a:t>Temperature sensor</a:t>
            </a:r>
            <a:br>
              <a:rPr lang="de-DE" sz="2000" b="1" dirty="0">
                <a:solidFill>
                  <a:srgbClr val="0A8276"/>
                </a:solidFill>
              </a:rPr>
            </a:br>
            <a:endParaRPr lang="de-DE" b="1" dirty="0">
              <a:solidFill>
                <a:srgbClr val="0A8276"/>
              </a:solidFill>
            </a:endParaRPr>
          </a:p>
        </p:txBody>
      </p:sp>
    </p:spTree>
    <p:extLst>
      <p:ext uri="{BB962C8B-B14F-4D97-AF65-F5344CB8AC3E}">
        <p14:creationId xmlns:p14="http://schemas.microsoft.com/office/powerpoint/2010/main" val="1905099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E89C4F6-752D-4901-426B-BCC5544BF6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5418" y="950328"/>
            <a:ext cx="7922813" cy="2801603"/>
          </a:xfrm>
          <a:prstGeom prst="rect">
            <a:avLst/>
          </a:prstGeom>
        </p:spPr>
      </p:pic>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HPPASS Overview</a:t>
            </a:r>
          </a:p>
        </p:txBody>
      </p:sp>
      <p:sp>
        <p:nvSpPr>
          <p:cNvPr id="13" name="Content Placeholder 2">
            <a:extLst>
              <a:ext uri="{FF2B5EF4-FFF2-40B4-BE49-F238E27FC236}">
                <a16:creationId xmlns:a16="http://schemas.microsoft.com/office/drawing/2014/main" id="{99082A02-5A0D-FCD9-0B43-2174D0D746AD}"/>
              </a:ext>
            </a:extLst>
          </p:cNvPr>
          <p:cNvSpPr txBox="1">
            <a:spLocks/>
          </p:cNvSpPr>
          <p:nvPr/>
        </p:nvSpPr>
        <p:spPr>
          <a:xfrm>
            <a:off x="335360" y="4184228"/>
            <a:ext cx="5615488" cy="2197524"/>
          </a:xfrm>
          <a:prstGeom prst="rect">
            <a:avLst/>
          </a:prstGeom>
        </p:spPr>
        <p:txBody>
          <a:bodyPr vert="horz" wrap="none" lIns="0" tIns="0" rIns="0" bIns="0" rtlCol="0" anchor="b">
            <a:noAutofit/>
          </a:bodyPr>
          <a:lstStyle>
            <a:defPPr>
              <a:defRPr lang="en-US"/>
            </a:defPPr>
            <a:lvl1pPr algn="r" rtl="0" fontAlgn="t">
              <a:spcBef>
                <a:spcPct val="0"/>
              </a:spcBef>
              <a:spcAft>
                <a:spcPct val="0"/>
              </a:spcAft>
              <a:buClr>
                <a:schemeClr val="accent2"/>
              </a:buClr>
              <a:defRPr sz="100" b="0" kern="1200">
                <a:noFill/>
                <a:latin typeface="+mn-lt"/>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r>
              <a:rPr lang="en-IN"/>
              <a:t>Three internal clock sources: </a:t>
            </a:r>
            <a:r>
              <a:rPr lang="en-IN" sz="1600"/>
              <a:t>ILO, IHO, IMO</a:t>
            </a:r>
            <a:endParaRPr lang="en-IN"/>
          </a:p>
          <a:p>
            <a:r>
              <a:rPr lang="en-IN"/>
              <a:t>Three external clock sources: </a:t>
            </a:r>
            <a:r>
              <a:rPr lang="en-IN" sz="1600"/>
              <a:t>EXT_CLK, ECO, WCO</a:t>
            </a:r>
            <a:endParaRPr lang="en-IN"/>
          </a:p>
          <a:p>
            <a:r>
              <a:rPr lang="en-US" altLang="zh-CN"/>
              <a:t>One frequency lock loop (FLL) with 24- to100-MHz output range</a:t>
            </a:r>
          </a:p>
          <a:p>
            <a:r>
              <a:rPr lang="en-US" altLang="zh-CN"/>
              <a:t>Two digital phase-locked loops (DPLL0 and DPLL1) with 25- to 250-MHz output range</a:t>
            </a:r>
            <a:endParaRPr lang="en-IN"/>
          </a:p>
          <a:p>
            <a:endParaRPr lang="en-US" dirty="0"/>
          </a:p>
        </p:txBody>
      </p:sp>
      <p:sp>
        <p:nvSpPr>
          <p:cNvPr id="14" name="Content Placeholder 3">
            <a:extLst>
              <a:ext uri="{FF2B5EF4-FFF2-40B4-BE49-F238E27FC236}">
                <a16:creationId xmlns:a16="http://schemas.microsoft.com/office/drawing/2014/main" id="{05B0FCA7-1FB3-9EB5-AD81-E83F9CD46AA8}"/>
              </a:ext>
            </a:extLst>
          </p:cNvPr>
          <p:cNvSpPr txBox="1">
            <a:spLocks/>
          </p:cNvSpPr>
          <p:nvPr/>
        </p:nvSpPr>
        <p:spPr>
          <a:xfrm>
            <a:off x="6166800" y="4184228"/>
            <a:ext cx="5472608" cy="2197524"/>
          </a:xfrm>
          <a:prstGeom prst="rect">
            <a:avLst/>
          </a:prstGeom>
        </p:spPr>
        <p:txBody>
          <a:bodyPr vert="horz" wrap="none" lIns="0" tIns="0" rIns="0" bIns="0" rtlCol="0" anchor="b">
            <a:noAutofit/>
          </a:bodyPr>
          <a:lstStyle>
            <a:defPPr>
              <a:defRPr lang="en-US"/>
            </a:defPPr>
            <a:lvl1pPr algn="r" rtl="0" fontAlgn="t">
              <a:spcBef>
                <a:spcPct val="0"/>
              </a:spcBef>
              <a:spcAft>
                <a:spcPct val="0"/>
              </a:spcAft>
              <a:buClr>
                <a:schemeClr val="accent2"/>
              </a:buClr>
              <a:defRPr sz="100" b="0" kern="1200">
                <a:noFill/>
                <a:latin typeface="+mn-lt"/>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r>
              <a:rPr lang="en-IN"/>
              <a:t>8-MHz ±2% internal main oscillator (IMO)</a:t>
            </a:r>
          </a:p>
          <a:p>
            <a:r>
              <a:rPr lang="en-IN"/>
              <a:t>48-MHz ±1% internal high-speed oscillator (IHO)</a:t>
            </a:r>
          </a:p>
          <a:p>
            <a:r>
              <a:rPr lang="en-US"/>
              <a:t>32-kHz ±10% internal low-speed oscillator (ILO)</a:t>
            </a:r>
          </a:p>
          <a:p>
            <a:r>
              <a:rPr lang="en-US"/>
              <a:t>Up to 80-MHz external clock (</a:t>
            </a:r>
            <a:r>
              <a:rPr lang="en-US" sz="1600"/>
              <a:t>EXT_CLK</a:t>
            </a:r>
            <a:r>
              <a:rPr lang="en-US"/>
              <a:t>) from an I/O</a:t>
            </a:r>
            <a:endParaRPr lang="en-IN"/>
          </a:p>
          <a:p>
            <a:r>
              <a:rPr lang="en-IN"/>
              <a:t>4- to 35-MHz external crystal oscillator (ECO)</a:t>
            </a:r>
          </a:p>
          <a:p>
            <a:r>
              <a:rPr lang="en-US"/>
              <a:t>32.768-kHz external watch crystal oscillator (WCO)</a:t>
            </a:r>
          </a:p>
          <a:p>
            <a:endParaRPr lang="en-US"/>
          </a:p>
          <a:p>
            <a:endParaRPr lang="en-US" dirty="0"/>
          </a:p>
        </p:txBody>
      </p:sp>
      <p:sp>
        <p:nvSpPr>
          <p:cNvPr id="15" name="Rectangle 14">
            <a:extLst>
              <a:ext uri="{FF2B5EF4-FFF2-40B4-BE49-F238E27FC236}">
                <a16:creationId xmlns:a16="http://schemas.microsoft.com/office/drawing/2014/main" id="{0F1277BE-AA09-C0DE-3BA1-D2D936CBDA42}"/>
              </a:ext>
            </a:extLst>
          </p:cNvPr>
          <p:cNvSpPr/>
          <p:nvPr/>
        </p:nvSpPr>
        <p:spPr bwMode="auto">
          <a:xfrm>
            <a:off x="335360" y="3751933"/>
            <a:ext cx="5471488" cy="432295"/>
          </a:xfrm>
          <a:prstGeom prst="rect">
            <a:avLst/>
          </a:prstGeom>
          <a:solidFill>
            <a:schemeClr val="tx2"/>
          </a:solidFill>
          <a:ln w="9525">
            <a:noFill/>
            <a:miter lim="800000"/>
            <a:headEnd/>
            <a:tailEnd/>
          </a:ln>
        </p:spPr>
        <p:txBody>
          <a:bodyPr wrap="square" lIns="72000" tIns="72000" rIns="72000" bIns="72000" rtlCol="0" anchor="ctr"/>
          <a:lstStyle/>
          <a:p>
            <a:pPr marL="0" marR="0" lvl="0" indent="0" defTabSz="576000" rtl="0" eaLnBrk="0" fontAlgn="base" latinLnBrk="0" hangingPunct="0">
              <a:lnSpc>
                <a:spcPct val="12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Arial"/>
              </a:rPr>
              <a:t>Features</a:t>
            </a:r>
            <a:endParaRPr kumimoji="0" lang="en-US" sz="1600" b="1" i="0" u="none" strike="noStrike" kern="1200" cap="none" spc="0" normalizeH="0" baseline="0" noProof="0" dirty="0">
              <a:ln>
                <a:noFill/>
              </a:ln>
              <a:solidFill>
                <a:srgbClr val="FFFFFF"/>
              </a:solidFill>
              <a:effectLst/>
              <a:uLnTx/>
              <a:uFillTx/>
              <a:latin typeface="Arial"/>
              <a:ea typeface="+mn-ea"/>
              <a:cs typeface="Arial"/>
            </a:endParaRPr>
          </a:p>
        </p:txBody>
      </p:sp>
      <p:sp>
        <p:nvSpPr>
          <p:cNvPr id="16" name="Rectangle 15">
            <a:extLst>
              <a:ext uri="{FF2B5EF4-FFF2-40B4-BE49-F238E27FC236}">
                <a16:creationId xmlns:a16="http://schemas.microsoft.com/office/drawing/2014/main" id="{476233B5-AFCD-D8DA-31EC-811D6FCEA45C}"/>
              </a:ext>
            </a:extLst>
          </p:cNvPr>
          <p:cNvSpPr/>
          <p:nvPr/>
        </p:nvSpPr>
        <p:spPr bwMode="auto">
          <a:xfrm>
            <a:off x="6166800" y="3751933"/>
            <a:ext cx="5472608" cy="432295"/>
          </a:xfrm>
          <a:prstGeom prst="rect">
            <a:avLst/>
          </a:prstGeom>
          <a:solidFill>
            <a:schemeClr val="tx2"/>
          </a:solidFill>
          <a:ln w="9525">
            <a:noFill/>
            <a:miter lim="800000"/>
            <a:headEnd/>
            <a:tailEnd/>
          </a:ln>
        </p:spPr>
        <p:txBody>
          <a:bodyPr wrap="square" lIns="72000" tIns="72000" rIns="72000" bIns="72000" rtlCol="0" anchor="ctr"/>
          <a:lstStyle/>
          <a:p>
            <a:pPr marL="0" marR="0" lvl="0" indent="0" defTabSz="576000" rtl="0" eaLnBrk="0" fontAlgn="base" latinLnBrk="0" hangingPunct="0">
              <a:lnSpc>
                <a:spcPct val="12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Arial"/>
              </a:rPr>
              <a:t>Benefits</a:t>
            </a:r>
            <a:endParaRPr kumimoji="0" lang="en-US" sz="1600" b="1" i="0" u="none" strike="noStrike" kern="1200" cap="none" spc="0" normalizeH="0" baseline="0" noProof="0" dirty="0">
              <a:ln>
                <a:noFill/>
              </a:ln>
              <a:solidFill>
                <a:srgbClr val="FFFFFF"/>
              </a:solidFill>
              <a:effectLst/>
              <a:uLnTx/>
              <a:uFillTx/>
              <a:latin typeface="Arial"/>
              <a:ea typeface="+mn-ea"/>
              <a:cs typeface="Arial"/>
            </a:endParaRPr>
          </a:p>
        </p:txBody>
      </p:sp>
      <p:sp>
        <p:nvSpPr>
          <p:cNvPr id="18" name="Content Placeholder 2">
            <a:extLst>
              <a:ext uri="{FF2B5EF4-FFF2-40B4-BE49-F238E27FC236}">
                <a16:creationId xmlns:a16="http://schemas.microsoft.com/office/drawing/2014/main" id="{F116F744-79A6-CDAD-7038-B292E83263B6}"/>
              </a:ext>
            </a:extLst>
          </p:cNvPr>
          <p:cNvSpPr txBox="1">
            <a:spLocks/>
          </p:cNvSpPr>
          <p:nvPr/>
        </p:nvSpPr>
        <p:spPr>
          <a:xfrm>
            <a:off x="487760" y="4336628"/>
            <a:ext cx="5615488" cy="2197524"/>
          </a:xfrm>
          <a:prstGeom prst="rect">
            <a:avLst/>
          </a:prstGeom>
        </p:spPr>
        <p:txBody>
          <a:bodyPr vert="horz" wrap="none" lIns="0" tIns="0" rIns="0" bIns="0" rtlCol="0" anchor="b">
            <a:noAutofit/>
          </a:bodyPr>
          <a:lstStyle>
            <a:defPPr>
              <a:defRPr lang="en-US"/>
            </a:defPPr>
            <a:lvl1pPr algn="r" rtl="0" fontAlgn="t">
              <a:spcBef>
                <a:spcPct val="0"/>
              </a:spcBef>
              <a:spcAft>
                <a:spcPct val="0"/>
              </a:spcAft>
              <a:buClr>
                <a:schemeClr val="accent2"/>
              </a:buClr>
              <a:defRPr sz="100" b="0" kern="1200">
                <a:noFill/>
                <a:latin typeface="+mn-lt"/>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r>
              <a:rPr lang="en-IN"/>
              <a:t>Three internal clock sources: </a:t>
            </a:r>
            <a:r>
              <a:rPr lang="en-IN" sz="1600"/>
              <a:t>ILO, IHO, IMO</a:t>
            </a:r>
            <a:endParaRPr lang="en-IN"/>
          </a:p>
          <a:p>
            <a:r>
              <a:rPr lang="en-IN"/>
              <a:t>Three external clock sources: </a:t>
            </a:r>
            <a:r>
              <a:rPr lang="en-IN" sz="1600"/>
              <a:t>EXT_CLK, ECO, WCO</a:t>
            </a:r>
            <a:endParaRPr lang="en-IN"/>
          </a:p>
          <a:p>
            <a:r>
              <a:rPr lang="en-US" altLang="zh-CN"/>
              <a:t>One frequency lock loop (FLL) with 24- to100-MHz output range</a:t>
            </a:r>
          </a:p>
          <a:p>
            <a:r>
              <a:rPr lang="en-US" altLang="zh-CN"/>
              <a:t>Two digital phase-locked loops (DPLL0 and DPLL1) with 25- to 250-MHz output range</a:t>
            </a:r>
            <a:endParaRPr lang="en-IN"/>
          </a:p>
          <a:p>
            <a:endParaRPr lang="en-US" dirty="0"/>
          </a:p>
        </p:txBody>
      </p:sp>
      <p:sp>
        <p:nvSpPr>
          <p:cNvPr id="21" name="Content Placeholder 7">
            <a:extLst>
              <a:ext uri="{FF2B5EF4-FFF2-40B4-BE49-F238E27FC236}">
                <a16:creationId xmlns:a16="http://schemas.microsoft.com/office/drawing/2014/main" id="{439374F9-ACF1-F797-6AB0-FAD49B5461BB}"/>
              </a:ext>
            </a:extLst>
          </p:cNvPr>
          <p:cNvSpPr>
            <a:spLocks noGrp="1"/>
          </p:cNvSpPr>
          <p:nvPr>
            <p:ph sz="quarter" idx="13"/>
          </p:nvPr>
        </p:nvSpPr>
        <p:spPr>
          <a:xfrm>
            <a:off x="334800" y="4184228"/>
            <a:ext cx="5471488" cy="2197523"/>
          </a:xfrm>
        </p:spPr>
        <p:txBody>
          <a:bodyPr/>
          <a:lstStyle/>
          <a:p>
            <a:r>
              <a:rPr lang="en-US" sz="1200" dirty="0"/>
              <a:t>12-bit SAR ADC with up to 9 MSPS sampling rate and 16 sample-and-hold channels for simultaneous signal acquisition</a:t>
            </a:r>
          </a:p>
          <a:p>
            <a:r>
              <a:rPr lang="en-US" sz="1200" dirty="0"/>
              <a:t>Up to four programmable AFEs supporting PGA, </a:t>
            </a:r>
            <a:r>
              <a:rPr lang="en-US" sz="1200" dirty="0" err="1"/>
              <a:t>OpAmp</a:t>
            </a:r>
            <a:r>
              <a:rPr lang="en-US" sz="1200" dirty="0"/>
              <a:t>(Gain </a:t>
            </a:r>
            <a:r>
              <a:rPr lang="en-US" sz="1200" dirty="0" err="1"/>
              <a:t>upto</a:t>
            </a:r>
            <a:r>
              <a:rPr lang="en-US" sz="1200" dirty="0"/>
              <a:t> 65), UGB, and configurable gain settings on all samplers(1x/3x/6x/12x)</a:t>
            </a:r>
          </a:p>
          <a:p>
            <a:r>
              <a:rPr lang="en-US" sz="1200" dirty="0"/>
              <a:t>Nine comparators with integrated DAC references and slope generators for advanced control applications</a:t>
            </a:r>
          </a:p>
          <a:p>
            <a:r>
              <a:rPr lang="en-US" sz="1200" dirty="0"/>
              <a:t>Two 12-bit DACs provide flexible analog signal generation with up to 1 MHz update capability</a:t>
            </a:r>
          </a:p>
          <a:p>
            <a:r>
              <a:rPr lang="en-US" sz="1200" dirty="0"/>
              <a:t>Integrated 3P3Z filters, autonomous controller, sequencer, DMA support, and trigger-based operation for real-time control</a:t>
            </a:r>
            <a:endParaRPr lang="en-IN" sz="1200" dirty="0"/>
          </a:p>
        </p:txBody>
      </p:sp>
      <p:sp>
        <p:nvSpPr>
          <p:cNvPr id="22" name="Content Placeholder 7">
            <a:extLst>
              <a:ext uri="{FF2B5EF4-FFF2-40B4-BE49-F238E27FC236}">
                <a16:creationId xmlns:a16="http://schemas.microsoft.com/office/drawing/2014/main" id="{72D7785E-7409-9A6A-1618-01C4F30C35D8}"/>
              </a:ext>
            </a:extLst>
          </p:cNvPr>
          <p:cNvSpPr txBox="1">
            <a:spLocks/>
          </p:cNvSpPr>
          <p:nvPr/>
        </p:nvSpPr>
        <p:spPr>
          <a:xfrm>
            <a:off x="6166800" y="4184227"/>
            <a:ext cx="5472608" cy="2197523"/>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defRPr/>
            </a:pPr>
            <a:r>
              <a:rPr lang="en-US" altLang="zh-CN" sz="1200" dirty="0"/>
              <a:t>Faster control-loop response with hardware-accelerated sensing and filtering</a:t>
            </a:r>
          </a:p>
          <a:p>
            <a:pPr>
              <a:defRPr/>
            </a:pPr>
            <a:r>
              <a:rPr lang="en-US" altLang="zh-CN" sz="1200" dirty="0"/>
              <a:t>Reduced CPU workload through autonomous sampling and signal processing</a:t>
            </a:r>
          </a:p>
          <a:p>
            <a:pPr>
              <a:defRPr/>
            </a:pPr>
            <a:r>
              <a:rPr lang="en-US" altLang="zh-CN" sz="1200" dirty="0"/>
              <a:t>Lower BOM cost and higher integration by consolidating analog functions on-chip</a:t>
            </a:r>
          </a:p>
          <a:p>
            <a:pPr>
              <a:defRPr/>
            </a:pPr>
            <a:r>
              <a:rPr lang="en-US" altLang="zh-CN" sz="1200" dirty="0"/>
              <a:t>Optimized for high-performance motor control and digital power applications</a:t>
            </a:r>
          </a:p>
        </p:txBody>
      </p:sp>
      <p:sp>
        <p:nvSpPr>
          <p:cNvPr id="4" name="Rectangle 3">
            <a:extLst>
              <a:ext uri="{FF2B5EF4-FFF2-40B4-BE49-F238E27FC236}">
                <a16:creationId xmlns:a16="http://schemas.microsoft.com/office/drawing/2014/main" id="{BE8609DC-17AF-84DA-10E1-5B006E696621}"/>
              </a:ext>
            </a:extLst>
          </p:cNvPr>
          <p:cNvSpPr/>
          <p:nvPr/>
        </p:nvSpPr>
        <p:spPr bwMode="auto">
          <a:xfrm>
            <a:off x="5015880" y="1341015"/>
            <a:ext cx="2812863" cy="578446"/>
          </a:xfrm>
          <a:prstGeom prst="rect">
            <a:avLst/>
          </a:prstGeom>
          <a:noFill/>
          <a:ln w="50800" cap="flat" cmpd="sng" algn="ctr">
            <a:solidFill>
              <a:schemeClr val="accent3"/>
            </a:solidFill>
            <a:prstDash val="solid"/>
            <a:miter lim="800000"/>
            <a:headEnd type="none" w="med" len="med"/>
            <a:tailEnd type="none" w="med" len="me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F6304886-8D86-5279-59DA-121A3567A0EF}"/>
              </a:ext>
            </a:extLst>
          </p:cNvPr>
          <p:cNvSpPr/>
          <p:nvPr/>
        </p:nvSpPr>
        <p:spPr bwMode="auto">
          <a:xfrm>
            <a:off x="6859116" y="1484784"/>
            <a:ext cx="864096" cy="216024"/>
          </a:xfrm>
          <a:prstGeom prst="rect">
            <a:avLst/>
          </a:prstGeom>
          <a:solidFill>
            <a:schemeClr val="bg1"/>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6054357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a:xfrm>
            <a:off x="335360" y="188720"/>
            <a:ext cx="9613068" cy="720000"/>
          </a:xfrm>
        </p:spPr>
        <p:txBody>
          <a:bodyPr anchor="b">
            <a:normAutofit/>
          </a:bodyPr>
          <a:lstStyle/>
          <a:p>
            <a:r>
              <a:rPr lang="de-DE" dirty="0"/>
              <a:t>HPPASS block diagram – PSC3M6</a:t>
            </a:r>
            <a:endParaRPr lang="en-US" dirty="0"/>
          </a:p>
        </p:txBody>
      </p:sp>
      <p:pic>
        <p:nvPicPr>
          <p:cNvPr id="6" name="Content Placeholder 5">
            <a:extLst>
              <a:ext uri="{FF2B5EF4-FFF2-40B4-BE49-F238E27FC236}">
                <a16:creationId xmlns:a16="http://schemas.microsoft.com/office/drawing/2014/main" id="{98A848D1-24BA-0C9E-EAC1-C076E37A047A}"/>
              </a:ext>
            </a:extLst>
          </p:cNvPr>
          <p:cNvPicPr>
            <a:picLocks noGrp="1" noChangeAspect="1"/>
          </p:cNvPicPr>
          <p:nvPr>
            <p:ph sz="quarter" idx="13"/>
          </p:nvPr>
        </p:nvPicPr>
        <p:blipFill>
          <a:blip>
            <a:extLst>
              <a:ext uri="{96DAC541-7B7A-43D3-8B79-37D633B846F1}">
                <asvg:svgBlip xmlns:asvg="http://schemas.microsoft.com/office/drawing/2016/SVG/main" r:embed="rId3"/>
              </a:ext>
            </a:extLst>
          </a:blip>
          <a:stretch>
            <a:fillRect/>
          </a:stretch>
        </p:blipFill>
        <p:spPr>
          <a:xfrm>
            <a:off x="270415" y="1178626"/>
            <a:ext cx="7882920" cy="4914670"/>
          </a:xfrm>
          <a:prstGeom prst="rect">
            <a:avLst/>
          </a:prstGeom>
        </p:spPr>
      </p:pic>
      <p:sp>
        <p:nvSpPr>
          <p:cNvPr id="4" name="TextBox 3">
            <a:extLst>
              <a:ext uri="{FF2B5EF4-FFF2-40B4-BE49-F238E27FC236}">
                <a16:creationId xmlns:a16="http://schemas.microsoft.com/office/drawing/2014/main" id="{8D430F29-558E-68E2-ACC8-9D86831C0531}"/>
              </a:ext>
            </a:extLst>
          </p:cNvPr>
          <p:cNvSpPr txBox="1"/>
          <p:nvPr/>
        </p:nvSpPr>
        <p:spPr bwMode="auto">
          <a:xfrm>
            <a:off x="8202537" y="1243786"/>
            <a:ext cx="3768249" cy="4688463"/>
          </a:xfrm>
          <a:prstGeom prst="rect">
            <a:avLst/>
          </a:prstGeom>
          <a:noFill/>
          <a:ln w="9525">
            <a:noFill/>
            <a:miter lim="800000"/>
            <a:headEnd/>
            <a:tailEnd/>
          </a:ln>
          <a:effectLst/>
        </p:spPr>
        <p:txBody>
          <a:bodyPr wrap="square">
            <a:spAutoFit/>
          </a:bodyPr>
          <a:lstStyle/>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12-bit SAR ADC up to 9 Msps, up to 24 analog inputs</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12 direct + 4 MUXed S/H, 16 dedicated + 8 analog-capable GPIOs</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 Up to 4 × OpAmps (PGA 1× … 64×)</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+ 2 × 12-bit R2R DAC (1 Msps)</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+ 3 × 3P3Z hardware compensator filters</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 Up to 9 × CSG comparators in 3 groups</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sz="1400" dirty="0"/>
              <a:t>+ HW Data accumulation( 2,4,8,16,32,64)</a:t>
            </a:r>
          </a:p>
          <a:p>
            <a:pPr marL="285750" lvl="0" indent="-285750">
              <a:lnSpc>
                <a:spcPct val="100000"/>
              </a:lnSpc>
              <a:spcBef>
                <a:spcPts val="400"/>
              </a:spcBef>
              <a:buClr>
                <a:srgbClr val="0A8276"/>
              </a:buClr>
              <a:buSzPct val="90000"/>
              <a:buFont typeface="Wingdings" panose="05000000000000000000" pitchFamily="2" charset="2"/>
              <a:buChar char="ü"/>
            </a:pPr>
            <a:endParaRPr lang="de-DE" sz="1400" dirty="0"/>
          </a:p>
          <a:p>
            <a:pPr marL="285750" lvl="0" indent="-285750">
              <a:lnSpc>
                <a:spcPct val="100000"/>
              </a:lnSpc>
              <a:spcBef>
                <a:spcPts val="400"/>
              </a:spcBef>
              <a:buClr>
                <a:srgbClr val="0A8276"/>
              </a:buClr>
              <a:buSzPct val="90000"/>
              <a:buFont typeface="Wingdings" panose="05000000000000000000" pitchFamily="2" charset="2"/>
              <a:buChar char="ü"/>
            </a:pPr>
            <a:r>
              <a:rPr lang="de-DE" dirty="0"/>
              <a:t>HPPASS clocked upto 180Mhz , in sync with CPU clock</a:t>
            </a:r>
            <a:endParaRPr lang="de-DE" sz="1400" dirty="0"/>
          </a:p>
        </p:txBody>
      </p:sp>
    </p:spTree>
    <p:extLst>
      <p:ext uri="{BB962C8B-B14F-4D97-AF65-F5344CB8AC3E}">
        <p14:creationId xmlns:p14="http://schemas.microsoft.com/office/powerpoint/2010/main" val="2389593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CF0FC-86E4-FED1-CCF8-C32D18C5B10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DCFF4D5-8EF7-0053-33DB-AE04379AB919}"/>
              </a:ext>
            </a:extLst>
          </p:cNvPr>
          <p:cNvSpPr>
            <a:spLocks noGrp="1"/>
          </p:cNvSpPr>
          <p:nvPr>
            <p:ph type="title"/>
          </p:nvPr>
        </p:nvSpPr>
        <p:spPr>
          <a:xfrm>
            <a:off x="335360" y="188720"/>
            <a:ext cx="9613068" cy="720000"/>
          </a:xfrm>
        </p:spPr>
        <p:txBody>
          <a:bodyPr anchor="b">
            <a:normAutofit fontScale="90000"/>
          </a:bodyPr>
          <a:lstStyle/>
          <a:p>
            <a:r>
              <a:rPr lang="de-DE" dirty="0"/>
              <a:t>HPPASS: Innovative idle sampling concept holds intrinsic advantages in performance, allows BOM saving</a:t>
            </a:r>
            <a:endParaRPr lang="en-US" dirty="0"/>
          </a:p>
        </p:txBody>
      </p:sp>
      <p:grpSp>
        <p:nvGrpSpPr>
          <p:cNvPr id="7" name="Group 6">
            <a:extLst>
              <a:ext uri="{FF2B5EF4-FFF2-40B4-BE49-F238E27FC236}">
                <a16:creationId xmlns:a16="http://schemas.microsoft.com/office/drawing/2014/main" id="{3C08EB18-92EB-B58F-207F-163A72DA950A}"/>
              </a:ext>
            </a:extLst>
          </p:cNvPr>
          <p:cNvGrpSpPr/>
          <p:nvPr/>
        </p:nvGrpSpPr>
        <p:grpSpPr>
          <a:xfrm>
            <a:off x="551384" y="1450325"/>
            <a:ext cx="5256585" cy="2770763"/>
            <a:chOff x="839416" y="1522335"/>
            <a:chExt cx="4824536" cy="2360582"/>
          </a:xfrm>
        </p:grpSpPr>
        <p:pic>
          <p:nvPicPr>
            <p:cNvPr id="8" name="Picture 7">
              <a:extLst>
                <a:ext uri="{FF2B5EF4-FFF2-40B4-BE49-F238E27FC236}">
                  <a16:creationId xmlns:a16="http://schemas.microsoft.com/office/drawing/2014/main" id="{9D2E3AA0-70B9-C450-7B3E-80F479141140}"/>
                </a:ext>
              </a:extLst>
            </p:cNvPr>
            <p:cNvPicPr>
              <a:picLocks noChangeAspect="1"/>
            </p:cNvPicPr>
            <p:nvPr/>
          </p:nvPicPr>
          <p:blipFill>
            <a:blip r:embed="rId3"/>
            <a:stretch>
              <a:fillRect/>
            </a:stretch>
          </p:blipFill>
          <p:spPr>
            <a:xfrm>
              <a:off x="839416" y="1620875"/>
              <a:ext cx="214087" cy="223949"/>
            </a:xfrm>
            <a:prstGeom prst="rect">
              <a:avLst/>
            </a:prstGeom>
          </p:spPr>
        </p:pic>
        <p:pic>
          <p:nvPicPr>
            <p:cNvPr id="9" name="Picture 8">
              <a:extLst>
                <a:ext uri="{FF2B5EF4-FFF2-40B4-BE49-F238E27FC236}">
                  <a16:creationId xmlns:a16="http://schemas.microsoft.com/office/drawing/2014/main" id="{F4838C1C-83BE-D6EE-A398-44B013A92342}"/>
                </a:ext>
              </a:extLst>
            </p:cNvPr>
            <p:cNvPicPr>
              <a:picLocks noChangeAspect="1"/>
            </p:cNvPicPr>
            <p:nvPr/>
          </p:nvPicPr>
          <p:blipFill>
            <a:blip r:embed="rId4"/>
            <a:stretch>
              <a:fillRect/>
            </a:stretch>
          </p:blipFill>
          <p:spPr>
            <a:xfrm>
              <a:off x="846656" y="1522335"/>
              <a:ext cx="4817296" cy="2360582"/>
            </a:xfrm>
            <a:prstGeom prst="rect">
              <a:avLst/>
            </a:prstGeom>
          </p:spPr>
        </p:pic>
      </p:grpSp>
      <p:pic>
        <p:nvPicPr>
          <p:cNvPr id="11" name="Picture 10">
            <a:extLst>
              <a:ext uri="{FF2B5EF4-FFF2-40B4-BE49-F238E27FC236}">
                <a16:creationId xmlns:a16="http://schemas.microsoft.com/office/drawing/2014/main" id="{2B859C27-7032-CC20-99CE-B69CDBD74C71}"/>
              </a:ext>
            </a:extLst>
          </p:cNvPr>
          <p:cNvPicPr>
            <a:picLocks noChangeAspect="1"/>
          </p:cNvPicPr>
          <p:nvPr/>
        </p:nvPicPr>
        <p:blipFill>
          <a:blip r:embed="rId5"/>
          <a:stretch>
            <a:fillRect/>
          </a:stretch>
        </p:blipFill>
        <p:spPr>
          <a:xfrm>
            <a:off x="6240018" y="1521043"/>
            <a:ext cx="5540037" cy="2582120"/>
          </a:xfrm>
          <a:prstGeom prst="rect">
            <a:avLst/>
          </a:prstGeom>
        </p:spPr>
      </p:pic>
      <p:sp>
        <p:nvSpPr>
          <p:cNvPr id="13" name="TextBox 12">
            <a:extLst>
              <a:ext uri="{FF2B5EF4-FFF2-40B4-BE49-F238E27FC236}">
                <a16:creationId xmlns:a16="http://schemas.microsoft.com/office/drawing/2014/main" id="{A6123CF5-53EE-3D53-D096-AD080565A9BA}"/>
              </a:ext>
            </a:extLst>
          </p:cNvPr>
          <p:cNvSpPr txBox="1"/>
          <p:nvPr/>
        </p:nvSpPr>
        <p:spPr bwMode="auto">
          <a:xfrm>
            <a:off x="334963" y="4273446"/>
            <a:ext cx="5700861" cy="2006265"/>
          </a:xfrm>
          <a:prstGeom prst="rect">
            <a:avLst/>
          </a:prstGeom>
          <a:solidFill>
            <a:schemeClr val="bg1"/>
          </a:solidFill>
          <a:ln w="19050">
            <a:solidFill>
              <a:schemeClr val="tx1"/>
            </a:solidFill>
            <a:miter lim="800000"/>
            <a:headEnd/>
            <a:tailEnd/>
          </a:ln>
          <a:effectLst/>
        </p:spPr>
        <p:txBody>
          <a:bodyPr wrap="square" lIns="72000" tIns="36000" rIns="72000" bIns="36000" rtlCol="0" anchor="t" anchorCtr="0">
            <a:noAutofit/>
          </a:bodyPr>
          <a:lstStyle/>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kern="0" dirty="0">
                <a:latin typeface="+mj-lt"/>
                <a:ea typeface="Verdana" pitchFamily="34" charset="0"/>
                <a:cs typeface="Verdana" pitchFamily="34" charset="0"/>
              </a:rPr>
              <a:t>A trigger signal trigger starts </a:t>
            </a:r>
            <a:r>
              <a:rPr lang="de-DE" sz="1300" kern="0" dirty="0" err="1">
                <a:latin typeface="+mj-lt"/>
                <a:ea typeface="Verdana" pitchFamily="34" charset="0"/>
                <a:cs typeface="Verdana" pitchFamily="34" charset="0"/>
              </a:rPr>
              <a:t>the</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sampling</a:t>
            </a:r>
            <a:endParaRPr lang="de-DE" sz="1300" kern="0" dirty="0">
              <a:latin typeface="+mj-lt"/>
              <a:ea typeface="Verdana" pitchFamily="34" charset="0"/>
              <a:cs typeface="Verdana" pitchFamily="34" charset="0"/>
            </a:endParaRPr>
          </a:p>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kern="0" dirty="0">
                <a:latin typeface="+mj-lt"/>
                <a:ea typeface="Verdana" pitchFamily="34" charset="0"/>
                <a:cs typeface="Verdana" pitchFamily="34" charset="0"/>
              </a:rPr>
              <a:t>Sampling goes for </a:t>
            </a:r>
            <a:r>
              <a:rPr lang="de-DE" sz="1300" kern="0" dirty="0" err="1">
                <a:latin typeface="+mj-lt"/>
                <a:ea typeface="Verdana" pitchFamily="34" charset="0"/>
                <a:cs typeface="Verdana" pitchFamily="34" charset="0"/>
              </a:rPr>
              <a:t>t</a:t>
            </a:r>
            <a:r>
              <a:rPr lang="de-DE" sz="1300" kern="0" baseline="-25000" dirty="0" err="1">
                <a:latin typeface="+mj-lt"/>
                <a:ea typeface="Verdana" pitchFamily="34" charset="0"/>
                <a:cs typeface="Verdana" pitchFamily="34" charset="0"/>
              </a:rPr>
              <a:t>sample</a:t>
            </a:r>
            <a:r>
              <a:rPr lang="de-DE" sz="1300" kern="0" baseline="-25000" dirty="0">
                <a:latin typeface="+mj-lt"/>
                <a:ea typeface="Verdana" pitchFamily="34" charset="0"/>
                <a:cs typeface="Verdana" pitchFamily="34" charset="0"/>
              </a:rPr>
              <a:t> </a:t>
            </a:r>
            <a:r>
              <a:rPr lang="de-DE" sz="1300" kern="0" dirty="0">
                <a:latin typeface="+mj-lt"/>
                <a:ea typeface="Verdana" pitchFamily="34" charset="0"/>
                <a:cs typeface="Verdana" pitchFamily="34" charset="0"/>
              </a:rPr>
              <a:t>time, </a:t>
            </a:r>
            <a:r>
              <a:rPr lang="de-DE" sz="1300" kern="0" dirty="0" err="1">
                <a:latin typeface="+mj-lt"/>
                <a:ea typeface="Verdana" pitchFamily="34" charset="0"/>
                <a:cs typeface="Verdana" pitchFamily="34" charset="0"/>
              </a:rPr>
              <a:t>then</a:t>
            </a:r>
            <a:r>
              <a:rPr lang="de-DE" sz="1300" kern="0" dirty="0">
                <a:latin typeface="+mj-lt"/>
                <a:ea typeface="Verdana" pitchFamily="34" charset="0"/>
                <a:cs typeface="Verdana" pitchFamily="34" charset="0"/>
              </a:rPr>
              <a:t> the sampled input is converted or put on hold </a:t>
            </a:r>
            <a:r>
              <a:rPr lang="de-DE" sz="1300" kern="0" dirty="0" err="1">
                <a:latin typeface="+mj-lt"/>
                <a:ea typeface="Verdana" pitchFamily="34" charset="0"/>
                <a:cs typeface="Verdana" pitchFamily="34" charset="0"/>
              </a:rPr>
              <a:t>converted</a:t>
            </a:r>
            <a:r>
              <a:rPr lang="de-DE" sz="1300" kern="0" dirty="0">
                <a:latin typeface="+mj-lt"/>
                <a:ea typeface="Verdana" pitchFamily="34" charset="0"/>
                <a:cs typeface="Verdana" pitchFamily="34" charset="0"/>
              </a:rPr>
              <a:t>.</a:t>
            </a:r>
          </a:p>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kern="0" dirty="0" err="1">
                <a:latin typeface="+mj-lt"/>
                <a:ea typeface="Verdana" pitchFamily="34" charset="0"/>
                <a:cs typeface="Verdana" pitchFamily="34" charset="0"/>
              </a:rPr>
              <a:t>I</a:t>
            </a:r>
            <a:r>
              <a:rPr lang="de-DE" sz="1300" kern="0" baseline="-25000" dirty="0" err="1">
                <a:latin typeface="+mj-lt"/>
                <a:ea typeface="Verdana" pitchFamily="34" charset="0"/>
                <a:cs typeface="Verdana" pitchFamily="34" charset="0"/>
              </a:rPr>
              <a:t>in</a:t>
            </a:r>
            <a:r>
              <a:rPr lang="de-DE" sz="1300" kern="0" dirty="0">
                <a:latin typeface="+mj-lt"/>
                <a:ea typeface="Verdana" pitchFamily="34" charset="0"/>
                <a:cs typeface="Verdana" pitchFamily="34" charset="0"/>
              </a:rPr>
              <a:t> = CdV/dt , dt = </a:t>
            </a:r>
            <a:r>
              <a:rPr lang="de-DE" sz="1300" kern="0" dirty="0" err="1">
                <a:latin typeface="+mj-lt"/>
                <a:ea typeface="Verdana" pitchFamily="34" charset="0"/>
                <a:cs typeface="Verdana" pitchFamily="34" charset="0"/>
              </a:rPr>
              <a:t>sampling</a:t>
            </a:r>
            <a:r>
              <a:rPr lang="de-DE" sz="1300" kern="0" dirty="0">
                <a:latin typeface="+mj-lt"/>
                <a:ea typeface="Verdana" pitchFamily="34" charset="0"/>
                <a:cs typeface="Verdana" pitchFamily="34" charset="0"/>
              </a:rPr>
              <a:t> time. </a:t>
            </a:r>
            <a:r>
              <a:rPr lang="de-DE" sz="1300" kern="0" dirty="0" err="1">
                <a:latin typeface="+mj-lt"/>
                <a:ea typeface="Verdana" pitchFamily="34" charset="0"/>
                <a:cs typeface="Verdana" pitchFamily="34" charset="0"/>
              </a:rPr>
              <a:t>To</a:t>
            </a:r>
            <a:r>
              <a:rPr lang="de-DE" sz="1300" kern="0" dirty="0">
                <a:latin typeface="+mj-lt"/>
                <a:ea typeface="Verdana" pitchFamily="34" charset="0"/>
                <a:cs typeface="Verdana" pitchFamily="34" charset="0"/>
              </a:rPr>
              <a:t> reduce sampling time, input current must </a:t>
            </a:r>
            <a:r>
              <a:rPr lang="de-DE" sz="1300" kern="0" dirty="0" err="1">
                <a:latin typeface="+mj-lt"/>
                <a:ea typeface="Verdana" pitchFamily="34" charset="0"/>
                <a:cs typeface="Verdana" pitchFamily="34" charset="0"/>
              </a:rPr>
              <a:t>be</a:t>
            </a:r>
            <a:r>
              <a:rPr lang="de-DE" sz="1300" kern="0" dirty="0">
                <a:latin typeface="+mj-lt"/>
                <a:ea typeface="Verdana" pitchFamily="34" charset="0"/>
                <a:cs typeface="Verdana" pitchFamily="34" charset="0"/>
              </a:rPr>
              <a:t> high </a:t>
            </a:r>
            <a:r>
              <a:rPr lang="de-DE" sz="1300" kern="0" dirty="0" err="1">
                <a:latin typeface="+mj-lt"/>
                <a:ea typeface="Verdana" pitchFamily="34" charset="0"/>
                <a:cs typeface="Verdana" pitchFamily="34" charset="0"/>
              </a:rPr>
              <a:t>putting</a:t>
            </a:r>
            <a:r>
              <a:rPr lang="de-DE" sz="1300" kern="0" dirty="0">
                <a:latin typeface="+mj-lt"/>
                <a:ea typeface="Verdana" pitchFamily="34" charset="0"/>
                <a:cs typeface="Verdana" pitchFamily="34" charset="0"/>
              </a:rPr>
              <a:t> a </a:t>
            </a:r>
            <a:r>
              <a:rPr lang="de-DE" sz="1300" b="1" kern="0" dirty="0" err="1">
                <a:latin typeface="+mj-lt"/>
                <a:ea typeface="Verdana" pitchFamily="34" charset="0"/>
                <a:cs typeface="Verdana" pitchFamily="34" charset="0"/>
              </a:rPr>
              <a:t>requirement</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for</a:t>
            </a:r>
            <a:r>
              <a:rPr lang="de-DE" sz="1300" kern="0" dirty="0">
                <a:latin typeface="+mj-lt"/>
                <a:ea typeface="Verdana" pitchFamily="34" charset="0"/>
                <a:cs typeface="Verdana" pitchFamily="34" charset="0"/>
              </a:rPr>
              <a:t> </a:t>
            </a:r>
            <a:r>
              <a:rPr lang="de-DE" sz="1300" b="1" kern="0" dirty="0">
                <a:latin typeface="+mj-lt"/>
                <a:ea typeface="Verdana" pitchFamily="34" charset="0"/>
                <a:cs typeface="Verdana" pitchFamily="34" charset="0"/>
              </a:rPr>
              <a:t>external cap </a:t>
            </a:r>
            <a:r>
              <a:rPr lang="de-DE" sz="1300" kern="0" dirty="0">
                <a:latin typeface="+mj-lt"/>
                <a:ea typeface="Verdana" pitchFamily="34" charset="0"/>
                <a:cs typeface="Verdana" pitchFamily="34" charset="0"/>
              </a:rPr>
              <a:t>to supply </a:t>
            </a:r>
            <a:r>
              <a:rPr lang="de-DE" sz="1300" kern="0" dirty="0" err="1">
                <a:latin typeface="+mj-lt"/>
                <a:ea typeface="Verdana" pitchFamily="34" charset="0"/>
                <a:cs typeface="Verdana" pitchFamily="34" charset="0"/>
              </a:rPr>
              <a:t>the</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charge</a:t>
            </a:r>
            <a:r>
              <a:rPr lang="de-DE" sz="1300" kern="0" dirty="0">
                <a:latin typeface="+mj-lt"/>
                <a:ea typeface="Verdana" pitchFamily="34" charset="0"/>
                <a:cs typeface="Verdana" pitchFamily="34" charset="0"/>
              </a:rPr>
              <a:t>. </a:t>
            </a:r>
          </a:p>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b="1" kern="0" dirty="0">
                <a:latin typeface="+mj-lt"/>
                <a:ea typeface="Verdana" pitchFamily="34" charset="0"/>
                <a:cs typeface="Verdana" pitchFamily="34" charset="0"/>
              </a:rPr>
              <a:t>Sampling jitter </a:t>
            </a:r>
            <a:r>
              <a:rPr lang="de-DE" sz="1300" kern="0" dirty="0">
                <a:latin typeface="+mj-lt"/>
                <a:ea typeface="Verdana" pitchFamily="34" charset="0"/>
                <a:cs typeface="Verdana" pitchFamily="34" charset="0"/>
              </a:rPr>
              <a:t>if sampling time </a:t>
            </a:r>
            <a:r>
              <a:rPr lang="de-DE" sz="1300" kern="0" dirty="0" err="1">
                <a:latin typeface="+mj-lt"/>
                <a:ea typeface="Verdana" pitchFamily="34" charset="0"/>
                <a:cs typeface="Verdana" pitchFamily="34" charset="0"/>
              </a:rPr>
              <a:t>is</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big</a:t>
            </a:r>
            <a:r>
              <a:rPr lang="de-DE" sz="1300" kern="0" dirty="0">
                <a:latin typeface="+mj-lt"/>
                <a:ea typeface="Verdana" pitchFamily="34" charset="0"/>
                <a:cs typeface="Verdana" pitchFamily="34" charset="0"/>
              </a:rPr>
              <a:t> and </a:t>
            </a:r>
            <a:r>
              <a:rPr lang="de-DE" sz="1300" b="1" kern="0" dirty="0" err="1">
                <a:latin typeface="+mj-lt"/>
                <a:ea typeface="Verdana" pitchFamily="34" charset="0"/>
                <a:cs typeface="Verdana" pitchFamily="34" charset="0"/>
              </a:rPr>
              <a:t>result</a:t>
            </a:r>
            <a:r>
              <a:rPr lang="de-DE" sz="1300" b="1" kern="0" dirty="0">
                <a:latin typeface="+mj-lt"/>
                <a:ea typeface="Verdana" pitchFamily="34" charset="0"/>
                <a:cs typeface="Verdana" pitchFamily="34" charset="0"/>
              </a:rPr>
              <a:t> </a:t>
            </a:r>
            <a:r>
              <a:rPr lang="de-DE" sz="1300" b="1" kern="0" dirty="0" err="1">
                <a:latin typeface="+mj-lt"/>
                <a:ea typeface="Verdana" pitchFamily="34" charset="0"/>
                <a:cs typeface="Verdana" pitchFamily="34" charset="0"/>
              </a:rPr>
              <a:t>available</a:t>
            </a:r>
            <a:r>
              <a:rPr lang="de-DE" sz="1300" b="1" kern="0" dirty="0">
                <a:latin typeface="+mj-lt"/>
                <a:ea typeface="Verdana" pitchFamily="34" charset="0"/>
                <a:cs typeface="Verdana" pitchFamily="34" charset="0"/>
              </a:rPr>
              <a:t> </a:t>
            </a:r>
            <a:r>
              <a:rPr lang="de-DE" sz="1300" b="1" kern="0" dirty="0" err="1">
                <a:latin typeface="+mj-lt"/>
                <a:ea typeface="Verdana" pitchFamily="34" charset="0"/>
                <a:cs typeface="Verdana" pitchFamily="34" charset="0"/>
              </a:rPr>
              <a:t>only</a:t>
            </a:r>
            <a:r>
              <a:rPr lang="de-DE" sz="1300" b="1" kern="0" dirty="0">
                <a:latin typeface="+mj-lt"/>
                <a:ea typeface="Verdana" pitchFamily="34" charset="0"/>
                <a:cs typeface="Verdana" pitchFamily="34" charset="0"/>
              </a:rPr>
              <a:t> after trigger = t</a:t>
            </a:r>
            <a:r>
              <a:rPr lang="de-DE" sz="1300" b="1" kern="0" baseline="-25000" dirty="0">
                <a:latin typeface="+mj-lt"/>
                <a:ea typeface="Verdana" pitchFamily="34" charset="0"/>
                <a:cs typeface="Verdana" pitchFamily="34" charset="0"/>
              </a:rPr>
              <a:t>sample</a:t>
            </a:r>
            <a:r>
              <a:rPr lang="de-DE" sz="1300" b="1" kern="0" dirty="0">
                <a:latin typeface="+mj-lt"/>
                <a:ea typeface="Verdana" pitchFamily="34" charset="0"/>
                <a:cs typeface="Verdana" pitchFamily="34" charset="0"/>
              </a:rPr>
              <a:t> + t</a:t>
            </a:r>
            <a:r>
              <a:rPr lang="de-DE" sz="1300" b="1" kern="0" baseline="-25000" dirty="0">
                <a:latin typeface="+mj-lt"/>
                <a:ea typeface="Verdana" pitchFamily="34" charset="0"/>
                <a:cs typeface="Verdana" pitchFamily="34" charset="0"/>
              </a:rPr>
              <a:t>conv</a:t>
            </a:r>
          </a:p>
        </p:txBody>
      </p:sp>
      <p:sp>
        <p:nvSpPr>
          <p:cNvPr id="15" name="TextBox 14">
            <a:extLst>
              <a:ext uri="{FF2B5EF4-FFF2-40B4-BE49-F238E27FC236}">
                <a16:creationId xmlns:a16="http://schemas.microsoft.com/office/drawing/2014/main" id="{1C55C30A-6E9D-7C2D-F16F-05EB37B68B50}"/>
              </a:ext>
            </a:extLst>
          </p:cNvPr>
          <p:cNvSpPr txBox="1"/>
          <p:nvPr/>
        </p:nvSpPr>
        <p:spPr bwMode="auto">
          <a:xfrm>
            <a:off x="6155780" y="4273445"/>
            <a:ext cx="5701259" cy="2006267"/>
          </a:xfrm>
          <a:prstGeom prst="rect">
            <a:avLst/>
          </a:prstGeom>
          <a:solidFill>
            <a:schemeClr val="bg1"/>
          </a:solidFill>
          <a:ln w="19050">
            <a:solidFill>
              <a:schemeClr val="tx1"/>
            </a:solidFill>
            <a:miter lim="800000"/>
            <a:headEnd/>
            <a:tailEnd/>
          </a:ln>
          <a:effectLst/>
        </p:spPr>
        <p:txBody>
          <a:bodyPr wrap="square" lIns="72000" tIns="36000" rIns="72000" bIns="36000" rtlCol="0" anchor="t" anchorCtr="0">
            <a:noAutofit/>
          </a:bodyPr>
          <a:lstStyle/>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kern="0" dirty="0">
                <a:latin typeface="+mj-lt"/>
                <a:ea typeface="Verdana" pitchFamily="34" charset="0"/>
                <a:cs typeface="Verdana" pitchFamily="34" charset="0"/>
              </a:rPr>
              <a:t>Trigger </a:t>
            </a:r>
            <a:r>
              <a:rPr lang="de-DE" sz="1300" kern="0" dirty="0" err="1">
                <a:latin typeface="+mj-lt"/>
                <a:ea typeface="Verdana" pitchFamily="34" charset="0"/>
                <a:cs typeface="Verdana" pitchFamily="34" charset="0"/>
              </a:rPr>
              <a:t>signal</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ends</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sampling</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EoS</a:t>
            </a:r>
            <a:r>
              <a:rPr lang="de-DE" sz="1300" kern="0" dirty="0">
                <a:latin typeface="+mj-lt"/>
                <a:ea typeface="Verdana" pitchFamily="34" charset="0"/>
                <a:cs typeface="Verdana" pitchFamily="34" charset="0"/>
              </a:rPr>
              <a:t>) and </a:t>
            </a:r>
            <a:r>
              <a:rPr lang="de-DE" sz="1300" kern="0" dirty="0" err="1">
                <a:latin typeface="+mj-lt"/>
                <a:ea typeface="Verdana" pitchFamily="34" charset="0"/>
                <a:cs typeface="Verdana" pitchFamily="34" charset="0"/>
              </a:rPr>
              <a:t>goes</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into</a:t>
            </a:r>
            <a:r>
              <a:rPr lang="de-DE" sz="1300" kern="0" dirty="0">
                <a:latin typeface="+mj-lt"/>
                <a:ea typeface="Verdana" pitchFamily="34" charset="0"/>
                <a:cs typeface="Verdana" pitchFamily="34" charset="0"/>
              </a:rPr>
              <a:t> Hold </a:t>
            </a:r>
            <a:r>
              <a:rPr lang="de-DE" sz="1300" kern="0" dirty="0" err="1">
                <a:latin typeface="+mj-lt"/>
                <a:ea typeface="Verdana" pitchFamily="34" charset="0"/>
                <a:cs typeface="Verdana" pitchFamily="34" charset="0"/>
              </a:rPr>
              <a:t>state</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If</a:t>
            </a:r>
            <a:r>
              <a:rPr lang="de-DE" sz="1300" kern="0" dirty="0">
                <a:latin typeface="+mj-lt"/>
                <a:ea typeface="Verdana" pitchFamily="34" charset="0"/>
                <a:cs typeface="Verdana" pitchFamily="34" charset="0"/>
              </a:rPr>
              <a:t> no other input is converted by ADC, </a:t>
            </a:r>
            <a:r>
              <a:rPr lang="de-DE" sz="1300" kern="0" dirty="0" err="1">
                <a:latin typeface="+mj-lt"/>
                <a:ea typeface="Verdana" pitchFamily="34" charset="0"/>
                <a:cs typeface="Verdana" pitchFamily="34" charset="0"/>
              </a:rPr>
              <a:t>the</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captured</a:t>
            </a:r>
            <a:r>
              <a:rPr lang="de-DE" sz="1300" kern="0" dirty="0">
                <a:latin typeface="+mj-lt"/>
                <a:ea typeface="Verdana" pitchFamily="34" charset="0"/>
                <a:cs typeface="Verdana" pitchFamily="34" charset="0"/>
              </a:rPr>
              <a:t> sample will be converted </a:t>
            </a:r>
            <a:r>
              <a:rPr lang="de-DE" sz="1300" kern="0" dirty="0" err="1">
                <a:latin typeface="+mj-lt"/>
                <a:ea typeface="Verdana" pitchFamily="34" charset="0"/>
                <a:cs typeface="Verdana" pitchFamily="34" charset="0"/>
              </a:rPr>
              <a:t>hence</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start</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of</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conversion</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SoC</a:t>
            </a:r>
            <a:r>
              <a:rPr lang="de-DE" sz="1300" kern="0" dirty="0">
                <a:latin typeface="+mj-lt"/>
                <a:ea typeface="Verdana" pitchFamily="34" charset="0"/>
                <a:cs typeface="Verdana" pitchFamily="34" charset="0"/>
              </a:rPr>
              <a:t>). After </a:t>
            </a:r>
            <a:r>
              <a:rPr lang="de-DE" sz="1300" kern="0" dirty="0" err="1">
                <a:latin typeface="+mj-lt"/>
                <a:ea typeface="Verdana" pitchFamily="34" charset="0"/>
                <a:cs typeface="Verdana" pitchFamily="34" charset="0"/>
              </a:rPr>
              <a:t>conversion</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sampling</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re</a:t>
            </a:r>
            <a:r>
              <a:rPr lang="de-DE" sz="1300" kern="0" dirty="0">
                <a:latin typeface="+mj-lt"/>
                <a:ea typeface="Verdana" pitchFamily="34" charset="0"/>
                <a:cs typeface="Verdana" pitchFamily="34" charset="0"/>
              </a:rPr>
              <a:t>-starts with End </a:t>
            </a:r>
            <a:r>
              <a:rPr lang="de-DE" sz="1300" kern="0" dirty="0" err="1">
                <a:latin typeface="+mj-lt"/>
                <a:ea typeface="Verdana" pitchFamily="34" charset="0"/>
                <a:cs typeface="Verdana" pitchFamily="34" charset="0"/>
              </a:rPr>
              <a:t>of</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Conversion</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EoC</a:t>
            </a:r>
            <a:r>
              <a:rPr lang="de-DE" sz="1300" kern="0" dirty="0">
                <a:latin typeface="+mj-lt"/>
                <a:ea typeface="Verdana" pitchFamily="34" charset="0"/>
                <a:cs typeface="Verdana" pitchFamily="34" charset="0"/>
              </a:rPr>
              <a:t>). After power up of the module, analog input is </a:t>
            </a:r>
            <a:r>
              <a:rPr lang="de-DE" sz="1300" kern="0" dirty="0" err="1">
                <a:latin typeface="+mj-lt"/>
                <a:ea typeface="Verdana" pitchFamily="34" charset="0"/>
                <a:cs typeface="Verdana" pitchFamily="34" charset="0"/>
              </a:rPr>
              <a:t>always</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sampling</a:t>
            </a:r>
            <a:r>
              <a:rPr lang="de-DE" sz="1300" kern="0" dirty="0">
                <a:latin typeface="+mj-lt"/>
                <a:ea typeface="Verdana" pitchFamily="34" charset="0"/>
                <a:cs typeface="Verdana" pitchFamily="34" charset="0"/>
              </a:rPr>
              <a:t>.</a:t>
            </a:r>
          </a:p>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kern="0" dirty="0" err="1">
                <a:latin typeface="+mj-lt"/>
                <a:ea typeface="Verdana" pitchFamily="34" charset="0"/>
                <a:cs typeface="Verdana" pitchFamily="34" charset="0"/>
              </a:rPr>
              <a:t>I</a:t>
            </a:r>
            <a:r>
              <a:rPr lang="de-DE" sz="1300" kern="0" baseline="-25000" dirty="0" err="1">
                <a:latin typeface="+mj-lt"/>
                <a:ea typeface="Verdana" pitchFamily="34" charset="0"/>
                <a:cs typeface="Verdana" pitchFamily="34" charset="0"/>
              </a:rPr>
              <a:t>in</a:t>
            </a:r>
            <a:r>
              <a:rPr lang="de-DE" sz="1300" kern="0" dirty="0">
                <a:latin typeface="+mj-lt"/>
                <a:ea typeface="Verdana" pitchFamily="34" charset="0"/>
                <a:cs typeface="Verdana" pitchFamily="34" charset="0"/>
              </a:rPr>
              <a:t> = CdV/dt , dt = sampling time = trigger time period, hence sampling time given by application which is very large. I</a:t>
            </a:r>
            <a:r>
              <a:rPr lang="de-DE" sz="1300" kern="0" baseline="-25000" dirty="0">
                <a:latin typeface="+mj-lt"/>
                <a:ea typeface="Verdana" pitchFamily="34" charset="0"/>
                <a:cs typeface="Verdana" pitchFamily="34" charset="0"/>
              </a:rPr>
              <a:t>in</a:t>
            </a:r>
            <a:r>
              <a:rPr lang="de-DE" sz="1300" kern="0" dirty="0">
                <a:latin typeface="+mj-lt"/>
                <a:ea typeface="Verdana" pitchFamily="34" charset="0"/>
                <a:cs typeface="Verdana" pitchFamily="34" charset="0"/>
              </a:rPr>
              <a:t> is </a:t>
            </a:r>
            <a:r>
              <a:rPr lang="de-DE" sz="1300" kern="0" dirty="0" err="1">
                <a:latin typeface="+mj-lt"/>
                <a:ea typeface="Verdana" pitchFamily="34" charset="0"/>
                <a:cs typeface="Verdana" pitchFamily="34" charset="0"/>
              </a:rPr>
              <a:t>very</a:t>
            </a:r>
            <a:r>
              <a:rPr lang="de-DE" sz="1300" kern="0" dirty="0">
                <a:latin typeface="+mj-lt"/>
                <a:ea typeface="Verdana" pitchFamily="34" charset="0"/>
                <a:cs typeface="Verdana" pitchFamily="34" charset="0"/>
              </a:rPr>
              <a:t> </a:t>
            </a:r>
            <a:r>
              <a:rPr lang="de-DE" sz="1300" kern="0" dirty="0" err="1">
                <a:latin typeface="+mj-lt"/>
                <a:ea typeface="Verdana" pitchFamily="34" charset="0"/>
                <a:cs typeface="Verdana" pitchFamily="34" charset="0"/>
              </a:rPr>
              <a:t>low</a:t>
            </a:r>
            <a:r>
              <a:rPr lang="de-DE" sz="1300" kern="0" dirty="0">
                <a:latin typeface="+mj-lt"/>
                <a:ea typeface="Verdana" pitchFamily="34" charset="0"/>
                <a:cs typeface="Verdana" pitchFamily="34" charset="0"/>
              </a:rPr>
              <a:t> and application </a:t>
            </a:r>
            <a:r>
              <a:rPr lang="de-DE" sz="1300" b="1" kern="0" dirty="0">
                <a:latin typeface="+mj-lt"/>
                <a:ea typeface="Verdana" pitchFamily="34" charset="0"/>
                <a:cs typeface="Verdana" pitchFamily="34" charset="0"/>
              </a:rPr>
              <a:t>do not require external cap </a:t>
            </a:r>
            <a:r>
              <a:rPr lang="de-DE" sz="1300" kern="0" dirty="0">
                <a:latin typeface="+mj-lt"/>
                <a:ea typeface="Verdana" pitchFamily="34" charset="0"/>
                <a:cs typeface="Verdana" pitchFamily="34" charset="0"/>
              </a:rPr>
              <a:t>to provide charge. </a:t>
            </a:r>
            <a:endParaRPr lang="de-DE" sz="1300" kern="0" baseline="-25000" dirty="0">
              <a:latin typeface="+mj-lt"/>
              <a:ea typeface="Verdana" pitchFamily="34" charset="0"/>
              <a:cs typeface="Verdana" pitchFamily="34" charset="0"/>
            </a:endParaRPr>
          </a:p>
          <a:p>
            <a:pPr marL="285750" indent="-285750" defTabSz="914354" eaLnBrk="0" fontAlgn="auto" hangingPunct="0">
              <a:spcBef>
                <a:spcPts val="0"/>
              </a:spcBef>
              <a:spcAft>
                <a:spcPts val="300"/>
              </a:spcAft>
              <a:buClr>
                <a:schemeClr val="accent1"/>
              </a:buClr>
              <a:buFont typeface="Symbol" panose="05050102010706020507" pitchFamily="18" charset="2"/>
              <a:buChar char="-"/>
            </a:pPr>
            <a:r>
              <a:rPr lang="de-DE" sz="1300" b="1" kern="0" dirty="0" err="1">
                <a:latin typeface="+mj-lt"/>
                <a:ea typeface="Verdana" pitchFamily="34" charset="0"/>
                <a:cs typeface="Verdana" pitchFamily="34" charset="0"/>
              </a:rPr>
              <a:t>No</a:t>
            </a:r>
            <a:r>
              <a:rPr lang="de-DE" sz="1300" b="1" kern="0" dirty="0">
                <a:latin typeface="+mj-lt"/>
                <a:ea typeface="Verdana" pitchFamily="34" charset="0"/>
                <a:cs typeface="Verdana" pitchFamily="34" charset="0"/>
              </a:rPr>
              <a:t> </a:t>
            </a:r>
            <a:r>
              <a:rPr lang="de-DE" sz="1300" b="1" kern="0" dirty="0" err="1">
                <a:latin typeface="+mj-lt"/>
                <a:ea typeface="Verdana" pitchFamily="34" charset="0"/>
                <a:cs typeface="Verdana" pitchFamily="34" charset="0"/>
              </a:rPr>
              <a:t>sampling</a:t>
            </a:r>
            <a:r>
              <a:rPr lang="de-DE" sz="1300" b="1" kern="0" dirty="0">
                <a:latin typeface="+mj-lt"/>
                <a:ea typeface="Verdana" pitchFamily="34" charset="0"/>
                <a:cs typeface="Verdana" pitchFamily="34" charset="0"/>
              </a:rPr>
              <a:t> </a:t>
            </a:r>
            <a:r>
              <a:rPr lang="de-DE" sz="1300" b="1" kern="0" dirty="0" err="1">
                <a:latin typeface="+mj-lt"/>
                <a:ea typeface="Verdana" pitchFamily="34" charset="0"/>
                <a:cs typeface="Verdana" pitchFamily="34" charset="0"/>
              </a:rPr>
              <a:t>jitter</a:t>
            </a:r>
            <a:r>
              <a:rPr lang="de-DE" sz="1300" b="1" kern="0" dirty="0">
                <a:latin typeface="+mj-lt"/>
                <a:ea typeface="Verdana" pitchFamily="34" charset="0"/>
                <a:cs typeface="Verdana" pitchFamily="34" charset="0"/>
              </a:rPr>
              <a:t> and </a:t>
            </a:r>
            <a:r>
              <a:rPr lang="de-DE" sz="1300" b="1" kern="0" dirty="0" err="1">
                <a:latin typeface="+mj-lt"/>
                <a:ea typeface="Verdana" pitchFamily="34" charset="0"/>
                <a:cs typeface="Verdana" pitchFamily="34" charset="0"/>
              </a:rPr>
              <a:t>result</a:t>
            </a:r>
            <a:r>
              <a:rPr lang="de-DE" sz="1300" b="1" kern="0" dirty="0">
                <a:latin typeface="+mj-lt"/>
                <a:ea typeface="Verdana" pitchFamily="34" charset="0"/>
                <a:cs typeface="Verdana" pitchFamily="34" charset="0"/>
              </a:rPr>
              <a:t> available after trigger = t</a:t>
            </a:r>
            <a:r>
              <a:rPr lang="de-DE" sz="1300" b="1" kern="0" baseline="-25000" dirty="0">
                <a:latin typeface="+mj-lt"/>
                <a:ea typeface="Verdana" pitchFamily="34" charset="0"/>
                <a:cs typeface="Verdana" pitchFamily="34" charset="0"/>
              </a:rPr>
              <a:t>conv</a:t>
            </a:r>
          </a:p>
        </p:txBody>
      </p:sp>
      <p:sp>
        <p:nvSpPr>
          <p:cNvPr id="18" name="Rectangle 17">
            <a:extLst>
              <a:ext uri="{FF2B5EF4-FFF2-40B4-BE49-F238E27FC236}">
                <a16:creationId xmlns:a16="http://schemas.microsoft.com/office/drawing/2014/main" id="{C9DB07FB-15B0-23E7-243A-C1445E23CE96}"/>
              </a:ext>
            </a:extLst>
          </p:cNvPr>
          <p:cNvSpPr/>
          <p:nvPr/>
        </p:nvSpPr>
        <p:spPr bwMode="auto">
          <a:xfrm>
            <a:off x="335360" y="1268760"/>
            <a:ext cx="5684053" cy="2952328"/>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ln>
                <a:solidFill>
                  <a:sysClr val="windowText" lastClr="000000"/>
                </a:solidFill>
              </a:ln>
              <a:solidFill>
                <a:schemeClr val="bg1"/>
              </a:solidFill>
              <a:latin typeface="+mn-lt"/>
              <a:ea typeface="+mn-ea"/>
              <a:cs typeface="+mn-cs"/>
            </a:endParaRPr>
          </a:p>
        </p:txBody>
      </p:sp>
      <p:sp>
        <p:nvSpPr>
          <p:cNvPr id="20" name="Rectangle 19">
            <a:extLst>
              <a:ext uri="{FF2B5EF4-FFF2-40B4-BE49-F238E27FC236}">
                <a16:creationId xmlns:a16="http://schemas.microsoft.com/office/drawing/2014/main" id="{AF1E67E7-ACCA-7615-31D9-6423EE34AF5C}"/>
              </a:ext>
            </a:extLst>
          </p:cNvPr>
          <p:cNvSpPr/>
          <p:nvPr/>
        </p:nvSpPr>
        <p:spPr bwMode="auto">
          <a:xfrm>
            <a:off x="6134077" y="1268760"/>
            <a:ext cx="5684053" cy="2952328"/>
          </a:xfrm>
          <a:prstGeom prst="rect">
            <a:avLst/>
          </a:prstGeom>
          <a:noFill/>
          <a:ln w="9525">
            <a:solidFill>
              <a:schemeClr val="tx1"/>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ln>
                <a:solidFill>
                  <a:sysClr val="windowText" lastClr="000000"/>
                </a:solidFill>
              </a:ln>
              <a:solidFill>
                <a:schemeClr val="bg1"/>
              </a:solidFill>
              <a:latin typeface="+mn-lt"/>
              <a:ea typeface="+mn-ea"/>
              <a:cs typeface="+mn-cs"/>
            </a:endParaRPr>
          </a:p>
        </p:txBody>
      </p:sp>
      <p:sp>
        <p:nvSpPr>
          <p:cNvPr id="22" name="TextBox 21">
            <a:extLst>
              <a:ext uri="{FF2B5EF4-FFF2-40B4-BE49-F238E27FC236}">
                <a16:creationId xmlns:a16="http://schemas.microsoft.com/office/drawing/2014/main" id="{F6C599E7-305E-712A-B918-3B6CF261F6A8}"/>
              </a:ext>
            </a:extLst>
          </p:cNvPr>
          <p:cNvSpPr txBox="1"/>
          <p:nvPr/>
        </p:nvSpPr>
        <p:spPr bwMode="auto">
          <a:xfrm>
            <a:off x="668013" y="884168"/>
            <a:ext cx="6094520" cy="461665"/>
          </a:xfrm>
          <a:prstGeom prst="rect">
            <a:avLst/>
          </a:prstGeom>
          <a:noFill/>
          <a:ln w="9525">
            <a:noFill/>
            <a:miter lim="800000"/>
            <a:headEnd/>
            <a:tailEnd/>
          </a:ln>
          <a:effectLst/>
        </p:spPr>
        <p:txBody>
          <a:bodyPr wrap="square">
            <a:spAutoFit/>
          </a:bodyPr>
          <a:lstStyle/>
          <a:p>
            <a:r>
              <a:rPr lang="de-DE" sz="2400" dirty="0"/>
              <a:t>Conventional ADC sampling</a:t>
            </a:r>
            <a:endParaRPr lang="de-DE" dirty="0"/>
          </a:p>
        </p:txBody>
      </p:sp>
      <p:sp>
        <p:nvSpPr>
          <p:cNvPr id="24" name="TextBox 23">
            <a:extLst>
              <a:ext uri="{FF2B5EF4-FFF2-40B4-BE49-F238E27FC236}">
                <a16:creationId xmlns:a16="http://schemas.microsoft.com/office/drawing/2014/main" id="{E4BC47FB-894F-6D3A-63BF-03A50C8E5746}"/>
              </a:ext>
            </a:extLst>
          </p:cNvPr>
          <p:cNvSpPr txBox="1"/>
          <p:nvPr/>
        </p:nvSpPr>
        <p:spPr bwMode="auto">
          <a:xfrm>
            <a:off x="6243961" y="849364"/>
            <a:ext cx="6094520" cy="461665"/>
          </a:xfrm>
          <a:prstGeom prst="rect">
            <a:avLst/>
          </a:prstGeom>
          <a:noFill/>
          <a:ln w="9525">
            <a:noFill/>
            <a:miter lim="800000"/>
            <a:headEnd/>
            <a:tailEnd/>
          </a:ln>
          <a:effectLst/>
        </p:spPr>
        <p:txBody>
          <a:bodyPr wrap="square">
            <a:spAutoFit/>
          </a:bodyPr>
          <a:lstStyle/>
          <a:p>
            <a:r>
              <a:rPr lang="de-DE" sz="2400" dirty="0"/>
              <a:t>Idle ADC sampling</a:t>
            </a:r>
            <a:endParaRPr lang="de-DE" dirty="0"/>
          </a:p>
        </p:txBody>
      </p:sp>
    </p:spTree>
    <p:extLst>
      <p:ext uri="{BB962C8B-B14F-4D97-AF65-F5344CB8AC3E}">
        <p14:creationId xmlns:p14="http://schemas.microsoft.com/office/powerpoint/2010/main" val="33138929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Top-level diagram</a:t>
            </a:r>
          </a:p>
        </p:txBody>
      </p:sp>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a:xfrm>
            <a:off x="334800" y="1268414"/>
            <a:ext cx="9433608" cy="5113337"/>
          </a:xfrm>
        </p:spPr>
        <p:txBody>
          <a:bodyPr/>
          <a:lstStyle/>
          <a:p>
            <a:r>
              <a:rPr lang="en-IN" dirty="0"/>
              <a:t>The following figure shows the top-level </a:t>
            </a:r>
            <a:r>
              <a:rPr lang="en-US" dirty="0"/>
              <a:t>structure of the HPPASS digital system</a:t>
            </a:r>
            <a:endParaRPr lang="en-IN" dirty="0"/>
          </a:p>
        </p:txBody>
      </p:sp>
      <p:pic>
        <p:nvPicPr>
          <p:cNvPr id="4" name="Graphic 3">
            <a:extLst>
              <a:ext uri="{FF2B5EF4-FFF2-40B4-BE49-F238E27FC236}">
                <a16:creationId xmlns:a16="http://schemas.microsoft.com/office/drawing/2014/main" id="{70ED04C3-919E-CD67-EAF6-F4F3B834A3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384" y="1619250"/>
            <a:ext cx="7807993" cy="4762500"/>
          </a:xfrm>
          <a:prstGeom prst="rect">
            <a:avLst/>
          </a:prstGeom>
        </p:spPr>
      </p:pic>
      <p:sp>
        <p:nvSpPr>
          <p:cNvPr id="5" name="TextBox 4">
            <a:extLst>
              <a:ext uri="{FF2B5EF4-FFF2-40B4-BE49-F238E27FC236}">
                <a16:creationId xmlns:a16="http://schemas.microsoft.com/office/drawing/2014/main" id="{CD9A2F9D-1892-9580-C9EC-06F0F1391F57}"/>
              </a:ext>
            </a:extLst>
          </p:cNvPr>
          <p:cNvSpPr txBox="1"/>
          <p:nvPr/>
        </p:nvSpPr>
        <p:spPr bwMode="auto">
          <a:xfrm>
            <a:off x="8575961" y="2070756"/>
            <a:ext cx="3240360" cy="1754326"/>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de-DE" sz="1800" dirty="0"/>
              <a:t>32 input Triggers ( </a:t>
            </a:r>
            <a:r>
              <a:rPr lang="de-DE" sz="1800" b="1" dirty="0"/>
              <a:t>M6 </a:t>
            </a:r>
            <a:r>
              <a:rPr lang="de-DE" sz="1800" dirty="0"/>
              <a:t>vs M5 has 16) </a:t>
            </a:r>
          </a:p>
          <a:p>
            <a:pPr marL="285750" indent="-285750">
              <a:buClr>
                <a:srgbClr val="0A8276"/>
              </a:buClr>
              <a:buFont typeface="Symbol" panose="05050102010706020507" pitchFamily="18" charset="2"/>
              <a:buChar char="-"/>
            </a:pPr>
            <a:r>
              <a:rPr lang="de-DE" sz="1800" dirty="0"/>
              <a:t>Trigger can be Level or pulse</a:t>
            </a:r>
          </a:p>
          <a:p>
            <a:pPr marL="285750" indent="-285750">
              <a:buClr>
                <a:srgbClr val="0A8276"/>
              </a:buClr>
              <a:buFont typeface="Symbol" panose="05050102010706020507" pitchFamily="18" charset="2"/>
              <a:buChar char="-"/>
            </a:pPr>
            <a:r>
              <a:rPr lang="de-DE" sz="1800" dirty="0"/>
              <a:t>Interrupts can be both individual or combined</a:t>
            </a:r>
            <a:endParaRPr lang="de-DE" dirty="0"/>
          </a:p>
        </p:txBody>
      </p:sp>
    </p:spTree>
    <p:extLst>
      <p:ext uri="{BB962C8B-B14F-4D97-AF65-F5344CB8AC3E}">
        <p14:creationId xmlns:p14="http://schemas.microsoft.com/office/powerpoint/2010/main" val="1183935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pPr lvl="0">
              <a:lnSpc>
                <a:spcPct val="100000"/>
              </a:lnSpc>
              <a:spcBef>
                <a:spcPts val="400"/>
              </a:spcBef>
              <a:buSzPct val="90000"/>
              <a:buFont typeface="Symbol" panose="05050102010706020507" pitchFamily="18" charset="2"/>
              <a:buChar char="-"/>
            </a:pPr>
            <a:r>
              <a:rPr lang="de-DE" sz="1600" dirty="0"/>
              <a:t>SAR sequencer, samplers, ADC core, post-processing</a:t>
            </a:r>
          </a:p>
          <a:p>
            <a:pPr lvl="0">
              <a:lnSpc>
                <a:spcPct val="100000"/>
              </a:lnSpc>
              <a:spcBef>
                <a:spcPts val="400"/>
              </a:spcBef>
              <a:buSzPct val="90000"/>
              <a:buFont typeface="Symbol" panose="05050102010706020507" pitchFamily="18" charset="2"/>
              <a:buChar char="-"/>
            </a:pPr>
            <a:r>
              <a:rPr lang="de-DE" sz="1600" dirty="0"/>
              <a:t>Sequencer supports up to 8 groups</a:t>
            </a:r>
          </a:p>
          <a:p>
            <a:pPr marL="571500" lvl="1" indent="-285750">
              <a:lnSpc>
                <a:spcPct val="100000"/>
              </a:lnSpc>
              <a:spcBef>
                <a:spcPts val="150"/>
              </a:spcBef>
              <a:buSzPct val="85000"/>
              <a:buFont typeface="Symbol" panose="05050102010706020507" pitchFamily="18" charset="2"/>
              <a:buChar char="-"/>
            </a:pPr>
            <a:r>
              <a:rPr lang="de-DE" dirty="0"/>
              <a:t>Each group: up to 16 samplers, individual sample time</a:t>
            </a:r>
          </a:p>
          <a:p>
            <a:pPr marL="571500" lvl="1" indent="-285750">
              <a:lnSpc>
                <a:spcPct val="100000"/>
              </a:lnSpc>
              <a:spcBef>
                <a:spcPts val="150"/>
              </a:spcBef>
              <a:buSzPct val="85000"/>
              <a:buFont typeface="Symbol" panose="05050102010706020507" pitchFamily="18" charset="2"/>
              <a:buChar char="-"/>
            </a:pPr>
            <a:r>
              <a:rPr lang="de-DE" dirty="0"/>
              <a:t>Two priority levels, continuous mode option</a:t>
            </a:r>
          </a:p>
          <a:p>
            <a:pPr lvl="0">
              <a:lnSpc>
                <a:spcPct val="100000"/>
              </a:lnSpc>
              <a:spcBef>
                <a:spcPts val="400"/>
              </a:spcBef>
              <a:buSzPct val="90000"/>
              <a:buFont typeface="Symbol" panose="05050102010706020507" pitchFamily="18" charset="2"/>
              <a:buChar char="-"/>
            </a:pPr>
            <a:r>
              <a:rPr lang="de-DE" sz="1600" dirty="0"/>
              <a:t>Trigger sources: FW / TCPWM / GPIO / autonomous controller</a:t>
            </a:r>
          </a:p>
          <a:p>
            <a:pPr lvl="0">
              <a:lnSpc>
                <a:spcPct val="100000"/>
              </a:lnSpc>
              <a:spcBef>
                <a:spcPts val="400"/>
              </a:spcBef>
              <a:buSzPct val="90000"/>
              <a:buFont typeface="Symbol" panose="05050102010706020507" pitchFamily="18" charset="2"/>
              <a:buChar char="-"/>
            </a:pPr>
            <a:r>
              <a:rPr lang="de-DE" sz="1600" dirty="0"/>
              <a:t>Post-processing: accumulate / averaging / limit-detect / FIFO</a:t>
            </a:r>
          </a:p>
          <a:p>
            <a:pPr lvl="0">
              <a:lnSpc>
                <a:spcPct val="100000"/>
              </a:lnSpc>
              <a:spcBef>
                <a:spcPts val="400"/>
              </a:spcBef>
              <a:buSzPct val="90000"/>
              <a:buFont typeface="Symbol" panose="05050102010706020507" pitchFamily="18" charset="2"/>
              <a:buChar char="-"/>
            </a:pPr>
            <a:r>
              <a:rPr lang="de-DE" sz="1600" dirty="0"/>
              <a:t>Sequencer output feeds TCPWM update / DMA / interrupt</a:t>
            </a:r>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de-DE" sz="2800" dirty="0"/>
              <a:t>SAR ADC block diagram</a:t>
            </a:r>
            <a:endParaRPr lang="en-US" sz="2800" dirty="0"/>
          </a:p>
        </p:txBody>
      </p:sp>
      <p:pic>
        <p:nvPicPr>
          <p:cNvPr id="4" name="Picture 3">
            <a:extLst>
              <a:ext uri="{FF2B5EF4-FFF2-40B4-BE49-F238E27FC236}">
                <a16:creationId xmlns:a16="http://schemas.microsoft.com/office/drawing/2014/main" id="{F191EE9D-A1DE-C38A-540F-B6BEC993A198}"/>
              </a:ext>
            </a:extLst>
          </p:cNvPr>
          <p:cNvPicPr>
            <a:picLocks noChangeAspect="1"/>
          </p:cNvPicPr>
          <p:nvPr/>
        </p:nvPicPr>
        <p:blipFill>
          <a:blip r:embed="rId3"/>
          <a:stretch>
            <a:fillRect/>
          </a:stretch>
        </p:blipFill>
        <p:spPr>
          <a:xfrm>
            <a:off x="1703512" y="3549840"/>
            <a:ext cx="7200800" cy="2831911"/>
          </a:xfrm>
          <a:prstGeom prst="rect">
            <a:avLst/>
          </a:prstGeom>
        </p:spPr>
      </p:pic>
    </p:spTree>
    <p:extLst>
      <p:ext uri="{BB962C8B-B14F-4D97-AF65-F5344CB8AC3E}">
        <p14:creationId xmlns:p14="http://schemas.microsoft.com/office/powerpoint/2010/main" val="30514492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SAR ADC: Channels</a:t>
            </a:r>
          </a:p>
        </p:txBody>
      </p:sp>
      <p:graphicFrame>
        <p:nvGraphicFramePr>
          <p:cNvPr id="14" name="05 Banded Rows">
            <a:extLst>
              <a:ext uri="{FF2B5EF4-FFF2-40B4-BE49-F238E27FC236}">
                <a16:creationId xmlns:a16="http://schemas.microsoft.com/office/drawing/2014/main" id="{99F8E29D-E55D-94D8-F8FF-E2E927BAC564}"/>
              </a:ext>
            </a:extLst>
          </p:cNvPr>
          <p:cNvGraphicFramePr>
            <a:graphicFrameLocks noGrp="1"/>
          </p:cNvGraphicFramePr>
          <p:nvPr>
            <p:ph sz="quarter" idx="13"/>
            <p:custDataLst>
              <p:tags r:id="rId1"/>
            </p:custDataLst>
          </p:nvPr>
        </p:nvGraphicFramePr>
        <p:xfrm>
          <a:off x="983432" y="1293850"/>
          <a:ext cx="4320878" cy="5237039"/>
        </p:xfrm>
        <a:graphic>
          <a:graphicData uri="http://schemas.openxmlformats.org/drawingml/2006/table">
            <a:tbl>
              <a:tblPr firstRow="1" bandRow="1">
                <a:tableStyleId>{69012ECD-51FC-41F1-AA8D-1B2483CD663E}</a:tableStyleId>
              </a:tblPr>
              <a:tblGrid>
                <a:gridCol w="731531">
                  <a:extLst>
                    <a:ext uri="{9D8B030D-6E8A-4147-A177-3AD203B41FA5}">
                      <a16:colId xmlns:a16="http://schemas.microsoft.com/office/drawing/2014/main" val="4038551914"/>
                    </a:ext>
                  </a:extLst>
                </a:gridCol>
                <a:gridCol w="1063510">
                  <a:extLst>
                    <a:ext uri="{9D8B030D-6E8A-4147-A177-3AD203B41FA5}">
                      <a16:colId xmlns:a16="http://schemas.microsoft.com/office/drawing/2014/main" val="1925485334"/>
                    </a:ext>
                  </a:extLst>
                </a:gridCol>
                <a:gridCol w="1345913">
                  <a:extLst>
                    <a:ext uri="{9D8B030D-6E8A-4147-A177-3AD203B41FA5}">
                      <a16:colId xmlns:a16="http://schemas.microsoft.com/office/drawing/2014/main" val="2849339206"/>
                    </a:ext>
                  </a:extLst>
                </a:gridCol>
                <a:gridCol w="1179924">
                  <a:extLst>
                    <a:ext uri="{9D8B030D-6E8A-4147-A177-3AD203B41FA5}">
                      <a16:colId xmlns:a16="http://schemas.microsoft.com/office/drawing/2014/main" val="20003"/>
                    </a:ext>
                  </a:extLst>
                </a:gridCol>
              </a:tblGrid>
              <a:tr h="416439">
                <a:tc>
                  <a:txBody>
                    <a:bodyPr/>
                    <a:lstStyle/>
                    <a:p>
                      <a:r>
                        <a:rPr lang="en-US" altLang="zh-CN" sz="1100" dirty="0"/>
                        <a:t>Channel num.</a:t>
                      </a:r>
                    </a:p>
                  </a:txBody>
                  <a:tcPr/>
                </a:tc>
                <a:tc>
                  <a:txBody>
                    <a:bodyPr/>
                    <a:lstStyle/>
                    <a:p>
                      <a:r>
                        <a:rPr lang="en-US" altLang="zh-CN" sz="1100" dirty="0"/>
                        <a:t>Sampler</a:t>
                      </a:r>
                      <a:endParaRPr lang="zh-CN" altLang="en-US" sz="1100" dirty="0"/>
                    </a:p>
                  </a:txBody>
                  <a:tcPr/>
                </a:tc>
                <a:tc>
                  <a:txBody>
                    <a:bodyPr/>
                    <a:lstStyle/>
                    <a:p>
                      <a:r>
                        <a:rPr lang="en-US" altLang="zh-CN" sz="1100" dirty="0"/>
                        <a:t>Type</a:t>
                      </a:r>
                      <a:endParaRPr lang="zh-CN" altLang="en-US" sz="1100" dirty="0"/>
                    </a:p>
                  </a:txBody>
                  <a:tcPr/>
                </a:tc>
                <a:tc>
                  <a:txBody>
                    <a:bodyPr/>
                    <a:lstStyle/>
                    <a:p>
                      <a:r>
                        <a:rPr lang="en-US" altLang="zh-CN" sz="1100" dirty="0"/>
                        <a:t>Input</a:t>
                      </a:r>
                      <a:endParaRPr lang="zh-CN" altLang="en-US" sz="1100" dirty="0"/>
                    </a:p>
                  </a:txBody>
                  <a:tcPr/>
                </a:tc>
                <a:extLst>
                  <a:ext uri="{0D108BD9-81ED-4DB2-BD59-A6C34878D82A}">
                    <a16:rowId xmlns:a16="http://schemas.microsoft.com/office/drawing/2014/main" val="3476010098"/>
                  </a:ext>
                </a:extLst>
              </a:tr>
              <a:tr h="252838">
                <a:tc>
                  <a:txBody>
                    <a:bodyPr/>
                    <a:lstStyle/>
                    <a:p>
                      <a:r>
                        <a:rPr lang="en-US" altLang="zh-CN" sz="1100" dirty="0"/>
                        <a:t>0</a:t>
                      </a:r>
                    </a:p>
                  </a:txBody>
                  <a:tcPr/>
                </a:tc>
                <a:tc>
                  <a:txBody>
                    <a:bodyPr/>
                    <a:lstStyle/>
                    <a:p>
                      <a:r>
                        <a:rPr lang="en-US" altLang="zh-CN" sz="1100" dirty="0"/>
                        <a:t>Sampler 0</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AN_A0</a:t>
                      </a:r>
                      <a:endParaRPr lang="zh-CN" altLang="en-US" sz="1100" dirty="0"/>
                    </a:p>
                  </a:txBody>
                  <a:tcPr/>
                </a:tc>
                <a:extLst>
                  <a:ext uri="{0D108BD9-81ED-4DB2-BD59-A6C34878D82A}">
                    <a16:rowId xmlns:a16="http://schemas.microsoft.com/office/drawing/2014/main" val="3582274925"/>
                  </a:ext>
                </a:extLst>
              </a:tr>
              <a:tr h="252838">
                <a:tc>
                  <a:txBody>
                    <a:bodyPr/>
                    <a:lstStyle/>
                    <a:p>
                      <a:r>
                        <a:rPr lang="en-US" altLang="zh-CN" sz="1100" dirty="0"/>
                        <a:t>1</a:t>
                      </a:r>
                    </a:p>
                  </a:txBody>
                  <a:tcPr/>
                </a:tc>
                <a:tc>
                  <a:txBody>
                    <a:bodyPr/>
                    <a:lstStyle/>
                    <a:p>
                      <a:r>
                        <a:rPr lang="en-US" altLang="zh-CN" sz="1100" dirty="0"/>
                        <a:t>Sampler 1</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AN_A1</a:t>
                      </a:r>
                      <a:endParaRPr lang="zh-CN" altLang="en-US" sz="1100" dirty="0"/>
                    </a:p>
                  </a:txBody>
                  <a:tcPr/>
                </a:tc>
                <a:extLst>
                  <a:ext uri="{0D108BD9-81ED-4DB2-BD59-A6C34878D82A}">
                    <a16:rowId xmlns:a16="http://schemas.microsoft.com/office/drawing/2014/main" val="10002"/>
                  </a:ext>
                </a:extLst>
              </a:tr>
              <a:tr h="252838">
                <a:tc>
                  <a:txBody>
                    <a:bodyPr/>
                    <a:lstStyle/>
                    <a:p>
                      <a:r>
                        <a:rPr lang="en-US" altLang="zh-CN" sz="1100" dirty="0"/>
                        <a:t>2</a:t>
                      </a:r>
                    </a:p>
                  </a:txBody>
                  <a:tcPr/>
                </a:tc>
                <a:tc>
                  <a:txBody>
                    <a:bodyPr/>
                    <a:lstStyle/>
                    <a:p>
                      <a:r>
                        <a:rPr lang="en-US" altLang="zh-CN" sz="1100" dirty="0"/>
                        <a:t>Sampler 2</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AN_A2</a:t>
                      </a:r>
                      <a:endParaRPr lang="zh-CN" altLang="en-US" sz="1100" dirty="0"/>
                    </a:p>
                  </a:txBody>
                  <a:tcPr/>
                </a:tc>
                <a:extLst>
                  <a:ext uri="{0D108BD9-81ED-4DB2-BD59-A6C34878D82A}">
                    <a16:rowId xmlns:a16="http://schemas.microsoft.com/office/drawing/2014/main" val="10003"/>
                  </a:ext>
                </a:extLst>
              </a:tr>
              <a:tr h="252838">
                <a:tc>
                  <a:txBody>
                    <a:bodyPr/>
                    <a:lstStyle/>
                    <a:p>
                      <a:r>
                        <a:rPr lang="en-US" altLang="zh-CN" sz="1100" dirty="0"/>
                        <a:t>3</a:t>
                      </a:r>
                    </a:p>
                  </a:txBody>
                  <a:tcPr/>
                </a:tc>
                <a:tc>
                  <a:txBody>
                    <a:bodyPr/>
                    <a:lstStyle/>
                    <a:p>
                      <a:r>
                        <a:rPr lang="en-US" altLang="zh-CN" sz="1100" dirty="0"/>
                        <a:t>Sampler 3</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AN_A3</a:t>
                      </a:r>
                      <a:endParaRPr lang="zh-CN" altLang="en-US" sz="1100" dirty="0"/>
                    </a:p>
                  </a:txBody>
                  <a:tcPr/>
                </a:tc>
                <a:extLst>
                  <a:ext uri="{0D108BD9-81ED-4DB2-BD59-A6C34878D82A}">
                    <a16:rowId xmlns:a16="http://schemas.microsoft.com/office/drawing/2014/main" val="10004"/>
                  </a:ext>
                </a:extLst>
              </a:tr>
              <a:tr h="252838">
                <a:tc>
                  <a:txBody>
                    <a:bodyPr/>
                    <a:lstStyle/>
                    <a:p>
                      <a:r>
                        <a:rPr lang="en-US" altLang="zh-CN" sz="1100" dirty="0"/>
                        <a:t>4</a:t>
                      </a:r>
                    </a:p>
                  </a:txBody>
                  <a:tcPr/>
                </a:tc>
                <a:tc>
                  <a:txBody>
                    <a:bodyPr/>
                    <a:lstStyle/>
                    <a:p>
                      <a:r>
                        <a:rPr lang="en-US" altLang="zh-CN" sz="1100" dirty="0"/>
                        <a:t>Sampler 4</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AN_A4</a:t>
                      </a:r>
                      <a:endParaRPr lang="zh-CN" altLang="en-US" sz="1100" dirty="0"/>
                    </a:p>
                  </a:txBody>
                  <a:tcPr/>
                </a:tc>
                <a:extLst>
                  <a:ext uri="{0D108BD9-81ED-4DB2-BD59-A6C34878D82A}">
                    <a16:rowId xmlns:a16="http://schemas.microsoft.com/office/drawing/2014/main" val="10005"/>
                  </a:ext>
                </a:extLst>
              </a:tr>
              <a:tr h="252838">
                <a:tc>
                  <a:txBody>
                    <a:bodyPr/>
                    <a:lstStyle/>
                    <a:p>
                      <a:r>
                        <a:rPr lang="en-US" altLang="zh-CN" sz="1100" dirty="0"/>
                        <a:t>5</a:t>
                      </a:r>
                    </a:p>
                  </a:txBody>
                  <a:tcPr/>
                </a:tc>
                <a:tc>
                  <a:txBody>
                    <a:bodyPr/>
                    <a:lstStyle/>
                    <a:p>
                      <a:r>
                        <a:rPr lang="en-US" altLang="zh-CN" sz="1100" dirty="0"/>
                        <a:t>Sampler 5</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AN_A5</a:t>
                      </a:r>
                      <a:endParaRPr lang="zh-CN" altLang="en-US" sz="1100" dirty="0"/>
                    </a:p>
                  </a:txBody>
                  <a:tcPr/>
                </a:tc>
                <a:extLst>
                  <a:ext uri="{0D108BD9-81ED-4DB2-BD59-A6C34878D82A}">
                    <a16:rowId xmlns:a16="http://schemas.microsoft.com/office/drawing/2014/main" val="10006"/>
                  </a:ext>
                </a:extLst>
              </a:tr>
              <a:tr h="252838">
                <a:tc>
                  <a:txBody>
                    <a:bodyPr/>
                    <a:lstStyle/>
                    <a:p>
                      <a:r>
                        <a:rPr lang="en-US" altLang="zh-CN" sz="1100" dirty="0"/>
                        <a:t>6</a:t>
                      </a:r>
                    </a:p>
                  </a:txBody>
                  <a:tcPr/>
                </a:tc>
                <a:tc>
                  <a:txBody>
                    <a:bodyPr/>
                    <a:lstStyle/>
                    <a:p>
                      <a:r>
                        <a:rPr lang="en-US" altLang="zh-CN" sz="1100" dirty="0"/>
                        <a:t>Sampler 6</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AN_A6</a:t>
                      </a:r>
                      <a:endParaRPr lang="zh-CN" altLang="en-US" sz="1100" dirty="0"/>
                    </a:p>
                  </a:txBody>
                  <a:tcPr/>
                </a:tc>
                <a:extLst>
                  <a:ext uri="{0D108BD9-81ED-4DB2-BD59-A6C34878D82A}">
                    <a16:rowId xmlns:a16="http://schemas.microsoft.com/office/drawing/2014/main" val="10007"/>
                  </a:ext>
                </a:extLst>
              </a:tr>
              <a:tr h="252838">
                <a:tc>
                  <a:txBody>
                    <a:bodyPr/>
                    <a:lstStyle/>
                    <a:p>
                      <a:r>
                        <a:rPr lang="en-US" altLang="zh-CN" sz="1100" dirty="0"/>
                        <a:t>7</a:t>
                      </a:r>
                    </a:p>
                  </a:txBody>
                  <a:tcPr/>
                </a:tc>
                <a:tc>
                  <a:txBody>
                    <a:bodyPr/>
                    <a:lstStyle/>
                    <a:p>
                      <a:r>
                        <a:rPr lang="en-US" altLang="zh-CN" sz="1100" dirty="0"/>
                        <a:t>Sampler 7</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AN_A7</a:t>
                      </a:r>
                      <a:endParaRPr lang="zh-CN" altLang="en-US" sz="1100" dirty="0"/>
                    </a:p>
                  </a:txBody>
                  <a:tcPr/>
                </a:tc>
                <a:extLst>
                  <a:ext uri="{0D108BD9-81ED-4DB2-BD59-A6C34878D82A}">
                    <a16:rowId xmlns:a16="http://schemas.microsoft.com/office/drawing/2014/main" val="10008"/>
                  </a:ext>
                </a:extLst>
              </a:tr>
              <a:tr h="252838">
                <a:tc>
                  <a:txBody>
                    <a:bodyPr/>
                    <a:lstStyle/>
                    <a:p>
                      <a:r>
                        <a:rPr lang="en-US" altLang="zh-CN" sz="1100" dirty="0"/>
                        <a:t>8</a:t>
                      </a:r>
                    </a:p>
                  </a:txBody>
                  <a:tcPr/>
                </a:tc>
                <a:tc>
                  <a:txBody>
                    <a:bodyPr/>
                    <a:lstStyle/>
                    <a:p>
                      <a:r>
                        <a:rPr lang="en-US" altLang="zh-CN" sz="1100" dirty="0"/>
                        <a:t>Sampler 8</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AN_B0</a:t>
                      </a:r>
                      <a:endParaRPr lang="zh-CN" altLang="en-US" sz="1100" dirty="0"/>
                    </a:p>
                  </a:txBody>
                  <a:tcPr/>
                </a:tc>
                <a:extLst>
                  <a:ext uri="{0D108BD9-81ED-4DB2-BD59-A6C34878D82A}">
                    <a16:rowId xmlns:a16="http://schemas.microsoft.com/office/drawing/2014/main" val="10009"/>
                  </a:ext>
                </a:extLst>
              </a:tr>
              <a:tr h="252838">
                <a:tc>
                  <a:txBody>
                    <a:bodyPr/>
                    <a:lstStyle/>
                    <a:p>
                      <a:r>
                        <a:rPr lang="en-US" altLang="zh-CN" sz="1100" dirty="0"/>
                        <a:t>9</a:t>
                      </a:r>
                    </a:p>
                  </a:txBody>
                  <a:tcPr/>
                </a:tc>
                <a:tc>
                  <a:txBody>
                    <a:bodyPr/>
                    <a:lstStyle/>
                    <a:p>
                      <a:r>
                        <a:rPr lang="en-US" altLang="zh-CN" sz="1100" dirty="0"/>
                        <a:t>Sampler 9</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AN_B1</a:t>
                      </a:r>
                      <a:endParaRPr lang="zh-CN" altLang="en-US" sz="1100" dirty="0"/>
                    </a:p>
                  </a:txBody>
                  <a:tcPr/>
                </a:tc>
                <a:extLst>
                  <a:ext uri="{0D108BD9-81ED-4DB2-BD59-A6C34878D82A}">
                    <a16:rowId xmlns:a16="http://schemas.microsoft.com/office/drawing/2014/main" val="10010"/>
                  </a:ext>
                </a:extLst>
              </a:tr>
              <a:tr h="252838">
                <a:tc>
                  <a:txBody>
                    <a:bodyPr/>
                    <a:lstStyle/>
                    <a:p>
                      <a:r>
                        <a:rPr lang="en-US" altLang="zh-CN" sz="1100" dirty="0"/>
                        <a:t>10</a:t>
                      </a:r>
                      <a:endParaRPr lang="zh-CN" altLang="en-US" sz="1100" dirty="0"/>
                    </a:p>
                  </a:txBody>
                  <a:tcPr/>
                </a:tc>
                <a:tc>
                  <a:txBody>
                    <a:bodyPr/>
                    <a:lstStyle/>
                    <a:p>
                      <a:r>
                        <a:rPr lang="en-US" altLang="zh-CN" sz="1100" dirty="0"/>
                        <a:t>Sampler 10</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AN_B2</a:t>
                      </a:r>
                      <a:endParaRPr lang="zh-CN" altLang="en-US" sz="1100" dirty="0"/>
                    </a:p>
                  </a:txBody>
                  <a:tcPr/>
                </a:tc>
                <a:extLst>
                  <a:ext uri="{0D108BD9-81ED-4DB2-BD59-A6C34878D82A}">
                    <a16:rowId xmlns:a16="http://schemas.microsoft.com/office/drawing/2014/main" val="2422180558"/>
                  </a:ext>
                </a:extLst>
              </a:tr>
              <a:tr h="252838">
                <a:tc>
                  <a:txBody>
                    <a:bodyPr/>
                    <a:lstStyle/>
                    <a:p>
                      <a:r>
                        <a:rPr lang="en-US" altLang="zh-CN" sz="1100" dirty="0"/>
                        <a:t>11</a:t>
                      </a:r>
                      <a:endParaRPr lang="zh-CN" altLang="en-US" sz="1100" dirty="0"/>
                    </a:p>
                  </a:txBody>
                  <a:tcPr/>
                </a:tc>
                <a:tc>
                  <a:txBody>
                    <a:bodyPr/>
                    <a:lstStyle/>
                    <a:p>
                      <a:r>
                        <a:rPr lang="en-US" altLang="zh-CN" sz="1100" dirty="0"/>
                        <a:t>Sampler 11</a:t>
                      </a:r>
                      <a:endParaRPr lang="zh-CN" altLang="en-US" sz="1100" dirty="0"/>
                    </a:p>
                  </a:txBody>
                  <a:tcPr/>
                </a:tc>
                <a:tc>
                  <a:txBody>
                    <a:bodyPr/>
                    <a:lstStyle/>
                    <a:p>
                      <a:r>
                        <a:rPr lang="en-US" altLang="zh-CN" sz="1100" dirty="0"/>
                        <a:t>Direct</a:t>
                      </a:r>
                      <a:endParaRPr lang="zh-CN" altLang="en-US" sz="1100" dirty="0"/>
                    </a:p>
                  </a:txBody>
                  <a:tcPr/>
                </a:tc>
                <a:tc>
                  <a:txBody>
                    <a:bodyPr/>
                    <a:lstStyle/>
                    <a:p>
                      <a:r>
                        <a:rPr lang="en-US" altLang="zh-CN" sz="1100" dirty="0"/>
                        <a:t>AN_B3</a:t>
                      </a:r>
                      <a:endParaRPr lang="zh-CN" altLang="en-US" sz="1100" dirty="0"/>
                    </a:p>
                  </a:txBody>
                  <a:tcPr/>
                </a:tc>
                <a:extLst>
                  <a:ext uri="{0D108BD9-81ED-4DB2-BD59-A6C34878D82A}">
                    <a16:rowId xmlns:a16="http://schemas.microsoft.com/office/drawing/2014/main" val="1542331782"/>
                  </a:ext>
                </a:extLst>
              </a:tr>
              <a:tr h="252838">
                <a:tc>
                  <a:txBody>
                    <a:bodyPr/>
                    <a:lstStyle/>
                    <a:p>
                      <a:r>
                        <a:rPr lang="en-US" altLang="zh-CN" sz="1100" kern="1200" dirty="0">
                          <a:solidFill>
                            <a:schemeClr val="tx1"/>
                          </a:solidFill>
                          <a:latin typeface="+mn-lt"/>
                          <a:ea typeface="+mn-ea"/>
                          <a:cs typeface="+mn-cs"/>
                        </a:rPr>
                        <a:t>12</a:t>
                      </a:r>
                    </a:p>
                  </a:txBody>
                  <a:tcPr/>
                </a:tc>
                <a:tc rowSpan="6">
                  <a:txBody>
                    <a:bodyPr/>
                    <a:lstStyle/>
                    <a:p>
                      <a:r>
                        <a:rPr lang="en-US" altLang="zh-CN" sz="1100" kern="1200" dirty="0">
                          <a:solidFill>
                            <a:schemeClr val="tx1"/>
                          </a:solidFill>
                          <a:latin typeface="+mn-lt"/>
                          <a:ea typeface="+mn-ea"/>
                          <a:cs typeface="+mn-cs"/>
                        </a:rPr>
                        <a:t>Sampler 12 for MUX 0</a:t>
                      </a:r>
                      <a:endParaRPr lang="zh-CN" altLang="en-US" sz="1100" kern="1200" dirty="0">
                        <a:solidFill>
                          <a:schemeClr val="tx1"/>
                        </a:solidFill>
                        <a:latin typeface="+mn-lt"/>
                        <a:ea typeface="+mn-ea"/>
                        <a:cs typeface="+mn-cs"/>
                      </a:endParaRPr>
                    </a:p>
                  </a:txBody>
                  <a:tcPr/>
                </a:tc>
                <a:tc>
                  <a:txBody>
                    <a:bodyPr/>
                    <a:lstStyle/>
                    <a:p>
                      <a:r>
                        <a:rPr lang="en-US" altLang="zh-CN" sz="1100" kern="1200" dirty="0">
                          <a:solidFill>
                            <a:schemeClr val="tx1"/>
                          </a:solidFill>
                          <a:latin typeface="+mn-lt"/>
                          <a:ea typeface="+mn-ea"/>
                          <a:cs typeface="+mn-cs"/>
                        </a:rPr>
                        <a:t>MUX0 select 0</a:t>
                      </a:r>
                      <a:endParaRPr lang="zh-CN" altLang="en-US" sz="1100" kern="1200" dirty="0">
                        <a:solidFill>
                          <a:schemeClr val="tx1"/>
                        </a:solidFill>
                        <a:latin typeface="+mn-lt"/>
                        <a:ea typeface="+mn-ea"/>
                        <a:cs typeface="+mn-cs"/>
                      </a:endParaRPr>
                    </a:p>
                  </a:txBody>
                  <a:tcPr/>
                </a:tc>
                <a:tc>
                  <a:txBody>
                    <a:bodyPr/>
                    <a:lstStyle/>
                    <a:p>
                      <a:r>
                        <a:rPr lang="en-US" altLang="zh-CN" sz="1100" kern="1200" dirty="0">
                          <a:solidFill>
                            <a:schemeClr val="tx1"/>
                          </a:solidFill>
                          <a:latin typeface="+mn-lt"/>
                          <a:ea typeface="+mn-ea"/>
                          <a:cs typeface="+mn-cs"/>
                        </a:rPr>
                        <a:t>AN_B4</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735354196"/>
                  </a:ext>
                </a:extLst>
              </a:tr>
              <a:tr h="252838">
                <a:tc>
                  <a:txBody>
                    <a:bodyPr/>
                    <a:lstStyle/>
                    <a:p>
                      <a:r>
                        <a:rPr lang="en-US" altLang="zh-CN" sz="1100" kern="1200" dirty="0">
                          <a:solidFill>
                            <a:schemeClr val="tx1"/>
                          </a:solidFill>
                          <a:latin typeface="+mn-lt"/>
                          <a:ea typeface="+mn-ea"/>
                          <a:cs typeface="+mn-cs"/>
                        </a:rPr>
                        <a:t>13</a:t>
                      </a:r>
                    </a:p>
                  </a:txBody>
                  <a:tcPr/>
                </a:tc>
                <a:tc vMerge="1">
                  <a:txBody>
                    <a:bodyPr/>
                    <a:lstStyle/>
                    <a:p>
                      <a:endParaRPr/>
                    </a:p>
                  </a:txBody>
                  <a:tcPr/>
                </a:tc>
                <a:tc>
                  <a:txBody>
                    <a:bodyPr/>
                    <a:lstStyle/>
                    <a:p>
                      <a:r>
                        <a:rPr lang="en-US" altLang="zh-CN" sz="1100" kern="1200" dirty="0">
                          <a:solidFill>
                            <a:schemeClr val="tx1"/>
                          </a:solidFill>
                          <a:latin typeface="+mn-lt"/>
                          <a:ea typeface="+mn-ea"/>
                          <a:cs typeface="+mn-cs"/>
                        </a:rPr>
                        <a:t>MUX0 select 1</a:t>
                      </a:r>
                      <a:endParaRPr lang="zh-CN" altLang="en-US" sz="1100" kern="1200" dirty="0">
                        <a:solidFill>
                          <a:schemeClr val="tx1"/>
                        </a:solidFill>
                        <a:latin typeface="+mn-lt"/>
                        <a:ea typeface="+mn-ea"/>
                        <a:cs typeface="+mn-cs"/>
                      </a:endParaRPr>
                    </a:p>
                  </a:txBody>
                  <a:tcPr/>
                </a:tc>
                <a:tc>
                  <a:txBody>
                    <a:bodyPr/>
                    <a:lstStyle/>
                    <a:p>
                      <a:r>
                        <a:rPr lang="en-IN" altLang="zh-CN" sz="1100" kern="1200" dirty="0">
                          <a:solidFill>
                            <a:schemeClr val="tx1"/>
                          </a:solidFill>
                          <a:latin typeface="+mn-lt"/>
                          <a:ea typeface="+mn-ea"/>
                          <a:cs typeface="+mn-cs"/>
                        </a:rPr>
                        <a:t>P7.4</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697130392"/>
                  </a:ext>
                </a:extLst>
              </a:tr>
              <a:tr h="252838">
                <a:tc>
                  <a:txBody>
                    <a:bodyPr/>
                    <a:lstStyle/>
                    <a:p>
                      <a:r>
                        <a:rPr lang="en-US" altLang="zh-CN" sz="1100" kern="1200" dirty="0">
                          <a:solidFill>
                            <a:schemeClr val="tx1"/>
                          </a:solidFill>
                          <a:latin typeface="+mn-lt"/>
                          <a:ea typeface="+mn-ea"/>
                          <a:cs typeface="+mn-cs"/>
                        </a:rPr>
                        <a:t>14</a:t>
                      </a:r>
                    </a:p>
                  </a:txBody>
                  <a:tcPr/>
                </a:tc>
                <a:tc vMerge="1">
                  <a:txBody>
                    <a:bodyPr/>
                    <a:lstStyle/>
                    <a:p>
                      <a:endParaRPr/>
                    </a:p>
                  </a:txBody>
                  <a:tcPr/>
                </a:tc>
                <a:tc>
                  <a:txBody>
                    <a:bodyPr/>
                    <a:lstStyle/>
                    <a:p>
                      <a:r>
                        <a:rPr lang="en-US" altLang="zh-CN" sz="1100" kern="1200" dirty="0">
                          <a:solidFill>
                            <a:schemeClr val="tx1"/>
                          </a:solidFill>
                          <a:latin typeface="+mn-lt"/>
                          <a:ea typeface="+mn-ea"/>
                          <a:cs typeface="+mn-cs"/>
                        </a:rPr>
                        <a:t>MUX0 select 2</a:t>
                      </a:r>
                      <a:endParaRPr lang="zh-CN" altLang="en-US" sz="1100" kern="1200" dirty="0">
                        <a:solidFill>
                          <a:schemeClr val="tx1"/>
                        </a:solidFill>
                        <a:latin typeface="+mn-lt"/>
                        <a:ea typeface="+mn-ea"/>
                        <a:cs typeface="+mn-cs"/>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altLang="zh-CN" sz="1100" kern="1200" dirty="0">
                          <a:solidFill>
                            <a:schemeClr val="tx1"/>
                          </a:solidFill>
                          <a:latin typeface="+mn-lt"/>
                          <a:ea typeface="+mn-ea"/>
                          <a:cs typeface="+mn-cs"/>
                        </a:rPr>
                        <a:t>P7.5</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986883048"/>
                  </a:ext>
                </a:extLst>
              </a:tr>
              <a:tr h="252838">
                <a:tc>
                  <a:txBody>
                    <a:bodyPr/>
                    <a:lstStyle/>
                    <a:p>
                      <a:r>
                        <a:rPr lang="en-IN" altLang="zh-CN" sz="1100" kern="1200" dirty="0">
                          <a:solidFill>
                            <a:schemeClr val="tx1"/>
                          </a:solidFill>
                          <a:latin typeface="+mn-lt"/>
                          <a:ea typeface="+mn-ea"/>
                          <a:cs typeface="+mn-cs"/>
                        </a:rPr>
                        <a:t>15</a:t>
                      </a:r>
                      <a:endParaRPr lang="en-US" altLang="zh-CN"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3</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OpAmp0N[O]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152677425"/>
                  </a:ext>
                </a:extLst>
              </a:tr>
              <a:tr h="252838">
                <a:tc>
                  <a:txBody>
                    <a:bodyPr/>
                    <a:lstStyle/>
                    <a:p>
                      <a:r>
                        <a:rPr lang="en-IN" altLang="zh-CN" sz="1100" kern="1200" dirty="0">
                          <a:solidFill>
                            <a:schemeClr val="tx1"/>
                          </a:solidFill>
                          <a:latin typeface="+mn-lt"/>
                          <a:ea typeface="+mn-ea"/>
                          <a:cs typeface="+mn-cs"/>
                        </a:rPr>
                        <a:t>16</a:t>
                      </a:r>
                      <a:endParaRPr lang="en-US" altLang="zh-CN"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4</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OpAmp2N[O]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871066641"/>
                  </a:ext>
                </a:extLst>
              </a:tr>
              <a:tr h="405959">
                <a:tc>
                  <a:txBody>
                    <a:bodyPr/>
                    <a:lstStyle/>
                    <a:p>
                      <a:r>
                        <a:rPr lang="en-US" altLang="zh-CN" sz="1100" dirty="0"/>
                        <a:t>17</a:t>
                      </a:r>
                    </a:p>
                  </a:txBody>
                  <a:tcPr/>
                </a:tc>
                <a:tc vMerge="1">
                  <a:txBody>
                    <a:bodyPr/>
                    <a:lstStyle/>
                    <a:p>
                      <a:endParaRPr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dirty="0"/>
                        <a:t>MUX0 select 5</a:t>
                      </a:r>
                      <a:endParaRPr lang="zh-CN" altLang="en-US" sz="11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dirty="0"/>
                        <a:t>CSG DAC OUT</a:t>
                      </a:r>
                      <a:endParaRPr lang="zh-CN" altLang="en-US" sz="1100" dirty="0"/>
                    </a:p>
                  </a:txBody>
                  <a:tcPr/>
                </a:tc>
                <a:extLst>
                  <a:ext uri="{0D108BD9-81ED-4DB2-BD59-A6C34878D82A}">
                    <a16:rowId xmlns:a16="http://schemas.microsoft.com/office/drawing/2014/main" val="3725826656"/>
                  </a:ext>
                </a:extLst>
              </a:tr>
            </a:tbl>
          </a:graphicData>
        </a:graphic>
      </p:graphicFrame>
      <p:graphicFrame>
        <p:nvGraphicFramePr>
          <p:cNvPr id="15" name="05 Banded Rows">
            <a:extLst>
              <a:ext uri="{FF2B5EF4-FFF2-40B4-BE49-F238E27FC236}">
                <a16:creationId xmlns:a16="http://schemas.microsoft.com/office/drawing/2014/main" id="{3AA87006-3C78-8CB5-25F2-90F47827CA63}"/>
              </a:ext>
            </a:extLst>
          </p:cNvPr>
          <p:cNvGraphicFramePr>
            <a:graphicFrameLocks/>
          </p:cNvGraphicFramePr>
          <p:nvPr>
            <p:custDataLst>
              <p:tags r:id="rId2"/>
            </p:custDataLst>
          </p:nvPr>
        </p:nvGraphicFramePr>
        <p:xfrm>
          <a:off x="6023992" y="1298697"/>
          <a:ext cx="4392768" cy="5232192"/>
        </p:xfrm>
        <a:graphic>
          <a:graphicData uri="http://schemas.openxmlformats.org/drawingml/2006/table">
            <a:tbl>
              <a:tblPr firstRow="1" bandRow="1">
                <a:tableStyleId>{69012ECD-51FC-41F1-AA8D-1B2483CD663E}</a:tableStyleId>
              </a:tblPr>
              <a:tblGrid>
                <a:gridCol w="1098192">
                  <a:extLst>
                    <a:ext uri="{9D8B030D-6E8A-4147-A177-3AD203B41FA5}">
                      <a16:colId xmlns:a16="http://schemas.microsoft.com/office/drawing/2014/main" val="4038551914"/>
                    </a:ext>
                  </a:extLst>
                </a:gridCol>
                <a:gridCol w="950998">
                  <a:extLst>
                    <a:ext uri="{9D8B030D-6E8A-4147-A177-3AD203B41FA5}">
                      <a16:colId xmlns:a16="http://schemas.microsoft.com/office/drawing/2014/main" val="1925485334"/>
                    </a:ext>
                  </a:extLst>
                </a:gridCol>
                <a:gridCol w="1131404">
                  <a:extLst>
                    <a:ext uri="{9D8B030D-6E8A-4147-A177-3AD203B41FA5}">
                      <a16:colId xmlns:a16="http://schemas.microsoft.com/office/drawing/2014/main" val="2849339206"/>
                    </a:ext>
                  </a:extLst>
                </a:gridCol>
                <a:gridCol w="1212174">
                  <a:extLst>
                    <a:ext uri="{9D8B030D-6E8A-4147-A177-3AD203B41FA5}">
                      <a16:colId xmlns:a16="http://schemas.microsoft.com/office/drawing/2014/main" val="20003"/>
                    </a:ext>
                  </a:extLst>
                </a:gridCol>
              </a:tblGrid>
              <a:tr h="46716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a:t>Channel num.</a:t>
                      </a:r>
                    </a:p>
                  </a:txBody>
                  <a:tcPr/>
                </a:tc>
                <a:tc>
                  <a:txBody>
                    <a:bodyPr/>
                    <a:lstStyle/>
                    <a:p>
                      <a:r>
                        <a:rPr lang="en-US" altLang="zh-CN" sz="1200" dirty="0"/>
                        <a:t>Sampler</a:t>
                      </a:r>
                      <a:endParaRPr lang="zh-CN" altLang="en-US" sz="1200" dirty="0"/>
                    </a:p>
                  </a:txBody>
                  <a:tcPr/>
                </a:tc>
                <a:tc>
                  <a:txBody>
                    <a:bodyPr/>
                    <a:lstStyle/>
                    <a:p>
                      <a:r>
                        <a:rPr lang="en-US" altLang="zh-CN" sz="1200" dirty="0"/>
                        <a:t>Type</a:t>
                      </a:r>
                      <a:endParaRPr lang="zh-CN" altLang="en-US" sz="1200" dirty="0"/>
                    </a:p>
                  </a:txBody>
                  <a:tcPr/>
                </a:tc>
                <a:tc>
                  <a:txBody>
                    <a:bodyPr/>
                    <a:lstStyle/>
                    <a:p>
                      <a:r>
                        <a:rPr lang="en-US" altLang="zh-CN" sz="1200" dirty="0"/>
                        <a:t>Input</a:t>
                      </a:r>
                      <a:endParaRPr lang="zh-CN" altLang="en-US" sz="1200" dirty="0"/>
                    </a:p>
                  </a:txBody>
                  <a:tcPr/>
                </a:tc>
                <a:extLst>
                  <a:ext uri="{0D108BD9-81ED-4DB2-BD59-A6C34878D82A}">
                    <a16:rowId xmlns:a16="http://schemas.microsoft.com/office/drawing/2014/main" val="3476010098"/>
                  </a:ext>
                </a:extLst>
              </a:tr>
              <a:tr h="264724">
                <a:tc>
                  <a:txBody>
                    <a:bodyPr/>
                    <a:lstStyle/>
                    <a:p>
                      <a:r>
                        <a:rPr lang="en-US" altLang="zh-CN" sz="1100" kern="1200" dirty="0">
                          <a:solidFill>
                            <a:schemeClr val="tx1"/>
                          </a:solidFill>
                          <a:latin typeface="+mn-lt"/>
                          <a:ea typeface="+mn-ea"/>
                          <a:cs typeface="+mn-cs"/>
                        </a:rPr>
                        <a:t>18</a:t>
                      </a:r>
                    </a:p>
                  </a:txBody>
                  <a:tcPr/>
                </a:tc>
                <a:tc rowSpan="6">
                  <a:txBody>
                    <a:bodyPr/>
                    <a:lstStyle/>
                    <a:p>
                      <a:r>
                        <a:rPr lang="en-US" altLang="zh-CN" sz="1100" kern="1200" dirty="0">
                          <a:solidFill>
                            <a:schemeClr val="tx1"/>
                          </a:solidFill>
                          <a:latin typeface="+mn-lt"/>
                          <a:ea typeface="+mn-ea"/>
                          <a:cs typeface="+mn-cs"/>
                        </a:rPr>
                        <a:t>Sampler 13 for MUX 1</a:t>
                      </a:r>
                      <a:endParaRPr lang="zh-CN" altLang="en-US" sz="1100" kern="1200" dirty="0">
                        <a:solidFill>
                          <a:schemeClr val="tx1"/>
                        </a:solidFill>
                        <a:latin typeface="+mn-lt"/>
                        <a:ea typeface="+mn-ea"/>
                        <a:cs typeface="+mn-cs"/>
                      </a:endParaRPr>
                    </a:p>
                  </a:txBody>
                  <a:tcPr>
                    <a:lnB w="9525" cap="flat" cmpd="sng" algn="ctr">
                      <a:solidFill>
                        <a:srgbClr val="3B9B91"/>
                      </a:solidFill>
                      <a:prstDash val="solid"/>
                      <a:round/>
                      <a:headEnd type="none" w="med" len="med"/>
                      <a:tailEnd type="none" w="med" len="med"/>
                    </a:lnB>
                  </a:tcPr>
                </a:tc>
                <a:tc>
                  <a:txBody>
                    <a:bodyPr/>
                    <a:lstStyle/>
                    <a:p>
                      <a:r>
                        <a:rPr lang="en-US" altLang="zh-CN" sz="1100" kern="1200" dirty="0">
                          <a:solidFill>
                            <a:schemeClr val="tx1"/>
                          </a:solidFill>
                          <a:latin typeface="+mn-lt"/>
                          <a:ea typeface="+mn-ea"/>
                          <a:cs typeface="+mn-cs"/>
                        </a:rPr>
                        <a:t>MUX0 select 0</a:t>
                      </a:r>
                      <a:endParaRPr lang="zh-CN" altLang="en-US" sz="1100" kern="1200" dirty="0">
                        <a:solidFill>
                          <a:schemeClr val="tx1"/>
                        </a:solidFill>
                        <a:latin typeface="+mn-lt"/>
                        <a:ea typeface="+mn-ea"/>
                        <a:cs typeface="+mn-cs"/>
                      </a:endParaRPr>
                    </a:p>
                  </a:txBody>
                  <a:tcPr/>
                </a:tc>
                <a:tc>
                  <a:txBody>
                    <a:bodyPr/>
                    <a:lstStyle/>
                    <a:p>
                      <a:r>
                        <a:rPr lang="en-US" altLang="zh-CN" sz="1100" kern="1200" dirty="0">
                          <a:solidFill>
                            <a:schemeClr val="tx1"/>
                          </a:solidFill>
                          <a:latin typeface="+mn-lt"/>
                          <a:ea typeface="+mn-ea"/>
                          <a:cs typeface="+mn-cs"/>
                        </a:rPr>
                        <a:t>AN_B5</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05"/>
                  </a:ext>
                </a:extLst>
              </a:tr>
              <a:tr h="264724">
                <a:tc>
                  <a:txBody>
                    <a:bodyPr/>
                    <a:lstStyle/>
                    <a:p>
                      <a:r>
                        <a:rPr lang="en-IN" altLang="zh-CN" sz="1100" kern="1200" dirty="0">
                          <a:solidFill>
                            <a:schemeClr val="tx1"/>
                          </a:solidFill>
                          <a:latin typeface="+mn-lt"/>
                          <a:ea typeface="+mn-ea"/>
                          <a:cs typeface="+mn-cs"/>
                        </a:rPr>
                        <a:t>1</a:t>
                      </a:r>
                      <a:r>
                        <a:rPr lang="en-US" altLang="zh-CN" sz="1100" kern="1200" dirty="0">
                          <a:solidFill>
                            <a:schemeClr val="tx1"/>
                          </a:solidFill>
                          <a:latin typeface="+mn-lt"/>
                          <a:ea typeface="+mn-ea"/>
                          <a:cs typeface="+mn-cs"/>
                        </a:rPr>
                        <a:t>9</a:t>
                      </a:r>
                    </a:p>
                  </a:txBody>
                  <a:tcPr/>
                </a:tc>
                <a:tc vMerge="1">
                  <a:txBody>
                    <a:bodyPr/>
                    <a:lstStyle/>
                    <a:p>
                      <a:endParaRPr/>
                    </a:p>
                  </a:txBody>
                  <a:tcPr/>
                </a:tc>
                <a:tc>
                  <a:txBody>
                    <a:bodyPr/>
                    <a:lstStyle/>
                    <a:p>
                      <a:r>
                        <a:rPr lang="en-US" altLang="zh-CN" sz="1100" kern="1200" dirty="0">
                          <a:solidFill>
                            <a:schemeClr val="tx1"/>
                          </a:solidFill>
                          <a:latin typeface="+mn-lt"/>
                          <a:ea typeface="+mn-ea"/>
                          <a:cs typeface="+mn-cs"/>
                        </a:rPr>
                        <a:t>MUX0 select 1</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P8.4</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06"/>
                  </a:ext>
                </a:extLst>
              </a:tr>
              <a:tr h="264724">
                <a:tc>
                  <a:txBody>
                    <a:bodyPr/>
                    <a:lstStyle/>
                    <a:p>
                      <a:r>
                        <a:rPr lang="en-IN" altLang="zh-CN" sz="1100" kern="1200" dirty="0">
                          <a:solidFill>
                            <a:schemeClr val="tx1"/>
                          </a:solidFill>
                          <a:latin typeface="+mn-lt"/>
                          <a:ea typeface="+mn-ea"/>
                          <a:cs typeface="+mn-cs"/>
                        </a:rPr>
                        <a:t>20</a:t>
                      </a:r>
                      <a:endParaRPr lang="en-US" altLang="zh-CN" sz="1100" kern="1200" dirty="0">
                        <a:solidFill>
                          <a:schemeClr val="tx1"/>
                        </a:solidFill>
                        <a:latin typeface="+mn-lt"/>
                        <a:ea typeface="+mn-ea"/>
                        <a:cs typeface="+mn-cs"/>
                      </a:endParaRPr>
                    </a:p>
                  </a:txBody>
                  <a:tcPr/>
                </a:tc>
                <a:tc vMerge="1">
                  <a:txBody>
                    <a:bodyPr/>
                    <a:lstStyle/>
                    <a:p>
                      <a:endParaRPr/>
                    </a:p>
                  </a:txBody>
                  <a:tcPr/>
                </a:tc>
                <a:tc>
                  <a:txBody>
                    <a:bodyPr/>
                    <a:lstStyle/>
                    <a:p>
                      <a:r>
                        <a:rPr lang="en-US" altLang="zh-CN" sz="1100" kern="1200" dirty="0">
                          <a:solidFill>
                            <a:schemeClr val="tx1"/>
                          </a:solidFill>
                          <a:latin typeface="+mn-lt"/>
                          <a:ea typeface="+mn-ea"/>
                          <a:cs typeface="+mn-cs"/>
                        </a:rPr>
                        <a:t>MUX0 select 2</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P8.5</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07"/>
                  </a:ext>
                </a:extLst>
              </a:tr>
              <a:tr h="264724">
                <a:tc>
                  <a:txBody>
                    <a:bodyPr/>
                    <a:lstStyle/>
                    <a:p>
                      <a:r>
                        <a:rPr lang="en-IN" altLang="zh-CN" sz="1100" kern="1200" dirty="0">
                          <a:solidFill>
                            <a:schemeClr val="tx1"/>
                          </a:solidFill>
                          <a:latin typeface="+mn-lt"/>
                          <a:ea typeface="+mn-ea"/>
                          <a:cs typeface="+mn-cs"/>
                        </a:rPr>
                        <a:t>21</a:t>
                      </a:r>
                      <a:endParaRPr lang="en-US" altLang="zh-CN"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3</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OpAmp0P[O]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492500072"/>
                  </a:ext>
                </a:extLst>
              </a:tr>
              <a:tr h="264724">
                <a:tc>
                  <a:txBody>
                    <a:bodyPr/>
                    <a:lstStyle/>
                    <a:p>
                      <a:r>
                        <a:rPr lang="en-IN" altLang="zh-CN" sz="1100" kern="1200" dirty="0">
                          <a:solidFill>
                            <a:schemeClr val="tx1"/>
                          </a:solidFill>
                          <a:latin typeface="+mn-lt"/>
                          <a:ea typeface="+mn-ea"/>
                          <a:cs typeface="+mn-cs"/>
                        </a:rPr>
                        <a:t>2</a:t>
                      </a:r>
                      <a:r>
                        <a:rPr lang="en-US" altLang="zh-CN" sz="1100" kern="1200" dirty="0">
                          <a:solidFill>
                            <a:schemeClr val="tx1"/>
                          </a:solidFill>
                          <a:latin typeface="+mn-lt"/>
                          <a:ea typeface="+mn-ea"/>
                          <a:cs typeface="+mn-cs"/>
                        </a:rPr>
                        <a:t>2</a:t>
                      </a: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4</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OpAmp2P[O]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3943698869"/>
                  </a:ext>
                </a:extLst>
              </a:tr>
              <a:tr h="264724">
                <a:tc>
                  <a:txBody>
                    <a:bodyPr/>
                    <a:lstStyle/>
                    <a:p>
                      <a:r>
                        <a:rPr lang="en-US" altLang="zh-CN" sz="1100" kern="1200" dirty="0">
                          <a:solidFill>
                            <a:schemeClr val="tx1"/>
                          </a:solidFill>
                          <a:latin typeface="+mn-lt"/>
                          <a:ea typeface="+mn-ea"/>
                          <a:cs typeface="+mn-cs"/>
                        </a:rPr>
                        <a:t>23</a:t>
                      </a:r>
                    </a:p>
                  </a:txBody>
                  <a:tcPr/>
                </a:tc>
                <a:tc vMerge="1">
                  <a:txBody>
                    <a:bodyPr/>
                    <a:lstStyle/>
                    <a:p>
                      <a:endParaRPr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5</a:t>
                      </a:r>
                      <a:endParaRPr lang="zh-CN" altLang="en-US" sz="1100" kern="1200" dirty="0">
                        <a:solidFill>
                          <a:schemeClr val="tx1"/>
                        </a:solidFill>
                        <a:latin typeface="+mn-lt"/>
                        <a:ea typeface="+mn-ea"/>
                        <a:cs typeface="+mn-cs"/>
                      </a:endParaRPr>
                    </a:p>
                  </a:txBody>
                  <a:tcPr/>
                </a:tc>
                <a:tc>
                  <a:txBody>
                    <a:bodyPr/>
                    <a:lstStyle/>
                    <a:p>
                      <a:r>
                        <a:rPr lang="en-US" altLang="zh-CN" sz="1100" kern="1200" dirty="0">
                          <a:solidFill>
                            <a:schemeClr val="tx1"/>
                          </a:solidFill>
                          <a:latin typeface="+mn-lt"/>
                          <a:ea typeface="+mn-ea"/>
                          <a:cs typeface="+mn-cs"/>
                        </a:rPr>
                        <a:t>Temp sensor</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08"/>
                  </a:ext>
                </a:extLst>
              </a:tr>
              <a:tr h="264724">
                <a:tc>
                  <a:txBody>
                    <a:bodyPr/>
                    <a:lstStyle/>
                    <a:p>
                      <a:r>
                        <a:rPr lang="en-US" altLang="zh-CN" sz="1100" kern="1200" dirty="0">
                          <a:solidFill>
                            <a:schemeClr val="tx1"/>
                          </a:solidFill>
                          <a:latin typeface="+mn-lt"/>
                          <a:ea typeface="+mn-ea"/>
                          <a:cs typeface="+mn-cs"/>
                        </a:rPr>
                        <a:t>24</a:t>
                      </a:r>
                    </a:p>
                  </a:txBody>
                  <a:tcPr/>
                </a:tc>
                <a:tc rowSpan="6">
                  <a:txBody>
                    <a:bodyPr/>
                    <a:lstStyle/>
                    <a:p>
                      <a:r>
                        <a:rPr lang="en-US" altLang="zh-CN" sz="1100" kern="1200" dirty="0">
                          <a:solidFill>
                            <a:schemeClr val="tx1"/>
                          </a:solidFill>
                          <a:latin typeface="+mn-lt"/>
                          <a:ea typeface="+mn-ea"/>
                          <a:cs typeface="+mn-cs"/>
                        </a:rPr>
                        <a:t>Sampler 14 for MUX 2</a:t>
                      </a:r>
                      <a:endParaRPr lang="zh-CN" altLang="en-US" sz="1100" kern="1200" dirty="0">
                        <a:solidFill>
                          <a:schemeClr val="tx1"/>
                        </a:solidFill>
                        <a:latin typeface="+mn-lt"/>
                        <a:ea typeface="+mn-ea"/>
                        <a:cs typeface="+mn-cs"/>
                      </a:endParaRPr>
                    </a:p>
                  </a:txBody>
                  <a:tcPr>
                    <a:lnT w="9525" cap="flat" cmpd="sng" algn="ctr">
                      <a:solidFill>
                        <a:srgbClr val="3B9B91"/>
                      </a:solidFill>
                      <a:prstDash val="solid"/>
                      <a:round/>
                      <a:headEnd type="none" w="med" len="med"/>
                      <a:tailEnd type="none" w="med" len="med"/>
                    </a:lnT>
                    <a:lnB w="9525" cap="flat" cmpd="sng" algn="ctr">
                      <a:solidFill>
                        <a:srgbClr val="3B9B91"/>
                      </a:solidFill>
                      <a:prstDash val="solid"/>
                      <a:round/>
                      <a:headEnd type="none" w="med" len="med"/>
                      <a:tailEnd type="none" w="med" len="med"/>
                    </a:lnB>
                  </a:tcPr>
                </a:tc>
                <a:tc>
                  <a:txBody>
                    <a:bodyPr/>
                    <a:lstStyle/>
                    <a:p>
                      <a:r>
                        <a:rPr lang="en-US" altLang="zh-CN" sz="1100" kern="1200" dirty="0">
                          <a:solidFill>
                            <a:schemeClr val="tx1"/>
                          </a:solidFill>
                          <a:latin typeface="+mn-lt"/>
                          <a:ea typeface="+mn-ea"/>
                          <a:cs typeface="+mn-cs"/>
                        </a:rPr>
                        <a:t>MUX0 select 0</a:t>
                      </a:r>
                      <a:endParaRPr lang="zh-CN" altLang="en-US" sz="1100" kern="1200" dirty="0">
                        <a:solidFill>
                          <a:schemeClr val="tx1"/>
                        </a:solidFill>
                        <a:latin typeface="+mn-lt"/>
                        <a:ea typeface="+mn-ea"/>
                        <a:cs typeface="+mn-cs"/>
                      </a:endParaRPr>
                    </a:p>
                  </a:txBody>
                  <a:tcPr/>
                </a:tc>
                <a:tc>
                  <a:txBody>
                    <a:bodyPr/>
                    <a:lstStyle/>
                    <a:p>
                      <a:r>
                        <a:rPr lang="en-US" altLang="zh-CN" sz="1100" kern="1200" dirty="0">
                          <a:solidFill>
                            <a:schemeClr val="tx1"/>
                          </a:solidFill>
                          <a:latin typeface="+mn-lt"/>
                          <a:ea typeface="+mn-ea"/>
                          <a:cs typeface="+mn-cs"/>
                        </a:rPr>
                        <a:t>AN_B6</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09"/>
                  </a:ext>
                </a:extLst>
              </a:tr>
              <a:tr h="264724">
                <a:tc>
                  <a:txBody>
                    <a:bodyPr/>
                    <a:lstStyle/>
                    <a:p>
                      <a:r>
                        <a:rPr lang="en-IN" altLang="zh-CN" sz="1100" kern="1200" dirty="0">
                          <a:solidFill>
                            <a:schemeClr val="tx1"/>
                          </a:solidFill>
                          <a:latin typeface="+mn-lt"/>
                          <a:ea typeface="+mn-ea"/>
                          <a:cs typeface="+mn-cs"/>
                        </a:rPr>
                        <a:t>25</a:t>
                      </a:r>
                      <a:endParaRPr lang="en-US" altLang="zh-CN" sz="1100" kern="1200" dirty="0">
                        <a:solidFill>
                          <a:schemeClr val="tx1"/>
                        </a:solidFill>
                        <a:latin typeface="+mn-lt"/>
                        <a:ea typeface="+mn-ea"/>
                        <a:cs typeface="+mn-cs"/>
                      </a:endParaRPr>
                    </a:p>
                  </a:txBody>
                  <a:tcPr/>
                </a:tc>
                <a:tc vMerge="1">
                  <a:txBody>
                    <a:bodyPr/>
                    <a:lstStyle/>
                    <a:p>
                      <a:endParaRPr/>
                    </a:p>
                  </a:txBody>
                  <a:tcPr/>
                </a:tc>
                <a:tc>
                  <a:txBody>
                    <a:bodyPr/>
                    <a:lstStyle/>
                    <a:p>
                      <a:r>
                        <a:rPr lang="en-US" altLang="zh-CN" sz="1100" kern="1200" dirty="0">
                          <a:solidFill>
                            <a:schemeClr val="tx1"/>
                          </a:solidFill>
                          <a:latin typeface="+mn-lt"/>
                          <a:ea typeface="+mn-ea"/>
                          <a:cs typeface="+mn-cs"/>
                        </a:rPr>
                        <a:t>MUX0 select 1</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P7.6</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0010"/>
                  </a:ext>
                </a:extLst>
              </a:tr>
              <a:tr h="264724">
                <a:tc>
                  <a:txBody>
                    <a:bodyPr/>
                    <a:lstStyle/>
                    <a:p>
                      <a:r>
                        <a:rPr lang="en-IN" altLang="zh-CN" sz="1100" kern="1200" dirty="0">
                          <a:solidFill>
                            <a:schemeClr val="tx1"/>
                          </a:solidFill>
                          <a:latin typeface="+mn-lt"/>
                          <a:ea typeface="+mn-ea"/>
                          <a:cs typeface="+mn-cs"/>
                        </a:rPr>
                        <a:t>26</a:t>
                      </a:r>
                      <a:endParaRPr lang="en-US" altLang="zh-CN" sz="1100" kern="1200" dirty="0">
                        <a:solidFill>
                          <a:schemeClr val="tx1"/>
                        </a:solidFill>
                        <a:latin typeface="+mn-lt"/>
                        <a:ea typeface="+mn-ea"/>
                        <a:cs typeface="+mn-cs"/>
                      </a:endParaRPr>
                    </a:p>
                  </a:txBody>
                  <a:tcPr/>
                </a:tc>
                <a:tc vMerge="1">
                  <a:txBody>
                    <a:bodyPr/>
                    <a:lstStyle/>
                    <a:p>
                      <a:endParaRPr lang="en-US"/>
                    </a:p>
                  </a:txBody>
                  <a:tcPr/>
                </a:tc>
                <a:tc>
                  <a:txBody>
                    <a:bodyPr/>
                    <a:lstStyle/>
                    <a:p>
                      <a:r>
                        <a:rPr lang="en-US" altLang="zh-CN" sz="1100" kern="1200" dirty="0">
                          <a:solidFill>
                            <a:schemeClr val="tx1"/>
                          </a:solidFill>
                          <a:latin typeface="+mn-lt"/>
                          <a:ea typeface="+mn-ea"/>
                          <a:cs typeface="+mn-cs"/>
                        </a:rPr>
                        <a:t>MUX0 select 2</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P7.7</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72364210"/>
                  </a:ext>
                </a:extLst>
              </a:tr>
              <a:tr h="264724">
                <a:tc>
                  <a:txBody>
                    <a:bodyPr/>
                    <a:lstStyle/>
                    <a:p>
                      <a:r>
                        <a:rPr lang="en-US" altLang="zh-CN" sz="1100" kern="1200" dirty="0">
                          <a:solidFill>
                            <a:schemeClr val="tx1"/>
                          </a:solidFill>
                          <a:latin typeface="+mn-lt"/>
                          <a:ea typeface="+mn-ea"/>
                          <a:cs typeface="+mn-cs"/>
                        </a:rPr>
                        <a:t>27</a:t>
                      </a:r>
                      <a:endParaRPr lang="zh-CN" altLang="en-US"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3</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OpAmp1N[O]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924298889"/>
                  </a:ext>
                </a:extLst>
              </a:tr>
              <a:tr h="264724">
                <a:tc>
                  <a:txBody>
                    <a:bodyPr/>
                    <a:lstStyle/>
                    <a:p>
                      <a:r>
                        <a:rPr lang="en-US" altLang="zh-CN" sz="1100" kern="1200" dirty="0">
                          <a:solidFill>
                            <a:schemeClr val="tx1"/>
                          </a:solidFill>
                          <a:latin typeface="+mn-lt"/>
                          <a:ea typeface="+mn-ea"/>
                          <a:cs typeface="+mn-cs"/>
                        </a:rPr>
                        <a:t>28</a:t>
                      </a:r>
                      <a:endParaRPr lang="zh-CN" altLang="en-US" sz="1100" kern="1200" dirty="0">
                        <a:solidFill>
                          <a:schemeClr val="tx1"/>
                        </a:solidFill>
                        <a:latin typeface="+mn-lt"/>
                        <a:ea typeface="+mn-ea"/>
                        <a:cs typeface="+mn-cs"/>
                      </a:endParaRPr>
                    </a:p>
                  </a:txBody>
                  <a:tcPr/>
                </a:tc>
                <a:tc vMerge="1">
                  <a:txBody>
                    <a:bodyPr/>
                    <a:lstStyle/>
                    <a:p>
                      <a:endParaRPr lang="zh-CN" altLang="en-US" sz="12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4</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OpAmp3N[O]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422180558"/>
                  </a:ext>
                </a:extLst>
              </a:tr>
              <a:tr h="264724">
                <a:tc>
                  <a:txBody>
                    <a:bodyPr/>
                    <a:lstStyle/>
                    <a:p>
                      <a:r>
                        <a:rPr lang="en-US" altLang="zh-CN" sz="1100" kern="1200" dirty="0">
                          <a:solidFill>
                            <a:schemeClr val="tx1"/>
                          </a:solidFill>
                          <a:latin typeface="+mn-lt"/>
                          <a:ea typeface="+mn-ea"/>
                          <a:cs typeface="+mn-cs"/>
                        </a:rPr>
                        <a:t>29</a:t>
                      </a:r>
                      <a:endParaRPr lang="zh-CN" altLang="en-US" sz="1100" kern="1200" dirty="0">
                        <a:solidFill>
                          <a:schemeClr val="tx1"/>
                        </a:solidFill>
                        <a:latin typeface="+mn-lt"/>
                        <a:ea typeface="+mn-ea"/>
                        <a:cs typeface="+mn-cs"/>
                      </a:endParaRPr>
                    </a:p>
                  </a:txBody>
                  <a:tcPr/>
                </a:tc>
                <a:tc vMerge="1">
                  <a:txBody>
                    <a:bodyPr/>
                    <a:lstStyle/>
                    <a:p>
                      <a:endParaRPr lang="zh-CN" altLang="en-US" sz="12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5</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Reserved</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1542331782"/>
                  </a:ext>
                </a:extLst>
              </a:tr>
              <a:tr h="264724">
                <a:tc>
                  <a:txBody>
                    <a:bodyPr/>
                    <a:lstStyle/>
                    <a:p>
                      <a:r>
                        <a:rPr lang="en-IN" altLang="zh-CN" sz="1100" kern="1200" dirty="0">
                          <a:solidFill>
                            <a:schemeClr val="tx1"/>
                          </a:solidFill>
                          <a:latin typeface="+mn-lt"/>
                          <a:ea typeface="+mn-ea"/>
                          <a:cs typeface="+mn-cs"/>
                        </a:rPr>
                        <a:t>3</a:t>
                      </a:r>
                      <a:r>
                        <a:rPr lang="en-US" altLang="zh-CN" sz="1100" kern="1200" dirty="0">
                          <a:solidFill>
                            <a:schemeClr val="tx1"/>
                          </a:solidFill>
                          <a:latin typeface="+mn-lt"/>
                          <a:ea typeface="+mn-ea"/>
                          <a:cs typeface="+mn-cs"/>
                        </a:rPr>
                        <a:t>0</a:t>
                      </a:r>
                      <a:endParaRPr lang="zh-CN" altLang="en-US" sz="1100" kern="1200" dirty="0">
                        <a:solidFill>
                          <a:schemeClr val="tx1"/>
                        </a:solidFill>
                        <a:latin typeface="+mn-lt"/>
                        <a:ea typeface="+mn-ea"/>
                        <a:cs typeface="+mn-cs"/>
                      </a:endParaRPr>
                    </a:p>
                  </a:txBody>
                  <a:tcPr/>
                </a:tc>
                <a:tc rowSpan="6">
                  <a:txBody>
                    <a:bodyPr/>
                    <a:lstStyle/>
                    <a:p>
                      <a:r>
                        <a:rPr lang="en-US" altLang="zh-CN" sz="1100" kern="1200" dirty="0">
                          <a:solidFill>
                            <a:schemeClr val="tx1"/>
                          </a:solidFill>
                          <a:latin typeface="+mn-lt"/>
                          <a:ea typeface="+mn-ea"/>
                          <a:cs typeface="+mn-cs"/>
                        </a:rPr>
                        <a:t>Sampler 15 for MUX 3</a:t>
                      </a:r>
                      <a:endParaRPr lang="zh-CN" altLang="en-US" sz="1100" kern="1200" dirty="0">
                        <a:solidFill>
                          <a:schemeClr val="tx1"/>
                        </a:solidFill>
                        <a:latin typeface="+mn-lt"/>
                        <a:ea typeface="+mn-ea"/>
                        <a:cs typeface="+mn-cs"/>
                      </a:endParaRPr>
                    </a:p>
                  </a:txBody>
                  <a:tcPr>
                    <a:lnT w="9525" cap="flat" cmpd="sng" algn="ctr">
                      <a:solidFill>
                        <a:srgbClr val="3B9B91"/>
                      </a:solidFill>
                      <a:prstDash val="solid"/>
                      <a:round/>
                      <a:headEnd type="none" w="med" len="med"/>
                      <a:tailEnd type="none" w="med" len="med"/>
                    </a:lnT>
                  </a:tcPr>
                </a:tc>
                <a:tc>
                  <a:txBody>
                    <a:bodyPr/>
                    <a:lstStyle/>
                    <a:p>
                      <a:r>
                        <a:rPr lang="en-US" altLang="zh-CN" sz="1100" kern="1200" dirty="0">
                          <a:solidFill>
                            <a:schemeClr val="tx1"/>
                          </a:solidFill>
                          <a:latin typeface="+mn-lt"/>
                          <a:ea typeface="+mn-ea"/>
                          <a:cs typeface="+mn-cs"/>
                        </a:rPr>
                        <a:t>MUX0 select 0</a:t>
                      </a:r>
                      <a:endParaRPr lang="zh-CN" altLang="en-US" sz="1100" kern="1200" dirty="0">
                        <a:solidFill>
                          <a:schemeClr val="tx1"/>
                        </a:solidFill>
                        <a:latin typeface="+mn-lt"/>
                        <a:ea typeface="+mn-ea"/>
                        <a:cs typeface="+mn-cs"/>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AN_B7</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825816871"/>
                  </a:ext>
                </a:extLst>
              </a:tr>
              <a:tr h="264724">
                <a:tc>
                  <a:txBody>
                    <a:bodyPr/>
                    <a:lstStyle/>
                    <a:p>
                      <a:r>
                        <a:rPr lang="en-IN" altLang="zh-CN" sz="1100" kern="1200" dirty="0">
                          <a:solidFill>
                            <a:schemeClr val="tx1"/>
                          </a:solidFill>
                          <a:latin typeface="+mn-lt"/>
                          <a:ea typeface="+mn-ea"/>
                          <a:cs typeface="+mn-cs"/>
                        </a:rPr>
                        <a:t>3</a:t>
                      </a:r>
                      <a:r>
                        <a:rPr lang="en-US" altLang="zh-CN" sz="1100" kern="1200" dirty="0">
                          <a:solidFill>
                            <a:schemeClr val="tx1"/>
                          </a:solidFill>
                          <a:latin typeface="+mn-lt"/>
                          <a:ea typeface="+mn-ea"/>
                          <a:cs typeface="+mn-cs"/>
                        </a:rPr>
                        <a:t>1</a:t>
                      </a:r>
                      <a:endParaRPr lang="zh-CN" altLang="en-US" sz="1100" kern="1200" dirty="0">
                        <a:solidFill>
                          <a:schemeClr val="tx1"/>
                        </a:solidFill>
                        <a:latin typeface="+mn-lt"/>
                        <a:ea typeface="+mn-ea"/>
                        <a:cs typeface="+mn-cs"/>
                      </a:endParaRPr>
                    </a:p>
                  </a:txBody>
                  <a:tcPr/>
                </a:tc>
                <a:tc vMerge="1">
                  <a:txBody>
                    <a:bodyPr/>
                    <a:lstStyle/>
                    <a:p>
                      <a:endParaRPr lang="zh-CN" altLang="en-US" sz="1200" dirty="0"/>
                    </a:p>
                  </a:txBody>
                  <a:tcPr/>
                </a:tc>
                <a:tc>
                  <a:txBody>
                    <a:bodyPr/>
                    <a:lstStyle/>
                    <a:p>
                      <a:r>
                        <a:rPr lang="en-US" altLang="zh-CN" sz="1100" kern="1200" dirty="0">
                          <a:solidFill>
                            <a:schemeClr val="tx1"/>
                          </a:solidFill>
                          <a:latin typeface="+mn-lt"/>
                          <a:ea typeface="+mn-ea"/>
                          <a:cs typeface="+mn-cs"/>
                        </a:rPr>
                        <a:t>MUX0 select 1</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P8.0</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171877367"/>
                  </a:ext>
                </a:extLst>
              </a:tr>
              <a:tr h="264724">
                <a:tc>
                  <a:txBody>
                    <a:bodyPr/>
                    <a:lstStyle/>
                    <a:p>
                      <a:r>
                        <a:rPr lang="en-IN" altLang="zh-CN" sz="1100" kern="1200" dirty="0">
                          <a:solidFill>
                            <a:schemeClr val="tx1"/>
                          </a:solidFill>
                          <a:latin typeface="+mn-lt"/>
                          <a:ea typeface="+mn-ea"/>
                          <a:cs typeface="+mn-cs"/>
                        </a:rPr>
                        <a:t>32</a:t>
                      </a:r>
                      <a:endParaRPr lang="zh-CN" altLang="en-US" sz="1100" kern="1200" dirty="0">
                        <a:solidFill>
                          <a:schemeClr val="tx1"/>
                        </a:solidFill>
                        <a:latin typeface="+mn-lt"/>
                        <a:ea typeface="+mn-ea"/>
                        <a:cs typeface="+mn-cs"/>
                      </a:endParaRPr>
                    </a:p>
                  </a:txBody>
                  <a:tcPr/>
                </a:tc>
                <a:tc vMerge="1">
                  <a:txBody>
                    <a:bodyPr/>
                    <a:lstStyle/>
                    <a:p>
                      <a:endParaRPr lang="zh-CN" altLang="en-US" sz="1200" dirty="0"/>
                    </a:p>
                  </a:txBody>
                  <a:tcPr/>
                </a:tc>
                <a:tc>
                  <a:txBody>
                    <a:bodyPr/>
                    <a:lstStyle/>
                    <a:p>
                      <a:r>
                        <a:rPr lang="en-US" altLang="zh-CN" sz="1100" kern="1200" dirty="0">
                          <a:solidFill>
                            <a:schemeClr val="tx1"/>
                          </a:solidFill>
                          <a:latin typeface="+mn-lt"/>
                          <a:ea typeface="+mn-ea"/>
                          <a:cs typeface="+mn-cs"/>
                        </a:rPr>
                        <a:t>MUX0 select 2</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P8.2</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430937672"/>
                  </a:ext>
                </a:extLst>
              </a:tr>
              <a:tr h="264724">
                <a:tc>
                  <a:txBody>
                    <a:bodyPr/>
                    <a:lstStyle/>
                    <a:p>
                      <a:r>
                        <a:rPr lang="en-IN" altLang="zh-CN" sz="1100" kern="1200" dirty="0">
                          <a:solidFill>
                            <a:schemeClr val="tx1"/>
                          </a:solidFill>
                          <a:latin typeface="+mn-lt"/>
                          <a:ea typeface="+mn-ea"/>
                          <a:cs typeface="+mn-cs"/>
                        </a:rPr>
                        <a:t>33</a:t>
                      </a:r>
                      <a:endParaRPr lang="zh-CN" altLang="en-US"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3</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OpAmp1P[O]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275395757"/>
                  </a:ext>
                </a:extLst>
              </a:tr>
              <a:tr h="264724">
                <a:tc>
                  <a:txBody>
                    <a:bodyPr/>
                    <a:lstStyle/>
                    <a:p>
                      <a:r>
                        <a:rPr lang="en-IN" altLang="zh-CN" sz="1100" kern="1200" dirty="0">
                          <a:solidFill>
                            <a:schemeClr val="tx1"/>
                          </a:solidFill>
                          <a:latin typeface="+mn-lt"/>
                          <a:ea typeface="+mn-ea"/>
                          <a:cs typeface="+mn-cs"/>
                        </a:rPr>
                        <a:t>3</a:t>
                      </a:r>
                      <a:r>
                        <a:rPr lang="en-US" altLang="zh-CN" sz="1100" kern="1200" dirty="0">
                          <a:solidFill>
                            <a:schemeClr val="tx1"/>
                          </a:solidFill>
                          <a:latin typeface="+mn-lt"/>
                          <a:ea typeface="+mn-ea"/>
                          <a:cs typeface="+mn-cs"/>
                        </a:rPr>
                        <a:t>4</a:t>
                      </a:r>
                      <a:endParaRPr lang="zh-CN" altLang="en-US" sz="1100" kern="1200" dirty="0">
                        <a:solidFill>
                          <a:schemeClr val="tx1"/>
                        </a:solidFill>
                        <a:latin typeface="+mn-lt"/>
                        <a:ea typeface="+mn-ea"/>
                        <a:cs typeface="+mn-cs"/>
                      </a:endParaRPr>
                    </a:p>
                  </a:txBody>
                  <a:tcPr/>
                </a:tc>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4</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OpAmp3P[O]</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3988551894"/>
                  </a:ext>
                </a:extLst>
              </a:tr>
              <a:tr h="264724">
                <a:tc>
                  <a:txBody>
                    <a:bodyPr/>
                    <a:lstStyle/>
                    <a:p>
                      <a:r>
                        <a:rPr lang="en-IN" altLang="zh-CN" sz="1100" kern="1200" dirty="0">
                          <a:solidFill>
                            <a:schemeClr val="tx1"/>
                          </a:solidFill>
                          <a:latin typeface="+mn-lt"/>
                          <a:ea typeface="+mn-ea"/>
                          <a:cs typeface="+mn-cs"/>
                        </a:rPr>
                        <a:t>3</a:t>
                      </a:r>
                      <a:r>
                        <a:rPr lang="en-US" altLang="zh-CN" sz="1100" kern="1200" dirty="0">
                          <a:solidFill>
                            <a:schemeClr val="tx1"/>
                          </a:solidFill>
                          <a:latin typeface="+mn-lt"/>
                          <a:ea typeface="+mn-ea"/>
                          <a:cs typeface="+mn-cs"/>
                        </a:rPr>
                        <a:t>5</a:t>
                      </a:r>
                      <a:endParaRPr lang="zh-CN" altLang="en-US" sz="1100" kern="1200" dirty="0">
                        <a:solidFill>
                          <a:schemeClr val="tx1"/>
                        </a:solidFill>
                        <a:latin typeface="+mn-lt"/>
                        <a:ea typeface="+mn-ea"/>
                        <a:cs typeface="+mn-cs"/>
                      </a:endParaRPr>
                    </a:p>
                  </a:txBody>
                  <a:tcPr/>
                </a:tc>
                <a:tc vMerge="1">
                  <a:txBody>
                    <a:bodyPr/>
                    <a:lstStyle/>
                    <a:p>
                      <a:endParaRPr lang="zh-CN" altLang="en-US" sz="12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latin typeface="+mn-lt"/>
                          <a:ea typeface="+mn-ea"/>
                          <a:cs typeface="+mn-cs"/>
                        </a:rPr>
                        <a:t>MUX0 select 5</a:t>
                      </a:r>
                      <a:endParaRPr lang="zh-CN" altLang="en-US" sz="1100" kern="1200" dirty="0">
                        <a:solidFill>
                          <a:schemeClr val="tx1"/>
                        </a:solidFill>
                        <a:latin typeface="+mn-lt"/>
                        <a:ea typeface="+mn-ea"/>
                        <a:cs typeface="+mn-cs"/>
                      </a:endParaRPr>
                    </a:p>
                  </a:txBody>
                  <a:tcPr/>
                </a:tc>
                <a:tc>
                  <a:txBody>
                    <a:bodyPr/>
                    <a:lstStyle/>
                    <a:p>
                      <a:r>
                        <a:rPr lang="en-US" sz="1100" kern="1200" dirty="0">
                          <a:solidFill>
                            <a:schemeClr val="tx1"/>
                          </a:solidFill>
                          <a:latin typeface="+mn-lt"/>
                          <a:ea typeface="+mn-ea"/>
                          <a:cs typeface="+mn-cs"/>
                        </a:rPr>
                        <a:t>Reserved</a:t>
                      </a:r>
                      <a:endParaRPr lang="zh-CN" altLang="en-US" sz="1100" kern="1200" dirty="0">
                        <a:solidFill>
                          <a:schemeClr val="tx1"/>
                        </a:solidFill>
                        <a:latin typeface="+mn-lt"/>
                        <a:ea typeface="+mn-ea"/>
                        <a:cs typeface="+mn-cs"/>
                      </a:endParaRPr>
                    </a:p>
                  </a:txBody>
                  <a:tcPr/>
                </a:tc>
                <a:extLst>
                  <a:ext uri="{0D108BD9-81ED-4DB2-BD59-A6C34878D82A}">
                    <a16:rowId xmlns:a16="http://schemas.microsoft.com/office/drawing/2014/main" val="3535591531"/>
                  </a:ext>
                </a:extLst>
              </a:tr>
            </a:tbl>
          </a:graphicData>
        </a:graphic>
      </p:graphicFrame>
      <p:sp>
        <p:nvSpPr>
          <p:cNvPr id="4" name="TextBox 3">
            <a:extLst>
              <a:ext uri="{FF2B5EF4-FFF2-40B4-BE49-F238E27FC236}">
                <a16:creationId xmlns:a16="http://schemas.microsoft.com/office/drawing/2014/main" id="{35D12813-3559-0FE3-75FE-E7E3002EB8C3}"/>
              </a:ext>
            </a:extLst>
          </p:cNvPr>
          <p:cNvSpPr txBox="1"/>
          <p:nvPr/>
        </p:nvSpPr>
        <p:spPr bwMode="auto">
          <a:xfrm>
            <a:off x="2248512" y="908720"/>
            <a:ext cx="7257007" cy="338554"/>
          </a:xfrm>
          <a:prstGeom prst="rect">
            <a:avLst/>
          </a:prstGeom>
          <a:noFill/>
          <a:ln w="9525">
            <a:noFill/>
            <a:miter lim="800000"/>
            <a:headEnd/>
            <a:tailEnd/>
          </a:ln>
          <a:effectLst/>
        </p:spPr>
        <p:txBody>
          <a:bodyPr wrap="square">
            <a:spAutoFit/>
          </a:bodyPr>
          <a:lstStyle/>
          <a:p>
            <a:r>
              <a:rPr lang="de-DE" sz="1600" dirty="0"/>
              <a:t>16 Ch ADC via direct pad+ 8 GPIO MUX channel= total 24 ADC Ch</a:t>
            </a:r>
            <a:endParaRPr lang="de-DE" dirty="0"/>
          </a:p>
        </p:txBody>
      </p:sp>
    </p:spTree>
    <p:extLst>
      <p:ext uri="{BB962C8B-B14F-4D97-AF65-F5344CB8AC3E}">
        <p14:creationId xmlns:p14="http://schemas.microsoft.com/office/powerpoint/2010/main" val="41065330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b="1" dirty="0"/>
              <a:t>Multiple trigger scenario</a:t>
            </a:r>
            <a:r>
              <a:rPr lang="en-US" dirty="0"/>
              <a:t>: a new trigger is asserted for different groups, while the channels of a previously triggered group or groups are being held or converted</a:t>
            </a:r>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SAR ADC: Illustration of triggering, sampling and conversion priority</a:t>
            </a:r>
          </a:p>
        </p:txBody>
      </p:sp>
      <p:pic>
        <p:nvPicPr>
          <p:cNvPr id="7" name="Graphic 6">
            <a:extLst>
              <a:ext uri="{FF2B5EF4-FFF2-40B4-BE49-F238E27FC236}">
                <a16:creationId xmlns:a16="http://schemas.microsoft.com/office/drawing/2014/main" id="{AADD84D1-764B-CBDA-A24D-15E43EB297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5400" y="2024530"/>
            <a:ext cx="8383971" cy="3593130"/>
          </a:xfrm>
          <a:prstGeom prst="rect">
            <a:avLst/>
          </a:prstGeom>
        </p:spPr>
      </p:pic>
    </p:spTree>
    <p:extLst>
      <p:ext uri="{BB962C8B-B14F-4D97-AF65-F5344CB8AC3E}">
        <p14:creationId xmlns:p14="http://schemas.microsoft.com/office/powerpoint/2010/main" val="17067498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dirty="0"/>
              <a:t>The post processing has the following features:</a:t>
            </a:r>
          </a:p>
          <a:p>
            <a:pPr lvl="1"/>
            <a:r>
              <a:rPr lang="en-US" dirty="0"/>
              <a:t>Pseudo differential hardware subtraction ( POS Ch  –NEG Ch and stores result in POS channel register)</a:t>
            </a:r>
          </a:p>
          <a:p>
            <a:pPr lvl="1"/>
            <a:r>
              <a:rPr lang="en-US" dirty="0"/>
              <a:t>Signed format</a:t>
            </a:r>
          </a:p>
          <a:p>
            <a:pPr lvl="1"/>
            <a:r>
              <a:rPr lang="en-US" dirty="0"/>
              <a:t>Averaging(Result accumulation , no shifting function. Support for 2,4,8,16,32,64 results)</a:t>
            </a:r>
          </a:p>
          <a:p>
            <a:pPr lvl="1"/>
            <a:r>
              <a:rPr lang="en-US" dirty="0"/>
              <a:t>FIR processing ( 16 tap with symmetric coefficients)</a:t>
            </a:r>
          </a:p>
          <a:p>
            <a:pPr lvl="1"/>
            <a:r>
              <a:rPr lang="en-US" dirty="0"/>
              <a:t>3P3Z processing ( 23 bits output )</a:t>
            </a:r>
          </a:p>
          <a:p>
            <a:pPr lvl="1"/>
            <a:r>
              <a:rPr lang="en-US" dirty="0"/>
              <a:t>Limit detection ( 8 limit detection source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SAR ADC: Post processing</a:t>
            </a:r>
          </a:p>
        </p:txBody>
      </p:sp>
      <p:sp>
        <p:nvSpPr>
          <p:cNvPr id="2" name="13 Comment">
            <a:extLst>
              <a:ext uri="{FF2B5EF4-FFF2-40B4-BE49-F238E27FC236}">
                <a16:creationId xmlns:a16="http://schemas.microsoft.com/office/drawing/2014/main" id="{1CD39528-402D-6C34-3E3F-9B1A264B0553}"/>
              </a:ext>
            </a:extLst>
          </p:cNvPr>
          <p:cNvSpPr/>
          <p:nvPr>
            <p:custDataLst>
              <p:tags r:id="rId1"/>
            </p:custDataLst>
          </p:nvPr>
        </p:nvSpPr>
        <p:spPr bwMode="auto">
          <a:xfrm flipH="1">
            <a:off x="381675" y="6020901"/>
            <a:ext cx="9361040" cy="360850"/>
          </a:xfrm>
          <a:prstGeom prst="wedgeRectCallout">
            <a:avLst>
              <a:gd name="adj1" fmla="val 23641"/>
              <a:gd name="adj2" fmla="val 43873"/>
            </a:avLst>
          </a:prstGeom>
          <a:solidFill>
            <a:schemeClr val="bg1"/>
          </a:solidFill>
          <a:ln w="12700" cap="flat" cmpd="sng" algn="ctr">
            <a:solidFill>
              <a:schemeClr val="bg2"/>
            </a:solidFill>
            <a:prstDash val="solid"/>
            <a:miter lim="800000"/>
            <a:headEnd type="none" w="med" len="med"/>
            <a:tailEnd type="none" w="med" len="med"/>
          </a:ln>
          <a:effectLst/>
        </p:spPr>
        <p:txBody>
          <a:bodyPr wrap="square" lIns="72000" tIns="72000" rIns="72000" bIns="72000" anchor="ctr">
            <a:spAutoFit/>
          </a:bodyPr>
          <a:lstStyle/>
          <a:p>
            <a:pPr marL="252000" lvl="1" indent="0">
              <a:buNone/>
            </a:pPr>
            <a:r>
              <a:rPr lang="en-US" altLang="zh-CN" b="1" dirty="0">
                <a:solidFill>
                  <a:schemeClr val="tx2"/>
                </a:solidFill>
                <a:latin typeface="+mn-lt"/>
              </a:rPr>
              <a:t>Note: </a:t>
            </a:r>
            <a:r>
              <a:rPr lang="zh-CN" altLang="en-US" b="1" dirty="0">
                <a:solidFill>
                  <a:schemeClr val="dk1"/>
                </a:solidFill>
                <a:latin typeface="+mn-lt"/>
              </a:rPr>
              <a:t>	</a:t>
            </a:r>
            <a:r>
              <a:rPr lang="en-US" altLang="zh-CN" sz="1200" dirty="0"/>
              <a:t>The pseudo differential mode is enabled for a given channel, the averaging mode of this channel must be set to disable.</a:t>
            </a:r>
            <a:endParaRPr lang="en-US" altLang="zh-CN" sz="1100" dirty="0"/>
          </a:p>
        </p:txBody>
      </p:sp>
      <p:pic>
        <p:nvPicPr>
          <p:cNvPr id="5" name="Picture 4">
            <a:extLst>
              <a:ext uri="{FF2B5EF4-FFF2-40B4-BE49-F238E27FC236}">
                <a16:creationId xmlns:a16="http://schemas.microsoft.com/office/drawing/2014/main" id="{905751EC-09A4-5D36-0145-A056EB64F811}"/>
              </a:ext>
            </a:extLst>
          </p:cNvPr>
          <p:cNvPicPr>
            <a:picLocks noChangeAspect="1"/>
          </p:cNvPicPr>
          <p:nvPr/>
        </p:nvPicPr>
        <p:blipFill>
          <a:blip r:embed="rId4"/>
          <a:stretch>
            <a:fillRect/>
          </a:stretch>
        </p:blipFill>
        <p:spPr>
          <a:xfrm>
            <a:off x="839416" y="3356992"/>
            <a:ext cx="8613602" cy="2591901"/>
          </a:xfrm>
          <a:prstGeom prst="rect">
            <a:avLst/>
          </a:prstGeom>
        </p:spPr>
      </p:pic>
    </p:spTree>
    <p:extLst>
      <p:ext uri="{BB962C8B-B14F-4D97-AF65-F5344CB8AC3E}">
        <p14:creationId xmlns:p14="http://schemas.microsoft.com/office/powerpoint/2010/main" val="28885825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SAR ADC: Interrupts</a:t>
            </a:r>
          </a:p>
        </p:txBody>
      </p:sp>
      <p:pic>
        <p:nvPicPr>
          <p:cNvPr id="9" name="Content Placeholder 8">
            <a:extLst>
              <a:ext uri="{FF2B5EF4-FFF2-40B4-BE49-F238E27FC236}">
                <a16:creationId xmlns:a16="http://schemas.microsoft.com/office/drawing/2014/main" id="{E41D26C6-C9B7-2B80-FF67-BDE770EDE5EF}"/>
              </a:ext>
            </a:extLst>
          </p:cNvPr>
          <p:cNvPicPr>
            <a:picLocks noGrp="1" noChangeAspect="1"/>
          </p:cNvPicPr>
          <p:nvPr>
            <p:ph sz="quarter" idx="13"/>
          </p:nvPr>
        </p:nvPicPr>
        <p:blipFill>
          <a:blip r:embed="rId3"/>
          <a:stretch>
            <a:fillRect/>
          </a:stretch>
        </p:blipFill>
        <p:spPr>
          <a:xfrm>
            <a:off x="921535" y="1268414"/>
            <a:ext cx="10347340" cy="5113336"/>
          </a:xfrm>
          <a:prstGeom prst="rect">
            <a:avLst/>
          </a:prstGeom>
        </p:spPr>
      </p:pic>
    </p:spTree>
    <p:extLst>
      <p:ext uri="{BB962C8B-B14F-4D97-AF65-F5344CB8AC3E}">
        <p14:creationId xmlns:p14="http://schemas.microsoft.com/office/powerpoint/2010/main" val="26370550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Comparator and slope generator (CSG)</a:t>
            </a:r>
          </a:p>
        </p:txBody>
      </p:sp>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a:xfrm>
            <a:off x="347000" y="1278163"/>
            <a:ext cx="11510038" cy="5113337"/>
          </a:xfrm>
        </p:spPr>
        <p:txBody>
          <a:bodyPr/>
          <a:lstStyle/>
          <a:p>
            <a:pPr lvl="0">
              <a:lnSpc>
                <a:spcPct val="100000"/>
              </a:lnSpc>
              <a:spcBef>
                <a:spcPts val="400"/>
              </a:spcBef>
              <a:buSzPct val="90000"/>
              <a:buFont typeface="Symbol" panose="05050102010706020507" pitchFamily="18" charset="2"/>
              <a:buChar char="-"/>
            </a:pPr>
            <a:r>
              <a:rPr lang="de-DE" sz="1600" dirty="0"/>
              <a:t>Analog comparators with 10-bit,30Msps DAC-generated threshold</a:t>
            </a:r>
          </a:p>
          <a:p>
            <a:pPr lvl="0">
              <a:lnSpc>
                <a:spcPct val="100000"/>
              </a:lnSpc>
              <a:spcBef>
                <a:spcPts val="400"/>
              </a:spcBef>
              <a:buSzPct val="90000"/>
              <a:buFont typeface="Symbol" panose="05050102010706020507" pitchFamily="18" charset="2"/>
              <a:buChar char="-"/>
            </a:pPr>
            <a:r>
              <a:rPr lang="de-DE" sz="1600" dirty="0"/>
              <a:t>Slope generation via DAC direct / buffered / LUT writes</a:t>
            </a:r>
          </a:p>
          <a:p>
            <a:pPr lvl="0">
              <a:lnSpc>
                <a:spcPct val="100000"/>
              </a:lnSpc>
              <a:spcBef>
                <a:spcPts val="400"/>
              </a:spcBef>
              <a:buSzPct val="90000"/>
              <a:buFont typeface="Symbol" panose="05050102010706020507" pitchFamily="18" charset="2"/>
              <a:buChar char="-"/>
            </a:pPr>
            <a:r>
              <a:rPr lang="de-DE" sz="1600" b="1" dirty="0"/>
              <a:t>Programmable hysteresis 0 … 84 mV (M6)</a:t>
            </a:r>
          </a:p>
          <a:p>
            <a:pPr lvl="0">
              <a:lnSpc>
                <a:spcPct val="100000"/>
              </a:lnSpc>
              <a:spcBef>
                <a:spcPts val="400"/>
              </a:spcBef>
              <a:buSzPct val="90000"/>
              <a:buFont typeface="Symbol" panose="05050102010706020507" pitchFamily="18" charset="2"/>
              <a:buChar char="-"/>
            </a:pPr>
            <a:r>
              <a:rPr lang="de-DE" sz="1600" dirty="0"/>
              <a:t>Deglitching filter on comparator output</a:t>
            </a:r>
          </a:p>
          <a:p>
            <a:pPr lvl="0">
              <a:lnSpc>
                <a:spcPct val="100000"/>
              </a:lnSpc>
              <a:spcBef>
                <a:spcPts val="400"/>
              </a:spcBef>
              <a:buSzPct val="90000"/>
              <a:buFont typeface="Symbol" panose="05050102010706020507" pitchFamily="18" charset="2"/>
              <a:buChar char="-"/>
            </a:pPr>
            <a:r>
              <a:rPr lang="de-DE" sz="1600" dirty="0"/>
              <a:t>Outputs feed TriggerMux → TCPWM kill / gate</a:t>
            </a:r>
          </a:p>
          <a:p>
            <a:pPr lvl="0">
              <a:lnSpc>
                <a:spcPct val="100000"/>
              </a:lnSpc>
              <a:spcBef>
                <a:spcPts val="400"/>
              </a:spcBef>
              <a:buSzPct val="90000"/>
              <a:buFont typeface="Symbol" panose="05050102010706020507" pitchFamily="18" charset="2"/>
              <a:buChar char="-"/>
            </a:pPr>
            <a:r>
              <a:rPr lang="de-DE" sz="1600" dirty="0"/>
              <a:t>Count</a:t>
            </a:r>
          </a:p>
          <a:p>
            <a:pPr marL="571500" lvl="1" indent="-285750">
              <a:lnSpc>
                <a:spcPct val="100000"/>
              </a:lnSpc>
              <a:spcBef>
                <a:spcPts val="150"/>
              </a:spcBef>
              <a:buSzPct val="85000"/>
              <a:buFont typeface="Symbol" panose="05050102010706020507" pitchFamily="18" charset="2"/>
              <a:buChar char="-"/>
            </a:pPr>
            <a:r>
              <a:rPr lang="de-DE" dirty="0"/>
              <a:t>PSC3M5: 5 CSGs</a:t>
            </a:r>
          </a:p>
          <a:p>
            <a:pPr marL="571500" lvl="1" indent="-285750">
              <a:lnSpc>
                <a:spcPct val="100000"/>
              </a:lnSpc>
              <a:spcBef>
                <a:spcPts val="150"/>
              </a:spcBef>
              <a:buSzPct val="85000"/>
              <a:buFont typeface="Symbol" panose="05050102010706020507" pitchFamily="18" charset="2"/>
              <a:buChar char="-"/>
            </a:pPr>
            <a:r>
              <a:rPr lang="de-DE" dirty="0"/>
              <a:t>PSC3M6: up to </a:t>
            </a:r>
            <a:r>
              <a:rPr lang="de-DE" b="1" dirty="0"/>
              <a:t>9 CSGs </a:t>
            </a:r>
            <a:r>
              <a:rPr lang="de-DE" dirty="0"/>
              <a:t>in up to 3 groups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The diagram is considered a “slice”, and the PSOC™ Control C3 MCU supports nine slices</a:t>
            </a:r>
          </a:p>
        </p:txBody>
      </p:sp>
      <p:pic>
        <p:nvPicPr>
          <p:cNvPr id="7" name="Graphic 6">
            <a:extLst>
              <a:ext uri="{FF2B5EF4-FFF2-40B4-BE49-F238E27FC236}">
                <a16:creationId xmlns:a16="http://schemas.microsoft.com/office/drawing/2014/main" id="{020786C2-914D-291D-7D55-F5E3135E4B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9416" y="3936417"/>
            <a:ext cx="8812664" cy="2448753"/>
          </a:xfrm>
          <a:prstGeom prst="rect">
            <a:avLst/>
          </a:prstGeom>
        </p:spPr>
      </p:pic>
    </p:spTree>
    <p:extLst>
      <p:ext uri="{BB962C8B-B14F-4D97-AF65-F5344CB8AC3E}">
        <p14:creationId xmlns:p14="http://schemas.microsoft.com/office/powerpoint/2010/main" val="1823431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CSG: 10-bit DAC</a:t>
            </a:r>
          </a:p>
        </p:txBody>
      </p:sp>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a:xfrm>
            <a:off x="334800" y="1268414"/>
            <a:ext cx="3240920" cy="5113337"/>
          </a:xfrm>
        </p:spPr>
        <p:txBody>
          <a:bodyPr/>
          <a:lstStyle/>
          <a:p>
            <a:r>
              <a:rPr lang="en-US" dirty="0"/>
              <a:t>There are various modes of generating and controlling the DAC codes. It contains the following modes:</a:t>
            </a:r>
          </a:p>
          <a:p>
            <a:pPr lvl="1"/>
            <a:r>
              <a:rPr lang="en-US" dirty="0"/>
              <a:t>Direct firmware control of DAC code</a:t>
            </a:r>
          </a:p>
          <a:p>
            <a:pPr lvl="1"/>
            <a:r>
              <a:rPr lang="en-US" dirty="0"/>
              <a:t>Buffered firmware control of DAC code</a:t>
            </a:r>
          </a:p>
          <a:p>
            <a:pPr lvl="1"/>
            <a:r>
              <a:rPr lang="en-US" dirty="0"/>
              <a:t>Two-value (Hysteretic) control of DAC code</a:t>
            </a:r>
          </a:p>
          <a:p>
            <a:pPr lvl="1"/>
            <a:r>
              <a:rPr lang="en-US" dirty="0"/>
              <a:t>Automatic DAC ramp generation</a:t>
            </a:r>
          </a:p>
          <a:p>
            <a:pPr lvl="1"/>
            <a:r>
              <a:rPr lang="en-US" dirty="0"/>
              <a:t>Look-up table (LUT) for DAC arbitrary waveform generation</a:t>
            </a:r>
            <a:endParaRPr lang="en-IN" dirty="0"/>
          </a:p>
        </p:txBody>
      </p:sp>
      <p:pic>
        <p:nvPicPr>
          <p:cNvPr id="4" name="Graphic 3">
            <a:extLst>
              <a:ext uri="{FF2B5EF4-FFF2-40B4-BE49-F238E27FC236}">
                <a16:creationId xmlns:a16="http://schemas.microsoft.com/office/drawing/2014/main" id="{E59B03F3-7EAC-E164-CA4E-4FE36BFB1C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7728" y="1183729"/>
            <a:ext cx="8191500" cy="4981575"/>
          </a:xfrm>
          <a:prstGeom prst="rect">
            <a:avLst/>
          </a:prstGeom>
        </p:spPr>
      </p:pic>
    </p:spTree>
    <p:extLst>
      <p:ext uri="{BB962C8B-B14F-4D97-AF65-F5344CB8AC3E}">
        <p14:creationId xmlns:p14="http://schemas.microsoft.com/office/powerpoint/2010/main" val="26179413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CSG: Post processing</a:t>
            </a:r>
          </a:p>
        </p:txBody>
      </p:sp>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a:xfrm>
            <a:off x="334800" y="1268414"/>
            <a:ext cx="5545176" cy="5113337"/>
          </a:xfrm>
        </p:spPr>
        <p:txBody>
          <a:bodyPr/>
          <a:lstStyle/>
          <a:p>
            <a:r>
              <a:rPr lang="en-US" dirty="0"/>
              <a:t>The main features are as follows:</a:t>
            </a:r>
          </a:p>
          <a:p>
            <a:pPr lvl="1"/>
            <a:r>
              <a:rPr lang="en-US" dirty="0"/>
              <a:t>Configurable comparator-output polarity</a:t>
            </a:r>
          </a:p>
          <a:p>
            <a:pPr lvl="1"/>
            <a:r>
              <a:rPr lang="en-US" dirty="0"/>
              <a:t>Comparator blanking by a selected level trigger</a:t>
            </a:r>
          </a:p>
          <a:p>
            <a:pPr lvl="1"/>
            <a:r>
              <a:rPr lang="en-US" dirty="0"/>
              <a:t>Edge-based blanking after rising and/or falling transitions on the blanking trigger</a:t>
            </a:r>
          </a:p>
          <a:p>
            <a:pPr lvl="1"/>
            <a:r>
              <a:rPr lang="en-US" dirty="0"/>
              <a:t>DAC-code-change blanking to avoid false comparator transitions while the reference changes</a:t>
            </a:r>
          </a:p>
          <a:p>
            <a:pPr lvl="1"/>
            <a:r>
              <a:rPr lang="en-US" dirty="0"/>
              <a:t>Comparator-output deglitching with a programmable stable-time requirement</a:t>
            </a:r>
          </a:p>
          <a:p>
            <a:pPr lvl="1"/>
            <a:r>
              <a:rPr lang="en-US" b="1" dirty="0"/>
              <a:t>Comparator output remapping</a:t>
            </a:r>
          </a:p>
          <a:p>
            <a:pPr lvl="2"/>
            <a:r>
              <a:rPr lang="en-US" sz="1000" dirty="0"/>
              <a:t>Comparator outputs 0-2 are combined to form csg_comp_out0</a:t>
            </a:r>
          </a:p>
          <a:p>
            <a:pPr lvl="2"/>
            <a:r>
              <a:rPr lang="en-US" sz="1000" dirty="0"/>
              <a:t>Comparator outputs 3-5 are combined to form csg_comp_out1</a:t>
            </a:r>
          </a:p>
          <a:p>
            <a:pPr lvl="2"/>
            <a:r>
              <a:rPr lang="en-US" sz="1000" dirty="0"/>
              <a:t>Comparator outputs 6-8 are combined to form csg_comp_out2</a:t>
            </a:r>
          </a:p>
          <a:p>
            <a:pPr lvl="1"/>
            <a:r>
              <a:rPr lang="en-US" dirty="0"/>
              <a:t>Positive-edge, negative-edge, or both-edge interrupt generation</a:t>
            </a:r>
          </a:p>
          <a:p>
            <a:pPr lvl="1"/>
            <a:r>
              <a:rPr lang="en-US" dirty="0"/>
              <a:t>Comparator output or inverted output can be used as an update trigger, enabling hardware hysteretic operation</a:t>
            </a:r>
          </a:p>
        </p:txBody>
      </p:sp>
      <p:pic>
        <p:nvPicPr>
          <p:cNvPr id="6" name="Graphic 5">
            <a:extLst>
              <a:ext uri="{FF2B5EF4-FFF2-40B4-BE49-F238E27FC236}">
                <a16:creationId xmlns:a16="http://schemas.microsoft.com/office/drawing/2014/main" id="{B4DEDD37-A2A6-5B13-5A7E-736D7AAE0B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6792" y="3128097"/>
            <a:ext cx="6218400" cy="3069205"/>
          </a:xfrm>
          <a:prstGeom prst="rect">
            <a:avLst/>
          </a:prstGeom>
        </p:spPr>
      </p:pic>
      <p:pic>
        <p:nvPicPr>
          <p:cNvPr id="4" name="Graphic 3">
            <a:extLst>
              <a:ext uri="{FF2B5EF4-FFF2-40B4-BE49-F238E27FC236}">
                <a16:creationId xmlns:a16="http://schemas.microsoft.com/office/drawing/2014/main" id="{024B0CFE-8685-8BE4-AB2C-59404CFAB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23271" y="654478"/>
            <a:ext cx="2590800" cy="2406910"/>
          </a:xfrm>
          <a:prstGeom prst="rect">
            <a:avLst/>
          </a:prstGeom>
        </p:spPr>
      </p:pic>
      <p:sp>
        <p:nvSpPr>
          <p:cNvPr id="7" name="TextBox 6">
            <a:extLst>
              <a:ext uri="{FF2B5EF4-FFF2-40B4-BE49-F238E27FC236}">
                <a16:creationId xmlns:a16="http://schemas.microsoft.com/office/drawing/2014/main" id="{D449DD7B-E95A-649F-8C51-3CB7BAA7F54A}"/>
              </a:ext>
            </a:extLst>
          </p:cNvPr>
          <p:cNvSpPr txBox="1"/>
          <p:nvPr/>
        </p:nvSpPr>
        <p:spPr bwMode="auto">
          <a:xfrm>
            <a:off x="7543800" y="662391"/>
            <a:ext cx="3388126" cy="338554"/>
          </a:xfrm>
          <a:prstGeom prst="rect">
            <a:avLst/>
          </a:prstGeom>
          <a:noFill/>
          <a:ln w="9525">
            <a:noFill/>
            <a:miter lim="800000"/>
            <a:headEnd/>
            <a:tailEnd/>
          </a:ln>
          <a:effectLst/>
        </p:spPr>
        <p:txBody>
          <a:bodyPr wrap="square">
            <a:spAutoFit/>
          </a:bodyPr>
          <a:lstStyle/>
          <a:p>
            <a:r>
              <a:rPr lang="en-IN" sz="1600" dirty="0">
                <a:latin typeface="+mn-lt"/>
              </a:rPr>
              <a:t>Comparator remapping</a:t>
            </a:r>
          </a:p>
        </p:txBody>
      </p:sp>
      <p:cxnSp>
        <p:nvCxnSpPr>
          <p:cNvPr id="10" name="Straight Arrow Connector 9">
            <a:extLst>
              <a:ext uri="{FF2B5EF4-FFF2-40B4-BE49-F238E27FC236}">
                <a16:creationId xmlns:a16="http://schemas.microsoft.com/office/drawing/2014/main" id="{F5C97F36-9F1B-E954-7B2C-130D76A0E4B4}"/>
              </a:ext>
            </a:extLst>
          </p:cNvPr>
          <p:cNvCxnSpPr>
            <a:cxnSpLocks/>
          </p:cNvCxnSpPr>
          <p:nvPr/>
        </p:nvCxnSpPr>
        <p:spPr>
          <a:xfrm>
            <a:off x="9201267" y="1875543"/>
            <a:ext cx="747161" cy="1553457"/>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5131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6A18E2F-BCAF-300C-CDF4-4BC8B04E9317}"/>
              </a:ext>
            </a:extLst>
          </p:cNvPr>
          <p:cNvSpPr>
            <a:spLocks noGrp="1"/>
          </p:cNvSpPr>
          <p:nvPr>
            <p:ph type="title" hasCustomPrompt="1"/>
          </p:nvPr>
        </p:nvSpPr>
        <p:spPr/>
        <p:txBody>
          <a:bodyPr/>
          <a:lstStyle/>
          <a:p>
            <a:r>
              <a:rPr lang="de-DE" sz="2800" dirty="0"/>
              <a:t>3P3Z hardware compensator ( PSC3M6 only)</a:t>
            </a:r>
            <a:endParaRPr sz="2800" dirty="0"/>
          </a:p>
        </p:txBody>
      </p:sp>
      <p:sp>
        <p:nvSpPr>
          <p:cNvPr id="18" name="Content Placeholder 2">
            <a:extLst>
              <a:ext uri="{FF2B5EF4-FFF2-40B4-BE49-F238E27FC236}">
                <a16:creationId xmlns:a16="http://schemas.microsoft.com/office/drawing/2014/main" id="{F116F744-79A6-CDAD-7038-B292E83263B6}"/>
              </a:ext>
            </a:extLst>
          </p:cNvPr>
          <p:cNvSpPr txBox="1">
            <a:spLocks/>
          </p:cNvSpPr>
          <p:nvPr/>
        </p:nvSpPr>
        <p:spPr>
          <a:xfrm>
            <a:off x="487760" y="4336628"/>
            <a:ext cx="5615488" cy="2197524"/>
          </a:xfrm>
          <a:prstGeom prst="rect">
            <a:avLst/>
          </a:prstGeom>
        </p:spPr>
        <p:txBody>
          <a:bodyPr vert="horz" wrap="none" lIns="0" tIns="0" rIns="0" bIns="0" rtlCol="0" anchor="b">
            <a:noAutofit/>
          </a:bodyPr>
          <a:lstStyle>
            <a:defPPr>
              <a:defRPr lang="en-US"/>
            </a:defPPr>
            <a:lvl1pPr algn="r" rtl="0" fontAlgn="t">
              <a:spcBef>
                <a:spcPct val="0"/>
              </a:spcBef>
              <a:spcAft>
                <a:spcPct val="0"/>
              </a:spcAft>
              <a:buClr>
                <a:schemeClr val="accent2"/>
              </a:buClr>
              <a:defRPr sz="100" b="0" kern="1200">
                <a:noFill/>
                <a:latin typeface="+mn-lt"/>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endParaRPr lang="en-IN"/>
          </a:p>
          <a:p>
            <a:endParaRPr lang="en-IN"/>
          </a:p>
        </p:txBody>
      </p:sp>
      <p:sp>
        <p:nvSpPr>
          <p:cNvPr id="21" name="Content Placeholder 7">
            <a:extLst>
              <a:ext uri="{FF2B5EF4-FFF2-40B4-BE49-F238E27FC236}">
                <a16:creationId xmlns:a16="http://schemas.microsoft.com/office/drawing/2014/main" id="{439374F9-ACF1-F797-6AB0-FAD49B5461BB}"/>
              </a:ext>
            </a:extLst>
          </p:cNvPr>
          <p:cNvSpPr>
            <a:spLocks noGrp="1"/>
          </p:cNvSpPr>
          <p:nvPr>
            <p:ph sz="quarter" idx="13" hasCustomPrompt="1"/>
          </p:nvPr>
        </p:nvSpPr>
        <p:spPr>
          <a:xfrm>
            <a:off x="405681" y="1101910"/>
            <a:ext cx="6266383" cy="6143514"/>
          </a:xfrm>
        </p:spPr>
        <p:txBody>
          <a:bodyPr/>
          <a:lstStyle/>
          <a:p>
            <a:pPr lvl="0">
              <a:lnSpc>
                <a:spcPct val="100000"/>
              </a:lnSpc>
              <a:spcBef>
                <a:spcPts val="400"/>
              </a:spcBef>
              <a:buSzPct val="90000"/>
              <a:buFont typeface="Symbol" panose="05050102010706020507" pitchFamily="18" charset="2"/>
              <a:buChar char="-"/>
            </a:pPr>
            <a:r>
              <a:rPr lang="de-DE" sz="1400" dirty="0"/>
              <a:t>3 × programmable 3-pole 3-zero digital filters</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16-bit input (q0.15), 24-bit output (q0.23)</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48-bit multiplier, 58-bit accumulator</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Anti-windup, saturation, offset, range-limit stages</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Max latency 9 CPU clock cycles per sample</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Runs voltage and current loops without CPU intervention</a:t>
            </a:r>
          </a:p>
          <a:p>
            <a:pPr lvl="0">
              <a:lnSpc>
                <a:spcPct val="100000"/>
              </a:lnSpc>
              <a:spcBef>
                <a:spcPts val="400"/>
              </a:spcBef>
              <a:buSzPct val="90000"/>
              <a:buFont typeface="Symbol" panose="05050102010706020507" pitchFamily="18" charset="2"/>
              <a:buChar char="-"/>
            </a:pPr>
            <a:endParaRPr lang="de-DE" sz="1400" dirty="0"/>
          </a:p>
          <a:p>
            <a:pPr lvl="0">
              <a:lnSpc>
                <a:spcPct val="100000"/>
              </a:lnSpc>
              <a:spcBef>
                <a:spcPts val="400"/>
              </a:spcBef>
              <a:buSzPct val="90000"/>
              <a:buFont typeface="Symbol" panose="05050102010706020507" pitchFamily="18" charset="2"/>
              <a:buChar char="-"/>
            </a:pPr>
            <a:r>
              <a:rPr lang="de-DE" sz="1400" dirty="0"/>
              <a:t>Coefficients loaded from AHB (offline design flow)</a:t>
            </a:r>
          </a:p>
          <a:p>
            <a:pPr lvl="0">
              <a:lnSpc>
                <a:spcPct val="100000"/>
              </a:lnSpc>
              <a:spcBef>
                <a:spcPts val="400"/>
              </a:spcBef>
              <a:buSzPct val="90000"/>
              <a:buFont typeface="Symbol" panose="05050102010706020507" pitchFamily="18" charset="2"/>
              <a:buChar char="-"/>
            </a:pPr>
            <a:endParaRPr lang="de-DE" sz="1400" dirty="0"/>
          </a:p>
          <a:p>
            <a:pPr>
              <a:lnSpc>
                <a:spcPct val="150000"/>
              </a:lnSpc>
              <a:buFont typeface="Symbol" panose="05050102010706020507" pitchFamily="18" charset="2"/>
              <a:buChar char="-"/>
            </a:pPr>
            <a:r>
              <a:rPr lang="en-US" sz="1400" dirty="0"/>
              <a:t>Input can come from software or the HPPASS data path</a:t>
            </a:r>
          </a:p>
          <a:p>
            <a:pPr>
              <a:lnSpc>
                <a:spcPct val="150000"/>
              </a:lnSpc>
              <a:buFont typeface="Symbol" panose="05050102010706020507" pitchFamily="18" charset="2"/>
              <a:buChar char="-"/>
            </a:pPr>
            <a:endParaRPr lang="en-US" sz="1400" dirty="0"/>
          </a:p>
          <a:p>
            <a:pPr>
              <a:lnSpc>
                <a:spcPct val="150000"/>
              </a:lnSpc>
              <a:buFont typeface="Symbol" panose="05050102010706020507" pitchFamily="18" charset="2"/>
              <a:buChar char="-"/>
            </a:pPr>
            <a:r>
              <a:rPr lang="en-US" sz="1400" dirty="0"/>
              <a:t>Filter completion can generate HPPASS triggers and interrupts.</a:t>
            </a:r>
          </a:p>
          <a:p>
            <a:pPr>
              <a:lnSpc>
                <a:spcPct val="150000"/>
              </a:lnSpc>
              <a:buFont typeface="Symbol" panose="05050102010706020507" pitchFamily="18" charset="2"/>
              <a:buChar char="-"/>
            </a:pPr>
            <a:endParaRPr lang="en-US" sz="1400" dirty="0"/>
          </a:p>
          <a:p>
            <a:pPr>
              <a:lnSpc>
                <a:spcPct val="150000"/>
              </a:lnSpc>
              <a:buFont typeface="Symbol" panose="05050102010706020507" pitchFamily="18" charset="2"/>
              <a:buChar char="-"/>
            </a:pPr>
            <a:r>
              <a:rPr lang="en-US" sz="1400" dirty="0"/>
              <a:t>Programmable data path</a:t>
            </a:r>
          </a:p>
        </p:txBody>
      </p:sp>
      <p:sp>
        <p:nvSpPr>
          <p:cNvPr id="6" name="Rectangle 5">
            <a:extLst>
              <a:ext uri="{FF2B5EF4-FFF2-40B4-BE49-F238E27FC236}">
                <a16:creationId xmlns:a16="http://schemas.microsoft.com/office/drawing/2014/main" id="{77147293-5A2E-5F34-50BB-72CFC4E4ED53}"/>
              </a:ext>
            </a:extLst>
          </p:cNvPr>
          <p:cNvSpPr/>
          <p:nvPr/>
        </p:nvSpPr>
        <p:spPr bwMode="auto">
          <a:xfrm>
            <a:off x="6954080" y="1092820"/>
            <a:ext cx="1033379" cy="262815"/>
          </a:xfrm>
          <a:prstGeom prst="rect">
            <a:avLst/>
          </a:prstGeom>
          <a:solidFill>
            <a:schemeClr val="bg1">
              <a:alpha val="64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pic>
        <p:nvPicPr>
          <p:cNvPr id="17" name="Graphic 16">
            <a:extLst>
              <a:ext uri="{FF2B5EF4-FFF2-40B4-BE49-F238E27FC236}">
                <a16:creationId xmlns:a16="http://schemas.microsoft.com/office/drawing/2014/main" id="{E6BC01E5-9115-6317-F253-3AF2B9480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0800" y="1359499"/>
            <a:ext cx="6453691" cy="2424030"/>
          </a:xfrm>
          <a:prstGeom prst="rect">
            <a:avLst/>
          </a:prstGeom>
        </p:spPr>
      </p:pic>
    </p:spTree>
    <p:extLst>
      <p:ext uri="{BB962C8B-B14F-4D97-AF65-F5344CB8AC3E}">
        <p14:creationId xmlns:p14="http://schemas.microsoft.com/office/powerpoint/2010/main" val="2413353877"/>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8B6BC2-2967-054C-7DA5-91A0990C3128}"/>
              </a:ext>
            </a:extLst>
          </p:cNvPr>
          <p:cNvSpPr>
            <a:spLocks noGrp="1"/>
          </p:cNvSpPr>
          <p:nvPr>
            <p:ph sz="quarter" idx="13" hasCustomPrompt="1"/>
          </p:nvPr>
        </p:nvSpPr>
        <p:spPr>
          <a:xfrm>
            <a:off x="334800" y="1268414"/>
            <a:ext cx="5761200" cy="5113337"/>
          </a:xfrm>
        </p:spPr>
        <p:txBody>
          <a:bodyPr/>
          <a:lstStyle/>
          <a:p>
            <a:pPr lvl="0">
              <a:lnSpc>
                <a:spcPct val="100000"/>
              </a:lnSpc>
              <a:spcBef>
                <a:spcPts val="400"/>
              </a:spcBef>
              <a:buSzPct val="90000"/>
              <a:buFont typeface="Symbol" panose="05050102010706020507" pitchFamily="18" charset="2"/>
              <a:buChar char="-"/>
            </a:pPr>
            <a:r>
              <a:rPr lang="de-DE" sz="1600" dirty="0"/>
              <a:t>ADC channels 0–35 selectable per 3P3Z instance</a:t>
            </a:r>
          </a:p>
          <a:p>
            <a:pPr lvl="0">
              <a:lnSpc>
                <a:spcPct val="100000"/>
              </a:lnSpc>
              <a:spcBef>
                <a:spcPts val="400"/>
              </a:spcBef>
              <a:buSzPct val="90000"/>
              <a:buFont typeface="Symbol" panose="05050102010706020507" pitchFamily="18" charset="2"/>
              <a:buChar char="-"/>
            </a:pPr>
            <a:endParaRPr lang="de-DE" sz="1600" dirty="0"/>
          </a:p>
          <a:p>
            <a:pPr lvl="0">
              <a:lnSpc>
                <a:spcPct val="100000"/>
              </a:lnSpc>
              <a:spcBef>
                <a:spcPts val="400"/>
              </a:spcBef>
              <a:buSzPct val="90000"/>
              <a:buFont typeface="Symbol" panose="05050102010706020507" pitchFamily="18" charset="2"/>
              <a:buChar char="-"/>
            </a:pPr>
            <a:r>
              <a:rPr lang="de-DE" sz="1600" dirty="0"/>
              <a:t>Output feeds TCPWM_GRP0_CNTx_CC1 directly</a:t>
            </a:r>
          </a:p>
          <a:p>
            <a:pPr lvl="0">
              <a:lnSpc>
                <a:spcPct val="100000"/>
              </a:lnSpc>
              <a:spcBef>
                <a:spcPts val="400"/>
              </a:spcBef>
              <a:buSzPct val="90000"/>
              <a:buFont typeface="Symbol" panose="05050102010706020507" pitchFamily="18" charset="2"/>
              <a:buChar char="-"/>
            </a:pPr>
            <a:endParaRPr lang="de-DE" sz="1600" dirty="0"/>
          </a:p>
          <a:p>
            <a:pPr lvl="0">
              <a:lnSpc>
                <a:spcPct val="100000"/>
              </a:lnSpc>
              <a:spcBef>
                <a:spcPts val="400"/>
              </a:spcBef>
              <a:buSzPct val="90000"/>
              <a:buFont typeface="Symbol" panose="05050102010706020507" pitchFamily="18" charset="2"/>
              <a:buChar char="-"/>
            </a:pPr>
            <a:r>
              <a:rPr lang="de-DE" sz="1600" dirty="0"/>
              <a:t>Closed-loop period ≈ ADC done + 9 cycles + PWM update</a:t>
            </a:r>
          </a:p>
          <a:p>
            <a:pPr lvl="0">
              <a:lnSpc>
                <a:spcPct val="100000"/>
              </a:lnSpc>
              <a:spcBef>
                <a:spcPts val="400"/>
              </a:spcBef>
              <a:buSzPct val="90000"/>
              <a:buFont typeface="Symbol" panose="05050102010706020507" pitchFamily="18" charset="2"/>
              <a:buChar char="-"/>
            </a:pPr>
            <a:endParaRPr lang="de-DE" sz="1600" dirty="0"/>
          </a:p>
          <a:p>
            <a:pPr lvl="0">
              <a:lnSpc>
                <a:spcPct val="100000"/>
              </a:lnSpc>
              <a:spcBef>
                <a:spcPts val="400"/>
              </a:spcBef>
              <a:buSzPct val="90000"/>
              <a:buFont typeface="Symbol" panose="05050102010706020507" pitchFamily="18" charset="2"/>
              <a:buChar char="-"/>
            </a:pPr>
            <a:r>
              <a:rPr lang="de-DE" sz="1600" dirty="0"/>
              <a:t>Deterministic, hardware-only control loop</a:t>
            </a:r>
          </a:p>
          <a:p>
            <a:pPr lvl="0">
              <a:lnSpc>
                <a:spcPct val="100000"/>
              </a:lnSpc>
              <a:spcBef>
                <a:spcPts val="400"/>
              </a:spcBef>
              <a:buSzPct val="90000"/>
              <a:buFont typeface="Symbol" panose="05050102010706020507" pitchFamily="18" charset="2"/>
              <a:buChar char="-"/>
            </a:pPr>
            <a:endParaRPr lang="de-DE" sz="1600" dirty="0"/>
          </a:p>
          <a:p>
            <a:pPr lvl="0">
              <a:lnSpc>
                <a:spcPct val="100000"/>
              </a:lnSpc>
              <a:spcBef>
                <a:spcPts val="400"/>
              </a:spcBef>
              <a:buSzPct val="90000"/>
              <a:buFont typeface="Symbol" panose="05050102010706020507" pitchFamily="18" charset="2"/>
              <a:buChar char="-"/>
            </a:pPr>
            <a:r>
              <a:rPr lang="de-DE" sz="1600" dirty="0"/>
              <a:t>Trigger MUX pulse forwards to other peripherals</a:t>
            </a:r>
          </a:p>
          <a:p>
            <a:pPr lvl="0">
              <a:lnSpc>
                <a:spcPct val="100000"/>
              </a:lnSpc>
              <a:spcBef>
                <a:spcPts val="400"/>
              </a:spcBef>
              <a:buSzPct val="90000"/>
              <a:buFont typeface="Symbol" panose="05050102010706020507" pitchFamily="18" charset="2"/>
              <a:buChar char="-"/>
            </a:pPr>
            <a:endParaRPr lang="de-DE" sz="1600" dirty="0"/>
          </a:p>
          <a:p>
            <a:pPr lvl="0">
              <a:lnSpc>
                <a:spcPct val="100000"/>
              </a:lnSpc>
              <a:spcBef>
                <a:spcPts val="400"/>
              </a:spcBef>
              <a:buSzPct val="90000"/>
              <a:buFont typeface="Symbol" panose="05050102010706020507" pitchFamily="18" charset="2"/>
              <a:buChar char="-"/>
            </a:pPr>
            <a:r>
              <a:rPr lang="de-DE" sz="1600" dirty="0"/>
              <a:t>Enables MHz-range digital power conversion entirely in hardware</a:t>
            </a:r>
          </a:p>
          <a:p>
            <a:pPr lvl="0">
              <a:lnSpc>
                <a:spcPct val="100000"/>
              </a:lnSpc>
              <a:spcBef>
                <a:spcPts val="400"/>
              </a:spcBef>
              <a:buSzPct val="90000"/>
              <a:buFont typeface="Symbol" panose="05050102010706020507" pitchFamily="18" charset="2"/>
              <a:buChar char="-"/>
            </a:pPr>
            <a:endParaRPr lang="de-DE" sz="1600" dirty="0"/>
          </a:p>
          <a:p>
            <a:pPr>
              <a:spcAft>
                <a:spcPts val="600"/>
              </a:spcAft>
              <a:buFont typeface="Symbol" panose="05050102010706020507" pitchFamily="18" charset="2"/>
              <a:buChar char="-"/>
            </a:pPr>
            <a:r>
              <a:rPr lang="en-US" sz="1600" dirty="0"/>
              <a:t>Supports hardware-based PWM control and filter-done triggers reducing control-loop latency by avoiding CPU interrupts</a:t>
            </a:r>
            <a:endParaRPr lang="en-IN" sz="1600" dirty="0"/>
          </a:p>
          <a:p>
            <a:pPr>
              <a:lnSpc>
                <a:spcPct val="100000"/>
              </a:lnSpc>
              <a:spcAft>
                <a:spcPts val="600"/>
              </a:spcAft>
              <a:buFont typeface="Symbol" panose="05050102010706020507" pitchFamily="18" charset="2"/>
              <a:buChar char="-"/>
            </a:pPr>
            <a:endParaRPr lang="en-IN" sz="1200" dirty="0"/>
          </a:p>
          <a:p>
            <a:pPr>
              <a:lnSpc>
                <a:spcPct val="100000"/>
              </a:lnSpc>
              <a:spcAft>
                <a:spcPts val="600"/>
              </a:spcAft>
            </a:pPr>
            <a:endParaRPr lang="en-IN" sz="1200" dirty="0"/>
          </a:p>
        </p:txBody>
      </p:sp>
      <p:sp>
        <p:nvSpPr>
          <p:cNvPr id="3" name="Title 2">
            <a:extLst>
              <a:ext uri="{FF2B5EF4-FFF2-40B4-BE49-F238E27FC236}">
                <a16:creationId xmlns:a16="http://schemas.microsoft.com/office/drawing/2014/main" id="{D98A8781-5C10-EDF8-A96F-4A299581D626}"/>
              </a:ext>
            </a:extLst>
          </p:cNvPr>
          <p:cNvSpPr>
            <a:spLocks noGrp="1"/>
          </p:cNvSpPr>
          <p:nvPr>
            <p:ph type="title" hasCustomPrompt="1"/>
          </p:nvPr>
        </p:nvSpPr>
        <p:spPr>
          <a:xfrm>
            <a:off x="335360" y="188720"/>
            <a:ext cx="10441160" cy="720000"/>
          </a:xfrm>
        </p:spPr>
        <p:txBody>
          <a:bodyPr/>
          <a:lstStyle/>
          <a:p>
            <a:r>
              <a:rPr lang="de-DE" sz="2800" dirty="0"/>
              <a:t>3P3Z Filter (3P3ZFILT) </a:t>
            </a:r>
            <a:r>
              <a:rPr sz="2800" dirty="0"/>
              <a:t> Dedicated Datapath</a:t>
            </a:r>
            <a:br>
              <a:rPr lang="de-DE" sz="2800" dirty="0"/>
            </a:br>
            <a:r>
              <a:rPr lang="de-DE" sz="2800" dirty="0"/>
              <a:t> ADC → 3P3Z → TCPWM (M6 only)</a:t>
            </a:r>
            <a:endParaRPr lang="en-IN" sz="2800" dirty="0"/>
          </a:p>
        </p:txBody>
      </p:sp>
      <p:sp>
        <p:nvSpPr>
          <p:cNvPr id="4" name="Footer Placeholder 3">
            <a:extLst>
              <a:ext uri="{FF2B5EF4-FFF2-40B4-BE49-F238E27FC236}">
                <a16:creationId xmlns:a16="http://schemas.microsoft.com/office/drawing/2014/main" id="{2B1F7C64-C17A-CF99-893D-847792DB658D}"/>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1CAAD26D-5BDB-355E-933D-F625604A6084}"/>
              </a:ext>
            </a:extLst>
          </p:cNvPr>
          <p:cNvSpPr>
            <a:spLocks noGrp="1"/>
          </p:cNvSpPr>
          <p:nvPr>
            <p:ph type="dt" sz="half" idx="14"/>
          </p:nvPr>
        </p:nvSpPr>
        <p:spPr/>
        <p:txBody>
          <a:bodyPr/>
          <a:lstStyle/>
          <a:p>
            <a:r>
              <a:rPr lang="en-US" b="1"/>
              <a:t> </a:t>
            </a:r>
            <a:endParaRPr lang="en-US" b="1" dirty="0"/>
          </a:p>
        </p:txBody>
      </p:sp>
      <p:pic>
        <p:nvPicPr>
          <p:cNvPr id="8" name="Graphic 7">
            <a:extLst>
              <a:ext uri="{FF2B5EF4-FFF2-40B4-BE49-F238E27FC236}">
                <a16:creationId xmlns:a16="http://schemas.microsoft.com/office/drawing/2014/main" id="{7F959EC3-1680-461D-53AA-2F9CD69CC9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5668" y="1286416"/>
            <a:ext cx="5917465" cy="3572986"/>
          </a:xfrm>
          <a:prstGeom prst="rect">
            <a:avLst/>
          </a:prstGeom>
        </p:spPr>
      </p:pic>
    </p:spTree>
    <p:extLst>
      <p:ext uri="{BB962C8B-B14F-4D97-AF65-F5344CB8AC3E}">
        <p14:creationId xmlns:p14="http://schemas.microsoft.com/office/powerpoint/2010/main" val="713681788"/>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FA1C0E-1F68-EAC3-6DF2-5E88D384DEF1}"/>
              </a:ext>
            </a:extLst>
          </p:cNvPr>
          <p:cNvSpPr>
            <a:spLocks noGrp="1"/>
          </p:cNvSpPr>
          <p:nvPr>
            <p:ph sz="quarter" idx="13"/>
          </p:nvPr>
        </p:nvSpPr>
        <p:spPr>
          <a:xfrm>
            <a:off x="334800" y="1268414"/>
            <a:ext cx="5185136" cy="5113337"/>
          </a:xfrm>
        </p:spPr>
        <p:txBody>
          <a:bodyPr/>
          <a:lstStyle/>
          <a:p>
            <a:pPr>
              <a:spcAft>
                <a:spcPts val="600"/>
              </a:spcAft>
            </a:pPr>
            <a:r>
              <a:rPr lang="en-US" sz="1600" dirty="0"/>
              <a:t>Derive 3P3Z coefficients from the plant model and sampling frequency</a:t>
            </a:r>
          </a:p>
          <a:p>
            <a:pPr>
              <a:spcAft>
                <a:spcPts val="600"/>
              </a:spcAft>
            </a:pPr>
            <a:r>
              <a:rPr lang="en-US" sz="1600" dirty="0"/>
              <a:t>Convert coefficients to the required fixed-point format</a:t>
            </a:r>
          </a:p>
          <a:p>
            <a:pPr>
              <a:spcAft>
                <a:spcPts val="600"/>
              </a:spcAft>
            </a:pPr>
            <a:r>
              <a:rPr lang="en-US" sz="1600" dirty="0"/>
              <a:t>Verify input scaling, GIN, GOUT, and offset settings</a:t>
            </a:r>
          </a:p>
          <a:p>
            <a:pPr>
              <a:spcAft>
                <a:spcPts val="600"/>
              </a:spcAft>
            </a:pPr>
            <a:r>
              <a:rPr lang="en-US" sz="1600" dirty="0"/>
              <a:t>Set output limits based on PWM/actuator range</a:t>
            </a:r>
          </a:p>
          <a:p>
            <a:pPr>
              <a:spcAft>
                <a:spcPts val="600"/>
              </a:spcAft>
            </a:pPr>
            <a:r>
              <a:rPr lang="en-US" sz="1600" dirty="0"/>
              <a:t>Configure anti-windup for saturation handling</a:t>
            </a:r>
          </a:p>
          <a:p>
            <a:pPr>
              <a:spcAft>
                <a:spcPts val="600"/>
              </a:spcAft>
            </a:pPr>
            <a:r>
              <a:rPr lang="en-US" sz="1600" dirty="0"/>
              <a:t>Ensure ADC → Filter → PWM timing fits within the control period</a:t>
            </a:r>
          </a:p>
          <a:p>
            <a:pPr>
              <a:spcAft>
                <a:spcPts val="600"/>
              </a:spcAft>
            </a:pPr>
            <a:r>
              <a:rPr lang="en-US" sz="1600" dirty="0"/>
              <a:t>Monitor FILTER_BUSY and filter-done events during testing</a:t>
            </a:r>
          </a:p>
          <a:p>
            <a:pPr>
              <a:spcAft>
                <a:spcPts val="600"/>
              </a:spcAft>
            </a:pPr>
            <a:r>
              <a:rPr lang="en-US" sz="1600" dirty="0"/>
              <a:t>Validate stability, transient response, and fault recovery on hardware</a:t>
            </a:r>
          </a:p>
        </p:txBody>
      </p:sp>
      <p:sp>
        <p:nvSpPr>
          <p:cNvPr id="3" name="Title 2">
            <a:extLst>
              <a:ext uri="{FF2B5EF4-FFF2-40B4-BE49-F238E27FC236}">
                <a16:creationId xmlns:a16="http://schemas.microsoft.com/office/drawing/2014/main" id="{383A76A8-355E-2162-E46C-CC57F99E4344}"/>
              </a:ext>
            </a:extLst>
          </p:cNvPr>
          <p:cNvSpPr>
            <a:spLocks noGrp="1"/>
          </p:cNvSpPr>
          <p:nvPr>
            <p:ph type="title"/>
          </p:nvPr>
        </p:nvSpPr>
        <p:spPr/>
        <p:txBody>
          <a:bodyPr/>
          <a:lstStyle/>
          <a:p>
            <a:r>
              <a:rPr lang="de-DE" sz="2800" dirty="0"/>
              <a:t>3P3Z Filter (3P3ZFILT) - </a:t>
            </a:r>
            <a:r>
              <a:rPr lang="en-US" sz="2800" dirty="0"/>
              <a:t>Control-Loop use case</a:t>
            </a:r>
          </a:p>
        </p:txBody>
      </p:sp>
      <p:sp>
        <p:nvSpPr>
          <p:cNvPr id="4" name="Date Placeholder 3">
            <a:extLst>
              <a:ext uri="{FF2B5EF4-FFF2-40B4-BE49-F238E27FC236}">
                <a16:creationId xmlns:a16="http://schemas.microsoft.com/office/drawing/2014/main" id="{CF4B2009-9DF2-53ED-1008-C9AA56C9EBE2}"/>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05F621D4-715C-4E44-8C86-4748891FDF60}"/>
              </a:ext>
            </a:extLst>
          </p:cNvPr>
          <p:cNvSpPr>
            <a:spLocks noGrp="1"/>
          </p:cNvSpPr>
          <p:nvPr>
            <p:ph type="ftr" sz="quarter" idx="15"/>
          </p:nvPr>
        </p:nvSpPr>
        <p:spPr/>
        <p:txBody>
          <a:bodyPr/>
          <a:lstStyle/>
          <a:p>
            <a:endParaRPr lang="en-US" dirty="0"/>
          </a:p>
        </p:txBody>
      </p:sp>
      <p:pic>
        <p:nvPicPr>
          <p:cNvPr id="7" name="Graphic 6">
            <a:extLst>
              <a:ext uri="{FF2B5EF4-FFF2-40B4-BE49-F238E27FC236}">
                <a16:creationId xmlns:a16="http://schemas.microsoft.com/office/drawing/2014/main" id="{BFEBA50C-6619-E9C5-0416-8B90AD7700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38691" y="2060848"/>
            <a:ext cx="6480720" cy="2509691"/>
          </a:xfrm>
          <a:prstGeom prst="rect">
            <a:avLst/>
          </a:prstGeom>
        </p:spPr>
      </p:pic>
    </p:spTree>
    <p:extLst>
      <p:ext uri="{BB962C8B-B14F-4D97-AF65-F5344CB8AC3E}">
        <p14:creationId xmlns:p14="http://schemas.microsoft.com/office/powerpoint/2010/main" val="31258515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4C50-623E-88F8-8844-9071B7071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42E21-07BC-8160-FB24-20208143D05D}"/>
              </a:ext>
            </a:extLst>
          </p:cNvPr>
          <p:cNvSpPr>
            <a:spLocks noGrp="1"/>
          </p:cNvSpPr>
          <p:nvPr>
            <p:ph type="title"/>
          </p:nvPr>
        </p:nvSpPr>
        <p:spPr/>
        <p:txBody>
          <a:bodyPr/>
          <a:lstStyle/>
          <a:p>
            <a:r>
              <a:rPr lang="de-DE" dirty="0"/>
              <a:t>Operational Amplifier (OpAmp)/AFE</a:t>
            </a:r>
            <a:br>
              <a:rPr lang="de-DE" dirty="0"/>
            </a:br>
            <a:r>
              <a:rPr lang="de-DE" dirty="0"/>
              <a:t>PSC3M6 only </a:t>
            </a:r>
            <a:endParaRPr lang="en-US" dirty="0"/>
          </a:p>
        </p:txBody>
      </p:sp>
      <p:sp>
        <p:nvSpPr>
          <p:cNvPr id="3" name="Date Placeholder 2">
            <a:extLst>
              <a:ext uri="{FF2B5EF4-FFF2-40B4-BE49-F238E27FC236}">
                <a16:creationId xmlns:a16="http://schemas.microsoft.com/office/drawing/2014/main" id="{AED20A56-6B22-1C02-897C-94D918457361}"/>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AE5504BF-8F6C-589A-939B-97C784D7BA4F}"/>
              </a:ext>
            </a:extLst>
          </p:cNvPr>
          <p:cNvSpPr>
            <a:spLocks noGrp="1"/>
          </p:cNvSpPr>
          <p:nvPr>
            <p:ph type="ftr" sz="quarter" idx="11"/>
          </p:nvPr>
        </p:nvSpPr>
        <p:spPr/>
        <p:txBody>
          <a:bodyPr/>
          <a:lstStyle/>
          <a:p>
            <a:endParaRPr lang="en-US" dirty="0"/>
          </a:p>
        </p:txBody>
      </p:sp>
      <p:sp>
        <p:nvSpPr>
          <p:cNvPr id="7" name="Content Placeholder 7">
            <a:extLst>
              <a:ext uri="{FF2B5EF4-FFF2-40B4-BE49-F238E27FC236}">
                <a16:creationId xmlns:a16="http://schemas.microsoft.com/office/drawing/2014/main" id="{44283084-852D-4A9E-EFDB-9317DEFC11EF}"/>
              </a:ext>
            </a:extLst>
          </p:cNvPr>
          <p:cNvSpPr txBox="1">
            <a:spLocks/>
          </p:cNvSpPr>
          <p:nvPr/>
        </p:nvSpPr>
        <p:spPr>
          <a:xfrm>
            <a:off x="6023975" y="910756"/>
            <a:ext cx="5688649" cy="2520704"/>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lvl="0">
              <a:lnSpc>
                <a:spcPct val="100000"/>
              </a:lnSpc>
              <a:spcBef>
                <a:spcPts val="400"/>
              </a:spcBef>
              <a:buSzPct val="90000"/>
              <a:buFont typeface="Symbol" panose="05050102010706020507" pitchFamily="18" charset="2"/>
              <a:buChar char="-"/>
            </a:pPr>
            <a:r>
              <a:rPr lang="en-US" sz="1400" kern="0" dirty="0"/>
              <a:t>4 × fully differential, rail-to-rail </a:t>
            </a:r>
            <a:r>
              <a:rPr lang="en-US" sz="1400" kern="0" dirty="0" err="1"/>
              <a:t>OpAmps</a:t>
            </a:r>
            <a:endParaRPr lang="en-US" sz="1400" kern="0" dirty="0"/>
          </a:p>
          <a:p>
            <a:pPr>
              <a:lnSpc>
                <a:spcPct val="150000"/>
              </a:lnSpc>
            </a:pPr>
            <a:r>
              <a:rPr lang="en-US" sz="1400" kern="0" dirty="0"/>
              <a:t>Supports PGA, differential amplifier, buffer, and standalone </a:t>
            </a:r>
            <a:r>
              <a:rPr lang="en-US" sz="1400" kern="0" dirty="0" err="1"/>
              <a:t>OpAmp</a:t>
            </a:r>
            <a:r>
              <a:rPr lang="en-US" sz="1400" kern="0" dirty="0"/>
              <a:t> modes</a:t>
            </a:r>
          </a:p>
          <a:p>
            <a:pPr>
              <a:lnSpc>
                <a:spcPct val="150000"/>
              </a:lnSpc>
            </a:pPr>
            <a:r>
              <a:rPr lang="en-US" sz="1400" kern="0" dirty="0"/>
              <a:t>Inputs selectable from pins, GPIOs, DAC, reference, or ground</a:t>
            </a:r>
          </a:p>
          <a:p>
            <a:pPr lvl="0">
              <a:lnSpc>
                <a:spcPct val="100000"/>
              </a:lnSpc>
              <a:spcBef>
                <a:spcPts val="400"/>
              </a:spcBef>
              <a:buSzPct val="90000"/>
              <a:buFont typeface="Symbol" panose="05050102010706020507" pitchFamily="18" charset="2"/>
              <a:buChar char="-"/>
            </a:pPr>
            <a:r>
              <a:rPr lang="en-US" sz="1400" kern="0" dirty="0"/>
              <a:t>Configurations</a:t>
            </a:r>
          </a:p>
          <a:p>
            <a:pPr marL="571500" lvl="1" indent="-285750">
              <a:lnSpc>
                <a:spcPct val="100000"/>
              </a:lnSpc>
              <a:spcBef>
                <a:spcPts val="150"/>
              </a:spcBef>
              <a:buSzPct val="85000"/>
              <a:buFont typeface="Symbol" panose="05050102010706020507" pitchFamily="18" charset="2"/>
              <a:buChar char="-"/>
            </a:pPr>
            <a:r>
              <a:rPr lang="en-US" sz="1400" kern="0" dirty="0"/>
              <a:t>Standalone (external feedback network)</a:t>
            </a:r>
          </a:p>
          <a:p>
            <a:pPr marL="571500" lvl="1" indent="-285750">
              <a:lnSpc>
                <a:spcPct val="100000"/>
              </a:lnSpc>
              <a:spcBef>
                <a:spcPts val="150"/>
              </a:spcBef>
              <a:buSzPct val="85000"/>
              <a:buFont typeface="Symbol" panose="05050102010706020507" pitchFamily="18" charset="2"/>
              <a:buChar char="-"/>
            </a:pPr>
            <a:r>
              <a:rPr lang="en-US" sz="1400" kern="0" dirty="0"/>
              <a:t>Internal PGA: 1× / 2× / 4× / 8× / 16× / 32× / 64×</a:t>
            </a:r>
          </a:p>
          <a:p>
            <a:pPr marL="571500" lvl="1" indent="-285750">
              <a:lnSpc>
                <a:spcPct val="100000"/>
              </a:lnSpc>
              <a:spcBef>
                <a:spcPts val="150"/>
              </a:spcBef>
              <a:buSzPct val="85000"/>
              <a:buFont typeface="Symbol" panose="05050102010706020507" pitchFamily="18" charset="2"/>
              <a:buChar char="-"/>
            </a:pPr>
            <a:r>
              <a:rPr lang="en-US" sz="1400" kern="0" dirty="0"/>
              <a:t>Single-ended or differential to ADC </a:t>
            </a:r>
            <a:r>
              <a:rPr lang="en-US" sz="1400" kern="0" dirty="0" err="1"/>
              <a:t>MUXed</a:t>
            </a:r>
            <a:r>
              <a:rPr lang="en-US" sz="1400" kern="0" dirty="0"/>
              <a:t> sample</a:t>
            </a:r>
            <a:r>
              <a:rPr lang="en-US" dirty="0"/>
              <a:t>r</a:t>
            </a:r>
          </a:p>
          <a:p>
            <a:pPr>
              <a:lnSpc>
                <a:spcPct val="150000"/>
              </a:lnSpc>
            </a:pPr>
            <a:r>
              <a:rPr lang="en-US" sz="1400" kern="0" dirty="0"/>
              <a:t>Four configurable register sets support dynamic reconfiguration</a:t>
            </a:r>
          </a:p>
          <a:p>
            <a:pPr>
              <a:lnSpc>
                <a:spcPct val="150000"/>
              </a:lnSpc>
            </a:pPr>
            <a:r>
              <a:rPr lang="en-US" sz="1400" kern="0" dirty="0"/>
              <a:t>Outputs can connect directly to HPPASS ADC channels for signal conditioning and conversion</a:t>
            </a:r>
          </a:p>
          <a:p>
            <a:pPr>
              <a:lnSpc>
                <a:spcPct val="150000"/>
              </a:lnSpc>
            </a:pPr>
            <a:r>
              <a:rPr lang="en-US" sz="1400" dirty="0"/>
              <a:t>Eliminates external op amps for shunt-current sensing</a:t>
            </a:r>
          </a:p>
          <a:p>
            <a:pPr>
              <a:lnSpc>
                <a:spcPct val="150000"/>
              </a:lnSpc>
            </a:pPr>
            <a:endParaRPr lang="en-US" sz="1400" kern="0" dirty="0"/>
          </a:p>
        </p:txBody>
      </p:sp>
      <p:pic>
        <p:nvPicPr>
          <p:cNvPr id="9" name="Graphic 8">
            <a:extLst>
              <a:ext uri="{FF2B5EF4-FFF2-40B4-BE49-F238E27FC236}">
                <a16:creationId xmlns:a16="http://schemas.microsoft.com/office/drawing/2014/main" id="{F8851E8E-EC20-F911-C3E1-F3800FB7EF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632" y="1374506"/>
            <a:ext cx="5799822" cy="4469028"/>
          </a:xfrm>
          <a:prstGeom prst="rect">
            <a:avLst/>
          </a:prstGeom>
        </p:spPr>
      </p:pic>
      <p:pic>
        <p:nvPicPr>
          <p:cNvPr id="14" name="Graphic 13">
            <a:extLst>
              <a:ext uri="{FF2B5EF4-FFF2-40B4-BE49-F238E27FC236}">
                <a16:creationId xmlns:a16="http://schemas.microsoft.com/office/drawing/2014/main" id="{303DC0D5-3D44-A51A-087C-7090795027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5960" y="4221088"/>
            <a:ext cx="4032448" cy="2721956"/>
          </a:xfrm>
          <a:prstGeom prst="rect">
            <a:avLst/>
          </a:prstGeom>
        </p:spPr>
      </p:pic>
    </p:spTree>
    <p:extLst>
      <p:ext uri="{BB962C8B-B14F-4D97-AF65-F5344CB8AC3E}">
        <p14:creationId xmlns:p14="http://schemas.microsoft.com/office/powerpoint/2010/main" val="42062005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B8E96-DAEF-B107-540D-F4EA440E9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D9B54-1600-2E67-0FD5-EC7E09D4A877}"/>
              </a:ext>
            </a:extLst>
          </p:cNvPr>
          <p:cNvSpPr>
            <a:spLocks noGrp="1"/>
          </p:cNvSpPr>
          <p:nvPr>
            <p:ph type="title"/>
          </p:nvPr>
        </p:nvSpPr>
        <p:spPr/>
        <p:txBody>
          <a:bodyPr/>
          <a:lstStyle/>
          <a:p>
            <a:r>
              <a:rPr lang="de-DE" dirty="0"/>
              <a:t>OpAmp runtime configuration update </a:t>
            </a:r>
            <a:endParaRPr lang="en-US" dirty="0"/>
          </a:p>
        </p:txBody>
      </p:sp>
      <p:sp>
        <p:nvSpPr>
          <p:cNvPr id="3" name="Date Placeholder 2">
            <a:extLst>
              <a:ext uri="{FF2B5EF4-FFF2-40B4-BE49-F238E27FC236}">
                <a16:creationId xmlns:a16="http://schemas.microsoft.com/office/drawing/2014/main" id="{D83799BF-C35F-CC36-BA56-F1989D3F2F81}"/>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0680A33C-49F2-7FB0-A197-F2031E423772}"/>
              </a:ext>
            </a:extLst>
          </p:cNvPr>
          <p:cNvSpPr>
            <a:spLocks noGrp="1"/>
          </p:cNvSpPr>
          <p:nvPr>
            <p:ph type="ftr" sz="quarter" idx="11"/>
          </p:nvPr>
        </p:nvSpPr>
        <p:spPr/>
        <p:txBody>
          <a:bodyPr/>
          <a:lstStyle/>
          <a:p>
            <a:endParaRPr lang="en-US" dirty="0"/>
          </a:p>
        </p:txBody>
      </p:sp>
      <p:sp>
        <p:nvSpPr>
          <p:cNvPr id="7" name="Content Placeholder 7">
            <a:extLst>
              <a:ext uri="{FF2B5EF4-FFF2-40B4-BE49-F238E27FC236}">
                <a16:creationId xmlns:a16="http://schemas.microsoft.com/office/drawing/2014/main" id="{483CB91D-6AE4-31A5-30DB-F4449B11DF97}"/>
              </a:ext>
            </a:extLst>
          </p:cNvPr>
          <p:cNvSpPr txBox="1">
            <a:spLocks/>
          </p:cNvSpPr>
          <p:nvPr/>
        </p:nvSpPr>
        <p:spPr>
          <a:xfrm>
            <a:off x="334800" y="1268413"/>
            <a:ext cx="11522238" cy="5113339"/>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lnSpc>
                <a:spcPct val="150000"/>
              </a:lnSpc>
            </a:pPr>
            <a:r>
              <a:rPr lang="en-US" kern="0" dirty="0"/>
              <a:t>Each </a:t>
            </a:r>
            <a:r>
              <a:rPr lang="en-US" kern="0" dirty="0" err="1"/>
              <a:t>OpAmp</a:t>
            </a:r>
            <a:r>
              <a:rPr lang="en-US" kern="0" dirty="0"/>
              <a:t> supports 4 configurable operating modes (AFE_CFG0 to AFE_CFG3)</a:t>
            </a:r>
          </a:p>
          <a:p>
            <a:pPr>
              <a:lnSpc>
                <a:spcPct val="150000"/>
              </a:lnSpc>
            </a:pPr>
            <a:r>
              <a:rPr lang="en-US" kern="0" dirty="0"/>
              <a:t>All four configurations are preloaded into dedicated configuration registers</a:t>
            </a:r>
          </a:p>
          <a:p>
            <a:pPr>
              <a:lnSpc>
                <a:spcPct val="150000"/>
              </a:lnSpc>
            </a:pPr>
            <a:r>
              <a:rPr lang="en-US" kern="0" dirty="0"/>
              <a:t>One configuration must be selected for active operation</a:t>
            </a:r>
          </a:p>
          <a:p>
            <a:pPr marL="0" indent="0">
              <a:lnSpc>
                <a:spcPct val="150000"/>
              </a:lnSpc>
              <a:buNone/>
            </a:pPr>
            <a:r>
              <a:rPr lang="en-US" kern="0" dirty="0"/>
              <a:t>Configuration Selection Methods</a:t>
            </a:r>
          </a:p>
          <a:p>
            <a:pPr lvl="1">
              <a:lnSpc>
                <a:spcPct val="150000"/>
              </a:lnSpc>
            </a:pPr>
            <a:r>
              <a:rPr lang="en-US" kern="0" dirty="0"/>
              <a:t>Firmware-Controlled Selection</a:t>
            </a:r>
          </a:p>
          <a:p>
            <a:pPr lvl="2">
              <a:lnSpc>
                <a:spcPct val="150000"/>
              </a:lnSpc>
            </a:pPr>
            <a:r>
              <a:rPr lang="en-US" kern="0" dirty="0"/>
              <a:t>Use AFECONFIG_CTRL.MUX_CTRL[2:0]</a:t>
            </a:r>
          </a:p>
          <a:p>
            <a:pPr lvl="2">
              <a:lnSpc>
                <a:spcPct val="150000"/>
              </a:lnSpc>
            </a:pPr>
            <a:r>
              <a:rPr lang="en-US" kern="0" dirty="0"/>
              <a:t>Select any configuration: 0, 1, 2, or 3</a:t>
            </a:r>
          </a:p>
          <a:p>
            <a:pPr lvl="1">
              <a:lnSpc>
                <a:spcPct val="150000"/>
              </a:lnSpc>
            </a:pPr>
            <a:r>
              <a:rPr lang="en-US" kern="0" dirty="0"/>
              <a:t>Trigger-Based Selection</a:t>
            </a:r>
          </a:p>
          <a:p>
            <a:pPr lvl="2">
              <a:lnSpc>
                <a:spcPct val="150000"/>
              </a:lnSpc>
            </a:pPr>
            <a:r>
              <a:rPr lang="en-US" kern="0" dirty="0"/>
              <a:t>Enable a level trigger to switch between two configurations</a:t>
            </a:r>
          </a:p>
          <a:p>
            <a:pPr lvl="2">
              <a:lnSpc>
                <a:spcPct val="150000"/>
              </a:lnSpc>
            </a:pPr>
            <a:r>
              <a:rPr lang="en-US" kern="0" dirty="0"/>
              <a:t>Trigger = 0 → Selects EVEN configuration</a:t>
            </a:r>
          </a:p>
          <a:p>
            <a:pPr lvl="2">
              <a:lnSpc>
                <a:spcPct val="150000"/>
              </a:lnSpc>
            </a:pPr>
            <a:r>
              <a:rPr lang="en-US" kern="0" dirty="0"/>
              <a:t>Trigger = 1 → Selects ODD configuration</a:t>
            </a:r>
          </a:p>
          <a:p>
            <a:pPr lvl="2">
              <a:lnSpc>
                <a:spcPct val="150000"/>
              </a:lnSpc>
            </a:pPr>
            <a:r>
              <a:rPr lang="en-US" kern="0" dirty="0"/>
              <a:t>Supports dynamic runtime configuration switching without firmware intervention</a:t>
            </a:r>
          </a:p>
          <a:p>
            <a:pPr>
              <a:lnSpc>
                <a:spcPct val="150000"/>
              </a:lnSpc>
            </a:pPr>
            <a:r>
              <a:rPr lang="en-US" kern="0" dirty="0"/>
              <a:t>Enables fast mode changes and application-specific reconfiguration during operation</a:t>
            </a:r>
          </a:p>
        </p:txBody>
      </p:sp>
      <p:pic>
        <p:nvPicPr>
          <p:cNvPr id="10" name="Graphic 9">
            <a:extLst>
              <a:ext uri="{FF2B5EF4-FFF2-40B4-BE49-F238E27FC236}">
                <a16:creationId xmlns:a16="http://schemas.microsoft.com/office/drawing/2014/main" id="{C3BC8D1E-FA31-1BA7-1096-0581AD728B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4152" y="1628800"/>
            <a:ext cx="4457700" cy="3400425"/>
          </a:xfrm>
          <a:prstGeom prst="rect">
            <a:avLst/>
          </a:prstGeom>
        </p:spPr>
      </p:pic>
    </p:spTree>
    <p:extLst>
      <p:ext uri="{BB962C8B-B14F-4D97-AF65-F5344CB8AC3E}">
        <p14:creationId xmlns:p14="http://schemas.microsoft.com/office/powerpoint/2010/main" val="3601352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1695-4CDA-BBFE-A602-91CBEB27E557}"/>
              </a:ext>
            </a:extLst>
          </p:cNvPr>
          <p:cNvSpPr>
            <a:spLocks noGrp="1"/>
          </p:cNvSpPr>
          <p:nvPr>
            <p:ph type="title"/>
          </p:nvPr>
        </p:nvSpPr>
        <p:spPr/>
        <p:txBody>
          <a:bodyPr/>
          <a:lstStyle/>
          <a:p>
            <a:r>
              <a:rPr lang="de-DE" dirty="0"/>
              <a:t>Opamp configurations</a:t>
            </a:r>
            <a:br>
              <a:rPr lang="de-DE" dirty="0"/>
            </a:br>
            <a:r>
              <a:rPr lang="de-DE" dirty="0"/>
              <a:t>Example- Standalone OpAmp</a:t>
            </a:r>
          </a:p>
        </p:txBody>
      </p:sp>
      <p:sp>
        <p:nvSpPr>
          <p:cNvPr id="3" name="Date Placeholder 2">
            <a:extLst>
              <a:ext uri="{FF2B5EF4-FFF2-40B4-BE49-F238E27FC236}">
                <a16:creationId xmlns:a16="http://schemas.microsoft.com/office/drawing/2014/main" id="{D84B0761-CAED-90DD-722A-162FF61DAB22}"/>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98AFC110-0F51-C29E-69F8-3DB002260890}"/>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690D03C6-33DA-B208-FF5B-F9BD42AB5450}"/>
              </a:ext>
            </a:extLst>
          </p:cNvPr>
          <p:cNvPicPr>
            <a:picLocks noChangeAspect="1"/>
          </p:cNvPicPr>
          <p:nvPr/>
        </p:nvPicPr>
        <p:blipFill>
          <a:blip r:embed="rId2"/>
          <a:stretch>
            <a:fillRect/>
          </a:stretch>
        </p:blipFill>
        <p:spPr>
          <a:xfrm>
            <a:off x="623391" y="1418695"/>
            <a:ext cx="5125339" cy="2716163"/>
          </a:xfrm>
          <a:prstGeom prst="rect">
            <a:avLst/>
          </a:prstGeom>
          <a:ln>
            <a:solidFill>
              <a:schemeClr val="tx1"/>
            </a:solidFill>
          </a:ln>
        </p:spPr>
      </p:pic>
      <p:sp>
        <p:nvSpPr>
          <p:cNvPr id="8" name="TextBox 7">
            <a:extLst>
              <a:ext uri="{FF2B5EF4-FFF2-40B4-BE49-F238E27FC236}">
                <a16:creationId xmlns:a16="http://schemas.microsoft.com/office/drawing/2014/main" id="{F0376E8C-8FE8-A060-5D94-67A7E5CF93FD}"/>
              </a:ext>
            </a:extLst>
          </p:cNvPr>
          <p:cNvSpPr txBox="1"/>
          <p:nvPr/>
        </p:nvSpPr>
        <p:spPr bwMode="auto">
          <a:xfrm>
            <a:off x="1055440" y="4365104"/>
            <a:ext cx="4392488" cy="369332"/>
          </a:xfrm>
          <a:prstGeom prst="rect">
            <a:avLst/>
          </a:prstGeom>
          <a:noFill/>
          <a:ln w="9525">
            <a:noFill/>
            <a:miter lim="800000"/>
            <a:headEnd/>
            <a:tailEnd/>
          </a:ln>
          <a:effectLst/>
        </p:spPr>
        <p:txBody>
          <a:bodyPr wrap="square">
            <a:spAutoFit/>
          </a:bodyPr>
          <a:lstStyle/>
          <a:p>
            <a:r>
              <a:rPr lang="en-US" sz="1800" i="0" u="none" strike="noStrike" baseline="0" dirty="0">
                <a:solidFill>
                  <a:srgbClr val="000000"/>
                </a:solidFill>
                <a:latin typeface="SourceSansPro"/>
              </a:rPr>
              <a:t>Unity gain amplifier with external output</a:t>
            </a:r>
            <a:endParaRPr lang="de-DE" sz="1800" dirty="0"/>
          </a:p>
        </p:txBody>
      </p:sp>
      <p:pic>
        <p:nvPicPr>
          <p:cNvPr id="10" name="Picture 9">
            <a:extLst>
              <a:ext uri="{FF2B5EF4-FFF2-40B4-BE49-F238E27FC236}">
                <a16:creationId xmlns:a16="http://schemas.microsoft.com/office/drawing/2014/main" id="{BABFDCFF-E713-E506-ADD3-F8DE0D25D429}"/>
              </a:ext>
            </a:extLst>
          </p:cNvPr>
          <p:cNvPicPr>
            <a:picLocks noChangeAspect="1"/>
          </p:cNvPicPr>
          <p:nvPr/>
        </p:nvPicPr>
        <p:blipFill>
          <a:blip r:embed="rId3"/>
          <a:stretch>
            <a:fillRect/>
          </a:stretch>
        </p:blipFill>
        <p:spPr>
          <a:xfrm>
            <a:off x="6384032" y="1418695"/>
            <a:ext cx="5073440" cy="2717453"/>
          </a:xfrm>
          <a:prstGeom prst="rect">
            <a:avLst/>
          </a:prstGeom>
          <a:ln>
            <a:solidFill>
              <a:schemeClr val="tx1"/>
            </a:solidFill>
          </a:ln>
        </p:spPr>
      </p:pic>
      <p:sp>
        <p:nvSpPr>
          <p:cNvPr id="12" name="TextBox 11">
            <a:extLst>
              <a:ext uri="{FF2B5EF4-FFF2-40B4-BE49-F238E27FC236}">
                <a16:creationId xmlns:a16="http://schemas.microsoft.com/office/drawing/2014/main" id="{70CE8743-9CA4-2725-692E-76BF9BC2922B}"/>
              </a:ext>
            </a:extLst>
          </p:cNvPr>
          <p:cNvSpPr txBox="1"/>
          <p:nvPr/>
        </p:nvSpPr>
        <p:spPr bwMode="auto">
          <a:xfrm>
            <a:off x="6332602" y="4365104"/>
            <a:ext cx="5511559" cy="369332"/>
          </a:xfrm>
          <a:prstGeom prst="rect">
            <a:avLst/>
          </a:prstGeom>
          <a:noFill/>
          <a:ln w="9525">
            <a:noFill/>
            <a:miter lim="800000"/>
            <a:headEnd/>
            <a:tailEnd/>
          </a:ln>
          <a:effectLst/>
        </p:spPr>
        <p:txBody>
          <a:bodyPr wrap="square">
            <a:spAutoFit/>
          </a:bodyPr>
          <a:lstStyle/>
          <a:p>
            <a:r>
              <a:rPr lang="en-US" sz="1800" dirty="0">
                <a:solidFill>
                  <a:srgbClr val="000000"/>
                </a:solidFill>
                <a:latin typeface="SourceSansPro"/>
              </a:rPr>
              <a:t>Shunt current amplifier with offset for motor control</a:t>
            </a:r>
            <a:endParaRPr lang="de-DE" sz="1800" dirty="0">
              <a:solidFill>
                <a:srgbClr val="000000"/>
              </a:solidFill>
              <a:latin typeface="SourceSansPro"/>
            </a:endParaRPr>
          </a:p>
        </p:txBody>
      </p:sp>
    </p:spTree>
    <p:extLst>
      <p:ext uri="{BB962C8B-B14F-4D97-AF65-F5344CB8AC3E}">
        <p14:creationId xmlns:p14="http://schemas.microsoft.com/office/powerpoint/2010/main" val="3325629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1F304-D0F8-4A75-34A7-81CF5B5E2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4998D-325C-604E-3601-2E414F6880CF}"/>
              </a:ext>
            </a:extLst>
          </p:cNvPr>
          <p:cNvSpPr>
            <a:spLocks noGrp="1"/>
          </p:cNvSpPr>
          <p:nvPr>
            <p:ph type="title"/>
          </p:nvPr>
        </p:nvSpPr>
        <p:spPr/>
        <p:txBody>
          <a:bodyPr/>
          <a:lstStyle/>
          <a:p>
            <a:r>
              <a:rPr lang="de-DE" dirty="0"/>
              <a:t>Opamp configurations</a:t>
            </a:r>
            <a:br>
              <a:rPr lang="de-DE" dirty="0"/>
            </a:br>
            <a:r>
              <a:rPr lang="de-DE" dirty="0"/>
              <a:t>Example-PGA</a:t>
            </a:r>
          </a:p>
        </p:txBody>
      </p:sp>
      <p:sp>
        <p:nvSpPr>
          <p:cNvPr id="3" name="Date Placeholder 2">
            <a:extLst>
              <a:ext uri="{FF2B5EF4-FFF2-40B4-BE49-F238E27FC236}">
                <a16:creationId xmlns:a16="http://schemas.microsoft.com/office/drawing/2014/main" id="{6EC4AA09-C64D-79D5-2C41-D2BAC57BC59E}"/>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4D0FDEAC-E55A-E9AC-1E08-8182899967AB}"/>
              </a:ext>
            </a:extLst>
          </p:cNvPr>
          <p:cNvSpPr>
            <a:spLocks noGrp="1"/>
          </p:cNvSpPr>
          <p:nvPr>
            <p:ph type="ftr" sz="quarter" idx="11"/>
          </p:nvPr>
        </p:nvSpPr>
        <p:spPr/>
        <p:txBody>
          <a:bodyPr/>
          <a:lstStyle/>
          <a:p>
            <a:endParaRPr lang="en-US" dirty="0"/>
          </a:p>
        </p:txBody>
      </p:sp>
      <p:sp>
        <p:nvSpPr>
          <p:cNvPr id="8" name="TextBox 7">
            <a:extLst>
              <a:ext uri="{FF2B5EF4-FFF2-40B4-BE49-F238E27FC236}">
                <a16:creationId xmlns:a16="http://schemas.microsoft.com/office/drawing/2014/main" id="{49FFFD23-26FF-A0C3-0D75-DC15CF4F9E62}"/>
              </a:ext>
            </a:extLst>
          </p:cNvPr>
          <p:cNvSpPr txBox="1"/>
          <p:nvPr/>
        </p:nvSpPr>
        <p:spPr bwMode="auto">
          <a:xfrm>
            <a:off x="431827" y="4365104"/>
            <a:ext cx="5427572" cy="646331"/>
          </a:xfrm>
          <a:prstGeom prst="rect">
            <a:avLst/>
          </a:prstGeom>
          <a:noFill/>
          <a:ln w="9525">
            <a:noFill/>
            <a:miter lim="800000"/>
            <a:headEnd/>
            <a:tailEnd/>
          </a:ln>
          <a:effectLst/>
        </p:spPr>
        <p:txBody>
          <a:bodyPr wrap="square">
            <a:spAutoFit/>
          </a:bodyPr>
          <a:lstStyle/>
          <a:p>
            <a:r>
              <a:rPr lang="en-US" sz="1800" dirty="0">
                <a:solidFill>
                  <a:srgbClr val="000000"/>
                </a:solidFill>
                <a:latin typeface="SourceSansPro"/>
              </a:rPr>
              <a:t>Programmable gain amplifier with single-ended input and internal single ended </a:t>
            </a:r>
            <a:r>
              <a:rPr lang="de-DE" sz="1800" dirty="0">
                <a:solidFill>
                  <a:srgbClr val="000000"/>
                </a:solidFill>
                <a:latin typeface="SourceSansPro"/>
              </a:rPr>
              <a:t>output</a:t>
            </a:r>
          </a:p>
        </p:txBody>
      </p:sp>
      <p:sp>
        <p:nvSpPr>
          <p:cNvPr id="12" name="TextBox 11">
            <a:extLst>
              <a:ext uri="{FF2B5EF4-FFF2-40B4-BE49-F238E27FC236}">
                <a16:creationId xmlns:a16="http://schemas.microsoft.com/office/drawing/2014/main" id="{F6499E2B-C533-093E-46AD-7376B5B840CE}"/>
              </a:ext>
            </a:extLst>
          </p:cNvPr>
          <p:cNvSpPr txBox="1"/>
          <p:nvPr/>
        </p:nvSpPr>
        <p:spPr bwMode="auto">
          <a:xfrm>
            <a:off x="6274272" y="4371272"/>
            <a:ext cx="5511559" cy="646331"/>
          </a:xfrm>
          <a:prstGeom prst="rect">
            <a:avLst/>
          </a:prstGeom>
          <a:noFill/>
          <a:ln w="9525">
            <a:noFill/>
            <a:miter lim="800000"/>
            <a:headEnd/>
            <a:tailEnd/>
          </a:ln>
          <a:effectLst/>
        </p:spPr>
        <p:txBody>
          <a:bodyPr wrap="square">
            <a:spAutoFit/>
          </a:bodyPr>
          <a:lstStyle/>
          <a:p>
            <a:r>
              <a:rPr lang="en-US" sz="1800" dirty="0">
                <a:solidFill>
                  <a:srgbClr val="000000"/>
                </a:solidFill>
                <a:latin typeface="SourceSansPro"/>
              </a:rPr>
              <a:t>Programmable gain difference amplifier with internal single-ended output</a:t>
            </a:r>
            <a:endParaRPr lang="de-DE" sz="1800" dirty="0">
              <a:solidFill>
                <a:srgbClr val="000000"/>
              </a:solidFill>
              <a:latin typeface="SourceSansPro"/>
            </a:endParaRPr>
          </a:p>
        </p:txBody>
      </p:sp>
      <p:pic>
        <p:nvPicPr>
          <p:cNvPr id="7" name="Picture 6">
            <a:extLst>
              <a:ext uri="{FF2B5EF4-FFF2-40B4-BE49-F238E27FC236}">
                <a16:creationId xmlns:a16="http://schemas.microsoft.com/office/drawing/2014/main" id="{4F0EEA35-68EA-578D-99E5-42651EA24041}"/>
              </a:ext>
            </a:extLst>
          </p:cNvPr>
          <p:cNvPicPr>
            <a:picLocks noChangeAspect="1"/>
          </p:cNvPicPr>
          <p:nvPr/>
        </p:nvPicPr>
        <p:blipFill>
          <a:blip r:embed="rId2"/>
          <a:stretch>
            <a:fillRect/>
          </a:stretch>
        </p:blipFill>
        <p:spPr>
          <a:xfrm>
            <a:off x="431827" y="1220093"/>
            <a:ext cx="5016101" cy="2703991"/>
          </a:xfrm>
          <a:prstGeom prst="rect">
            <a:avLst/>
          </a:prstGeom>
          <a:ln>
            <a:solidFill>
              <a:schemeClr val="tx1"/>
            </a:solidFill>
          </a:ln>
        </p:spPr>
      </p:pic>
      <p:pic>
        <p:nvPicPr>
          <p:cNvPr id="11" name="Picture 10">
            <a:extLst>
              <a:ext uri="{FF2B5EF4-FFF2-40B4-BE49-F238E27FC236}">
                <a16:creationId xmlns:a16="http://schemas.microsoft.com/office/drawing/2014/main" id="{16C15300-814B-3F3E-C874-64FFEFB13530}"/>
              </a:ext>
            </a:extLst>
          </p:cNvPr>
          <p:cNvPicPr>
            <a:picLocks noChangeAspect="1"/>
          </p:cNvPicPr>
          <p:nvPr/>
        </p:nvPicPr>
        <p:blipFill>
          <a:blip r:embed="rId3"/>
          <a:stretch>
            <a:fillRect/>
          </a:stretch>
        </p:blipFill>
        <p:spPr>
          <a:xfrm>
            <a:off x="6277637" y="1192932"/>
            <a:ext cx="5154219" cy="2758313"/>
          </a:xfrm>
          <a:prstGeom prst="rect">
            <a:avLst/>
          </a:prstGeom>
          <a:ln>
            <a:solidFill>
              <a:schemeClr val="tx1"/>
            </a:solidFill>
          </a:ln>
        </p:spPr>
      </p:pic>
    </p:spTree>
    <p:extLst>
      <p:ext uri="{BB962C8B-B14F-4D97-AF65-F5344CB8AC3E}">
        <p14:creationId xmlns:p14="http://schemas.microsoft.com/office/powerpoint/2010/main" val="24081374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60FB6-02DA-D6D2-F9CF-7B863DE6D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EE360-F92B-50A4-B04E-90EC4FED67D7}"/>
              </a:ext>
            </a:extLst>
          </p:cNvPr>
          <p:cNvSpPr>
            <a:spLocks noGrp="1"/>
          </p:cNvSpPr>
          <p:nvPr>
            <p:ph type="title"/>
          </p:nvPr>
        </p:nvSpPr>
        <p:spPr/>
        <p:txBody>
          <a:bodyPr/>
          <a:lstStyle/>
          <a:p>
            <a:r>
              <a:rPr lang="de-DE" dirty="0"/>
              <a:t>Digital to analog converter (DAC)</a:t>
            </a:r>
            <a:endParaRPr lang="en-US" dirty="0"/>
          </a:p>
        </p:txBody>
      </p:sp>
      <p:sp>
        <p:nvSpPr>
          <p:cNvPr id="3" name="Date Placeholder 2">
            <a:extLst>
              <a:ext uri="{FF2B5EF4-FFF2-40B4-BE49-F238E27FC236}">
                <a16:creationId xmlns:a16="http://schemas.microsoft.com/office/drawing/2014/main" id="{4696793B-114B-5070-D5DE-CB89C91E1453}"/>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EC4EE7AD-61D5-31B9-3DC8-96EC350E030E}"/>
              </a:ext>
            </a:extLst>
          </p:cNvPr>
          <p:cNvSpPr>
            <a:spLocks noGrp="1"/>
          </p:cNvSpPr>
          <p:nvPr>
            <p:ph type="ftr" sz="quarter" idx="11"/>
          </p:nvPr>
        </p:nvSpPr>
        <p:spPr/>
        <p:txBody>
          <a:bodyPr/>
          <a:lstStyle/>
          <a:p>
            <a:endParaRPr lang="en-US" dirty="0"/>
          </a:p>
        </p:txBody>
      </p:sp>
      <p:sp>
        <p:nvSpPr>
          <p:cNvPr id="12" name="Content Placeholder 7">
            <a:extLst>
              <a:ext uri="{FF2B5EF4-FFF2-40B4-BE49-F238E27FC236}">
                <a16:creationId xmlns:a16="http://schemas.microsoft.com/office/drawing/2014/main" id="{63814B32-2B6A-89B0-02C3-ADC9E3AC4356}"/>
              </a:ext>
            </a:extLst>
          </p:cNvPr>
          <p:cNvSpPr txBox="1">
            <a:spLocks/>
          </p:cNvSpPr>
          <p:nvPr/>
        </p:nvSpPr>
        <p:spPr>
          <a:xfrm>
            <a:off x="334800" y="1268413"/>
            <a:ext cx="5185136" cy="5113339"/>
          </a:xfrm>
          <a:prstGeom prst="rect">
            <a:avLst/>
          </a:prstGeom>
        </p:spPr>
        <p:txBody>
          <a:bodyPr/>
          <a:lstStyle>
            <a:defPPr>
              <a:defRPr lang="en-US"/>
            </a:defPPr>
            <a:lvl1pPr marL="252000" indent="-252000" defTabSz="576000" eaLnBrk="1" hangingPunct="1">
              <a:lnSpc>
                <a:spcPct val="150000"/>
              </a:lnSpc>
              <a:spcBef>
                <a:spcPts val="0"/>
              </a:spcBef>
              <a:spcAft>
                <a:spcPts val="0"/>
              </a:spcAft>
              <a:buClr>
                <a:schemeClr val="tx2"/>
              </a:buClr>
              <a:buSzPct val="100000"/>
              <a:buFont typeface="Arial" panose="020B0604020202020204" pitchFamily="34" charset="0"/>
              <a:buChar char="‒"/>
              <a:defRPr sz="1600" kern="0" baseline="0">
                <a:latin typeface="+mn-lt"/>
              </a:defRPr>
            </a:lvl1pPr>
            <a:lvl2pPr marL="504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sz="1600">
                <a:latin typeface="+mn-lt"/>
              </a:defRPr>
            </a:lvl2pPr>
            <a:lvl3pPr marL="756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3pPr>
            <a:lvl4pPr marL="1008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4pPr>
            <a:lvl5pPr marL="1260000" indent="-252000" defTabSz="576000" eaLnBrk="1" hangingPunct="1">
              <a:lnSpc>
                <a:spcPct val="120000"/>
              </a:lnSpc>
              <a:spcBef>
                <a:spcPts val="0"/>
              </a:spcBef>
              <a:spcAft>
                <a:spcPts val="0"/>
              </a:spcAft>
              <a:buClr>
                <a:schemeClr val="tx2"/>
              </a:buClr>
              <a:buSzPct val="100000"/>
              <a:buFont typeface="Arial" panose="020B0604020202020204" pitchFamily="34" charset="0"/>
              <a:buChar char="‒"/>
              <a:defRPr baseline="0">
                <a:latin typeface="+mn-lt"/>
              </a:defRPr>
            </a:lvl5pPr>
            <a:lvl6pPr marL="1260000" indent="-252000" defTabSz="576000" fontAlgn="base">
              <a:lnSpc>
                <a:spcPct val="120000"/>
              </a:lnSpc>
              <a:spcBef>
                <a:spcPts val="0"/>
              </a:spcBef>
              <a:spcAft>
                <a:spcPts val="0"/>
              </a:spcAft>
              <a:buClr>
                <a:schemeClr val="tx2"/>
              </a:buClr>
              <a:buFont typeface="Arial" panose="020B0604020202020204" pitchFamily="34" charset="0"/>
              <a:buChar char="‒"/>
              <a:defRPr baseline="0">
                <a:latin typeface="+mn-lt"/>
              </a:defRPr>
            </a:lvl6pPr>
            <a:lvl7pPr marL="1260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7pPr>
            <a:lvl8pPr marL="1260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8pPr>
            <a:lvl9pPr marL="1260000" indent="-252000" defTabSz="576000" fontAlgn="base">
              <a:lnSpc>
                <a:spcPct val="120000"/>
              </a:lnSpc>
              <a:spcBef>
                <a:spcPts val="0"/>
              </a:spcBef>
              <a:spcAft>
                <a:spcPct val="0"/>
              </a:spcAft>
              <a:buClr>
                <a:schemeClr val="tx2"/>
              </a:buClr>
              <a:buFont typeface="Arial" panose="020B0604020202020204" pitchFamily="34" charset="0"/>
              <a:buChar char="‒"/>
              <a:defRPr>
                <a:latin typeface="+mn-lt"/>
              </a:defRPr>
            </a:lvl9pPr>
          </a:lstStyle>
          <a:p>
            <a:r>
              <a:rPr lang="en-US" dirty="0"/>
              <a:t>2 × 12-bit monotonic R2R DACs with output buffers</a:t>
            </a:r>
          </a:p>
          <a:p>
            <a:r>
              <a:rPr lang="en-US" dirty="0"/>
              <a:t>Full scale range : min 1.71V to max VDDA</a:t>
            </a:r>
          </a:p>
          <a:p>
            <a:r>
              <a:rPr lang="en-US" dirty="0"/>
              <a:t>Up to 1 MHz update rate with 1 µs settling time</a:t>
            </a:r>
          </a:p>
          <a:p>
            <a:r>
              <a:rPr lang="en-US" dirty="0"/>
              <a:t>±1 LSB accuracy and &lt; 2 mV glitch</a:t>
            </a:r>
          </a:p>
          <a:p>
            <a:pPr lvl="0">
              <a:lnSpc>
                <a:spcPct val="100000"/>
              </a:lnSpc>
              <a:spcBef>
                <a:spcPts val="400"/>
              </a:spcBef>
              <a:buSzPct val="90000"/>
              <a:buFont typeface="Symbol" panose="05050102010706020507" pitchFamily="18" charset="2"/>
              <a:buChar char="-"/>
            </a:pPr>
            <a:r>
              <a:rPr lang="en-US" dirty="0"/>
              <a:t>Output drives</a:t>
            </a:r>
          </a:p>
          <a:p>
            <a:pPr marL="571500" lvl="1" indent="-285750">
              <a:lnSpc>
                <a:spcPct val="100000"/>
              </a:lnSpc>
              <a:spcBef>
                <a:spcPts val="150"/>
              </a:spcBef>
              <a:buSzPct val="85000"/>
              <a:buFont typeface="Symbol" panose="05050102010706020507" pitchFamily="18" charset="2"/>
              <a:buChar char="-"/>
            </a:pPr>
            <a:r>
              <a:rPr lang="en-US" kern="0" dirty="0"/>
              <a:t>External pin (10 mA, 100 pF)</a:t>
            </a:r>
          </a:p>
          <a:p>
            <a:pPr marL="571500" lvl="1" indent="-285750">
              <a:lnSpc>
                <a:spcPct val="100000"/>
              </a:lnSpc>
              <a:spcBef>
                <a:spcPts val="150"/>
              </a:spcBef>
              <a:buSzPct val="85000"/>
              <a:buFont typeface="Symbol" panose="05050102010706020507" pitchFamily="18" charset="2"/>
              <a:buChar char="-"/>
            </a:pPr>
            <a:r>
              <a:rPr lang="en-US" kern="0" dirty="0" err="1"/>
              <a:t>OpAmp</a:t>
            </a:r>
            <a:r>
              <a:rPr lang="en-US" kern="0" dirty="0"/>
              <a:t> input for further conditioning</a:t>
            </a:r>
          </a:p>
          <a:p>
            <a:pPr marL="571500" lvl="1" indent="-285750">
              <a:lnSpc>
                <a:spcPct val="100000"/>
              </a:lnSpc>
              <a:spcBef>
                <a:spcPts val="150"/>
              </a:spcBef>
              <a:buSzPct val="85000"/>
              <a:buFont typeface="Symbol" panose="05050102010706020507" pitchFamily="18" charset="2"/>
              <a:buChar char="-"/>
            </a:pPr>
            <a:r>
              <a:rPr lang="en-US" kern="0" dirty="0"/>
              <a:t>ADC input for internal calibration or feedback</a:t>
            </a:r>
          </a:p>
          <a:p>
            <a:r>
              <a:rPr lang="en-US" dirty="0"/>
              <a:t>Supports external or supply reference selection</a:t>
            </a:r>
          </a:p>
          <a:p>
            <a:r>
              <a:rPr lang="en-US" dirty="0"/>
              <a:t>Rail-to-rail output can drive MCU pins</a:t>
            </a:r>
          </a:p>
          <a:p>
            <a:r>
              <a:rPr lang="en-US" dirty="0"/>
              <a:t>DAC output can be routed internally to ADC inputs for loopback and testing</a:t>
            </a:r>
          </a:p>
          <a:p>
            <a:r>
              <a:rPr lang="en-US" dirty="0"/>
              <a:t>Uses: threshold generation, DC bias, waveform, slope compensation</a:t>
            </a:r>
          </a:p>
          <a:p>
            <a:endParaRPr lang="en-US" dirty="0"/>
          </a:p>
        </p:txBody>
      </p:sp>
      <p:pic>
        <p:nvPicPr>
          <p:cNvPr id="14" name="Graphic 13">
            <a:extLst>
              <a:ext uri="{FF2B5EF4-FFF2-40B4-BE49-F238E27FC236}">
                <a16:creationId xmlns:a16="http://schemas.microsoft.com/office/drawing/2014/main" id="{A0C4E5A1-F7B3-B7F5-3440-811DCA52A1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6453" y="2097319"/>
            <a:ext cx="6430747" cy="2735370"/>
          </a:xfrm>
          <a:prstGeom prst="rect">
            <a:avLst/>
          </a:prstGeom>
        </p:spPr>
      </p:pic>
    </p:spTree>
    <p:extLst>
      <p:ext uri="{BB962C8B-B14F-4D97-AF65-F5344CB8AC3E}">
        <p14:creationId xmlns:p14="http://schemas.microsoft.com/office/powerpoint/2010/main" val="4743348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dirty="0"/>
                  <a:t>Has an on-chip temperature sensor that is used to measure the internal die temperature</a:t>
                </a:r>
              </a:p>
              <a:p>
                <a:pPr lvl="1"/>
                <a:r>
                  <a:rPr lang="en-US" altLang="zh-CN" dirty="0"/>
                  <a:t>It consists of a single bipolar junction transistor (BJT) in diode configuration, i</a:t>
                </a:r>
                <a:r>
                  <a:rPr lang="en-US" dirty="0"/>
                  <a:t>ts base-to-emitter voltage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𝑉</m:t>
                        </m:r>
                      </m:e>
                      <m:sub>
                        <m:r>
                          <a:rPr lang="en-US" altLang="zh-CN" b="0" i="1" smtClean="0">
                            <a:solidFill>
                              <a:schemeClr val="tx1"/>
                            </a:solidFill>
                            <a:latin typeface="Cambria Math" panose="02040503050406030204" pitchFamily="18" charset="0"/>
                          </a:rPr>
                          <m:t>𝐵𝐸</m:t>
                        </m:r>
                      </m:sub>
                    </m:sSub>
                  </m:oMath>
                </a14:m>
                <a:r>
                  <a:rPr lang="en-US" dirty="0"/>
                  <a:t>) has a strong dependence on temperature, </a:t>
                </a:r>
                <a:r>
                  <a:rPr lang="en-US" altLang="zh-CN" dirty="0"/>
                  <a:t>measure the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𝐵𝐸</m:t>
                        </m:r>
                      </m:sub>
                    </m:sSub>
                  </m:oMath>
                </a14:m>
                <a:r>
                  <a:rPr lang="en-US" altLang="zh-CN" dirty="0"/>
                  <a:t> of the transistor using the ADC to calculate the die temperature.</a:t>
                </a:r>
              </a:p>
              <a:p>
                <a:pPr marL="0" indent="0">
                  <a:buNone/>
                </a:pPr>
                <a:endParaRPr lang="en-US" altLang="zh-CN" b="0" i="1" dirty="0">
                  <a:solidFill>
                    <a:schemeClr val="tx1"/>
                  </a:solidFill>
                  <a:latin typeface="Cambria Math" panose="02040503050406030204" pitchFamily="18" charset="0"/>
                </a:endParaRPr>
              </a:p>
              <a:p>
                <a14:m>
                  <m:oMath xmlns:m="http://schemas.openxmlformats.org/officeDocument/2006/math">
                    <m:r>
                      <a:rPr lang="en-US" altLang="zh-CN" b="0" i="1" dirty="0" smtClean="0">
                        <a:solidFill>
                          <a:schemeClr val="tx1"/>
                        </a:solidFill>
                        <a:latin typeface="Cambria Math" panose="02040503050406030204" pitchFamily="18" charset="0"/>
                      </a:rPr>
                      <m:t>𝑅𝑎𝑡𝑖𝑜</m:t>
                    </m:r>
                    <m:r>
                      <a:rPr lang="en-US" altLang="zh-CN" i="0" dirty="0" smtClean="0">
                        <a:solidFill>
                          <a:schemeClr val="tx1"/>
                        </a:solidFill>
                        <a:latin typeface="Cambria Math" panose="02040503050406030204" pitchFamily="18" charset="0"/>
                      </a:rPr>
                      <m:t>=</m:t>
                    </m:r>
                    <m:f>
                      <m:fPr>
                        <m:type m:val="lin"/>
                        <m:ctrlPr>
                          <a:rPr lang="en-US" altLang="zh-CN" i="1" dirty="0" smtClean="0">
                            <a:solidFill>
                              <a:schemeClr val="tx1"/>
                            </a:solidFill>
                            <a:latin typeface="Cambria Math" panose="02040503050406030204" pitchFamily="18" charset="0"/>
                          </a:rPr>
                        </m:ctrlPr>
                      </m:fPr>
                      <m:num>
                        <m:d>
                          <m:dPr>
                            <m:ctrlPr>
                              <a:rPr lang="en-US" altLang="zh-CN" i="1" dirty="0" smtClean="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𝑉</m:t>
                                </m:r>
                              </m:e>
                              <m:sub>
                                <m:r>
                                  <a:rPr lang="en-US" altLang="zh-CN" i="1" dirty="0">
                                    <a:solidFill>
                                      <a:schemeClr val="tx1"/>
                                    </a:solidFill>
                                    <a:latin typeface="Cambria Math" panose="02040503050406030204" pitchFamily="18" charset="0"/>
                                  </a:rPr>
                                  <m:t>𝐵𝐸</m:t>
                                </m:r>
                                <m:r>
                                  <a:rPr lang="en-US" altLang="zh-CN" b="0" i="0" dirty="0" smtClean="0">
                                    <a:solidFill>
                                      <a:schemeClr val="tx1"/>
                                    </a:solidFill>
                                    <a:latin typeface="Cambria Math" panose="02040503050406030204" pitchFamily="18" charset="0"/>
                                  </a:rPr>
                                  <m:t>1</m:t>
                                </m:r>
                              </m:sub>
                            </m:sSub>
                            <m:r>
                              <a:rPr lang="en-US" altLang="zh-CN" i="0" dirty="0" smtClean="0">
                                <a:solidFill>
                                  <a:schemeClr val="tx1"/>
                                </a:solidFill>
                                <a:latin typeface="Cambria Math" panose="02040503050406030204" pitchFamily="18" charset="0"/>
                              </a:rPr>
                              <m:t>−</m:t>
                            </m:r>
                            <m:sSub>
                              <m:sSubPr>
                                <m:ctrlPr>
                                  <a:rPr lang="en-US" altLang="zh-CN"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𝑉</m:t>
                                </m:r>
                              </m:e>
                              <m:sub>
                                <m:r>
                                  <a:rPr lang="en-US" altLang="zh-CN" b="0" i="1" dirty="0" smtClean="0">
                                    <a:solidFill>
                                      <a:schemeClr val="tx1"/>
                                    </a:solidFill>
                                    <a:latin typeface="Cambria Math" panose="02040503050406030204" pitchFamily="18" charset="0"/>
                                  </a:rPr>
                                  <m:t>𝐵𝐸</m:t>
                                </m:r>
                                <m:r>
                                  <a:rPr lang="en-US" altLang="zh-CN" b="0" i="0" dirty="0" smtClean="0">
                                    <a:solidFill>
                                      <a:schemeClr val="tx1"/>
                                    </a:solidFill>
                                    <a:latin typeface="Cambria Math" panose="02040503050406030204" pitchFamily="18" charset="0"/>
                                  </a:rPr>
                                  <m:t>2</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𝑉</m:t>
                            </m:r>
                          </m:e>
                          <m:sub>
                            <m:r>
                              <a:rPr lang="en-US" altLang="zh-CN" i="1" dirty="0">
                                <a:solidFill>
                                  <a:schemeClr val="tx1"/>
                                </a:solidFill>
                                <a:latin typeface="Cambria Math" panose="02040503050406030204" pitchFamily="18" charset="0"/>
                              </a:rPr>
                              <m:t>𝐵𝐸</m:t>
                            </m:r>
                            <m:r>
                              <a:rPr lang="en-US" altLang="zh-CN" dirty="0">
                                <a:solidFill>
                                  <a:schemeClr val="tx1"/>
                                </a:solidFill>
                                <a:latin typeface="Cambria Math" panose="02040503050406030204" pitchFamily="18" charset="0"/>
                              </a:rPr>
                              <m:t>2</m:t>
                            </m:r>
                          </m:sub>
                        </m:sSub>
                      </m:den>
                    </m:f>
                  </m:oMath>
                </a14:m>
                <a:endParaRPr lang="en-US" altLang="zh-CN" dirty="0">
                  <a:solidFill>
                    <a:schemeClr val="tx1"/>
                  </a:solidFill>
                </a:endParaRPr>
              </a:p>
              <a:p>
                <a:pPr marL="252000" lvl="1" indent="0">
                  <a:buNone/>
                </a:pPr>
                <a14:m>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𝑉</m:t>
                        </m:r>
                      </m:e>
                      <m:sub>
                        <m:r>
                          <a:rPr lang="en-US" altLang="zh-CN" sz="1400" i="1" dirty="0">
                            <a:solidFill>
                              <a:schemeClr val="tx1"/>
                            </a:solidFill>
                            <a:latin typeface="Cambria Math" panose="02040503050406030204" pitchFamily="18" charset="0"/>
                          </a:rPr>
                          <m:t>𝐵𝐸</m:t>
                        </m:r>
                        <m:r>
                          <a:rPr lang="en-US" altLang="zh-CN" sz="1400" dirty="0">
                            <a:solidFill>
                              <a:schemeClr val="tx1"/>
                            </a:solidFill>
                            <a:latin typeface="Cambria Math" panose="02040503050406030204" pitchFamily="18" charset="0"/>
                          </a:rPr>
                          <m:t>2</m:t>
                        </m:r>
                      </m:sub>
                    </m:sSub>
                    <m:r>
                      <a:rPr lang="en-US" altLang="zh-CN" sz="1400" i="1" dirty="0">
                        <a:solidFill>
                          <a:schemeClr val="tx1"/>
                        </a:solidFill>
                        <a:latin typeface="Cambria Math" panose="02040503050406030204" pitchFamily="18" charset="0"/>
                      </a:rPr>
                      <m:t> </m:t>
                    </m:r>
                  </m:oMath>
                </a14:m>
                <a:r>
                  <a:rPr lang="en-US" altLang="zh-CN" sz="1400" dirty="0"/>
                  <a:t>: T</a:t>
                </a:r>
                <a:r>
                  <a:rPr lang="en-US" altLang="zh-CN" sz="1400" dirty="0">
                    <a:solidFill>
                      <a:schemeClr val="tx1"/>
                    </a:solidFill>
                  </a:rPr>
                  <a:t>he temperature sensor is biased with a 1 </a:t>
                </a:r>
                <a:r>
                  <a:rPr lang="en-US" altLang="zh-CN" sz="1400" dirty="0" err="1">
                    <a:solidFill>
                      <a:schemeClr val="tx1"/>
                    </a:solidFill>
                  </a:rPr>
                  <a:t>uA</a:t>
                </a:r>
                <a:r>
                  <a:rPr lang="en-US" altLang="zh-CN" sz="1400" dirty="0">
                    <a:solidFill>
                      <a:schemeClr val="tx1"/>
                    </a:solidFill>
                  </a:rPr>
                  <a:t> </a:t>
                </a:r>
              </a:p>
              <a:p>
                <a:pPr marL="252000" lvl="1" indent="0">
                  <a:buNone/>
                </a:pPr>
                <a:r>
                  <a:rPr lang="en-US" altLang="zh-CN" sz="1400" dirty="0">
                    <a:solidFill>
                      <a:schemeClr val="tx1"/>
                    </a:solidFill>
                  </a:rPr>
                  <a:t>current by default, this output corresponds</a:t>
                </a:r>
              </a:p>
              <a:p>
                <a:pPr marL="252000" lvl="1" indent="0">
                  <a:buNone/>
                </a:pPr>
                <a:r>
                  <a:rPr lang="en-US" altLang="zh-CN" sz="1400" dirty="0">
                    <a:solidFill>
                      <a:schemeClr val="tx1"/>
                    </a:solidFill>
                  </a:rPr>
                  <a:t>to the measurement </a:t>
                </a:r>
                <a14:m>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𝑉</m:t>
                        </m:r>
                      </m:e>
                      <m:sub>
                        <m:r>
                          <a:rPr lang="en-US" altLang="zh-CN" sz="1400" i="1" dirty="0">
                            <a:solidFill>
                              <a:schemeClr val="tx1"/>
                            </a:solidFill>
                            <a:latin typeface="Cambria Math" panose="02040503050406030204" pitchFamily="18" charset="0"/>
                          </a:rPr>
                          <m:t>𝐵𝐸</m:t>
                        </m:r>
                        <m:r>
                          <a:rPr lang="en-US" altLang="zh-CN" sz="1400" dirty="0">
                            <a:solidFill>
                              <a:schemeClr val="tx1"/>
                            </a:solidFill>
                            <a:latin typeface="Cambria Math" panose="02040503050406030204" pitchFamily="18" charset="0"/>
                          </a:rPr>
                          <m:t>2</m:t>
                        </m:r>
                      </m:sub>
                    </m:sSub>
                  </m:oMath>
                </a14:m>
                <a:r>
                  <a:rPr lang="en-US" altLang="zh-CN" sz="1400" dirty="0">
                    <a:solidFill>
                      <a:schemeClr val="tx1"/>
                    </a:solidFill>
                  </a:rPr>
                  <a:t>.</a:t>
                </a:r>
              </a:p>
              <a:p>
                <a:pPr marL="252000" lvl="1" indent="0">
                  <a:buNone/>
                </a:pPr>
                <a:endParaRPr lang="en-US" altLang="zh-CN" sz="1400" dirty="0">
                  <a:solidFill>
                    <a:schemeClr val="tx1"/>
                  </a:solidFill>
                </a:endParaRPr>
              </a:p>
              <a:p>
                <a:pPr marL="252000" lvl="1" indent="0">
                  <a:buNone/>
                </a:pPr>
                <a14:m>
                  <m:oMath xmlns:m="http://schemas.openxmlformats.org/officeDocument/2006/math">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𝑉</m:t>
                        </m:r>
                      </m:e>
                      <m:sub>
                        <m:r>
                          <a:rPr lang="en-US" altLang="zh-CN" sz="1400" i="1" dirty="0">
                            <a:latin typeface="Cambria Math" panose="02040503050406030204" pitchFamily="18" charset="0"/>
                          </a:rPr>
                          <m:t>𝐵𝐸</m:t>
                        </m:r>
                        <m:r>
                          <a:rPr lang="en-US" altLang="zh-CN" sz="1400" i="1" dirty="0">
                            <a:latin typeface="Cambria Math" panose="02040503050406030204" pitchFamily="18" charset="0"/>
                          </a:rPr>
                          <m:t>1</m:t>
                        </m:r>
                      </m:sub>
                    </m:sSub>
                    <m:r>
                      <a:rPr lang="en-US" altLang="zh-CN" sz="1400" i="1" dirty="0">
                        <a:latin typeface="Cambria Math" panose="02040503050406030204" pitchFamily="18" charset="0"/>
                      </a:rPr>
                      <m:t> </m:t>
                    </m:r>
                  </m:oMath>
                </a14:m>
                <a:r>
                  <a:rPr lang="en-US" altLang="zh-CN" sz="1400" dirty="0">
                    <a:latin typeface="+mj-lt"/>
                  </a:rPr>
                  <a:t>: </a:t>
                </a:r>
                <a:r>
                  <a:rPr lang="en-US" altLang="zh-CN" sz="1400" dirty="0"/>
                  <a:t>By setting TEMPSENSE_CTRL register, an</a:t>
                </a:r>
              </a:p>
              <a:p>
                <a:pPr marL="252000" lvl="1" indent="0">
                  <a:buNone/>
                </a:pPr>
                <a:r>
                  <a:rPr lang="en-US" altLang="zh-CN" sz="1400" dirty="0"/>
                  <a:t>additional 8 </a:t>
                </a:r>
                <a:r>
                  <a:rPr lang="en-US" altLang="zh-CN" sz="1400" dirty="0" err="1"/>
                  <a:t>uA</a:t>
                </a:r>
                <a:r>
                  <a:rPr lang="en-US" altLang="zh-CN" sz="1400" dirty="0"/>
                  <a:t> flows into the BJT, this </a:t>
                </a:r>
              </a:p>
              <a:p>
                <a:pPr marL="252000" lvl="1" indent="0">
                  <a:buNone/>
                </a:pPr>
                <a:r>
                  <a:rPr lang="en-US" altLang="zh-CN" sz="1400" dirty="0"/>
                  <a:t>corresponds to the measurement </a:t>
                </a:r>
                <a14:m>
                  <m:oMath xmlns:m="http://schemas.openxmlformats.org/officeDocument/2006/math">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𝑉</m:t>
                        </m:r>
                      </m:e>
                      <m:sub>
                        <m:r>
                          <a:rPr lang="en-US" altLang="zh-CN" sz="1400" i="1" dirty="0">
                            <a:latin typeface="Cambria Math" panose="02040503050406030204" pitchFamily="18" charset="0"/>
                          </a:rPr>
                          <m:t>𝐵𝐸</m:t>
                        </m:r>
                        <m:r>
                          <a:rPr lang="en-US" altLang="zh-CN" sz="1400" i="1" dirty="0">
                            <a:latin typeface="Cambria Math" panose="02040503050406030204" pitchFamily="18" charset="0"/>
                          </a:rPr>
                          <m:t>1</m:t>
                        </m:r>
                      </m:sub>
                    </m:sSub>
                  </m:oMath>
                </a14:m>
                <a:r>
                  <a:rPr lang="en-US" altLang="zh-CN" sz="1400" dirty="0">
                    <a:latin typeface="+mj-lt"/>
                  </a:rPr>
                  <a:t>.</a:t>
                </a:r>
              </a:p>
              <a:p>
                <a:pPr marL="0" indent="0">
                  <a:buNone/>
                </a:pPr>
                <a:endParaRPr lang="en-US" altLang="zh-CN" b="0" i="0" dirty="0">
                  <a:solidFill>
                    <a:schemeClr val="tx1"/>
                  </a:solidFill>
                  <a:latin typeface="Cambria Math" panose="02040503050406030204" pitchFamily="18" charset="0"/>
                </a:endParaRPr>
              </a:p>
              <a:p>
                <a:pPr marL="0" indent="0">
                  <a:buNone/>
                </a:pPr>
                <a:endParaRPr lang="en-US" altLang="zh-CN" b="0" i="0" dirty="0">
                  <a:solidFill>
                    <a:schemeClr val="tx1"/>
                  </a:solidFill>
                  <a:latin typeface="Cambria Math" panose="02040503050406030204" pitchFamily="18" charset="0"/>
                </a:endParaRPr>
              </a:p>
              <a:p>
                <a:r>
                  <a:rPr lang="en-US" altLang="zh-CN" b="0" i="0" dirty="0">
                    <a:solidFill>
                      <a:schemeClr val="tx1"/>
                    </a:solidFill>
                  </a:rPr>
                  <a:t>Die temperature can be calculated as given in the following equation:</a:t>
                </a:r>
              </a:p>
              <a:p>
                <a:pPr lvl="1"/>
                <a14:m>
                  <m:oMath xmlns:m="http://schemas.openxmlformats.org/officeDocument/2006/math">
                    <m:r>
                      <a:rPr lang="en-US" altLang="zh-CN" b="0" i="1" dirty="0" smtClean="0">
                        <a:solidFill>
                          <a:schemeClr val="tx1"/>
                        </a:solidFill>
                        <a:latin typeface="Cambria Math" panose="02040503050406030204" pitchFamily="18" charset="0"/>
                      </a:rPr>
                      <m:t>𝑇𝑒𝑚𝑝𝑒𝑟𝑎𝑡𝑢𝑟𝑒</m:t>
                    </m:r>
                    <m:r>
                      <a:rPr lang="en-US" altLang="zh-CN" i="0"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𝐴</m:t>
                    </m:r>
                    <m:r>
                      <a:rPr lang="en-US" altLang="zh-CN" b="0" i="1" dirty="0" smtClean="0">
                        <a:solidFill>
                          <a:schemeClr val="tx1"/>
                        </a:solidFill>
                        <a:latin typeface="Cambria Math" panose="02040503050406030204" pitchFamily="18" charset="0"/>
                      </a:rPr>
                      <m:t>∗</m:t>
                    </m:r>
                    <m:sSup>
                      <m:sSupPr>
                        <m:ctrlPr>
                          <a:rPr lang="en-US" altLang="zh-CN" i="1" dirty="0" smtClean="0">
                            <a:solidFill>
                              <a:schemeClr val="tx1"/>
                            </a:solidFill>
                            <a:latin typeface="Cambria Math" panose="02040503050406030204" pitchFamily="18" charset="0"/>
                          </a:rPr>
                        </m:ctrlPr>
                      </m:sSupPr>
                      <m:e>
                        <m:r>
                          <a:rPr lang="en-US" altLang="zh-CN" b="0" i="1" dirty="0" smtClean="0">
                            <a:solidFill>
                              <a:schemeClr val="tx1"/>
                            </a:solidFill>
                            <a:latin typeface="Cambria Math" panose="02040503050406030204" pitchFamily="18" charset="0"/>
                          </a:rPr>
                          <m:t>𝑅𝑎𝑡𝑖𝑜</m:t>
                        </m:r>
                      </m:e>
                      <m:sup>
                        <m:r>
                          <a:rPr lang="en-US" altLang="zh-CN" i="0" dirty="0" smtClean="0">
                            <a:solidFill>
                              <a:schemeClr val="tx1"/>
                            </a:solidFill>
                            <a:latin typeface="Cambria Math" panose="02040503050406030204" pitchFamily="18" charset="0"/>
                          </a:rPr>
                          <m:t>3</m:t>
                        </m:r>
                      </m:sup>
                    </m:sSup>
                    <m:r>
                      <a:rPr lang="en-US" altLang="zh-CN" b="0" i="1" dirty="0" smtClean="0">
                        <a:solidFill>
                          <a:schemeClr val="tx1"/>
                        </a:solidFill>
                        <a:latin typeface="Cambria Math" panose="02040503050406030204" pitchFamily="18" charset="0"/>
                      </a:rPr>
                      <m:t>+</m:t>
                    </m:r>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𝑅𝑎𝑡𝑖𝑜</m:t>
                        </m:r>
                      </m:e>
                      <m:sup>
                        <m:r>
                          <a:rPr lang="en-US" altLang="zh-CN" dirty="0">
                            <a:solidFill>
                              <a:schemeClr val="tx1"/>
                            </a:solidFill>
                            <a:latin typeface="Cambria Math" panose="02040503050406030204" pitchFamily="18" charset="0"/>
                          </a:rPr>
                          <m:t>2</m:t>
                        </m:r>
                      </m:sup>
                    </m:sSup>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𝐶</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𝑅𝑎𝑡𝑖𝑜</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𝐷</m:t>
                    </m:r>
                  </m:oMath>
                </a14:m>
                <a:endParaRPr lang="en-US" dirty="0">
                  <a:solidFill>
                    <a:schemeClr val="tx1"/>
                  </a:solidFill>
                </a:endParaRPr>
              </a:p>
              <a:p>
                <a:pPr marL="504000" lvl="2" indent="0">
                  <a:buNone/>
                </a:pPr>
                <a:r>
                  <a:rPr lang="en-US" sz="1000" dirty="0"/>
                  <a:t>* The constant A, B, C, and D are stored in the SFLASH registers during factory calibration.</a:t>
                </a:r>
              </a:p>
              <a:p>
                <a:endParaRPr lang="en-US" dirty="0"/>
              </a:p>
              <a:p>
                <a:endParaRPr lang="en-IN" dirty="0"/>
              </a:p>
            </p:txBody>
          </p:sp>
        </mc:Choice>
        <mc:Fallback xmlns="">
          <p:sp>
            <p:nvSpPr>
              <p:cNvPr id="8" name="Content Placeholder 7">
                <a:extLst>
                  <a:ext uri="{FF2B5EF4-FFF2-40B4-BE49-F238E27FC236}">
                    <a16:creationId xmlns:a16="http://schemas.microsoft.com/office/drawing/2014/main" id="{5E9F5CD0-5E00-42CF-94FF-F1DC3EF37E5C}"/>
                  </a:ext>
                </a:extLst>
              </p:cNvPr>
              <p:cNvSpPr>
                <a:spLocks noGrp="1" noRot="1" noChangeAspect="1" noMove="1" noResize="1" noEditPoints="1" noAdjustHandles="1" noChangeArrowheads="1" noChangeShapeType="1" noTextEdit="1"/>
              </p:cNvSpPr>
              <p:nvPr>
                <p:ph sz="quarter" idx="13"/>
              </p:nvPr>
            </p:nvSpPr>
            <p:spPr>
              <a:blipFill>
                <a:blip r:embed="rId3"/>
                <a:stretch>
                  <a:fillRect l="-1164" t="-954" r="-370"/>
                </a:stretch>
              </a:blipFill>
            </p:spPr>
            <p:txBody>
              <a:bodyPr/>
              <a:lstStyle/>
              <a:p>
                <a:r>
                  <a:rPr lang="en-US">
                    <a:noFill/>
                  </a:rPr>
                  <a:t> </a:t>
                </a:r>
              </a:p>
            </p:txBody>
          </p:sp>
        </mc:Fallback>
      </mc:AlternateContent>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On Chip Temperature sensor</a:t>
            </a:r>
          </a:p>
        </p:txBody>
      </p:sp>
      <p:pic>
        <p:nvPicPr>
          <p:cNvPr id="7" name="Graphic 6">
            <a:extLst>
              <a:ext uri="{FF2B5EF4-FFF2-40B4-BE49-F238E27FC236}">
                <a16:creationId xmlns:a16="http://schemas.microsoft.com/office/drawing/2014/main" id="{5E087F59-6B93-09EF-56FF-A2A963D689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77315" y="2276872"/>
            <a:ext cx="5295925" cy="2775715"/>
          </a:xfrm>
          <a:prstGeom prst="rect">
            <a:avLst/>
          </a:prstGeom>
        </p:spPr>
      </p:pic>
    </p:spTree>
    <p:extLst>
      <p:ext uri="{BB962C8B-B14F-4D97-AF65-F5344CB8AC3E}">
        <p14:creationId xmlns:p14="http://schemas.microsoft.com/office/powerpoint/2010/main" val="4754599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dirty="0"/>
              <a:t>HPPASS requires only a single clock, CLK_HF0 with a maximum frequency of 180 MHz</a:t>
            </a:r>
          </a:p>
          <a:p>
            <a:pPr lvl="1"/>
            <a:r>
              <a:rPr lang="en-US" dirty="0"/>
              <a:t>SAR ADC core clock directly use CLK_HF0 clock</a:t>
            </a:r>
          </a:p>
          <a:p>
            <a:pPr lvl="1"/>
            <a:r>
              <a:rPr lang="en-US" dirty="0"/>
              <a:t>SAR ADC digital part, AC, INFRA clock</a:t>
            </a:r>
            <a:r>
              <a:rPr lang="en-US" altLang="zh-CN" dirty="0"/>
              <a:t>s </a:t>
            </a:r>
            <a:r>
              <a:rPr lang="en-US" dirty="0"/>
              <a:t>are fixed at CLK_HF0/2</a:t>
            </a:r>
          </a:p>
          <a:p>
            <a:pPr lvl="1"/>
            <a:r>
              <a:rPr lang="en-US" dirty="0"/>
              <a:t>CSG clock can be configured separately by peripheral clock divider group 0 that source clock comes from CLK_HF0, </a:t>
            </a:r>
            <a:r>
              <a:rPr lang="en-US" altLang="zh-CN" dirty="0"/>
              <a:t>rang from 10 MHz to 90 MHz</a:t>
            </a:r>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HPPASS Clock</a:t>
            </a:r>
          </a:p>
        </p:txBody>
      </p:sp>
      <p:pic>
        <p:nvPicPr>
          <p:cNvPr id="9" name="Graphic 8">
            <a:extLst>
              <a:ext uri="{FF2B5EF4-FFF2-40B4-BE49-F238E27FC236}">
                <a16:creationId xmlns:a16="http://schemas.microsoft.com/office/drawing/2014/main" id="{215D65DB-0B72-F825-8085-77BC7CD88E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9576" y="2314576"/>
            <a:ext cx="7200900" cy="4067175"/>
          </a:xfrm>
          <a:prstGeom prst="rect">
            <a:avLst/>
          </a:prstGeom>
        </p:spPr>
      </p:pic>
    </p:spTree>
    <p:extLst>
      <p:ext uri="{BB962C8B-B14F-4D97-AF65-F5344CB8AC3E}">
        <p14:creationId xmlns:p14="http://schemas.microsoft.com/office/powerpoint/2010/main" val="32777146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A277-ED8E-22BF-C2BD-84AFD082290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6B923A2-9165-CB87-259B-A29D1AD63B95}"/>
              </a:ext>
            </a:extLst>
          </p:cNvPr>
          <p:cNvPicPr>
            <a:picLocks noChangeAspect="1"/>
          </p:cNvPicPr>
          <p:nvPr/>
        </p:nvPicPr>
        <p:blipFill>
          <a:blip r:embed="rId2"/>
          <a:stretch>
            <a:fillRect/>
          </a:stretch>
        </p:blipFill>
        <p:spPr>
          <a:xfrm>
            <a:off x="8340653" y="3429001"/>
            <a:ext cx="2473789" cy="1440434"/>
          </a:xfrm>
          <a:prstGeom prst="rect">
            <a:avLst/>
          </a:prstGeom>
          <a:solidFill>
            <a:schemeClr val="accent2"/>
          </a:solidFill>
          <a:ln>
            <a:solidFill>
              <a:schemeClr val="tx1"/>
            </a:solidFill>
          </a:ln>
        </p:spPr>
      </p:pic>
      <p:pic>
        <p:nvPicPr>
          <p:cNvPr id="8" name="Picture 7">
            <a:extLst>
              <a:ext uri="{FF2B5EF4-FFF2-40B4-BE49-F238E27FC236}">
                <a16:creationId xmlns:a16="http://schemas.microsoft.com/office/drawing/2014/main" id="{0739FCA3-BD9D-9F54-1584-61B160EC50C4}"/>
              </a:ext>
            </a:extLst>
          </p:cNvPr>
          <p:cNvPicPr>
            <a:picLocks noChangeAspect="1"/>
          </p:cNvPicPr>
          <p:nvPr/>
        </p:nvPicPr>
        <p:blipFill>
          <a:blip r:embed="rId3"/>
          <a:stretch>
            <a:fillRect/>
          </a:stretch>
        </p:blipFill>
        <p:spPr>
          <a:xfrm>
            <a:off x="5296174" y="3305331"/>
            <a:ext cx="2567126" cy="1997256"/>
          </a:xfrm>
          <a:prstGeom prst="rect">
            <a:avLst/>
          </a:prstGeom>
          <a:solidFill>
            <a:schemeClr val="accent2"/>
          </a:solidFill>
          <a:ln>
            <a:solidFill>
              <a:schemeClr val="tx1"/>
            </a:solidFill>
          </a:ln>
        </p:spPr>
      </p:pic>
      <p:pic>
        <p:nvPicPr>
          <p:cNvPr id="9" name="Picture 8">
            <a:extLst>
              <a:ext uri="{FF2B5EF4-FFF2-40B4-BE49-F238E27FC236}">
                <a16:creationId xmlns:a16="http://schemas.microsoft.com/office/drawing/2014/main" id="{46C43FD9-7FE0-8831-A73D-C844BD248C14}"/>
              </a:ext>
            </a:extLst>
          </p:cNvPr>
          <p:cNvPicPr>
            <a:picLocks noChangeAspect="1"/>
          </p:cNvPicPr>
          <p:nvPr/>
        </p:nvPicPr>
        <p:blipFill>
          <a:blip r:embed="rId4"/>
          <a:stretch>
            <a:fillRect/>
          </a:stretch>
        </p:blipFill>
        <p:spPr>
          <a:xfrm>
            <a:off x="8346004" y="5048836"/>
            <a:ext cx="1769969" cy="1716480"/>
          </a:xfrm>
          <a:prstGeom prst="rect">
            <a:avLst/>
          </a:prstGeom>
          <a:ln>
            <a:solidFill>
              <a:schemeClr val="tx1"/>
            </a:solidFill>
          </a:ln>
        </p:spPr>
      </p:pic>
      <p:sp>
        <p:nvSpPr>
          <p:cNvPr id="2" name="Title 1">
            <a:extLst>
              <a:ext uri="{FF2B5EF4-FFF2-40B4-BE49-F238E27FC236}">
                <a16:creationId xmlns:a16="http://schemas.microsoft.com/office/drawing/2014/main" id="{1C3E9EED-3F08-CFCB-2F82-1B2E9C0D087B}"/>
              </a:ext>
            </a:extLst>
          </p:cNvPr>
          <p:cNvSpPr>
            <a:spLocks noGrp="1"/>
          </p:cNvSpPr>
          <p:nvPr>
            <p:ph type="title"/>
          </p:nvPr>
        </p:nvSpPr>
        <p:spPr>
          <a:xfrm>
            <a:off x="335360" y="188720"/>
            <a:ext cx="11330092" cy="720000"/>
          </a:xfrm>
        </p:spPr>
        <p:txBody>
          <a:bodyPr/>
          <a:lstStyle/>
          <a:p>
            <a:r>
              <a:rPr lang="de-DE" dirty="0"/>
              <a:t>Lab3: How to import MTB based code example </a:t>
            </a:r>
          </a:p>
        </p:txBody>
      </p:sp>
      <p:sp>
        <p:nvSpPr>
          <p:cNvPr id="3" name="AutoShape 2">
            <a:extLst>
              <a:ext uri="{FF2B5EF4-FFF2-40B4-BE49-F238E27FC236}">
                <a16:creationId xmlns:a16="http://schemas.microsoft.com/office/drawing/2014/main" id="{D1CD18C3-1DBB-C050-1FB1-0301FD7556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4" name="Content Placeholder 7">
            <a:extLst>
              <a:ext uri="{FF2B5EF4-FFF2-40B4-BE49-F238E27FC236}">
                <a16:creationId xmlns:a16="http://schemas.microsoft.com/office/drawing/2014/main" id="{70737C87-DE5D-4478-14FD-35B7F6382BFE}"/>
              </a:ext>
            </a:extLst>
          </p:cNvPr>
          <p:cNvSpPr txBox="1">
            <a:spLocks/>
          </p:cNvSpPr>
          <p:nvPr/>
        </p:nvSpPr>
        <p:spPr>
          <a:xfrm>
            <a:off x="334712" y="1053355"/>
            <a:ext cx="4895978" cy="5327627"/>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indent="0">
              <a:buFont typeface="Arial" panose="020B0604020202020204" pitchFamily="34" charset="0"/>
              <a:buNone/>
            </a:pPr>
            <a:r>
              <a:rPr lang="en-US" kern="0" dirty="0"/>
              <a:t>Steps:</a:t>
            </a:r>
          </a:p>
          <a:p>
            <a:pPr marL="342900" indent="-342900">
              <a:buFont typeface="+mj-lt"/>
              <a:buAutoNum type="arabicPeriod"/>
            </a:pPr>
            <a:r>
              <a:rPr lang="de-DE" altLang="zh-CN" sz="1600" kern="0" dirty="0">
                <a:solidFill>
                  <a:srgbClr val="000000"/>
                </a:solidFill>
                <a:ea typeface="Times New Roman" panose="02020603050405020304" pitchFamily="18" charset="0"/>
                <a:cs typeface="SourceSansPro"/>
              </a:rPr>
              <a:t> </a:t>
            </a:r>
            <a:r>
              <a:rPr lang="x-none" altLang="zh-CN" sz="1600" kern="0" dirty="0">
                <a:solidFill>
                  <a:srgbClr val="000000"/>
                </a:solidFill>
                <a:ea typeface="Times New Roman" panose="02020603050405020304" pitchFamily="18" charset="0"/>
                <a:cs typeface="SourceSansPro"/>
              </a:rPr>
              <a:t>Create a new ModusToolbox™ application</a:t>
            </a:r>
            <a:endParaRPr lang="en-US" altLang="zh-CN" sz="1600" kern="0" dirty="0">
              <a:solidFill>
                <a:srgbClr val="000000"/>
              </a:solidFill>
              <a:ea typeface="Times New Roman" panose="02020603050405020304" pitchFamily="18" charset="0"/>
              <a:cs typeface="SourceSansPro"/>
            </a:endParaRPr>
          </a:p>
          <a:p>
            <a:pPr marL="594722" lvl="1" indent="-342797">
              <a:buFont typeface="+mj-lt"/>
              <a:buAutoNum type="alphaLcPeriod"/>
            </a:pPr>
            <a:r>
              <a:rPr lang="x-none" altLang="zh-CN" kern="0" dirty="0">
                <a:solidFill>
                  <a:srgbClr val="000000"/>
                </a:solidFill>
                <a:ea typeface="Times New Roman" panose="02020603050405020304" pitchFamily="18" charset="0"/>
                <a:cs typeface="SourceSansPro"/>
              </a:rPr>
              <a:t>From the Quick Panel, Click on </a:t>
            </a:r>
            <a:r>
              <a:rPr lang="x-none" altLang="zh-CN" b="1" kern="0" dirty="0">
                <a:solidFill>
                  <a:srgbClr val="000000"/>
                </a:solidFill>
                <a:ea typeface="Times New Roman" panose="02020603050405020304" pitchFamily="18" charset="0"/>
                <a:cs typeface="SourceSansPro"/>
              </a:rPr>
              <a:t>Start, </a:t>
            </a:r>
            <a:r>
              <a:rPr lang="x-none" altLang="zh-CN" kern="0" dirty="0">
                <a:solidFill>
                  <a:srgbClr val="000000"/>
                </a:solidFill>
                <a:ea typeface="Times New Roman" panose="02020603050405020304" pitchFamily="18" charset="0"/>
                <a:cs typeface="SourceSansPro"/>
              </a:rPr>
              <a:t>and then click </a:t>
            </a:r>
            <a:r>
              <a:rPr lang="x-none" altLang="zh-CN" b="1" kern="0" dirty="0">
                <a:solidFill>
                  <a:srgbClr val="000000"/>
                </a:solidFill>
                <a:ea typeface="Times New Roman" panose="02020603050405020304" pitchFamily="18" charset="0"/>
                <a:cs typeface="SourceSansPro"/>
              </a:rPr>
              <a:t>New Application.</a:t>
            </a:r>
            <a:endParaRPr lang="zh-CN" altLang="zh-CN" kern="0" dirty="0">
              <a:ea typeface="SimSun" panose="02010600030101010101" pitchFamily="2" charset="-122"/>
              <a:cs typeface="Verdana" panose="020B0604030504040204" pitchFamily="34" charset="0"/>
            </a:endParaRPr>
          </a:p>
          <a:p>
            <a:pPr marL="594722" lvl="1" indent="-342797">
              <a:buFont typeface="+mj-lt"/>
              <a:buAutoNum type="alphaLcPeriod"/>
            </a:pPr>
            <a:r>
              <a:rPr lang="x-none" altLang="zh-CN" kern="0" dirty="0">
                <a:solidFill>
                  <a:srgbClr val="000000"/>
                </a:solidFill>
                <a:ea typeface="Times New Roman" panose="02020603050405020304" pitchFamily="18" charset="0"/>
                <a:cs typeface="SourceSansPro"/>
              </a:rPr>
              <a:t>Alternatively, you can choose </a:t>
            </a:r>
            <a:r>
              <a:rPr lang="x-none" altLang="zh-CN" b="1" kern="0" dirty="0">
                <a:solidFill>
                  <a:srgbClr val="000000"/>
                </a:solidFill>
                <a:ea typeface="Times New Roman" panose="02020603050405020304" pitchFamily="18" charset="0"/>
                <a:cs typeface="SourceSansPro"/>
              </a:rPr>
              <a:t>File </a:t>
            </a:r>
            <a:r>
              <a:rPr lang="x-none" altLang="zh-CN" kern="0" dirty="0">
                <a:solidFill>
                  <a:srgbClr val="000000"/>
                </a:solidFill>
                <a:ea typeface="Times New Roman" panose="02020603050405020304" pitchFamily="18" charset="0"/>
                <a:cs typeface="SourceSansPro"/>
              </a:rPr>
              <a:t>&gt; </a:t>
            </a:r>
            <a:r>
              <a:rPr lang="x-none" altLang="zh-CN" b="1" kern="0" dirty="0">
                <a:solidFill>
                  <a:srgbClr val="000000"/>
                </a:solidFill>
                <a:ea typeface="Times New Roman" panose="02020603050405020304" pitchFamily="18" charset="0"/>
                <a:cs typeface="SourceSansPro"/>
              </a:rPr>
              <a:t>New </a:t>
            </a:r>
            <a:r>
              <a:rPr lang="x-none" altLang="zh-CN" kern="0" dirty="0">
                <a:solidFill>
                  <a:srgbClr val="000000"/>
                </a:solidFill>
                <a:ea typeface="Times New Roman" panose="02020603050405020304" pitchFamily="18" charset="0"/>
                <a:cs typeface="SourceSansPro"/>
              </a:rPr>
              <a:t>&gt; </a:t>
            </a:r>
            <a:r>
              <a:rPr lang="x-none" altLang="zh-CN" b="1" kern="0" dirty="0">
                <a:solidFill>
                  <a:srgbClr val="000000"/>
                </a:solidFill>
                <a:ea typeface="Times New Roman" panose="02020603050405020304" pitchFamily="18" charset="0"/>
                <a:cs typeface="SourceSansPro"/>
              </a:rPr>
              <a:t>ModusToolbox™ Application</a:t>
            </a:r>
            <a:r>
              <a:rPr lang="x-none" altLang="zh-CN" kern="0" dirty="0">
                <a:solidFill>
                  <a:srgbClr val="000000"/>
                </a:solidFill>
                <a:ea typeface="Times New Roman" panose="02020603050405020304" pitchFamily="18" charset="0"/>
                <a:cs typeface="SourceSansPro"/>
              </a:rPr>
              <a:t>.</a:t>
            </a:r>
            <a:endParaRPr lang="en-US" altLang="zh-CN" sz="1400" kern="0" dirty="0">
              <a:solidFill>
                <a:srgbClr val="000000"/>
              </a:solidFill>
            </a:endParaRPr>
          </a:p>
          <a:p>
            <a:pPr marL="342797" indent="-342797">
              <a:buFont typeface="Arial" panose="020B0604020202020204" pitchFamily="34" charset="0"/>
              <a:buAutoNum type="arabicPeriod" startAt="3"/>
            </a:pPr>
            <a:endParaRPr lang="en-US"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2"/>
            </a:pPr>
            <a:r>
              <a:rPr lang="x-none" altLang="zh-CN" sz="1600" kern="0" dirty="0">
                <a:solidFill>
                  <a:srgbClr val="000000"/>
                </a:solidFill>
              </a:rPr>
              <a:t>Select a target PS</a:t>
            </a:r>
            <a:r>
              <a:rPr lang="de-DE" altLang="zh-CN" sz="1600" kern="0" dirty="0">
                <a:solidFill>
                  <a:srgbClr val="000000"/>
                </a:solidFill>
              </a:rPr>
              <a:t>O</a:t>
            </a:r>
            <a:r>
              <a:rPr lang="x-none" altLang="zh-CN" sz="1600" kern="0" dirty="0">
                <a:solidFill>
                  <a:srgbClr val="000000"/>
                </a:solidFill>
              </a:rPr>
              <a:t>C™ development kit</a:t>
            </a:r>
            <a:r>
              <a:rPr lang="en-US" altLang="zh-CN" sz="1600" kern="0" dirty="0">
                <a:solidFill>
                  <a:srgbClr val="000000"/>
                </a:solidFill>
              </a:rPr>
              <a:t>, i</a:t>
            </a:r>
            <a:r>
              <a:rPr lang="x-none" altLang="zh-CN" sz="1600" kern="0" dirty="0">
                <a:solidFill>
                  <a:srgbClr val="000000"/>
                </a:solidFill>
              </a:rPr>
              <a:t>n the </a:t>
            </a:r>
            <a:r>
              <a:rPr lang="x-none" altLang="zh-CN" sz="1600" b="1" kern="0" dirty="0">
                <a:solidFill>
                  <a:srgbClr val="000000"/>
                </a:solidFill>
              </a:rPr>
              <a:t>Choose Board Support Package (BSP) </a:t>
            </a:r>
            <a:r>
              <a:rPr lang="x-none" altLang="zh-CN" sz="1600" kern="0" dirty="0">
                <a:solidFill>
                  <a:srgbClr val="000000"/>
                </a:solidFill>
              </a:rPr>
              <a:t>dialog, choose the Kit Name, choose </a:t>
            </a:r>
            <a:r>
              <a:rPr lang="x-none" altLang="zh-CN" sz="1600" b="1" kern="0" dirty="0">
                <a:solidFill>
                  <a:srgbClr val="000000"/>
                </a:solidFill>
              </a:rPr>
              <a:t>KIT_PSC3M</a:t>
            </a:r>
            <a:r>
              <a:rPr lang="de-DE" altLang="zh-CN" sz="1600" b="1" kern="0" dirty="0">
                <a:solidFill>
                  <a:srgbClr val="000000"/>
                </a:solidFill>
              </a:rPr>
              <a:t>6</a:t>
            </a:r>
            <a:r>
              <a:rPr lang="x-none" altLang="zh-CN" sz="1600" b="1" kern="0" dirty="0">
                <a:solidFill>
                  <a:srgbClr val="000000"/>
                </a:solidFill>
              </a:rPr>
              <a:t>_</a:t>
            </a:r>
            <a:r>
              <a:rPr lang="de-DE" altLang="zh-CN" sz="1600" b="1" kern="0" dirty="0">
                <a:solidFill>
                  <a:srgbClr val="000000"/>
                </a:solidFill>
              </a:rPr>
              <a:t>EVAL</a:t>
            </a:r>
            <a:r>
              <a:rPr lang="x-none" altLang="zh-CN" sz="1600" kern="0" dirty="0">
                <a:solidFill>
                  <a:srgbClr val="000000"/>
                </a:solidFill>
              </a:rPr>
              <a:t>, Click </a:t>
            </a:r>
            <a:r>
              <a:rPr lang="x-none" altLang="zh-CN" sz="1600" b="1" kern="0" dirty="0">
                <a:solidFill>
                  <a:srgbClr val="000000"/>
                </a:solidFill>
              </a:rPr>
              <a:t>Next</a:t>
            </a:r>
            <a:endParaRPr lang="de-DE" altLang="zh-CN" sz="1600" b="1" kern="0" dirty="0">
              <a:solidFill>
                <a:srgbClr val="000000"/>
              </a:solidFill>
            </a:endParaRPr>
          </a:p>
          <a:p>
            <a:pPr marL="0" indent="0">
              <a:buNone/>
            </a:pPr>
            <a:endParaRPr lang="de-DE" altLang="zh-CN" sz="1600" b="1" kern="0" dirty="0">
              <a:solidFill>
                <a:srgbClr val="000000"/>
              </a:solidFill>
            </a:endParaRPr>
          </a:p>
          <a:p>
            <a:pPr marL="342900" indent="-342900">
              <a:buFont typeface="+mj-lt"/>
              <a:buAutoNum type="arabicPeriod" startAt="3"/>
            </a:pPr>
            <a:r>
              <a:rPr lang="de-DE" altLang="zh-CN" sz="1600" kern="0" dirty="0">
                <a:solidFill>
                  <a:srgbClr val="000000"/>
                </a:solidFill>
                <a:ea typeface="Times New Roman" panose="02020603050405020304" pitchFamily="18" charset="0"/>
                <a:cs typeface="SourceSansPro"/>
              </a:rPr>
              <a:t>Select </a:t>
            </a:r>
            <a:r>
              <a:rPr lang="de-DE" altLang="zh-CN" sz="1600" b="1" kern="0" dirty="0">
                <a:solidFill>
                  <a:srgbClr val="000000"/>
                </a:solidFill>
                <a:ea typeface="Times New Roman" panose="02020603050405020304" pitchFamily="18" charset="0"/>
                <a:cs typeface="SourceSansPro"/>
              </a:rPr>
              <a:t>desire code example - </a:t>
            </a:r>
            <a:r>
              <a:rPr lang="de-DE" altLang="zh-CN" sz="1600" kern="0" dirty="0">
                <a:solidFill>
                  <a:srgbClr val="000000"/>
                </a:solidFill>
                <a:ea typeface="Times New Roman" panose="02020603050405020304" pitchFamily="18" charset="0"/>
                <a:cs typeface="SourceSansPro"/>
              </a:rPr>
              <a:t>CE under Template application  and click create</a:t>
            </a:r>
          </a:p>
          <a:p>
            <a:pPr marL="342900" indent="-342900">
              <a:buFont typeface="+mj-lt"/>
              <a:buAutoNum type="arabicPeriod" startAt="3"/>
            </a:pPr>
            <a:endParaRPr lang="de-DE"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3"/>
            </a:pPr>
            <a:r>
              <a:rPr lang="de-DE" altLang="zh-CN" sz="1600" kern="0" dirty="0">
                <a:solidFill>
                  <a:srgbClr val="000000"/>
                </a:solidFill>
                <a:ea typeface="Times New Roman" panose="02020603050405020304" pitchFamily="18" charset="0"/>
                <a:cs typeface="SourceSansPro"/>
              </a:rPr>
              <a:t>Project structure been added to the workspace</a:t>
            </a:r>
            <a:endParaRPr lang="en-US" altLang="zh-CN" sz="1600" kern="0" dirty="0">
              <a:solidFill>
                <a:srgbClr val="000000"/>
              </a:solidFill>
              <a:ea typeface="Times New Roman" panose="02020603050405020304" pitchFamily="18" charset="0"/>
              <a:cs typeface="SourceSansPro"/>
            </a:endParaRPr>
          </a:p>
          <a:p>
            <a:pPr marL="342900" indent="-342900">
              <a:buFont typeface="+mj-lt"/>
              <a:buAutoNum type="arabicPeriod" startAt="2"/>
            </a:pPr>
            <a:endParaRPr lang="en-US" altLang="zh-CN" b="1" kern="0" dirty="0">
              <a:solidFill>
                <a:srgbClr val="000000"/>
              </a:solidFill>
              <a:latin typeface="SourceSansPro"/>
            </a:endParaRPr>
          </a:p>
          <a:p>
            <a:pPr marL="342797" indent="-342797">
              <a:buFont typeface="Arial" panose="020B0604020202020204" pitchFamily="34" charset="0"/>
              <a:buAutoNum type="arabicPeriod" startAt="3"/>
            </a:pPr>
            <a:endParaRPr lang="en-IN" kern="0" dirty="0"/>
          </a:p>
        </p:txBody>
      </p:sp>
      <p:pic>
        <p:nvPicPr>
          <p:cNvPr id="15" name="Picture 14">
            <a:extLst>
              <a:ext uri="{FF2B5EF4-FFF2-40B4-BE49-F238E27FC236}">
                <a16:creationId xmlns:a16="http://schemas.microsoft.com/office/drawing/2014/main" id="{E76C56A5-D113-2BE0-8D91-16BCB66854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5328626" y="1077412"/>
            <a:ext cx="2803536" cy="1841824"/>
          </a:xfrm>
          <a:prstGeom prst="rect">
            <a:avLst/>
          </a:prstGeom>
          <a:solidFill>
            <a:schemeClr val="accent2"/>
          </a:solidFill>
          <a:ln>
            <a:solidFill>
              <a:schemeClr val="tx1"/>
            </a:solidFill>
          </a:ln>
        </p:spPr>
      </p:pic>
      <p:pic>
        <p:nvPicPr>
          <p:cNvPr id="16" name="Picture 15">
            <a:extLst>
              <a:ext uri="{FF2B5EF4-FFF2-40B4-BE49-F238E27FC236}">
                <a16:creationId xmlns:a16="http://schemas.microsoft.com/office/drawing/2014/main" id="{88DC828B-0391-1A2A-8613-B836AAAE5052}"/>
              </a:ext>
            </a:extLst>
          </p:cNvPr>
          <p:cNvPicPr>
            <a:picLocks noChangeAspect="1"/>
          </p:cNvPicPr>
          <p:nvPr/>
        </p:nvPicPr>
        <p:blipFill>
          <a:blip r:embed="rId6"/>
          <a:stretch>
            <a:fillRect/>
          </a:stretch>
        </p:blipFill>
        <p:spPr>
          <a:xfrm>
            <a:off x="8340654" y="950924"/>
            <a:ext cx="2707754" cy="2334060"/>
          </a:xfrm>
          <a:prstGeom prst="rect">
            <a:avLst/>
          </a:prstGeom>
          <a:solidFill>
            <a:schemeClr val="accent2"/>
          </a:solidFill>
          <a:ln>
            <a:solidFill>
              <a:schemeClr val="tx1"/>
            </a:solidFill>
          </a:ln>
        </p:spPr>
      </p:pic>
      <p:sp>
        <p:nvSpPr>
          <p:cNvPr id="17" name="Oval 16">
            <a:extLst>
              <a:ext uri="{FF2B5EF4-FFF2-40B4-BE49-F238E27FC236}">
                <a16:creationId xmlns:a16="http://schemas.microsoft.com/office/drawing/2014/main" id="{79EFE73E-04F5-9240-BDC7-A1E2B67BFA3B}"/>
              </a:ext>
            </a:extLst>
          </p:cNvPr>
          <p:cNvSpPr/>
          <p:nvPr/>
        </p:nvSpPr>
        <p:spPr bwMode="auto">
          <a:xfrm>
            <a:off x="6904244" y="1125754"/>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1</a:t>
            </a:r>
            <a:endParaRPr lang="zh-CN" altLang="en-US" sz="1600" dirty="0">
              <a:solidFill>
                <a:srgbClr val="FFFFFF"/>
              </a:solidFill>
              <a:latin typeface="Arial"/>
              <a:cs typeface="Arial"/>
            </a:endParaRPr>
          </a:p>
        </p:txBody>
      </p:sp>
      <p:sp>
        <p:nvSpPr>
          <p:cNvPr id="18" name="Oval 17">
            <a:extLst>
              <a:ext uri="{FF2B5EF4-FFF2-40B4-BE49-F238E27FC236}">
                <a16:creationId xmlns:a16="http://schemas.microsoft.com/office/drawing/2014/main" id="{19CE009E-B71A-9F00-31F5-56DA2797D715}"/>
              </a:ext>
            </a:extLst>
          </p:cNvPr>
          <p:cNvSpPr/>
          <p:nvPr/>
        </p:nvSpPr>
        <p:spPr bwMode="auto">
          <a:xfrm>
            <a:off x="6830897" y="1602512"/>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a</a:t>
            </a:r>
            <a:endParaRPr lang="zh-CN" altLang="en-US" sz="1600" dirty="0">
              <a:solidFill>
                <a:srgbClr val="FFFFFF"/>
              </a:solidFill>
              <a:latin typeface="Arial"/>
              <a:cs typeface="Arial"/>
            </a:endParaRPr>
          </a:p>
        </p:txBody>
      </p:sp>
      <p:sp>
        <p:nvSpPr>
          <p:cNvPr id="19" name="Oval 18">
            <a:extLst>
              <a:ext uri="{FF2B5EF4-FFF2-40B4-BE49-F238E27FC236}">
                <a16:creationId xmlns:a16="http://schemas.microsoft.com/office/drawing/2014/main" id="{74BCB78D-1FEE-08E1-C06D-60CE0F40EA80}"/>
              </a:ext>
            </a:extLst>
          </p:cNvPr>
          <p:cNvSpPr/>
          <p:nvPr/>
        </p:nvSpPr>
        <p:spPr bwMode="auto">
          <a:xfrm>
            <a:off x="9014604" y="5635895"/>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4</a:t>
            </a:r>
            <a:endParaRPr lang="zh-CN" altLang="en-US" sz="1600" dirty="0">
              <a:solidFill>
                <a:srgbClr val="FFFFFF"/>
              </a:solidFill>
              <a:latin typeface="Arial"/>
              <a:cs typeface="Arial"/>
            </a:endParaRPr>
          </a:p>
        </p:txBody>
      </p:sp>
      <p:sp>
        <p:nvSpPr>
          <p:cNvPr id="20" name="Oval 19">
            <a:extLst>
              <a:ext uri="{FF2B5EF4-FFF2-40B4-BE49-F238E27FC236}">
                <a16:creationId xmlns:a16="http://schemas.microsoft.com/office/drawing/2014/main" id="{4DB72E6A-9E19-CE15-734D-B86925C0612E}"/>
              </a:ext>
            </a:extLst>
          </p:cNvPr>
          <p:cNvSpPr/>
          <p:nvPr/>
        </p:nvSpPr>
        <p:spPr bwMode="auto">
          <a:xfrm>
            <a:off x="9014604" y="4137291"/>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3</a:t>
            </a:r>
            <a:endParaRPr lang="zh-CN" altLang="en-US" sz="1600" dirty="0">
              <a:solidFill>
                <a:srgbClr val="FFFFFF"/>
              </a:solidFill>
              <a:latin typeface="Arial"/>
              <a:cs typeface="Arial"/>
            </a:endParaRPr>
          </a:p>
        </p:txBody>
      </p:sp>
      <p:sp>
        <p:nvSpPr>
          <p:cNvPr id="21" name="Oval 20">
            <a:extLst>
              <a:ext uri="{FF2B5EF4-FFF2-40B4-BE49-F238E27FC236}">
                <a16:creationId xmlns:a16="http://schemas.microsoft.com/office/drawing/2014/main" id="{609C3567-357D-236D-E748-A33FFDD14C7A}"/>
              </a:ext>
            </a:extLst>
          </p:cNvPr>
          <p:cNvSpPr/>
          <p:nvPr/>
        </p:nvSpPr>
        <p:spPr bwMode="auto">
          <a:xfrm>
            <a:off x="7077578" y="3921323"/>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2</a:t>
            </a:r>
            <a:endParaRPr lang="zh-CN" altLang="en-US" sz="1600" dirty="0">
              <a:solidFill>
                <a:srgbClr val="FFFFFF"/>
              </a:solidFill>
              <a:latin typeface="Arial"/>
              <a:cs typeface="Arial"/>
            </a:endParaRPr>
          </a:p>
        </p:txBody>
      </p:sp>
      <p:sp>
        <p:nvSpPr>
          <p:cNvPr id="22" name="Oval 21">
            <a:extLst>
              <a:ext uri="{FF2B5EF4-FFF2-40B4-BE49-F238E27FC236}">
                <a16:creationId xmlns:a16="http://schemas.microsoft.com/office/drawing/2014/main" id="{9A2EB9BF-4C43-7AD0-DFFD-B13141960CF3}"/>
              </a:ext>
            </a:extLst>
          </p:cNvPr>
          <p:cNvSpPr/>
          <p:nvPr/>
        </p:nvSpPr>
        <p:spPr bwMode="auto">
          <a:xfrm>
            <a:off x="9921707" y="1461557"/>
            <a:ext cx="287957" cy="215968"/>
          </a:xfrm>
          <a:prstGeom prst="ellipse">
            <a:avLst/>
          </a:prstGeom>
          <a:solidFill>
            <a:schemeClr val="tx2"/>
          </a:solidFill>
          <a:ln w="9525">
            <a:noFill/>
            <a:miter lim="800000"/>
            <a:headEnd/>
            <a:tailEnd/>
          </a:ln>
        </p:spPr>
        <p:txBody>
          <a:bodyPr wrap="square" lIns="71981" tIns="71981" rIns="71981" bIns="71981" rtlCol="0" anchor="ctr"/>
          <a:lstStyle/>
          <a:p>
            <a:pPr algn="ctr" defTabSz="575827" eaLnBrk="0" fontAlgn="base" hangingPunct="0">
              <a:lnSpc>
                <a:spcPct val="120000"/>
              </a:lnSpc>
              <a:spcBef>
                <a:spcPct val="0"/>
              </a:spcBef>
              <a:spcAft>
                <a:spcPct val="0"/>
              </a:spcAft>
              <a:defRPr/>
            </a:pPr>
            <a:r>
              <a:rPr lang="en-US" altLang="zh-CN" sz="1600" dirty="0">
                <a:solidFill>
                  <a:srgbClr val="FFFFFF"/>
                </a:solidFill>
                <a:latin typeface="Arial"/>
                <a:cs typeface="Arial"/>
              </a:rPr>
              <a:t>b</a:t>
            </a:r>
            <a:endParaRPr lang="zh-CN" altLang="en-US" sz="1600" dirty="0">
              <a:solidFill>
                <a:srgbClr val="FFFFFF"/>
              </a:solidFill>
              <a:latin typeface="Arial"/>
              <a:cs typeface="Arial"/>
            </a:endParaRPr>
          </a:p>
        </p:txBody>
      </p:sp>
    </p:spTree>
    <p:extLst>
      <p:ext uri="{BB962C8B-B14F-4D97-AF65-F5344CB8AC3E}">
        <p14:creationId xmlns:p14="http://schemas.microsoft.com/office/powerpoint/2010/main" val="3499828754"/>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E48EB-7D66-1936-EC9C-D99F2DABC48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969153-8331-C6F2-16DE-F5282BE5D215}"/>
              </a:ext>
            </a:extLst>
          </p:cNvPr>
          <p:cNvSpPr>
            <a:spLocks noGrp="1"/>
          </p:cNvSpPr>
          <p:nvPr>
            <p:ph type="title"/>
          </p:nvPr>
        </p:nvSpPr>
        <p:spPr/>
        <p:txBody>
          <a:bodyPr/>
          <a:lstStyle/>
          <a:p>
            <a:r>
              <a:rPr lang="de-DE" dirty="0"/>
              <a:t>Lab3: ADC HW3P3Z filter TCPWM data path</a:t>
            </a:r>
          </a:p>
        </p:txBody>
      </p:sp>
      <p:sp>
        <p:nvSpPr>
          <p:cNvPr id="4" name="Date Placeholder 3">
            <a:extLst>
              <a:ext uri="{FF2B5EF4-FFF2-40B4-BE49-F238E27FC236}">
                <a16:creationId xmlns:a16="http://schemas.microsoft.com/office/drawing/2014/main" id="{6A95AC48-4DDD-B20C-C825-3A93B52AB2B6}"/>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CD30F9EA-B1D2-18DE-570C-2B3C4EB269A2}"/>
              </a:ext>
            </a:extLst>
          </p:cNvPr>
          <p:cNvSpPr>
            <a:spLocks noGrp="1"/>
          </p:cNvSpPr>
          <p:nvPr>
            <p:ph type="ftr" sz="quarter" idx="15"/>
          </p:nvPr>
        </p:nvSpPr>
        <p:spPr/>
        <p:txBody>
          <a:bodyPr/>
          <a:lstStyle/>
          <a:p>
            <a:endParaRPr lang="en-US" dirty="0"/>
          </a:p>
        </p:txBody>
      </p:sp>
      <p:sp>
        <p:nvSpPr>
          <p:cNvPr id="7" name="TextBox 6">
            <a:extLst>
              <a:ext uri="{FF2B5EF4-FFF2-40B4-BE49-F238E27FC236}">
                <a16:creationId xmlns:a16="http://schemas.microsoft.com/office/drawing/2014/main" id="{A7DD920A-7E2E-5966-8F78-EA3F98C96DA0}"/>
              </a:ext>
            </a:extLst>
          </p:cNvPr>
          <p:cNvSpPr txBox="1"/>
          <p:nvPr/>
        </p:nvSpPr>
        <p:spPr bwMode="auto">
          <a:xfrm>
            <a:off x="236718" y="980728"/>
            <a:ext cx="8064896" cy="523220"/>
          </a:xfrm>
          <a:prstGeom prst="rect">
            <a:avLst/>
          </a:prstGeom>
          <a:noFill/>
          <a:ln w="9525">
            <a:noFill/>
            <a:miter lim="800000"/>
            <a:headEnd/>
            <a:tailEnd/>
          </a:ln>
          <a:effectLst/>
        </p:spPr>
        <p:txBody>
          <a:bodyPr wrap="square">
            <a:spAutoFit/>
          </a:bodyPr>
          <a:lstStyle/>
          <a:p>
            <a:r>
              <a:rPr lang="de-DE" dirty="0">
                <a:hlinkClick r:id="rId2"/>
              </a:rPr>
              <a:t>https://github.com/Infineon/mtb-example-ce243300-adc-hw3p3z-tcpwm-hw-path</a:t>
            </a:r>
            <a:endParaRPr lang="de-DE" dirty="0"/>
          </a:p>
          <a:p>
            <a:endParaRPr lang="de-DE" dirty="0"/>
          </a:p>
        </p:txBody>
      </p:sp>
      <p:sp>
        <p:nvSpPr>
          <p:cNvPr id="9" name="TextBox 8">
            <a:extLst>
              <a:ext uri="{FF2B5EF4-FFF2-40B4-BE49-F238E27FC236}">
                <a16:creationId xmlns:a16="http://schemas.microsoft.com/office/drawing/2014/main" id="{38B8F68E-FD6D-FF97-72A6-1A7C3C138405}"/>
              </a:ext>
            </a:extLst>
          </p:cNvPr>
          <p:cNvSpPr txBox="1"/>
          <p:nvPr/>
        </p:nvSpPr>
        <p:spPr bwMode="auto">
          <a:xfrm>
            <a:off x="233762" y="1386354"/>
            <a:ext cx="11233248" cy="1200329"/>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de-DE" dirty="0"/>
              <a:t>This code example demonstrates the capabilities of the PSOC™ Control C3M6 MCU to transfer data between ADC, HW3P3Z filter, and TCPWM without CPU intervention</a:t>
            </a:r>
          </a:p>
          <a:p>
            <a:pPr marL="285750" indent="-285750">
              <a:buClr>
                <a:srgbClr val="0A8276"/>
              </a:buClr>
              <a:buFont typeface="Symbol" panose="05050102010706020507" pitchFamily="18" charset="2"/>
              <a:buChar char="-"/>
            </a:pPr>
            <a:endParaRPr lang="de-DE" dirty="0"/>
          </a:p>
          <a:p>
            <a:pPr marL="285750" indent="-285750">
              <a:buClr>
                <a:srgbClr val="0A8276"/>
              </a:buClr>
              <a:buFont typeface="Symbol" panose="05050102010706020507" pitchFamily="18" charset="2"/>
              <a:buChar char="-"/>
            </a:pPr>
            <a:r>
              <a:rPr lang="de-DE" dirty="0">
                <a:solidFill>
                  <a:srgbClr val="000000"/>
                </a:solidFill>
                <a:latin typeface="Arial" panose="020B0604020202020204" pitchFamily="34" charset="0"/>
              </a:rPr>
              <a:t>Rotate the potentiometer on the EVAL and monitor LED brightness varying to see the datapath working</a:t>
            </a:r>
            <a:endParaRPr lang="de-DE" dirty="0"/>
          </a:p>
          <a:p>
            <a:endParaRPr lang="de-DE" sz="1600" dirty="0"/>
          </a:p>
        </p:txBody>
      </p:sp>
      <p:pic>
        <p:nvPicPr>
          <p:cNvPr id="6" name="Picture 5">
            <a:extLst>
              <a:ext uri="{FF2B5EF4-FFF2-40B4-BE49-F238E27FC236}">
                <a16:creationId xmlns:a16="http://schemas.microsoft.com/office/drawing/2014/main" id="{B19B8381-E5AC-CABF-E46C-A78204C11584}"/>
              </a:ext>
            </a:extLst>
          </p:cNvPr>
          <p:cNvPicPr>
            <a:picLocks noChangeAspect="1"/>
          </p:cNvPicPr>
          <p:nvPr/>
        </p:nvPicPr>
        <p:blipFill>
          <a:blip r:embed="rId3"/>
          <a:stretch>
            <a:fillRect/>
          </a:stretch>
        </p:blipFill>
        <p:spPr>
          <a:xfrm>
            <a:off x="5303912" y="2586683"/>
            <a:ext cx="6336704" cy="3267602"/>
          </a:xfrm>
          <a:prstGeom prst="rect">
            <a:avLst/>
          </a:prstGeom>
        </p:spPr>
      </p:pic>
      <p:pic>
        <p:nvPicPr>
          <p:cNvPr id="12" name="Picture 11">
            <a:extLst>
              <a:ext uri="{FF2B5EF4-FFF2-40B4-BE49-F238E27FC236}">
                <a16:creationId xmlns:a16="http://schemas.microsoft.com/office/drawing/2014/main" id="{9E0B1583-0A6E-9F94-A017-7D57FD60F59C}"/>
              </a:ext>
            </a:extLst>
          </p:cNvPr>
          <p:cNvPicPr>
            <a:picLocks noChangeAspect="1"/>
          </p:cNvPicPr>
          <p:nvPr/>
        </p:nvPicPr>
        <p:blipFill>
          <a:blip r:embed="rId4"/>
          <a:stretch>
            <a:fillRect/>
          </a:stretch>
        </p:blipFill>
        <p:spPr>
          <a:xfrm>
            <a:off x="233762" y="3374944"/>
            <a:ext cx="4247449" cy="832833"/>
          </a:xfrm>
          <a:prstGeom prst="rect">
            <a:avLst/>
          </a:prstGeom>
        </p:spPr>
      </p:pic>
      <p:sp>
        <p:nvSpPr>
          <p:cNvPr id="13" name="Arrow: Right 12">
            <a:extLst>
              <a:ext uri="{FF2B5EF4-FFF2-40B4-BE49-F238E27FC236}">
                <a16:creationId xmlns:a16="http://schemas.microsoft.com/office/drawing/2014/main" id="{71245EEF-A0F5-FD2D-D5B1-D53A560ACC6B}"/>
              </a:ext>
            </a:extLst>
          </p:cNvPr>
          <p:cNvSpPr/>
          <p:nvPr/>
        </p:nvSpPr>
        <p:spPr bwMode="auto">
          <a:xfrm>
            <a:off x="4405214" y="3574371"/>
            <a:ext cx="736680" cy="626294"/>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713826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AAC05-051B-8608-5F65-56DD655315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E2A8C3-6FF0-FA9B-CB99-A4A4A1E7DF54}"/>
              </a:ext>
            </a:extLst>
          </p:cNvPr>
          <p:cNvSpPr>
            <a:spLocks noGrp="1"/>
          </p:cNvSpPr>
          <p:nvPr>
            <p:ph type="title"/>
          </p:nvPr>
        </p:nvSpPr>
        <p:spPr/>
        <p:txBody>
          <a:bodyPr/>
          <a:lstStyle/>
          <a:p>
            <a:r>
              <a:rPr lang="de-DE" dirty="0"/>
              <a:t>Lab3: ADC HW3P3Z filter TCPWM data path</a:t>
            </a:r>
          </a:p>
        </p:txBody>
      </p:sp>
      <p:sp>
        <p:nvSpPr>
          <p:cNvPr id="4" name="Date Placeholder 3">
            <a:extLst>
              <a:ext uri="{FF2B5EF4-FFF2-40B4-BE49-F238E27FC236}">
                <a16:creationId xmlns:a16="http://schemas.microsoft.com/office/drawing/2014/main" id="{6BC4FE0C-0D18-0E9E-95AE-BBDFF2809C72}"/>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866A96CA-FC7A-E0A8-792B-BE434B6746C6}"/>
              </a:ext>
            </a:extLst>
          </p:cNvPr>
          <p:cNvSpPr>
            <a:spLocks noGrp="1"/>
          </p:cNvSpPr>
          <p:nvPr>
            <p:ph type="ftr" sz="quarter" idx="15"/>
          </p:nvPr>
        </p:nvSpPr>
        <p:spPr/>
        <p:txBody>
          <a:bodyPr/>
          <a:lstStyle/>
          <a:p>
            <a:endParaRPr lang="en-US" dirty="0"/>
          </a:p>
        </p:txBody>
      </p:sp>
      <p:pic>
        <p:nvPicPr>
          <p:cNvPr id="8" name="Picture 7">
            <a:extLst>
              <a:ext uri="{FF2B5EF4-FFF2-40B4-BE49-F238E27FC236}">
                <a16:creationId xmlns:a16="http://schemas.microsoft.com/office/drawing/2014/main" id="{B86CB23C-8C94-473D-C0E0-12904CBD1A3B}"/>
              </a:ext>
            </a:extLst>
          </p:cNvPr>
          <p:cNvPicPr>
            <a:picLocks noChangeAspect="1"/>
          </p:cNvPicPr>
          <p:nvPr/>
        </p:nvPicPr>
        <p:blipFill>
          <a:blip r:embed="rId2"/>
          <a:stretch>
            <a:fillRect/>
          </a:stretch>
        </p:blipFill>
        <p:spPr>
          <a:xfrm>
            <a:off x="7140252" y="1314636"/>
            <a:ext cx="4176464" cy="1596065"/>
          </a:xfrm>
          <a:prstGeom prst="rect">
            <a:avLst/>
          </a:prstGeom>
          <a:ln>
            <a:solidFill>
              <a:schemeClr val="tx1"/>
            </a:solidFill>
          </a:ln>
        </p:spPr>
      </p:pic>
      <p:pic>
        <p:nvPicPr>
          <p:cNvPr id="11" name="Picture 10">
            <a:extLst>
              <a:ext uri="{FF2B5EF4-FFF2-40B4-BE49-F238E27FC236}">
                <a16:creationId xmlns:a16="http://schemas.microsoft.com/office/drawing/2014/main" id="{74C7DF46-A133-EE5A-826C-13CA45FE27A8}"/>
              </a:ext>
            </a:extLst>
          </p:cNvPr>
          <p:cNvPicPr>
            <a:picLocks noChangeAspect="1"/>
          </p:cNvPicPr>
          <p:nvPr/>
        </p:nvPicPr>
        <p:blipFill>
          <a:blip r:embed="rId3"/>
          <a:stretch>
            <a:fillRect/>
          </a:stretch>
        </p:blipFill>
        <p:spPr>
          <a:xfrm>
            <a:off x="7320136" y="2301848"/>
            <a:ext cx="2285231" cy="1656178"/>
          </a:xfrm>
          <a:prstGeom prst="rect">
            <a:avLst/>
          </a:prstGeom>
          <a:ln>
            <a:solidFill>
              <a:schemeClr val="tx1"/>
            </a:solidFill>
          </a:ln>
        </p:spPr>
      </p:pic>
      <p:pic>
        <p:nvPicPr>
          <p:cNvPr id="13" name="Picture 12">
            <a:extLst>
              <a:ext uri="{FF2B5EF4-FFF2-40B4-BE49-F238E27FC236}">
                <a16:creationId xmlns:a16="http://schemas.microsoft.com/office/drawing/2014/main" id="{AB4E3DD5-01EB-85A5-A68D-A0823E51FC0A}"/>
              </a:ext>
            </a:extLst>
          </p:cNvPr>
          <p:cNvPicPr>
            <a:picLocks noChangeAspect="1"/>
          </p:cNvPicPr>
          <p:nvPr/>
        </p:nvPicPr>
        <p:blipFill>
          <a:blip r:embed="rId4"/>
          <a:stretch>
            <a:fillRect/>
          </a:stretch>
        </p:blipFill>
        <p:spPr>
          <a:xfrm>
            <a:off x="9068071" y="3199662"/>
            <a:ext cx="2596975" cy="3204117"/>
          </a:xfrm>
          <a:prstGeom prst="rect">
            <a:avLst/>
          </a:prstGeom>
          <a:ln>
            <a:solidFill>
              <a:schemeClr val="tx1"/>
            </a:solidFill>
          </a:ln>
        </p:spPr>
      </p:pic>
      <p:pic>
        <p:nvPicPr>
          <p:cNvPr id="15" name="Picture 14">
            <a:extLst>
              <a:ext uri="{FF2B5EF4-FFF2-40B4-BE49-F238E27FC236}">
                <a16:creationId xmlns:a16="http://schemas.microsoft.com/office/drawing/2014/main" id="{A1F77208-1C67-50C5-104A-F8E67D5A6CA6}"/>
              </a:ext>
            </a:extLst>
          </p:cNvPr>
          <p:cNvPicPr>
            <a:picLocks noChangeAspect="1"/>
          </p:cNvPicPr>
          <p:nvPr/>
        </p:nvPicPr>
        <p:blipFill>
          <a:blip r:embed="rId5"/>
          <a:stretch>
            <a:fillRect/>
          </a:stretch>
        </p:blipFill>
        <p:spPr>
          <a:xfrm>
            <a:off x="428379" y="1412776"/>
            <a:ext cx="5400600" cy="2700300"/>
          </a:xfrm>
          <a:prstGeom prst="rect">
            <a:avLst/>
          </a:prstGeom>
          <a:ln>
            <a:solidFill>
              <a:schemeClr val="tx1"/>
            </a:solidFill>
          </a:ln>
        </p:spPr>
      </p:pic>
      <p:sp>
        <p:nvSpPr>
          <p:cNvPr id="16" name="Rectangle 15">
            <a:extLst>
              <a:ext uri="{FF2B5EF4-FFF2-40B4-BE49-F238E27FC236}">
                <a16:creationId xmlns:a16="http://schemas.microsoft.com/office/drawing/2014/main" id="{20159401-CAFF-2C4E-61F4-42B238079E95}"/>
              </a:ext>
            </a:extLst>
          </p:cNvPr>
          <p:cNvSpPr/>
          <p:nvPr/>
        </p:nvSpPr>
        <p:spPr bwMode="auto">
          <a:xfrm>
            <a:off x="3612313" y="2911884"/>
            <a:ext cx="1961059" cy="216024"/>
          </a:xfrm>
          <a:prstGeom prst="rect">
            <a:avLst/>
          </a:prstGeom>
          <a:noFill/>
          <a:ln w="28575">
            <a:solidFill>
              <a:schemeClr val="accent3"/>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18" name="Rectangle 17">
            <a:extLst>
              <a:ext uri="{FF2B5EF4-FFF2-40B4-BE49-F238E27FC236}">
                <a16:creationId xmlns:a16="http://schemas.microsoft.com/office/drawing/2014/main" id="{FD576D68-E544-3B3B-2F7A-D23F33FCDEF0}"/>
              </a:ext>
            </a:extLst>
          </p:cNvPr>
          <p:cNvSpPr/>
          <p:nvPr/>
        </p:nvSpPr>
        <p:spPr bwMode="auto">
          <a:xfrm>
            <a:off x="7140252" y="3199662"/>
            <a:ext cx="1759373" cy="229337"/>
          </a:xfrm>
          <a:prstGeom prst="rect">
            <a:avLst/>
          </a:prstGeom>
          <a:noFill/>
          <a:ln w="28575">
            <a:solidFill>
              <a:schemeClr val="accent3"/>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
        <p:nvSpPr>
          <p:cNvPr id="20" name="TextBox 19">
            <a:extLst>
              <a:ext uri="{FF2B5EF4-FFF2-40B4-BE49-F238E27FC236}">
                <a16:creationId xmlns:a16="http://schemas.microsoft.com/office/drawing/2014/main" id="{8B1FA36C-E290-2C7A-C7FE-E82CBB06FB10}"/>
              </a:ext>
            </a:extLst>
          </p:cNvPr>
          <p:cNvSpPr txBox="1"/>
          <p:nvPr/>
        </p:nvSpPr>
        <p:spPr bwMode="auto">
          <a:xfrm>
            <a:off x="447876" y="1006859"/>
            <a:ext cx="2767804" cy="307777"/>
          </a:xfrm>
          <a:prstGeom prst="rect">
            <a:avLst/>
          </a:prstGeom>
          <a:noFill/>
          <a:ln w="9525">
            <a:noFill/>
            <a:miter lim="800000"/>
            <a:headEnd/>
            <a:tailEnd/>
          </a:ln>
          <a:effectLst/>
        </p:spPr>
        <p:txBody>
          <a:bodyPr wrap="square">
            <a:spAutoFit/>
          </a:bodyPr>
          <a:lstStyle/>
          <a:p>
            <a:r>
              <a:rPr lang="de-DE" dirty="0">
                <a:solidFill>
                  <a:srgbClr val="000000"/>
                </a:solidFill>
                <a:latin typeface="Arial" panose="020B0604020202020204" pitchFamily="34" charset="0"/>
              </a:rPr>
              <a:t>TCPWM configuration </a:t>
            </a:r>
            <a:endParaRPr lang="de-DE" dirty="0"/>
          </a:p>
        </p:txBody>
      </p:sp>
      <p:sp>
        <p:nvSpPr>
          <p:cNvPr id="22" name="TextBox 21">
            <a:extLst>
              <a:ext uri="{FF2B5EF4-FFF2-40B4-BE49-F238E27FC236}">
                <a16:creationId xmlns:a16="http://schemas.microsoft.com/office/drawing/2014/main" id="{A9EC21E4-6BAA-2C3E-9AFF-B0C9C47FBC06}"/>
              </a:ext>
            </a:extLst>
          </p:cNvPr>
          <p:cNvSpPr txBox="1"/>
          <p:nvPr/>
        </p:nvSpPr>
        <p:spPr bwMode="auto">
          <a:xfrm>
            <a:off x="7078849" y="999956"/>
            <a:ext cx="2767804" cy="307777"/>
          </a:xfrm>
          <a:prstGeom prst="rect">
            <a:avLst/>
          </a:prstGeom>
          <a:noFill/>
          <a:ln w="9525">
            <a:noFill/>
            <a:miter lim="800000"/>
            <a:headEnd/>
            <a:tailEnd/>
          </a:ln>
          <a:effectLst/>
        </p:spPr>
        <p:txBody>
          <a:bodyPr wrap="square">
            <a:spAutoFit/>
          </a:bodyPr>
          <a:lstStyle/>
          <a:p>
            <a:r>
              <a:rPr lang="de-DE" dirty="0">
                <a:solidFill>
                  <a:srgbClr val="000000"/>
                </a:solidFill>
                <a:latin typeface="Arial" panose="020B0604020202020204" pitchFamily="34" charset="0"/>
              </a:rPr>
              <a:t>HPPASS configuration </a:t>
            </a:r>
            <a:endParaRPr lang="de-DE" dirty="0"/>
          </a:p>
        </p:txBody>
      </p:sp>
      <p:pic>
        <p:nvPicPr>
          <p:cNvPr id="24" name="Picture 23">
            <a:extLst>
              <a:ext uri="{FF2B5EF4-FFF2-40B4-BE49-F238E27FC236}">
                <a16:creationId xmlns:a16="http://schemas.microsoft.com/office/drawing/2014/main" id="{DE732408-74A9-3BFF-F625-EC2E3CA43310}"/>
              </a:ext>
            </a:extLst>
          </p:cNvPr>
          <p:cNvPicPr>
            <a:picLocks noChangeAspect="1"/>
          </p:cNvPicPr>
          <p:nvPr/>
        </p:nvPicPr>
        <p:blipFill>
          <a:blip r:embed="rId6"/>
          <a:stretch>
            <a:fillRect/>
          </a:stretch>
        </p:blipFill>
        <p:spPr>
          <a:xfrm>
            <a:off x="3691700" y="4366387"/>
            <a:ext cx="3520691" cy="1939131"/>
          </a:xfrm>
          <a:prstGeom prst="rect">
            <a:avLst/>
          </a:prstGeom>
          <a:ln>
            <a:solidFill>
              <a:schemeClr val="tx1"/>
            </a:solidFill>
          </a:ln>
        </p:spPr>
      </p:pic>
      <p:sp>
        <p:nvSpPr>
          <p:cNvPr id="26" name="TextBox 25">
            <a:extLst>
              <a:ext uri="{FF2B5EF4-FFF2-40B4-BE49-F238E27FC236}">
                <a16:creationId xmlns:a16="http://schemas.microsoft.com/office/drawing/2014/main" id="{15B54396-09AE-2B66-1BE3-DC8A41E9E8FE}"/>
              </a:ext>
            </a:extLst>
          </p:cNvPr>
          <p:cNvSpPr txBox="1"/>
          <p:nvPr/>
        </p:nvSpPr>
        <p:spPr bwMode="auto">
          <a:xfrm>
            <a:off x="526954" y="5291335"/>
            <a:ext cx="6105524" cy="307777"/>
          </a:xfrm>
          <a:prstGeom prst="rect">
            <a:avLst/>
          </a:prstGeom>
          <a:noFill/>
          <a:ln w="9525">
            <a:noFill/>
            <a:miter lim="800000"/>
            <a:headEnd/>
            <a:tailEnd/>
          </a:ln>
          <a:effectLst/>
        </p:spPr>
        <p:txBody>
          <a:bodyPr wrap="square">
            <a:spAutoFit/>
          </a:bodyPr>
          <a:lstStyle/>
          <a:p>
            <a:r>
              <a:rPr lang="de-DE" sz="1400" dirty="0">
                <a:solidFill>
                  <a:srgbClr val="000000"/>
                </a:solidFill>
                <a:latin typeface="Arial" panose="020B0604020202020204" pitchFamily="34" charset="0"/>
              </a:rPr>
              <a:t>3P3Z filter Datapath</a:t>
            </a:r>
            <a:endParaRPr lang="de-DE" dirty="0"/>
          </a:p>
        </p:txBody>
      </p:sp>
    </p:spTree>
    <p:extLst>
      <p:ext uri="{BB962C8B-B14F-4D97-AF65-F5344CB8AC3E}">
        <p14:creationId xmlns:p14="http://schemas.microsoft.com/office/powerpoint/2010/main" val="24751815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2134800"/>
            <a:ext cx="9723040" cy="683369"/>
          </a:xfrm>
        </p:spPr>
        <p:txBody>
          <a:bodyPr/>
          <a:lstStyle/>
          <a:p>
            <a:r>
              <a:rPr lang="de-DE" dirty="0"/>
              <a:t>Session:</a:t>
            </a:r>
            <a:br>
              <a:rPr lang="de-DE" dirty="0"/>
            </a:br>
            <a:r>
              <a:rPr lang="de-DE" dirty="0"/>
              <a:t>Real time control subsystem -TCPWM </a:t>
            </a:r>
            <a:endParaRPr dirty="0"/>
          </a:p>
        </p:txBody>
      </p:sp>
      <p:sp>
        <p:nvSpPr>
          <p:cNvPr id="4" name="Footer Placeholder 3">
            <a:extLst>
              <a:ext uri="{FF2B5EF4-FFF2-40B4-BE49-F238E27FC236}">
                <a16:creationId xmlns:a16="http://schemas.microsoft.com/office/drawing/2014/main" id="{BE02C87E-4BCB-A703-E234-691F23A736C7}"/>
              </a:ext>
            </a:extLst>
          </p:cNvPr>
          <p:cNvSpPr>
            <a:spLocks noGrp="1"/>
          </p:cNvSpPr>
          <p:nvPr>
            <p:ph type="ftr" sz="quarter" idx="11"/>
          </p:nvPr>
        </p:nvSpPr>
        <p:spPr/>
        <p:txBody>
          <a:bodyPr/>
          <a:lstStyle/>
          <a:p>
            <a:r>
              <a:rPr lang="en-US"/>
              <a:t>Sep 2026</a:t>
            </a:r>
            <a:endParaRPr lang="en-US" dirty="0"/>
          </a:p>
        </p:txBody>
      </p:sp>
      <p:sp>
        <p:nvSpPr>
          <p:cNvPr id="5" name="TextBox 4">
            <a:extLst>
              <a:ext uri="{FF2B5EF4-FFF2-40B4-BE49-F238E27FC236}">
                <a16:creationId xmlns:a16="http://schemas.microsoft.com/office/drawing/2014/main" id="{92CEE48C-F8EB-E194-58C3-6F41FBC53764}"/>
              </a:ext>
            </a:extLst>
          </p:cNvPr>
          <p:cNvSpPr txBox="1"/>
          <p:nvPr/>
        </p:nvSpPr>
        <p:spPr bwMode="auto">
          <a:xfrm>
            <a:off x="335360" y="2996952"/>
            <a:ext cx="5818509" cy="1231106"/>
          </a:xfrm>
          <a:prstGeom prst="rect">
            <a:avLst/>
          </a:prstGeom>
          <a:noFill/>
          <a:ln w="9525">
            <a:noFill/>
            <a:miter lim="800000"/>
            <a:headEnd/>
            <a:tailEnd/>
          </a:ln>
          <a:effectLst/>
        </p:spPr>
        <p:txBody>
          <a:bodyPr wrap="square">
            <a:spAutoFit/>
          </a:bodyPr>
          <a:lstStyle/>
          <a:p>
            <a:pPr marL="342900" indent="-342900">
              <a:buFont typeface="Symbol" panose="05050102010706020507" pitchFamily="18" charset="2"/>
              <a:buChar char="-"/>
            </a:pPr>
            <a:r>
              <a:rPr lang="de-DE" sz="2000" b="1" dirty="0">
                <a:solidFill>
                  <a:srgbClr val="0A8276"/>
                </a:solidFill>
              </a:rPr>
              <a:t>TCPWM</a:t>
            </a:r>
          </a:p>
          <a:p>
            <a:pPr marL="342900" indent="-342900">
              <a:buFont typeface="Symbol" panose="05050102010706020507" pitchFamily="18" charset="2"/>
              <a:buChar char="-"/>
            </a:pPr>
            <a:r>
              <a:rPr lang="de-DE" sz="2000" b="1" dirty="0">
                <a:solidFill>
                  <a:srgbClr val="0A8276"/>
                </a:solidFill>
              </a:rPr>
              <a:t>MOTIF</a:t>
            </a:r>
          </a:p>
          <a:p>
            <a:pPr marL="342900" indent="-342900">
              <a:buFont typeface="Symbol" panose="05050102010706020507" pitchFamily="18" charset="2"/>
              <a:buChar char="-"/>
            </a:pPr>
            <a:r>
              <a:rPr lang="de-DE" sz="2000" b="1" dirty="0">
                <a:solidFill>
                  <a:srgbClr val="0A8276"/>
                </a:solidFill>
              </a:rPr>
              <a:t>HRPWM</a:t>
            </a:r>
            <a:br>
              <a:rPr lang="de-DE" sz="2000" b="1" dirty="0">
                <a:solidFill>
                  <a:srgbClr val="0A8276"/>
                </a:solidFill>
              </a:rPr>
            </a:br>
            <a:endParaRPr lang="de-DE" b="1" dirty="0">
              <a:solidFill>
                <a:srgbClr val="0A8276"/>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TCPWM – Overview</a:t>
            </a:r>
          </a:p>
        </p:txBody>
      </p:sp>
      <p:sp>
        <p:nvSpPr>
          <p:cNvPr id="3" name="Rectangle 2"/>
          <p:cNvSpPr/>
          <p:nvPr/>
        </p:nvSpPr>
        <p:spPr>
          <a:xfrm>
            <a:off x="338328" y="4462272"/>
            <a:ext cx="5577840" cy="384048"/>
          </a:xfrm>
          <a:prstGeom prst="rect">
            <a:avLst/>
          </a:prstGeom>
          <a:solidFill>
            <a:schemeClr val="tx2"/>
          </a:solidFill>
          <a:ln w="9525">
            <a:noFill/>
            <a:miter lim="800000"/>
            <a:headEnd/>
            <a:tailEnd/>
          </a:ln>
        </p:spPr>
        <p:txBody>
          <a:bodyPr wrap="square" lIns="72000" tIns="72000" rIns="72000" bIns="72000" rtlCol="0" anchor="ctr"/>
          <a:lstStyle/>
          <a:p>
            <a:pPr defTabSz="576000" eaLnBrk="0" hangingPunct="0">
              <a:lnSpc>
                <a:spcPct val="120000"/>
              </a:lnSpc>
            </a:pPr>
            <a:r>
              <a:rPr sz="1800" b="1">
                <a:solidFill>
                  <a:srgbClr val="FFFFFF"/>
                </a:solidFill>
                <a:latin typeface="Arial"/>
                <a:cs typeface="Arial"/>
              </a:rPr>
              <a:t>Features</a:t>
            </a:r>
          </a:p>
        </p:txBody>
      </p:sp>
      <p:sp>
        <p:nvSpPr>
          <p:cNvPr id="4" name="Rectangle 3"/>
          <p:cNvSpPr/>
          <p:nvPr/>
        </p:nvSpPr>
        <p:spPr>
          <a:xfrm>
            <a:off x="6263640" y="4462272"/>
            <a:ext cx="5577840" cy="384048"/>
          </a:xfrm>
          <a:prstGeom prst="rect">
            <a:avLst/>
          </a:prstGeom>
          <a:solidFill>
            <a:schemeClr val="tx2"/>
          </a:solidFill>
          <a:ln w="9525">
            <a:noFill/>
            <a:miter lim="800000"/>
            <a:headEnd/>
            <a:tailEnd/>
          </a:ln>
        </p:spPr>
        <p:txBody>
          <a:bodyPr wrap="square" lIns="72000" tIns="72000" rIns="72000" bIns="72000" rtlCol="0" anchor="ctr"/>
          <a:lstStyle/>
          <a:p>
            <a:pPr defTabSz="576000" eaLnBrk="0" hangingPunct="0">
              <a:lnSpc>
                <a:spcPct val="120000"/>
              </a:lnSpc>
            </a:pPr>
            <a:r>
              <a:rPr sz="1800" b="1">
                <a:solidFill>
                  <a:srgbClr val="FFFFFF"/>
                </a:solidFill>
                <a:latin typeface="Arial"/>
                <a:cs typeface="Arial"/>
              </a:rPr>
              <a:t>Benefits</a:t>
            </a:r>
          </a:p>
        </p:txBody>
      </p:sp>
      <p:sp>
        <p:nvSpPr>
          <p:cNvPr id="5" name="TextBox 4"/>
          <p:cNvSpPr txBox="1"/>
          <p:nvPr/>
        </p:nvSpPr>
        <p:spPr>
          <a:xfrm>
            <a:off x="338328" y="4882896"/>
            <a:ext cx="5577840" cy="1384995"/>
          </a:xfrm>
          <a:prstGeom prst="rect">
            <a:avLst/>
          </a:prstGeom>
          <a:noFill/>
        </p:spPr>
        <p:txBody>
          <a:bodyPr wrap="square" anchor="t">
            <a:spAutoFit/>
          </a:bodyPr>
          <a:lstStyle/>
          <a:p>
            <a:pPr marL="171450" indent="-171450">
              <a:buClr>
                <a:srgbClr val="0A8276"/>
              </a:buClr>
              <a:buFont typeface="Symbol" panose="05050102010706020507" pitchFamily="18" charset="2"/>
              <a:buChar char="-"/>
              <a:defRPr sz="900"/>
            </a:pPr>
            <a:r>
              <a:rPr sz="1200" dirty="0">
                <a:latin typeface="+mn-lt"/>
              </a:rPr>
              <a:t>16× 16-bit and 8× 32-bit timer, counter, and PWM instances on PSC3M/P6</a:t>
            </a:r>
          </a:p>
          <a:p>
            <a:pPr marL="171450" indent="-171450">
              <a:buClr>
                <a:srgbClr val="0A8276"/>
              </a:buClr>
              <a:buFont typeface="Symbol" panose="05050102010706020507" pitchFamily="18" charset="2"/>
              <a:buChar char="-"/>
              <a:defRPr sz="900"/>
            </a:pPr>
            <a:r>
              <a:rPr sz="1200" dirty="0">
                <a:latin typeface="+mn-lt"/>
              </a:rPr>
              <a:t>Multi-phase PWM generation with a flexible timer structure</a:t>
            </a:r>
          </a:p>
          <a:p>
            <a:pPr marL="171450" indent="-171450">
              <a:buClr>
                <a:srgbClr val="0A8276"/>
              </a:buClr>
              <a:buFont typeface="Symbol" panose="05050102010706020507" pitchFamily="18" charset="2"/>
              <a:buChar char="-"/>
              <a:defRPr sz="900"/>
            </a:pPr>
            <a:r>
              <a:rPr sz="1200" dirty="0">
                <a:latin typeface="+mn-lt"/>
              </a:rPr>
              <a:t>High-resolution PWM (HRPWM) with typical resolution &lt; 100 </a:t>
            </a:r>
            <a:r>
              <a:rPr sz="1200" dirty="0" err="1">
                <a:latin typeface="+mn-lt"/>
              </a:rPr>
              <a:t>ps</a:t>
            </a:r>
            <a:endParaRPr sz="1200" dirty="0">
              <a:latin typeface="+mn-lt"/>
            </a:endParaRPr>
          </a:p>
          <a:p>
            <a:pPr marL="171450" indent="-171450">
              <a:buClr>
                <a:srgbClr val="0A8276"/>
              </a:buClr>
              <a:buFont typeface="Symbol" panose="05050102010706020507" pitchFamily="18" charset="2"/>
              <a:buChar char="-"/>
              <a:defRPr sz="900"/>
            </a:pPr>
            <a:r>
              <a:rPr sz="1200" dirty="0">
                <a:latin typeface="+mn-lt"/>
              </a:rPr>
              <a:t>2× Motion Interface (MOTIF): quadrature decoder, Hall sensor, multi-channel</a:t>
            </a:r>
          </a:p>
          <a:p>
            <a:pPr marL="171450" indent="-171450">
              <a:buClr>
                <a:srgbClr val="0A8276"/>
              </a:buClr>
              <a:buFont typeface="Symbol" panose="05050102010706020507" pitchFamily="18" charset="2"/>
              <a:buChar char="-"/>
              <a:defRPr sz="900"/>
            </a:pPr>
            <a:r>
              <a:rPr sz="1200" dirty="0">
                <a:latin typeface="+mn-lt"/>
              </a:rPr>
              <a:t>Glitch filter and advanced dithering functions</a:t>
            </a:r>
          </a:p>
          <a:p>
            <a:pPr marL="171450" indent="-171450">
              <a:buClr>
                <a:srgbClr val="0A8276"/>
              </a:buClr>
              <a:buFont typeface="Symbol" panose="05050102010706020507" pitchFamily="18" charset="2"/>
              <a:buChar char="-"/>
              <a:defRPr sz="900"/>
            </a:pPr>
            <a:r>
              <a:rPr sz="1200" dirty="0">
                <a:latin typeface="+mn-lt"/>
              </a:rPr>
              <a:t>KILL input forces PWM outputs to a safe state</a:t>
            </a:r>
          </a:p>
          <a:p>
            <a:pPr marL="171450" indent="-171450">
              <a:buClr>
                <a:srgbClr val="0A8276"/>
              </a:buClr>
              <a:buFont typeface="Symbol" panose="05050102010706020507" pitchFamily="18" charset="2"/>
              <a:buChar char="-"/>
              <a:defRPr sz="900"/>
            </a:pPr>
            <a:r>
              <a:rPr sz="1200" dirty="0">
                <a:latin typeface="+mn-lt"/>
              </a:rPr>
              <a:t>Programmable dead-time complementary outputs</a:t>
            </a:r>
          </a:p>
        </p:txBody>
      </p:sp>
      <p:sp>
        <p:nvSpPr>
          <p:cNvPr id="6" name="TextBox 5"/>
          <p:cNvSpPr txBox="1"/>
          <p:nvPr/>
        </p:nvSpPr>
        <p:spPr>
          <a:xfrm>
            <a:off x="6263640" y="4882896"/>
            <a:ext cx="5577840" cy="1200329"/>
          </a:xfrm>
          <a:prstGeom prst="rect">
            <a:avLst/>
          </a:prstGeom>
          <a:noFill/>
        </p:spPr>
        <p:txBody>
          <a:bodyPr wrap="square" anchor="t">
            <a:spAutoFit/>
          </a:bodyPr>
          <a:lstStyle/>
          <a:p>
            <a:pPr marL="171450" indent="-171450">
              <a:buClr>
                <a:srgbClr val="0A8276"/>
              </a:buClr>
              <a:buFont typeface="Symbol" panose="05050102010706020507" pitchFamily="18" charset="2"/>
              <a:buChar char="-"/>
              <a:defRPr sz="900"/>
            </a:pPr>
            <a:r>
              <a:rPr sz="1200" dirty="0">
                <a:latin typeface="+mn-lt"/>
              </a:rPr>
              <a:t>Flexible PWM for many motor and power-control topologies</a:t>
            </a:r>
          </a:p>
          <a:p>
            <a:pPr marL="171450" indent="-171450">
              <a:buClr>
                <a:srgbClr val="0A8276"/>
              </a:buClr>
              <a:buFont typeface="Symbol" panose="05050102010706020507" pitchFamily="18" charset="2"/>
              <a:buChar char="-"/>
              <a:defRPr sz="900"/>
            </a:pPr>
            <a:r>
              <a:rPr sz="1200" dirty="0">
                <a:latin typeface="+mn-lt"/>
              </a:rPr>
              <a:t>Hardware states for </a:t>
            </a:r>
            <a:r>
              <a:rPr sz="1200" dirty="0" err="1">
                <a:latin typeface="+mn-lt"/>
              </a:rPr>
              <a:t>sensored</a:t>
            </a:r>
            <a:r>
              <a:rPr sz="1200" dirty="0">
                <a:latin typeface="+mn-lt"/>
              </a:rPr>
              <a:t> BLDC control via MOTIF</a:t>
            </a:r>
          </a:p>
          <a:p>
            <a:pPr marL="171450" indent="-171450">
              <a:buClr>
                <a:srgbClr val="0A8276"/>
              </a:buClr>
              <a:buFont typeface="Symbol" panose="05050102010706020507" pitchFamily="18" charset="2"/>
              <a:buChar char="-"/>
              <a:defRPr sz="900"/>
            </a:pPr>
            <a:r>
              <a:rPr sz="1200" dirty="0">
                <a:latin typeface="+mn-lt"/>
              </a:rPr>
              <a:t>&lt;100 </a:t>
            </a:r>
            <a:r>
              <a:rPr sz="1200" dirty="0" err="1">
                <a:latin typeface="+mn-lt"/>
              </a:rPr>
              <a:t>ps</a:t>
            </a:r>
            <a:r>
              <a:rPr sz="1200" dirty="0">
                <a:latin typeface="+mn-lt"/>
              </a:rPr>
              <a:t> resolution enables clean waveforms and high </a:t>
            </a:r>
            <a:r>
              <a:rPr sz="1200" dirty="0" err="1">
                <a:latin typeface="+mn-lt"/>
              </a:rPr>
              <a:t>fsw</a:t>
            </a:r>
            <a:r>
              <a:rPr sz="1200" dirty="0">
                <a:latin typeface="+mn-lt"/>
              </a:rPr>
              <a:t> scalability</a:t>
            </a:r>
          </a:p>
          <a:p>
            <a:pPr marL="171450" indent="-171450">
              <a:buClr>
                <a:srgbClr val="0A8276"/>
              </a:buClr>
              <a:buFont typeface="Symbol" panose="05050102010706020507" pitchFamily="18" charset="2"/>
              <a:buChar char="-"/>
              <a:defRPr sz="900"/>
            </a:pPr>
            <a:r>
              <a:rPr sz="1200" dirty="0">
                <a:latin typeface="+mn-lt"/>
              </a:rPr>
              <a:t>Hardware glitch filter reduces input noise and software effort</a:t>
            </a:r>
          </a:p>
          <a:p>
            <a:pPr marL="171450" indent="-171450">
              <a:buClr>
                <a:srgbClr val="0A8276"/>
              </a:buClr>
              <a:buFont typeface="Symbol" panose="05050102010706020507" pitchFamily="18" charset="2"/>
              <a:buChar char="-"/>
              <a:defRPr sz="900"/>
            </a:pPr>
            <a:r>
              <a:rPr sz="1200" dirty="0">
                <a:latin typeface="+mn-lt"/>
              </a:rPr>
              <a:t>Dithering minimizes EMI/EMC impact</a:t>
            </a:r>
          </a:p>
          <a:p>
            <a:pPr marL="171450" indent="-171450">
              <a:buClr>
                <a:srgbClr val="0A8276"/>
              </a:buClr>
              <a:buFont typeface="Symbol" panose="05050102010706020507" pitchFamily="18" charset="2"/>
              <a:buChar char="-"/>
              <a:defRPr sz="900"/>
            </a:pPr>
            <a:r>
              <a:rPr sz="1200" dirty="0">
                <a:latin typeface="+mn-lt"/>
              </a:rPr>
              <a:t>Immediate hardware KILL protects FETs without CPU intervention</a:t>
            </a:r>
          </a:p>
        </p:txBody>
      </p:sp>
      <p:pic>
        <p:nvPicPr>
          <p:cNvPr id="7" name="Datasheet block diagram" descr="blockdiagram.png"/>
          <p:cNvPicPr>
            <a:picLocks noChangeAspect="1"/>
          </p:cNvPicPr>
          <p:nvPr/>
        </p:nvPicPr>
        <p:blipFill>
          <a:blip r:embed="rId3"/>
          <a:stretch>
            <a:fillRect/>
          </a:stretch>
        </p:blipFill>
        <p:spPr>
          <a:xfrm>
            <a:off x="3363696" y="932688"/>
            <a:ext cx="5612624" cy="3334232"/>
          </a:xfrm>
          <a:prstGeom prst="rect">
            <a:avLst/>
          </a:prstGeom>
        </p:spPr>
      </p:pic>
      <p:sp>
        <p:nvSpPr>
          <p:cNvPr id="8" name="Topic highlight"/>
          <p:cNvSpPr/>
          <p:nvPr/>
        </p:nvSpPr>
        <p:spPr>
          <a:xfrm>
            <a:off x="7392144" y="2087846"/>
            <a:ext cx="432048" cy="1487805"/>
          </a:xfrm>
          <a:prstGeom prst="rect">
            <a:avLst/>
          </a:prstGeom>
          <a:noFill/>
          <a:ln w="31750">
            <a:solidFill>
              <a:srgbClr val="F9741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TCPWM – timer / counter / PWM</a:t>
            </a:r>
          </a:p>
        </p:txBody>
      </p:sp>
      <p:sp>
        <p:nvSpPr>
          <p:cNvPr id="4" name="TextBox 3"/>
          <p:cNvSpPr txBox="1"/>
          <p:nvPr/>
        </p:nvSpPr>
        <p:spPr>
          <a:xfrm>
            <a:off x="7222166" y="1280160"/>
            <a:ext cx="4665034" cy="3518912"/>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dirty="0"/>
              <a:t>3 counter groups on </a:t>
            </a:r>
            <a:r>
              <a:rPr lang="en-US" dirty="0"/>
              <a:t>M5–16-bit </a:t>
            </a:r>
            <a:r>
              <a:rPr dirty="0"/>
              <a:t>×2 + 32-bit ×1</a:t>
            </a:r>
            <a:r>
              <a:rPr lang="de-DE" dirty="0"/>
              <a:t>- total 20 counters </a:t>
            </a:r>
            <a:endParaRPr dirty="0"/>
          </a:p>
          <a:p>
            <a:pPr marL="285750" lvl="0" indent="-285750">
              <a:lnSpc>
                <a:spcPct val="100000"/>
              </a:lnSpc>
              <a:spcBef>
                <a:spcPts val="400"/>
              </a:spcBef>
              <a:buClr>
                <a:srgbClr val="0A8276"/>
              </a:buClr>
              <a:buSzPct val="90000"/>
              <a:buFont typeface="Symbol" panose="05050102010706020507" pitchFamily="18" charset="2"/>
              <a:buChar char="-"/>
            </a:pPr>
            <a:r>
              <a:rPr dirty="0"/>
              <a:t>3 counter groups on </a:t>
            </a:r>
            <a:r>
              <a:rPr lang="en-US" b="1" dirty="0"/>
              <a:t>M6–16-bit </a:t>
            </a:r>
            <a:r>
              <a:rPr b="1" dirty="0"/>
              <a:t>×2 + 32-bit ×1 (double </a:t>
            </a:r>
            <a:r>
              <a:rPr lang="de-DE" b="1" dirty="0"/>
              <a:t> counterd on </a:t>
            </a:r>
            <a:r>
              <a:rPr b="1" dirty="0"/>
              <a:t>the 32-bit)</a:t>
            </a:r>
            <a:r>
              <a:rPr lang="de-DE" b="1" dirty="0"/>
              <a:t>- total 24 counters</a:t>
            </a:r>
            <a:endParaRPr b="1" dirty="0"/>
          </a:p>
          <a:p>
            <a:pPr marL="285750" lvl="0" indent="-285750">
              <a:lnSpc>
                <a:spcPct val="100000"/>
              </a:lnSpc>
              <a:spcBef>
                <a:spcPts val="400"/>
              </a:spcBef>
              <a:buClr>
                <a:srgbClr val="0A8276"/>
              </a:buClr>
              <a:buSzPct val="90000"/>
              <a:buFont typeface="Symbol" panose="05050102010706020507" pitchFamily="18" charset="2"/>
              <a:buChar char="-"/>
            </a:pPr>
            <a:r>
              <a:rPr dirty="0"/>
              <a:t>Modes</a:t>
            </a:r>
            <a:r>
              <a:rPr lang="en-US" dirty="0"/>
              <a:t>:</a:t>
            </a:r>
            <a:r>
              <a:rPr dirty="0"/>
              <a:t> Timer, Counter, Capture, PWM (edge/center/</a:t>
            </a:r>
            <a:r>
              <a:rPr dirty="0" err="1"/>
              <a:t>asym</a:t>
            </a:r>
            <a:r>
              <a:rPr dirty="0"/>
              <a:t>/pseudo-random)</a:t>
            </a:r>
          </a:p>
          <a:p>
            <a:pPr marL="285750" lvl="0" indent="-285750">
              <a:lnSpc>
                <a:spcPct val="100000"/>
              </a:lnSpc>
              <a:spcBef>
                <a:spcPts val="400"/>
              </a:spcBef>
              <a:buClr>
                <a:srgbClr val="0A8276"/>
              </a:buClr>
              <a:buSzPct val="90000"/>
              <a:buFont typeface="Symbol" panose="05050102010706020507" pitchFamily="18" charset="2"/>
              <a:buChar char="-"/>
            </a:pPr>
            <a:r>
              <a:rPr dirty="0"/>
              <a:t>Shadow update</a:t>
            </a:r>
            <a:r>
              <a:rPr lang="en-US" dirty="0"/>
              <a:t>:</a:t>
            </a:r>
            <a:r>
              <a:rPr dirty="0"/>
              <a:t> duty, period, dead-time, dithering</a:t>
            </a:r>
          </a:p>
          <a:p>
            <a:pPr marL="285750" lvl="0" indent="-285750">
              <a:lnSpc>
                <a:spcPct val="100000"/>
              </a:lnSpc>
              <a:spcBef>
                <a:spcPts val="400"/>
              </a:spcBef>
              <a:buClr>
                <a:srgbClr val="0A8276"/>
              </a:buClr>
              <a:buSzPct val="90000"/>
              <a:buFont typeface="Symbol" panose="05050102010706020507" pitchFamily="18" charset="2"/>
              <a:buChar char="-"/>
            </a:pPr>
            <a:r>
              <a:rPr dirty="0"/>
              <a:t>Comparator-based kill (immediate or synchronous)</a:t>
            </a:r>
          </a:p>
          <a:p>
            <a:pPr marL="285750" lvl="0" indent="-285750">
              <a:lnSpc>
                <a:spcPct val="100000"/>
              </a:lnSpc>
              <a:spcBef>
                <a:spcPts val="400"/>
              </a:spcBef>
              <a:buClr>
                <a:srgbClr val="0A8276"/>
              </a:buClr>
              <a:buSzPct val="90000"/>
              <a:buFont typeface="Symbol" panose="05050102010706020507" pitchFamily="18" charset="2"/>
              <a:buChar char="-"/>
            </a:pPr>
            <a:r>
              <a:rPr dirty="0"/>
              <a:t>21 trigger input sources per counter</a:t>
            </a:r>
          </a:p>
          <a:p>
            <a:pPr marL="285750" lvl="0" indent="-285750">
              <a:lnSpc>
                <a:spcPct val="100000"/>
              </a:lnSpc>
              <a:spcBef>
                <a:spcPts val="400"/>
              </a:spcBef>
              <a:buClr>
                <a:srgbClr val="0A8276"/>
              </a:buClr>
              <a:buSzPct val="90000"/>
              <a:buFont typeface="Symbol" panose="05050102010706020507" pitchFamily="18" charset="2"/>
              <a:buChar char="-"/>
            </a:pPr>
            <a:r>
              <a:rPr dirty="0"/>
              <a:t>Independent clock pre-scaling and dead-time per counter</a:t>
            </a:r>
            <a:endParaRPr lang="de-DE" dirty="0"/>
          </a:p>
          <a:p>
            <a:pPr marL="285750" lvl="0" indent="-285750">
              <a:lnSpc>
                <a:spcPct val="100000"/>
              </a:lnSpc>
              <a:spcBef>
                <a:spcPts val="400"/>
              </a:spcBef>
              <a:buClr>
                <a:srgbClr val="0A8276"/>
              </a:buClr>
              <a:buSzPct val="90000"/>
              <a:buFont typeface="Symbol" panose="05050102010706020507" pitchFamily="18" charset="2"/>
              <a:buChar char="-"/>
            </a:pPr>
            <a:r>
              <a:rPr lang="de-DE" dirty="0"/>
              <a:t>Enabled </a:t>
            </a:r>
            <a:r>
              <a:rPr lang="de-DE" b="1" dirty="0"/>
              <a:t>TCPWM Quad mode </a:t>
            </a:r>
            <a:r>
              <a:rPr lang="de-DE" dirty="0"/>
              <a:t>inside counter for Group1 and Group2 </a:t>
            </a:r>
          </a:p>
          <a:p>
            <a:pPr marL="285750" lvl="0" indent="-285750">
              <a:lnSpc>
                <a:spcPct val="100000"/>
              </a:lnSpc>
              <a:spcBef>
                <a:spcPts val="400"/>
              </a:spcBef>
              <a:buClr>
                <a:srgbClr val="0A8276"/>
              </a:buClr>
              <a:buSzPct val="90000"/>
              <a:buFont typeface="Symbol" panose="05050102010706020507" pitchFamily="18" charset="2"/>
              <a:buChar char="-"/>
            </a:pPr>
            <a:r>
              <a:rPr dirty="0"/>
              <a:t>HRPWM</a:t>
            </a:r>
            <a:r>
              <a:rPr lang="en-US" dirty="0"/>
              <a:t>:</a:t>
            </a:r>
            <a:r>
              <a:rPr dirty="0"/>
              <a:t> </a:t>
            </a:r>
            <a:r>
              <a:rPr b="1" dirty="0"/>
              <a:t>65 </a:t>
            </a:r>
            <a:r>
              <a:rPr b="1" dirty="0" err="1"/>
              <a:t>ps</a:t>
            </a:r>
            <a:r>
              <a:rPr b="1" dirty="0"/>
              <a:t> </a:t>
            </a:r>
            <a:r>
              <a:rPr b="1" dirty="0" err="1"/>
              <a:t>typ</a:t>
            </a:r>
            <a:r>
              <a:rPr b="1" dirty="0"/>
              <a:t> (M5) / &lt;100 </a:t>
            </a:r>
            <a:r>
              <a:rPr b="1" dirty="0" err="1"/>
              <a:t>ps</a:t>
            </a:r>
            <a:r>
              <a:rPr b="1" dirty="0"/>
              <a:t> (M6)</a:t>
            </a:r>
          </a:p>
        </p:txBody>
      </p:sp>
      <p:pic>
        <p:nvPicPr>
          <p:cNvPr id="6" name="Picture 5">
            <a:extLst>
              <a:ext uri="{FF2B5EF4-FFF2-40B4-BE49-F238E27FC236}">
                <a16:creationId xmlns:a16="http://schemas.microsoft.com/office/drawing/2014/main" id="{C5BFCECD-B12C-1A62-FF78-F76C92F94894}"/>
              </a:ext>
            </a:extLst>
          </p:cNvPr>
          <p:cNvPicPr>
            <a:picLocks noChangeAspect="1"/>
          </p:cNvPicPr>
          <p:nvPr/>
        </p:nvPicPr>
        <p:blipFill>
          <a:blip r:embed="rId2"/>
          <a:stretch>
            <a:fillRect/>
          </a:stretch>
        </p:blipFill>
        <p:spPr>
          <a:xfrm>
            <a:off x="263352" y="1320304"/>
            <a:ext cx="6860623" cy="4419600"/>
          </a:xfrm>
          <a:prstGeom prst="rect">
            <a:avLst/>
          </a:prstGeom>
        </p:spPr>
      </p:pic>
      <p:sp>
        <p:nvSpPr>
          <p:cNvPr id="5" name="Footer Placeholder 4">
            <a:extLst>
              <a:ext uri="{FF2B5EF4-FFF2-40B4-BE49-F238E27FC236}">
                <a16:creationId xmlns:a16="http://schemas.microsoft.com/office/drawing/2014/main" id="{833A4C97-AC40-542B-6324-B824472EAB96}"/>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E8EDA-2949-2794-4E61-701CB42F497A}"/>
              </a:ext>
            </a:extLst>
          </p:cNvPr>
          <p:cNvSpPr>
            <a:spLocks noGrp="1"/>
          </p:cNvSpPr>
          <p:nvPr>
            <p:ph type="title"/>
          </p:nvPr>
        </p:nvSpPr>
        <p:spPr/>
        <p:txBody>
          <a:bodyPr/>
          <a:lstStyle/>
          <a:p>
            <a:r>
              <a:rPr lang="de-DE" dirty="0"/>
              <a:t>QUAD ENCODING MODE – TCPWM Group 0 and 1</a:t>
            </a:r>
            <a:br>
              <a:rPr lang="de-DE" dirty="0"/>
            </a:br>
            <a:r>
              <a:rPr lang="en-US" dirty="0"/>
              <a:t>PSC3M/P6 only</a:t>
            </a:r>
            <a:endParaRPr lang="de-DE" dirty="0"/>
          </a:p>
        </p:txBody>
      </p:sp>
      <p:sp>
        <p:nvSpPr>
          <p:cNvPr id="3" name="Date Placeholder 2">
            <a:extLst>
              <a:ext uri="{FF2B5EF4-FFF2-40B4-BE49-F238E27FC236}">
                <a16:creationId xmlns:a16="http://schemas.microsoft.com/office/drawing/2014/main" id="{9D1E4151-98A4-AB0F-2469-418A00FA407F}"/>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672F110E-D38D-2E91-1C85-F6FE1EC92F9A}"/>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209F4973-705A-9DEE-319D-022AEF809CEB}"/>
              </a:ext>
            </a:extLst>
          </p:cNvPr>
          <p:cNvPicPr>
            <a:picLocks noChangeAspect="1"/>
          </p:cNvPicPr>
          <p:nvPr/>
        </p:nvPicPr>
        <p:blipFill>
          <a:blip r:embed="rId2"/>
          <a:stretch>
            <a:fillRect/>
          </a:stretch>
        </p:blipFill>
        <p:spPr>
          <a:xfrm>
            <a:off x="411310" y="1696614"/>
            <a:ext cx="6485654" cy="2558793"/>
          </a:xfrm>
          <a:prstGeom prst="rect">
            <a:avLst/>
          </a:prstGeom>
        </p:spPr>
      </p:pic>
      <p:sp>
        <p:nvSpPr>
          <p:cNvPr id="8" name="TextBox 7">
            <a:extLst>
              <a:ext uri="{FF2B5EF4-FFF2-40B4-BE49-F238E27FC236}">
                <a16:creationId xmlns:a16="http://schemas.microsoft.com/office/drawing/2014/main" id="{D42FD764-1446-3893-8BF3-944EB349676A}"/>
              </a:ext>
            </a:extLst>
          </p:cNvPr>
          <p:cNvSpPr txBox="1"/>
          <p:nvPr/>
        </p:nvSpPr>
        <p:spPr bwMode="auto">
          <a:xfrm>
            <a:off x="7078976" y="1484784"/>
            <a:ext cx="4849672" cy="4606389"/>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en-US" dirty="0"/>
              <a:t>Quadrature functionality increments/decrements a counter between 0 and the maximum value 0xffff/0xffffffff or PERIOD , depending on QUAD_RANGE_MODE. </a:t>
            </a:r>
          </a:p>
          <a:p>
            <a:pPr marL="285750" indent="-285750">
              <a:buClr>
                <a:srgbClr val="0A8276"/>
              </a:buClr>
              <a:buFont typeface="Symbol" panose="05050102010706020507" pitchFamily="18" charset="2"/>
              <a:buChar char="-"/>
            </a:pPr>
            <a:r>
              <a:rPr lang="en-US" dirty="0"/>
              <a:t>Counter updates are under control of quadrature signal inputs: index, </a:t>
            </a:r>
            <a:r>
              <a:rPr lang="en-US" dirty="0" err="1"/>
              <a:t>phiA</a:t>
            </a:r>
            <a:r>
              <a:rPr lang="en-US" dirty="0"/>
              <a:t> and PhiB.</a:t>
            </a:r>
          </a:p>
          <a:p>
            <a:pPr marL="285750" indent="-285750">
              <a:buClr>
                <a:srgbClr val="0A8276"/>
              </a:buClr>
              <a:buFont typeface="Symbol" panose="05050102010706020507" pitchFamily="18" charset="2"/>
              <a:buChar char="-"/>
            </a:pPr>
            <a:r>
              <a:rPr lang="en-US" dirty="0"/>
              <a:t> The index input is used to indicate an absolute position. </a:t>
            </a:r>
          </a:p>
          <a:p>
            <a:pPr marL="285750" indent="-285750">
              <a:buClr>
                <a:srgbClr val="0A8276"/>
              </a:buClr>
              <a:buFont typeface="Symbol" panose="05050102010706020507" pitchFamily="18" charset="2"/>
              <a:buChar char="-"/>
            </a:pPr>
            <a:r>
              <a:rPr lang="en-US" dirty="0"/>
              <a:t>The </a:t>
            </a:r>
            <a:r>
              <a:rPr lang="en-US" dirty="0" err="1"/>
              <a:t>phiA</a:t>
            </a:r>
            <a:r>
              <a:rPr lang="en-US" dirty="0"/>
              <a:t> and </a:t>
            </a:r>
            <a:r>
              <a:rPr lang="en-US" dirty="0" err="1"/>
              <a:t>phiB</a:t>
            </a:r>
            <a:r>
              <a:rPr lang="en-US" dirty="0"/>
              <a:t> inputs are used to determine a change in position (the rate of change in position can be used to derive speed).</a:t>
            </a:r>
            <a:endParaRPr lang="en-US" sz="1400" dirty="0"/>
          </a:p>
          <a:p>
            <a:pPr marL="285750" lvl="0" indent="-285750">
              <a:lnSpc>
                <a:spcPct val="100000"/>
              </a:lnSpc>
              <a:spcBef>
                <a:spcPts val="400"/>
              </a:spcBef>
              <a:buClr>
                <a:srgbClr val="0A8276"/>
              </a:buClr>
              <a:buSzPct val="90000"/>
              <a:buFont typeface="Symbol" panose="05050102010706020507" pitchFamily="18" charset="2"/>
              <a:buChar char="-"/>
            </a:pPr>
            <a:r>
              <a:rPr lang="en-US" sz="1400" dirty="0"/>
              <a:t>QUAD_ENCODING_MODE specifies the quadrature encoding scheme</a:t>
            </a:r>
          </a:p>
          <a:p>
            <a:pPr marL="285750" lvl="0" indent="-285750">
              <a:lnSpc>
                <a:spcPct val="100000"/>
              </a:lnSpc>
              <a:spcBef>
                <a:spcPts val="400"/>
              </a:spcBef>
              <a:buClr>
                <a:srgbClr val="0A8276"/>
              </a:buClr>
              <a:buSzPct val="90000"/>
              <a:buFont typeface="Symbol" panose="05050102010706020507" pitchFamily="18" charset="2"/>
              <a:buChar char="-"/>
            </a:pPr>
            <a:r>
              <a:rPr lang="en-US" dirty="0"/>
              <a:t>IT can be X1/X2/X4 or up/down rotary mode </a:t>
            </a:r>
          </a:p>
          <a:p>
            <a:pPr marL="285750" lvl="0" indent="-285750">
              <a:lnSpc>
                <a:spcPct val="100000"/>
              </a:lnSpc>
              <a:spcBef>
                <a:spcPts val="400"/>
              </a:spcBef>
              <a:buClr>
                <a:srgbClr val="0A8276"/>
              </a:buClr>
              <a:buSzPct val="90000"/>
              <a:buFont typeface="Symbol" panose="05050102010706020507" pitchFamily="18" charset="2"/>
              <a:buChar char="-"/>
            </a:pPr>
            <a:r>
              <a:rPr lang="en-US" sz="1400" dirty="0"/>
              <a:t>Counter increments ( incr1 event ) and decrements (decr1 event) are determined by the quadrature encoding scheme </a:t>
            </a:r>
          </a:p>
          <a:p>
            <a:pPr marL="285750" lvl="0" indent="-285750">
              <a:lnSpc>
                <a:spcPct val="100000"/>
              </a:lnSpc>
              <a:spcBef>
                <a:spcPts val="400"/>
              </a:spcBef>
              <a:buClr>
                <a:srgbClr val="0A8276"/>
              </a:buClr>
              <a:buSzPct val="90000"/>
              <a:buFont typeface="Symbol" panose="05050102010706020507" pitchFamily="18" charset="2"/>
              <a:buChar char="-"/>
            </a:pPr>
            <a:r>
              <a:rPr lang="en-US" sz="1400" dirty="0"/>
              <a:t> </a:t>
            </a:r>
            <a:r>
              <a:rPr lang="en-US" dirty="0"/>
              <a:t>With UP_DOWN encoding (up/down rotary count mode) the counter is incremented by </a:t>
            </a:r>
            <a:r>
              <a:rPr lang="en-US" dirty="0" err="1"/>
              <a:t>phiA</a:t>
            </a:r>
            <a:r>
              <a:rPr lang="en-US" dirty="0"/>
              <a:t> and decremented by </a:t>
            </a:r>
            <a:r>
              <a:rPr lang="en-US" dirty="0" err="1"/>
              <a:t>phiB</a:t>
            </a:r>
            <a:r>
              <a:rPr lang="en-US" dirty="0"/>
              <a:t>.</a:t>
            </a:r>
            <a:endParaRPr lang="en-US" sz="1400" dirty="0"/>
          </a:p>
        </p:txBody>
      </p:sp>
      <p:sp>
        <p:nvSpPr>
          <p:cNvPr id="10" name="TextBox 9">
            <a:extLst>
              <a:ext uri="{FF2B5EF4-FFF2-40B4-BE49-F238E27FC236}">
                <a16:creationId xmlns:a16="http://schemas.microsoft.com/office/drawing/2014/main" id="{1802B14D-D58C-60AE-35B0-DA127BD9647C}"/>
              </a:ext>
            </a:extLst>
          </p:cNvPr>
          <p:cNvSpPr txBox="1"/>
          <p:nvPr/>
        </p:nvSpPr>
        <p:spPr bwMode="auto">
          <a:xfrm>
            <a:off x="623392" y="1238850"/>
            <a:ext cx="6107836" cy="261610"/>
          </a:xfrm>
          <a:prstGeom prst="rect">
            <a:avLst/>
          </a:prstGeom>
          <a:noFill/>
          <a:ln w="9525">
            <a:noFill/>
            <a:miter lim="800000"/>
            <a:headEnd/>
            <a:tailEnd/>
          </a:ln>
          <a:effectLst/>
        </p:spPr>
        <p:txBody>
          <a:bodyPr wrap="square">
            <a:spAutoFit/>
          </a:bodyPr>
          <a:lstStyle/>
          <a:p>
            <a:r>
              <a:rPr lang="en-US" sz="1100" b="1" i="0" u="none" strike="noStrike" baseline="0" dirty="0">
                <a:solidFill>
                  <a:srgbClr val="000000"/>
                </a:solidFill>
                <a:latin typeface="SourceSansPro"/>
              </a:rPr>
              <a:t>QUAD X1, X2 and X4 mode</a:t>
            </a:r>
            <a:endParaRPr lang="de-DE" dirty="0"/>
          </a:p>
        </p:txBody>
      </p:sp>
      <p:pic>
        <p:nvPicPr>
          <p:cNvPr id="12" name="Picture 11">
            <a:extLst>
              <a:ext uri="{FF2B5EF4-FFF2-40B4-BE49-F238E27FC236}">
                <a16:creationId xmlns:a16="http://schemas.microsoft.com/office/drawing/2014/main" id="{611803A3-924B-2C11-7E54-A100DB82EFD8}"/>
              </a:ext>
            </a:extLst>
          </p:cNvPr>
          <p:cNvPicPr>
            <a:picLocks noChangeAspect="1"/>
          </p:cNvPicPr>
          <p:nvPr/>
        </p:nvPicPr>
        <p:blipFill>
          <a:blip r:embed="rId3"/>
          <a:stretch>
            <a:fillRect/>
          </a:stretch>
        </p:blipFill>
        <p:spPr>
          <a:xfrm>
            <a:off x="413279" y="4974250"/>
            <a:ext cx="6485654" cy="1382344"/>
          </a:xfrm>
          <a:prstGeom prst="rect">
            <a:avLst/>
          </a:prstGeom>
        </p:spPr>
      </p:pic>
      <p:sp>
        <p:nvSpPr>
          <p:cNvPr id="14" name="TextBox 13">
            <a:extLst>
              <a:ext uri="{FF2B5EF4-FFF2-40B4-BE49-F238E27FC236}">
                <a16:creationId xmlns:a16="http://schemas.microsoft.com/office/drawing/2014/main" id="{DB816DB1-3114-3D5E-C973-2FE7750997E3}"/>
              </a:ext>
            </a:extLst>
          </p:cNvPr>
          <p:cNvSpPr txBox="1"/>
          <p:nvPr/>
        </p:nvSpPr>
        <p:spPr bwMode="auto">
          <a:xfrm>
            <a:off x="600219" y="4712640"/>
            <a:ext cx="6107836" cy="261610"/>
          </a:xfrm>
          <a:prstGeom prst="rect">
            <a:avLst/>
          </a:prstGeom>
          <a:noFill/>
          <a:ln w="9525">
            <a:noFill/>
            <a:miter lim="800000"/>
            <a:headEnd/>
            <a:tailEnd/>
          </a:ln>
          <a:effectLst/>
        </p:spPr>
        <p:txBody>
          <a:bodyPr wrap="square">
            <a:spAutoFit/>
          </a:bodyPr>
          <a:lstStyle/>
          <a:p>
            <a:r>
              <a:rPr lang="en-US" sz="1100" b="1" i="0" u="none" strike="noStrike" baseline="0" dirty="0">
                <a:solidFill>
                  <a:srgbClr val="000000"/>
                </a:solidFill>
                <a:latin typeface="SourceSansPro"/>
              </a:rPr>
              <a:t>QUAD up down rotary mode </a:t>
            </a:r>
            <a:endParaRPr lang="de-DE" dirty="0"/>
          </a:p>
        </p:txBody>
      </p:sp>
    </p:spTree>
    <p:extLst>
      <p:ext uri="{BB962C8B-B14F-4D97-AF65-F5344CB8AC3E}">
        <p14:creationId xmlns:p14="http://schemas.microsoft.com/office/powerpoint/2010/main" val="4722690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C55B6-3641-288E-5C80-180F40AAF7FF}"/>
              </a:ext>
            </a:extLst>
          </p:cNvPr>
          <p:cNvSpPr>
            <a:spLocks noGrp="1"/>
          </p:cNvSpPr>
          <p:nvPr>
            <p:ph type="title"/>
          </p:nvPr>
        </p:nvSpPr>
        <p:spPr/>
        <p:txBody>
          <a:bodyPr/>
          <a:lstStyle/>
          <a:p>
            <a:r>
              <a:rPr lang="en-US" dirty="0"/>
              <a:t>Dead-time generation when </a:t>
            </a:r>
            <a:r>
              <a:rPr lang="en-US" dirty="0" err="1"/>
              <a:t>line_sel.out_sel</a:t>
            </a:r>
            <a:r>
              <a:rPr lang="en-US" dirty="0"/>
              <a:t> is changed to 1</a:t>
            </a:r>
            <a:br>
              <a:rPr lang="en-US" dirty="0"/>
            </a:br>
            <a:r>
              <a:rPr lang="en-US" dirty="0"/>
              <a:t>PSC3M/P6 only </a:t>
            </a:r>
            <a:endParaRPr lang="de-DE" dirty="0"/>
          </a:p>
        </p:txBody>
      </p:sp>
      <p:sp>
        <p:nvSpPr>
          <p:cNvPr id="3" name="Date Placeholder 2">
            <a:extLst>
              <a:ext uri="{FF2B5EF4-FFF2-40B4-BE49-F238E27FC236}">
                <a16:creationId xmlns:a16="http://schemas.microsoft.com/office/drawing/2014/main" id="{13A0A212-5F0D-78FA-599C-66480F8E7FE6}"/>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B135F6AD-4343-13CB-DA6F-6719F9D54D39}"/>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75CD89DB-1AF5-3E42-0C18-C6D96443CBF2}"/>
              </a:ext>
            </a:extLst>
          </p:cNvPr>
          <p:cNvPicPr>
            <a:picLocks noChangeAspect="1"/>
          </p:cNvPicPr>
          <p:nvPr/>
        </p:nvPicPr>
        <p:blipFill>
          <a:blip r:embed="rId2"/>
          <a:stretch>
            <a:fillRect/>
          </a:stretch>
        </p:blipFill>
        <p:spPr>
          <a:xfrm>
            <a:off x="6528048" y="1144714"/>
            <a:ext cx="4915326" cy="1421253"/>
          </a:xfrm>
          <a:prstGeom prst="rect">
            <a:avLst/>
          </a:prstGeom>
        </p:spPr>
      </p:pic>
      <p:pic>
        <p:nvPicPr>
          <p:cNvPr id="8" name="Picture 7">
            <a:extLst>
              <a:ext uri="{FF2B5EF4-FFF2-40B4-BE49-F238E27FC236}">
                <a16:creationId xmlns:a16="http://schemas.microsoft.com/office/drawing/2014/main" id="{E5DD901B-A540-7ACC-A9B9-D618A5D95B4F}"/>
              </a:ext>
            </a:extLst>
          </p:cNvPr>
          <p:cNvPicPr>
            <a:picLocks noChangeAspect="1"/>
          </p:cNvPicPr>
          <p:nvPr/>
        </p:nvPicPr>
        <p:blipFill>
          <a:blip r:embed="rId3"/>
          <a:stretch>
            <a:fillRect/>
          </a:stretch>
        </p:blipFill>
        <p:spPr>
          <a:xfrm>
            <a:off x="6384032" y="2885283"/>
            <a:ext cx="3816424" cy="1712041"/>
          </a:xfrm>
          <a:prstGeom prst="rect">
            <a:avLst/>
          </a:prstGeom>
        </p:spPr>
      </p:pic>
      <p:pic>
        <p:nvPicPr>
          <p:cNvPr id="10" name="Picture 9">
            <a:extLst>
              <a:ext uri="{FF2B5EF4-FFF2-40B4-BE49-F238E27FC236}">
                <a16:creationId xmlns:a16="http://schemas.microsoft.com/office/drawing/2014/main" id="{90D64AF4-29E1-6D10-33E1-09510ED3B8E2}"/>
              </a:ext>
            </a:extLst>
          </p:cNvPr>
          <p:cNvPicPr>
            <a:picLocks noChangeAspect="1"/>
          </p:cNvPicPr>
          <p:nvPr/>
        </p:nvPicPr>
        <p:blipFill>
          <a:blip r:embed="rId4"/>
          <a:stretch>
            <a:fillRect/>
          </a:stretch>
        </p:blipFill>
        <p:spPr>
          <a:xfrm>
            <a:off x="6044052" y="4965731"/>
            <a:ext cx="4165293" cy="1534890"/>
          </a:xfrm>
          <a:prstGeom prst="rect">
            <a:avLst/>
          </a:prstGeom>
        </p:spPr>
      </p:pic>
      <p:sp>
        <p:nvSpPr>
          <p:cNvPr id="12" name="TextBox 11">
            <a:extLst>
              <a:ext uri="{FF2B5EF4-FFF2-40B4-BE49-F238E27FC236}">
                <a16:creationId xmlns:a16="http://schemas.microsoft.com/office/drawing/2014/main" id="{2C10B63D-347F-EFD8-5120-380AC2492FFB}"/>
              </a:ext>
            </a:extLst>
          </p:cNvPr>
          <p:cNvSpPr txBox="1"/>
          <p:nvPr/>
        </p:nvSpPr>
        <p:spPr bwMode="auto">
          <a:xfrm>
            <a:off x="335360" y="1342092"/>
            <a:ext cx="5616624" cy="3754874"/>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en-US" dirty="0" err="1"/>
              <a:t>Line_sel.out_sel</a:t>
            </a:r>
            <a:r>
              <a:rPr lang="en-US" dirty="0"/>
              <a:t> can be updated by the SW to either select PWM, inv PWM, Motif or constant levels like 0 or 1</a:t>
            </a:r>
          </a:p>
          <a:p>
            <a:pPr marL="285750" indent="-285750">
              <a:buClr>
                <a:srgbClr val="0A8276"/>
              </a:buClr>
              <a:buFont typeface="Symbol" panose="05050102010706020507" pitchFamily="18" charset="2"/>
              <a:buChar char="-"/>
            </a:pPr>
            <a:endParaRPr lang="en-US" dirty="0"/>
          </a:p>
          <a:p>
            <a:pPr marL="285750" indent="-285750">
              <a:buClr>
                <a:srgbClr val="0A8276"/>
              </a:buClr>
              <a:buFont typeface="Symbol" panose="05050102010706020507" pitchFamily="18" charset="2"/>
              <a:buChar char="-"/>
            </a:pPr>
            <a:r>
              <a:rPr lang="en-US" dirty="0" err="1"/>
              <a:t>line_out</a:t>
            </a:r>
            <a:r>
              <a:rPr lang="en-US" dirty="0"/>
              <a:t>” and “</a:t>
            </a:r>
            <a:r>
              <a:rPr lang="en-US" dirty="0" err="1"/>
              <a:t>line_compl_out</a:t>
            </a:r>
            <a:r>
              <a:rPr lang="en-US" dirty="0"/>
              <a:t>” can individually selects different output per settings of registers “LINE_SEL.OUT_SEL” and “LINE_SEL.COMPL_SEL</a:t>
            </a:r>
          </a:p>
          <a:p>
            <a:pPr marL="285750" indent="-285750">
              <a:buClr>
                <a:srgbClr val="0A8276"/>
              </a:buClr>
              <a:buFont typeface="Symbol" panose="05050102010706020507" pitchFamily="18" charset="2"/>
              <a:buChar char="-"/>
            </a:pPr>
            <a:endParaRPr lang="en-US" dirty="0"/>
          </a:p>
          <a:p>
            <a:pPr marL="285750" indent="-285750">
              <a:buClr>
                <a:srgbClr val="0A8276"/>
              </a:buClr>
              <a:buFont typeface="Symbol" panose="05050102010706020507" pitchFamily="18" charset="2"/>
              <a:buChar char="-"/>
            </a:pPr>
            <a:r>
              <a:rPr lang="en-US" dirty="0"/>
              <a:t>The IP is updated to ensure dead-time is generated whenever </a:t>
            </a:r>
            <a:r>
              <a:rPr lang="en-US" dirty="0" err="1"/>
              <a:t>line_sel.out_sel</a:t>
            </a:r>
            <a:r>
              <a:rPr lang="en-US" dirty="0"/>
              <a:t> is changed to 1 and a positive edge on </a:t>
            </a:r>
            <a:r>
              <a:rPr lang="en-US" dirty="0" err="1"/>
              <a:t>line_out</a:t>
            </a:r>
            <a:r>
              <a:rPr lang="en-US" dirty="0"/>
              <a:t> occurs in PWM_DT mode.</a:t>
            </a:r>
          </a:p>
          <a:p>
            <a:pPr>
              <a:buClr>
                <a:srgbClr val="0A8276"/>
              </a:buClr>
            </a:pPr>
            <a:endParaRPr lang="en-US" dirty="0"/>
          </a:p>
          <a:p>
            <a:pPr marL="285750" indent="-285750" algn="l">
              <a:buClr>
                <a:srgbClr val="0A8276"/>
              </a:buClr>
              <a:buFont typeface="Symbol" panose="05050102010706020507" pitchFamily="18" charset="2"/>
              <a:buChar char="-"/>
            </a:pPr>
            <a:endParaRPr lang="en-US" dirty="0"/>
          </a:p>
          <a:p>
            <a:pPr marL="285750" indent="-285750" algn="l">
              <a:buClr>
                <a:srgbClr val="0A8276"/>
              </a:buClr>
              <a:buFont typeface="Symbol" panose="05050102010706020507" pitchFamily="18" charset="2"/>
              <a:buChar char="-"/>
            </a:pPr>
            <a:r>
              <a:rPr lang="en-US" dirty="0"/>
              <a:t>A dead-time is generated when </a:t>
            </a:r>
            <a:r>
              <a:rPr lang="en-US" dirty="0" err="1"/>
              <a:t>line_sel.out_sel</a:t>
            </a:r>
            <a:r>
              <a:rPr lang="en-US" dirty="0"/>
              <a:t> transitions to 1 and a positive edge is detected on </a:t>
            </a:r>
            <a:r>
              <a:rPr lang="en-US" dirty="0" err="1"/>
              <a:t>line_out</a:t>
            </a:r>
            <a:endParaRPr lang="en-US" dirty="0"/>
          </a:p>
          <a:p>
            <a:pPr algn="l">
              <a:buClr>
                <a:srgbClr val="0A8276"/>
              </a:buClr>
            </a:pPr>
            <a:endParaRPr lang="en-US" dirty="0"/>
          </a:p>
          <a:p>
            <a:pPr marL="285750" indent="-285750" algn="l">
              <a:buClr>
                <a:srgbClr val="0A8276"/>
              </a:buClr>
              <a:buFont typeface="Symbol" panose="05050102010706020507" pitchFamily="18" charset="2"/>
              <a:buChar char="-"/>
            </a:pPr>
            <a:r>
              <a:rPr lang="en-US" dirty="0"/>
              <a:t> A dead-time is generated when </a:t>
            </a:r>
            <a:r>
              <a:rPr lang="en-US" dirty="0" err="1"/>
              <a:t>line_sel.compl_out_sel</a:t>
            </a:r>
            <a:r>
              <a:rPr lang="en-US" dirty="0"/>
              <a:t> transitions to 1 and a positive edge is detected on </a:t>
            </a:r>
            <a:r>
              <a:rPr lang="de-DE" dirty="0"/>
              <a:t>line_compl_out</a:t>
            </a:r>
          </a:p>
        </p:txBody>
      </p:sp>
    </p:spTree>
    <p:extLst>
      <p:ext uri="{BB962C8B-B14F-4D97-AF65-F5344CB8AC3E}">
        <p14:creationId xmlns:p14="http://schemas.microsoft.com/office/powerpoint/2010/main" val="3499345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86E-1D94-21C5-7D37-D7C248464598}"/>
              </a:ext>
            </a:extLst>
          </p:cNvPr>
          <p:cNvSpPr>
            <a:spLocks noGrp="1"/>
          </p:cNvSpPr>
          <p:nvPr>
            <p:ph type="title"/>
          </p:nvPr>
        </p:nvSpPr>
        <p:spPr>
          <a:xfrm>
            <a:off x="335360" y="188720"/>
            <a:ext cx="10801200" cy="720000"/>
          </a:xfrm>
        </p:spPr>
        <p:txBody>
          <a:bodyPr/>
          <a:lstStyle/>
          <a:p>
            <a:br>
              <a:rPr lang="en-US" dirty="0"/>
            </a:br>
            <a:br>
              <a:rPr lang="en-US" dirty="0"/>
            </a:br>
            <a:br>
              <a:rPr lang="en-US" dirty="0"/>
            </a:br>
            <a:r>
              <a:rPr lang="en-US" dirty="0"/>
              <a:t>Immediate compare of updated values in CC0,CC1,PERIOD &amp; DT match</a:t>
            </a:r>
            <a:br>
              <a:rPr lang="en-US" dirty="0"/>
            </a:br>
            <a:r>
              <a:rPr lang="en-US" dirty="0"/>
              <a:t>PSC3M/P6 ,  C3M/P8 only</a:t>
            </a:r>
            <a:endParaRPr lang="de-DE" dirty="0"/>
          </a:p>
        </p:txBody>
      </p:sp>
      <p:sp>
        <p:nvSpPr>
          <p:cNvPr id="3" name="Date Placeholder 2">
            <a:extLst>
              <a:ext uri="{FF2B5EF4-FFF2-40B4-BE49-F238E27FC236}">
                <a16:creationId xmlns:a16="http://schemas.microsoft.com/office/drawing/2014/main" id="{684FDD9F-4A6F-F227-DA8F-376362F39F51}"/>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8DEFC6D3-BBB1-94B7-FCF0-7D975641407D}"/>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3B2F09EF-24CA-F9C9-ED2F-C16935C85DC3}"/>
              </a:ext>
            </a:extLst>
          </p:cNvPr>
          <p:cNvPicPr>
            <a:picLocks noChangeAspect="1"/>
          </p:cNvPicPr>
          <p:nvPr/>
        </p:nvPicPr>
        <p:blipFill>
          <a:blip r:embed="rId2"/>
          <a:stretch>
            <a:fillRect/>
          </a:stretch>
        </p:blipFill>
        <p:spPr>
          <a:xfrm>
            <a:off x="6528049" y="908721"/>
            <a:ext cx="4392488" cy="2606096"/>
          </a:xfrm>
          <a:prstGeom prst="rect">
            <a:avLst/>
          </a:prstGeom>
          <a:ln>
            <a:solidFill>
              <a:schemeClr val="tx1"/>
            </a:solidFill>
          </a:ln>
        </p:spPr>
      </p:pic>
      <p:pic>
        <p:nvPicPr>
          <p:cNvPr id="8" name="Picture 7">
            <a:extLst>
              <a:ext uri="{FF2B5EF4-FFF2-40B4-BE49-F238E27FC236}">
                <a16:creationId xmlns:a16="http://schemas.microsoft.com/office/drawing/2014/main" id="{B6E43C74-6BEE-628D-3B56-7B77F2700585}"/>
              </a:ext>
            </a:extLst>
          </p:cNvPr>
          <p:cNvPicPr>
            <a:picLocks noChangeAspect="1"/>
          </p:cNvPicPr>
          <p:nvPr/>
        </p:nvPicPr>
        <p:blipFill>
          <a:blip r:embed="rId3"/>
          <a:stretch>
            <a:fillRect/>
          </a:stretch>
        </p:blipFill>
        <p:spPr>
          <a:xfrm>
            <a:off x="6528230" y="3772250"/>
            <a:ext cx="4407444" cy="2662594"/>
          </a:xfrm>
          <a:prstGeom prst="rect">
            <a:avLst/>
          </a:prstGeom>
          <a:ln>
            <a:solidFill>
              <a:schemeClr val="tx1"/>
            </a:solidFill>
          </a:ln>
        </p:spPr>
      </p:pic>
      <p:sp>
        <p:nvSpPr>
          <p:cNvPr id="10" name="TextBox 9">
            <a:extLst>
              <a:ext uri="{FF2B5EF4-FFF2-40B4-BE49-F238E27FC236}">
                <a16:creationId xmlns:a16="http://schemas.microsoft.com/office/drawing/2014/main" id="{C96EEEA3-EFBD-8600-712A-75F29F760A00}"/>
              </a:ext>
            </a:extLst>
          </p:cNvPr>
          <p:cNvSpPr txBox="1"/>
          <p:nvPr/>
        </p:nvSpPr>
        <p:spPr bwMode="auto">
          <a:xfrm>
            <a:off x="-430101" y="906987"/>
            <a:ext cx="6526101" cy="5401479"/>
          </a:xfrm>
          <a:prstGeom prst="rect">
            <a:avLst/>
          </a:prstGeom>
          <a:noFill/>
          <a:ln w="9525">
            <a:noFill/>
            <a:miter lim="800000"/>
            <a:headEnd/>
            <a:tailEnd/>
          </a:ln>
          <a:effectLst/>
        </p:spPr>
        <p:txBody>
          <a:bodyPr wrap="square">
            <a:spAutoFit/>
          </a:bodyPr>
          <a:lstStyle/>
          <a:p>
            <a:pPr marL="1085850" indent="-171450">
              <a:spcBef>
                <a:spcPts val="600"/>
              </a:spcBef>
              <a:buClr>
                <a:srgbClr val="0A8276"/>
              </a:buClr>
              <a:buFont typeface="Symbol" panose="05050102010706020507" pitchFamily="18" charset="2"/>
              <a:buChar char="-"/>
            </a:pPr>
            <a:r>
              <a:rPr lang="en-US" dirty="0"/>
              <a:t>Immediate compare of updated values in CC0, CC1, PERIOD and DT match should come into effect in the same period. Changing the compare condition from “=”  to “≥” and “≤” respectively. </a:t>
            </a:r>
          </a:p>
          <a:p>
            <a:pPr marL="1085850" indent="-171450">
              <a:spcBef>
                <a:spcPts val="600"/>
              </a:spcBef>
              <a:buClr>
                <a:srgbClr val="0A8276"/>
              </a:buClr>
              <a:buFont typeface="Symbol" panose="05050102010706020507" pitchFamily="18" charset="2"/>
              <a:buChar char="-"/>
            </a:pPr>
            <a:endParaRPr lang="en-US" dirty="0"/>
          </a:p>
          <a:p>
            <a:pPr marL="1085850" indent="-171450">
              <a:spcBef>
                <a:spcPts val="600"/>
              </a:spcBef>
              <a:buClr>
                <a:srgbClr val="0A8276"/>
              </a:buClr>
              <a:buFont typeface="Symbol" panose="05050102010706020507" pitchFamily="18" charset="2"/>
              <a:buChar char="-"/>
            </a:pPr>
            <a:r>
              <a:rPr lang="en-US" dirty="0"/>
              <a:t>The changes are applicable  for a counter irrespective of whether HRPWM is present or not </a:t>
            </a:r>
          </a:p>
          <a:p>
            <a:pPr marL="914400">
              <a:spcBef>
                <a:spcPts val="600"/>
              </a:spcBef>
              <a:buClr>
                <a:srgbClr val="0A8276"/>
              </a:buClr>
            </a:pPr>
            <a:endParaRPr lang="en-US" dirty="0"/>
          </a:p>
          <a:p>
            <a:pPr marL="1085850" indent="-171450">
              <a:spcBef>
                <a:spcPts val="600"/>
              </a:spcBef>
              <a:buClr>
                <a:srgbClr val="0A8276"/>
              </a:buClr>
              <a:buFont typeface="Symbol" panose="05050102010706020507" pitchFamily="18" charset="2"/>
              <a:buChar char="-"/>
            </a:pPr>
            <a:r>
              <a:rPr lang="en-US" dirty="0"/>
              <a:t>This feature should be supported for the following counter compare values </a:t>
            </a:r>
          </a:p>
          <a:p>
            <a:pPr marL="1695435" lvl="1" indent="-171450">
              <a:spcBef>
                <a:spcPts val="600"/>
              </a:spcBef>
              <a:buClr>
                <a:srgbClr val="0A8276"/>
              </a:buClr>
              <a:buFont typeface="Symbol" panose="05050102010706020507" pitchFamily="18" charset="2"/>
              <a:buChar char="-"/>
            </a:pPr>
            <a:r>
              <a:rPr lang="en-US" dirty="0"/>
              <a:t>CC0 Match</a:t>
            </a:r>
          </a:p>
          <a:p>
            <a:pPr marL="1695435" lvl="1" indent="-171450">
              <a:spcBef>
                <a:spcPts val="600"/>
              </a:spcBef>
              <a:buClr>
                <a:srgbClr val="0A8276"/>
              </a:buClr>
              <a:buFont typeface="Symbol" panose="05050102010706020507" pitchFamily="18" charset="2"/>
              <a:buChar char="-"/>
            </a:pPr>
            <a:r>
              <a:rPr lang="en-US" dirty="0"/>
              <a:t>CC1 Match</a:t>
            </a:r>
          </a:p>
          <a:p>
            <a:pPr marL="1695435" lvl="1" indent="-171450">
              <a:spcBef>
                <a:spcPts val="600"/>
              </a:spcBef>
              <a:buClr>
                <a:srgbClr val="0A8276"/>
              </a:buClr>
              <a:buFont typeface="Symbol" panose="05050102010706020507" pitchFamily="18" charset="2"/>
              <a:buChar char="-"/>
            </a:pPr>
            <a:r>
              <a:rPr lang="en-US" dirty="0"/>
              <a:t>Period Match </a:t>
            </a:r>
          </a:p>
          <a:p>
            <a:pPr marL="1695435" lvl="1" indent="-171450">
              <a:spcBef>
                <a:spcPts val="600"/>
              </a:spcBef>
              <a:buClr>
                <a:srgbClr val="0A8276"/>
              </a:buClr>
              <a:buFont typeface="Symbol" panose="05050102010706020507" pitchFamily="18" charset="2"/>
              <a:buChar char="-"/>
            </a:pPr>
            <a:r>
              <a:rPr lang="en-US" dirty="0"/>
              <a:t>DT-Time( Dead Time) Match</a:t>
            </a:r>
          </a:p>
          <a:p>
            <a:pPr marL="1523985" lvl="1">
              <a:spcBef>
                <a:spcPts val="600"/>
              </a:spcBef>
              <a:buClr>
                <a:srgbClr val="0A8276"/>
              </a:buClr>
            </a:pPr>
            <a:endParaRPr lang="en-US" dirty="0"/>
          </a:p>
          <a:p>
            <a:pPr marL="1085850" indent="-171450">
              <a:spcBef>
                <a:spcPts val="600"/>
              </a:spcBef>
              <a:buClr>
                <a:srgbClr val="0A8276"/>
              </a:buClr>
              <a:buFont typeface="Symbol" panose="05050102010706020507" pitchFamily="18" charset="2"/>
              <a:buChar char="-"/>
            </a:pPr>
            <a:r>
              <a:rPr lang="en-US" dirty="0"/>
              <a:t>When counter value is equal to cc0 value, cc0 match will trigger. With the new implementation the CC0 event should happen also when the counter has already passed the new assigned value.</a:t>
            </a:r>
            <a:endParaRPr lang="de-DE" dirty="0"/>
          </a:p>
          <a:p>
            <a:pPr marL="1085850" indent="-171450">
              <a:spcBef>
                <a:spcPts val="600"/>
              </a:spcBef>
              <a:buClr>
                <a:srgbClr val="0A8276"/>
              </a:buClr>
              <a:buFont typeface="Symbol" panose="05050102010706020507" pitchFamily="18" charset="2"/>
              <a:buChar char="-"/>
            </a:pPr>
            <a:endParaRPr lang="en-US" dirty="0"/>
          </a:p>
          <a:p>
            <a:pPr marL="1085850" indent="-171450">
              <a:spcBef>
                <a:spcPts val="600"/>
              </a:spcBef>
              <a:buClr>
                <a:srgbClr val="0A8276"/>
              </a:buClr>
              <a:buFont typeface="Symbol" panose="05050102010706020507" pitchFamily="18" charset="2"/>
              <a:buChar char="-"/>
            </a:pPr>
            <a:endParaRPr lang="en-US" dirty="0"/>
          </a:p>
          <a:p>
            <a:pPr marL="1085850" indent="-171450">
              <a:spcBef>
                <a:spcPts val="600"/>
              </a:spcBef>
              <a:buClr>
                <a:srgbClr val="0A8276"/>
              </a:buClr>
              <a:buFont typeface="Symbol" panose="05050102010706020507" pitchFamily="18" charset="2"/>
              <a:buChar char="-"/>
            </a:pPr>
            <a:endParaRPr lang="de-DE" dirty="0"/>
          </a:p>
        </p:txBody>
      </p:sp>
    </p:spTree>
    <p:extLst>
      <p:ext uri="{BB962C8B-B14F-4D97-AF65-F5344CB8AC3E}">
        <p14:creationId xmlns:p14="http://schemas.microsoft.com/office/powerpoint/2010/main" val="36015363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7E17-DF50-C4E8-73B4-EBA98C9148A1}"/>
              </a:ext>
            </a:extLst>
          </p:cNvPr>
          <p:cNvSpPr>
            <a:spLocks noGrp="1"/>
          </p:cNvSpPr>
          <p:nvPr>
            <p:ph type="title"/>
          </p:nvPr>
        </p:nvSpPr>
        <p:spPr/>
        <p:txBody>
          <a:bodyPr/>
          <a:lstStyle/>
          <a:p>
            <a:r>
              <a:rPr lang="en-US" dirty="0"/>
              <a:t>External Event Based Mode to control Duty cycle</a:t>
            </a:r>
            <a:br>
              <a:rPr lang="en-US" dirty="0"/>
            </a:br>
            <a:r>
              <a:rPr lang="en-US" dirty="0"/>
              <a:t>PSC3M/P6 ,  C3M/P8 only</a:t>
            </a:r>
            <a:endParaRPr lang="de-DE" dirty="0"/>
          </a:p>
        </p:txBody>
      </p:sp>
      <p:sp>
        <p:nvSpPr>
          <p:cNvPr id="3" name="Date Placeholder 2">
            <a:extLst>
              <a:ext uri="{FF2B5EF4-FFF2-40B4-BE49-F238E27FC236}">
                <a16:creationId xmlns:a16="http://schemas.microsoft.com/office/drawing/2014/main" id="{DCB97918-8F46-FC5E-C0C0-7C402BF782AD}"/>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04FB7F72-D939-411C-A666-73BEF27E9B51}"/>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F2515D83-96A1-F3BF-FE31-259F93BBE69C}"/>
              </a:ext>
            </a:extLst>
          </p:cNvPr>
          <p:cNvPicPr>
            <a:picLocks noChangeAspect="1"/>
          </p:cNvPicPr>
          <p:nvPr/>
        </p:nvPicPr>
        <p:blipFill>
          <a:blip r:embed="rId2"/>
          <a:stretch>
            <a:fillRect/>
          </a:stretch>
        </p:blipFill>
        <p:spPr>
          <a:xfrm>
            <a:off x="6528048" y="1412776"/>
            <a:ext cx="5039706" cy="2714048"/>
          </a:xfrm>
          <a:prstGeom prst="rect">
            <a:avLst/>
          </a:prstGeom>
          <a:ln>
            <a:solidFill>
              <a:schemeClr val="tx1"/>
            </a:solidFill>
          </a:ln>
        </p:spPr>
      </p:pic>
      <p:sp>
        <p:nvSpPr>
          <p:cNvPr id="8" name="TextBox 7">
            <a:extLst>
              <a:ext uri="{FF2B5EF4-FFF2-40B4-BE49-F238E27FC236}">
                <a16:creationId xmlns:a16="http://schemas.microsoft.com/office/drawing/2014/main" id="{AC58126A-F43F-1CA4-ECF5-2402C47C7284}"/>
              </a:ext>
            </a:extLst>
          </p:cNvPr>
          <p:cNvSpPr txBox="1"/>
          <p:nvPr/>
        </p:nvSpPr>
        <p:spPr bwMode="auto">
          <a:xfrm>
            <a:off x="263352" y="1268760"/>
            <a:ext cx="6107836" cy="5047536"/>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en-US" dirty="0"/>
              <a:t>This mode supports an external trigger-based duty cycle control. In this mode the duty cycle shall not be given by CC0 or CC1 match.</a:t>
            </a:r>
          </a:p>
          <a:p>
            <a:pPr>
              <a:buClr>
                <a:srgbClr val="0A8276"/>
              </a:buClr>
            </a:pPr>
            <a:endParaRPr lang="en-US" dirty="0"/>
          </a:p>
          <a:p>
            <a:pPr marL="285750" indent="-285750">
              <a:buClr>
                <a:srgbClr val="0A8276"/>
              </a:buClr>
              <a:buFont typeface="Symbol" panose="05050102010706020507" pitchFamily="18" charset="2"/>
              <a:buChar char="-"/>
            </a:pPr>
            <a:r>
              <a:rPr lang="en-US" dirty="0"/>
              <a:t>The external trigger signal can be a HW generated signal or generated by FW.</a:t>
            </a:r>
          </a:p>
          <a:p>
            <a:pPr marL="285750" indent="-285750">
              <a:buClr>
                <a:srgbClr val="0A8276"/>
              </a:buClr>
              <a:buFont typeface="Symbol" panose="05050102010706020507" pitchFamily="18" charset="2"/>
              <a:buChar char="-"/>
            </a:pPr>
            <a:endParaRPr lang="en-US" dirty="0"/>
          </a:p>
          <a:p>
            <a:pPr marL="285750" indent="-285750">
              <a:buClr>
                <a:srgbClr val="0A8276"/>
              </a:buClr>
              <a:buFont typeface="Symbol" panose="05050102010706020507" pitchFamily="18" charset="2"/>
              <a:buChar char="-"/>
            </a:pPr>
            <a:r>
              <a:rPr lang="en-US" dirty="0"/>
              <a:t>Modes will be supported for the following settings:</a:t>
            </a:r>
            <a:endParaRPr lang="de-DE" dirty="0"/>
          </a:p>
          <a:p>
            <a:pPr marL="895335" lvl="1" indent="-285750">
              <a:buFont typeface="Symbol" panose="05050102010706020507" pitchFamily="18" charset="2"/>
              <a:buChar char="-"/>
            </a:pPr>
            <a:r>
              <a:rPr lang="en-US" dirty="0"/>
              <a:t>PWM and PWM_DT mode</a:t>
            </a:r>
            <a:endParaRPr lang="de-DE" dirty="0"/>
          </a:p>
          <a:p>
            <a:pPr marL="895335" lvl="1" indent="-285750">
              <a:buClr>
                <a:srgbClr val="0A8276"/>
              </a:buClr>
              <a:buFont typeface="Symbol" panose="05050102010706020507" pitchFamily="18" charset="2"/>
              <a:buChar char="-"/>
            </a:pPr>
            <a:r>
              <a:rPr lang="en-US" dirty="0"/>
              <a:t>Dual Slope Mode (UPDN1/2 mode)</a:t>
            </a:r>
          </a:p>
          <a:p>
            <a:pPr marL="895335" lvl="1" indent="-285750">
              <a:buClr>
                <a:srgbClr val="0A8276"/>
              </a:buClr>
              <a:buFont typeface="Symbol" panose="05050102010706020507" pitchFamily="18" charset="2"/>
              <a:buChar char="-"/>
            </a:pPr>
            <a:r>
              <a:rPr lang="en-US" dirty="0"/>
              <a:t>With or without HRPWM mode enabled</a:t>
            </a:r>
            <a:endParaRPr lang="de-DE" dirty="0"/>
          </a:p>
          <a:p>
            <a:pPr marL="895335" lvl="1" indent="-285750">
              <a:buClr>
                <a:srgbClr val="0A8276"/>
              </a:buClr>
              <a:buFont typeface="Symbol" panose="05050102010706020507" pitchFamily="18" charset="2"/>
              <a:buChar char="-"/>
            </a:pPr>
            <a:r>
              <a:rPr lang="en-US" dirty="0"/>
              <a:t>Duty information is always dependent on period irrespective of whether Period is generated by external event or by PERIOD (PI/PF) values</a:t>
            </a:r>
            <a:r>
              <a:rPr lang="en-US" dirty="0">
                <a:solidFill>
                  <a:srgbClr val="FF0000"/>
                </a:solidFill>
              </a:rPr>
              <a:t> </a:t>
            </a:r>
            <a:r>
              <a:rPr lang="en-US" dirty="0"/>
              <a:t>and maintained at 50%. CC0- and CC1 Registers are not used in this case.</a:t>
            </a:r>
            <a:endParaRPr lang="de-DE" dirty="0"/>
          </a:p>
          <a:p>
            <a:pPr marL="895335" lvl="1" indent="-285750">
              <a:buClr>
                <a:srgbClr val="0A8276"/>
              </a:buClr>
              <a:buFont typeface="Symbol" panose="05050102010706020507" pitchFamily="18" charset="2"/>
              <a:buChar char="-"/>
            </a:pPr>
            <a:endParaRPr lang="de-DE" dirty="0"/>
          </a:p>
          <a:p>
            <a:pPr marL="285750" indent="-285750">
              <a:buClr>
                <a:srgbClr val="0A8276"/>
              </a:buClr>
              <a:buFont typeface="Symbol" panose="05050102010706020507" pitchFamily="18" charset="2"/>
              <a:buChar char="-"/>
            </a:pPr>
            <a:endParaRPr lang="en-US" dirty="0"/>
          </a:p>
          <a:p>
            <a:pPr marL="285750" indent="-285750">
              <a:buClr>
                <a:srgbClr val="0A8276"/>
              </a:buClr>
              <a:buFont typeface="Symbol" panose="05050102010706020507" pitchFamily="18" charset="2"/>
              <a:buChar char="-"/>
            </a:pPr>
            <a:r>
              <a:rPr lang="en-US" dirty="0"/>
              <a:t>This mode shall be supported to the serve the need of special handling in LLC topologies where the external trigger controls the duty and the period of the HRPWM signal</a:t>
            </a:r>
            <a:endParaRPr lang="de-DE" dirty="0"/>
          </a:p>
          <a:p>
            <a:pPr marL="285750" indent="-285750">
              <a:buClr>
                <a:srgbClr val="0A8276"/>
              </a:buClr>
              <a:buFont typeface="Symbol" panose="05050102010706020507" pitchFamily="18" charset="2"/>
              <a:buChar char="-"/>
            </a:pPr>
            <a:endParaRPr lang="de-DE" dirty="0"/>
          </a:p>
          <a:p>
            <a:pPr marL="285750" indent="-285750">
              <a:buClr>
                <a:srgbClr val="0A8276"/>
              </a:buClr>
              <a:buFont typeface="Symbol" panose="05050102010706020507" pitchFamily="18" charset="2"/>
              <a:buChar char="-"/>
            </a:pPr>
            <a:endParaRPr lang="de-DE" dirty="0"/>
          </a:p>
          <a:p>
            <a:pPr marL="285750" indent="-285750">
              <a:buClr>
                <a:srgbClr val="0A8276"/>
              </a:buClr>
              <a:buFont typeface="Symbol" panose="05050102010706020507" pitchFamily="18" charset="2"/>
              <a:buChar char="-"/>
            </a:pPr>
            <a:endParaRPr lang="de-DE" dirty="0"/>
          </a:p>
          <a:p>
            <a:pPr marL="285750" indent="-285750">
              <a:buClr>
                <a:srgbClr val="0A8276"/>
              </a:buClr>
              <a:buFont typeface="Symbol" panose="05050102010706020507" pitchFamily="18" charset="2"/>
              <a:buChar char="-"/>
            </a:pPr>
            <a:endParaRPr lang="de-DE" dirty="0"/>
          </a:p>
        </p:txBody>
      </p:sp>
    </p:spTree>
    <p:extLst>
      <p:ext uri="{BB962C8B-B14F-4D97-AF65-F5344CB8AC3E}">
        <p14:creationId xmlns:p14="http://schemas.microsoft.com/office/powerpoint/2010/main" val="22999097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BC7E-E4F6-E1F2-0EE8-658A0DA5BD60}"/>
              </a:ext>
            </a:extLst>
          </p:cNvPr>
          <p:cNvSpPr>
            <a:spLocks noGrp="1"/>
          </p:cNvSpPr>
          <p:nvPr>
            <p:ph type="title"/>
          </p:nvPr>
        </p:nvSpPr>
        <p:spPr/>
        <p:txBody>
          <a:bodyPr/>
          <a:lstStyle/>
          <a:p>
            <a:r>
              <a:rPr lang="en-US" dirty="0"/>
              <a:t>Masking of the PWM output signal based on trigger signal</a:t>
            </a:r>
            <a:br>
              <a:rPr lang="en-US" dirty="0"/>
            </a:br>
            <a:r>
              <a:rPr lang="en-US" dirty="0"/>
              <a:t>PSC3M/P6 ,  C3M/P8 only</a:t>
            </a:r>
            <a:endParaRPr lang="de-DE" dirty="0"/>
          </a:p>
        </p:txBody>
      </p:sp>
      <p:sp>
        <p:nvSpPr>
          <p:cNvPr id="3" name="Date Placeholder 2">
            <a:extLst>
              <a:ext uri="{FF2B5EF4-FFF2-40B4-BE49-F238E27FC236}">
                <a16:creationId xmlns:a16="http://schemas.microsoft.com/office/drawing/2014/main" id="{E9D55533-3EA0-8E9F-9182-0CC075845295}"/>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E959199C-84CC-AA46-8829-9C6D6B04A5F1}"/>
              </a:ext>
            </a:extLst>
          </p:cNvPr>
          <p:cNvSpPr>
            <a:spLocks noGrp="1"/>
          </p:cNvSpPr>
          <p:nvPr>
            <p:ph type="ftr" sz="quarter" idx="11"/>
          </p:nvPr>
        </p:nvSpPr>
        <p:spPr/>
        <p:txBody>
          <a:bodyPr/>
          <a:lstStyle/>
          <a:p>
            <a:endParaRPr lang="en-US" dirty="0"/>
          </a:p>
        </p:txBody>
      </p:sp>
      <p:pic>
        <p:nvPicPr>
          <p:cNvPr id="6" name="Picture 5">
            <a:extLst>
              <a:ext uri="{FF2B5EF4-FFF2-40B4-BE49-F238E27FC236}">
                <a16:creationId xmlns:a16="http://schemas.microsoft.com/office/drawing/2014/main" id="{6936BD15-3B75-E076-62EC-91DC4D221B7C}"/>
              </a:ext>
            </a:extLst>
          </p:cNvPr>
          <p:cNvPicPr>
            <a:picLocks noChangeAspect="1"/>
          </p:cNvPicPr>
          <p:nvPr/>
        </p:nvPicPr>
        <p:blipFill>
          <a:blip r:embed="rId2"/>
          <a:stretch>
            <a:fillRect/>
          </a:stretch>
        </p:blipFill>
        <p:spPr>
          <a:xfrm>
            <a:off x="6360368" y="1412777"/>
            <a:ext cx="5496272" cy="1608022"/>
          </a:xfrm>
          <a:prstGeom prst="rect">
            <a:avLst/>
          </a:prstGeom>
          <a:ln>
            <a:solidFill>
              <a:schemeClr val="tx1"/>
            </a:solidFill>
          </a:ln>
        </p:spPr>
      </p:pic>
      <p:sp>
        <p:nvSpPr>
          <p:cNvPr id="8" name="TextBox 7">
            <a:extLst>
              <a:ext uri="{FF2B5EF4-FFF2-40B4-BE49-F238E27FC236}">
                <a16:creationId xmlns:a16="http://schemas.microsoft.com/office/drawing/2014/main" id="{8B2A428C-A016-79A8-1121-9FA4364D94D4}"/>
              </a:ext>
            </a:extLst>
          </p:cNvPr>
          <p:cNvSpPr txBox="1"/>
          <p:nvPr/>
        </p:nvSpPr>
        <p:spPr bwMode="auto">
          <a:xfrm>
            <a:off x="-168696" y="908720"/>
            <a:ext cx="6529064" cy="7294305"/>
          </a:xfrm>
          <a:prstGeom prst="rect">
            <a:avLst/>
          </a:prstGeom>
          <a:noFill/>
          <a:ln w="9525">
            <a:noFill/>
            <a:miter lim="800000"/>
            <a:headEnd/>
            <a:tailEnd/>
          </a:ln>
          <a:effectLst/>
        </p:spPr>
        <p:txBody>
          <a:bodyPr wrap="square">
            <a:spAutoFit/>
          </a:bodyPr>
          <a:lstStyle/>
          <a:p>
            <a:pPr marL="895335" lvl="1" indent="-285750">
              <a:buClr>
                <a:srgbClr val="0A8276"/>
              </a:buClr>
              <a:buFont typeface="Symbol" panose="05050102010706020507" pitchFamily="18" charset="2"/>
              <a:buChar char="-"/>
            </a:pPr>
            <a:r>
              <a:rPr lang="en-US" dirty="0"/>
              <a:t>Therefor a specific masking feature controlled during run-time by SW/FW and it  ensure that LINE_OUT/LINE_COMPL_OUT of two counters would not transition to high at the same time.</a:t>
            </a:r>
          </a:p>
          <a:p>
            <a:pPr lvl="1">
              <a:buClr>
                <a:srgbClr val="0A8276"/>
              </a:buClr>
            </a:pPr>
            <a:endParaRPr lang="en-US" dirty="0"/>
          </a:p>
          <a:p>
            <a:pPr marL="895335" lvl="1" indent="-285750">
              <a:buClr>
                <a:srgbClr val="0A8276"/>
              </a:buClr>
              <a:buFont typeface="Symbol" panose="05050102010706020507" pitchFamily="18" charset="2"/>
              <a:buChar char="-"/>
            </a:pPr>
            <a:r>
              <a:rPr lang="en-US" dirty="0"/>
              <a:t>The main functionality is to enable masking of the “</a:t>
            </a:r>
            <a:r>
              <a:rPr lang="en-US" dirty="0" err="1"/>
              <a:t>line_out</a:t>
            </a:r>
            <a:r>
              <a:rPr lang="en-US" dirty="0"/>
              <a:t>” signals in correlation with the Mask input signals. </a:t>
            </a:r>
          </a:p>
          <a:p>
            <a:pPr lvl="1">
              <a:buClr>
                <a:srgbClr val="0A8276"/>
              </a:buClr>
            </a:pPr>
            <a:endParaRPr lang="en-US" dirty="0"/>
          </a:p>
          <a:p>
            <a:pPr marL="895335" lvl="1" indent="-285750">
              <a:buClr>
                <a:srgbClr val="0A8276"/>
              </a:buClr>
              <a:buFont typeface="Symbol" panose="05050102010706020507" pitchFamily="18" charset="2"/>
              <a:buChar char="-"/>
            </a:pPr>
            <a:r>
              <a:rPr lang="en-US" dirty="0"/>
              <a:t>The Trigger inputs will be used as Mask inputs. The Mask signals will be connected to input bits of the existing trigger inputs.</a:t>
            </a:r>
          </a:p>
          <a:p>
            <a:pPr marL="895335" lvl="1" indent="-285750">
              <a:buClr>
                <a:srgbClr val="0A8276"/>
              </a:buClr>
              <a:buFont typeface="Symbol" panose="05050102010706020507" pitchFamily="18" charset="2"/>
              <a:buChar char="-"/>
            </a:pPr>
            <a:endParaRPr lang="de-DE" dirty="0"/>
          </a:p>
          <a:p>
            <a:pPr marL="895335" lvl="1" indent="-285750">
              <a:buClr>
                <a:srgbClr val="0A8276"/>
              </a:buClr>
              <a:buFont typeface="Symbol" panose="05050102010706020507" pitchFamily="18" charset="2"/>
              <a:buChar char="-"/>
            </a:pPr>
            <a:r>
              <a:rPr lang="en-US" dirty="0"/>
              <a:t>PWM output masking is  a run-time configurable feature controlled by SW /FM. The mask feature can be enabled / disabled anytime while the counter is enabled or is running</a:t>
            </a:r>
          </a:p>
          <a:p>
            <a:pPr marL="895335" lvl="1" indent="-285750">
              <a:buClr>
                <a:srgbClr val="0A8276"/>
              </a:buClr>
              <a:buFont typeface="Symbol" panose="05050102010706020507" pitchFamily="18" charset="2"/>
              <a:buChar char="-"/>
            </a:pPr>
            <a:endParaRPr lang="en-US" dirty="0"/>
          </a:p>
          <a:p>
            <a:pPr marL="895335" lvl="1" indent="-285750">
              <a:buClr>
                <a:srgbClr val="0A8276"/>
              </a:buClr>
              <a:buFont typeface="Symbol" panose="05050102010706020507" pitchFamily="18" charset="2"/>
              <a:buChar char="-"/>
            </a:pPr>
            <a:r>
              <a:rPr lang="en-US" dirty="0"/>
              <a:t>Masking is supported for the following Counter Modes</a:t>
            </a:r>
          </a:p>
          <a:p>
            <a:pPr marL="1504920" lvl="2" indent="-285750">
              <a:buClr>
                <a:srgbClr val="0A8276"/>
              </a:buClr>
              <a:buFont typeface="Symbol" panose="05050102010706020507" pitchFamily="18" charset="2"/>
              <a:buChar char="-"/>
            </a:pPr>
            <a:r>
              <a:rPr lang="de-DE" dirty="0"/>
              <a:t>PWM, PWM_DT</a:t>
            </a:r>
          </a:p>
          <a:p>
            <a:pPr marL="1504920" lvl="2" indent="-285750">
              <a:buClr>
                <a:srgbClr val="0A8276"/>
              </a:buClr>
              <a:buFont typeface="Symbol" panose="05050102010706020507" pitchFamily="18" charset="2"/>
              <a:buChar char="-"/>
            </a:pPr>
            <a:r>
              <a:rPr lang="en-US" dirty="0"/>
              <a:t>For all count modes including COUNT_UP, COUNT_DOWN and UPDN1/2</a:t>
            </a:r>
          </a:p>
          <a:p>
            <a:pPr marL="1504920" lvl="2" indent="-285750">
              <a:buClr>
                <a:srgbClr val="0A8276"/>
              </a:buClr>
              <a:buFont typeface="Symbol" panose="05050102010706020507" pitchFamily="18" charset="2"/>
              <a:buChar char="-"/>
            </a:pPr>
            <a:endParaRPr lang="en-US" dirty="0"/>
          </a:p>
          <a:p>
            <a:pPr marL="895335" lvl="1" indent="-285750">
              <a:buClr>
                <a:srgbClr val="0A8276"/>
              </a:buClr>
              <a:buFont typeface="Symbol" panose="05050102010706020507" pitchFamily="18" charset="2"/>
              <a:buChar char="-"/>
            </a:pPr>
            <a:r>
              <a:rPr lang="en-US" dirty="0"/>
              <a:t>Immediate KILL shall have higher priority than MASK feature on </a:t>
            </a:r>
            <a:r>
              <a:rPr lang="en-US" dirty="0" err="1"/>
              <a:t>line_out</a:t>
            </a:r>
            <a:r>
              <a:rPr lang="en-US" dirty="0"/>
              <a:t>/</a:t>
            </a:r>
            <a:r>
              <a:rPr lang="en-US" dirty="0" err="1"/>
              <a:t>line_compl_out</a:t>
            </a:r>
            <a:r>
              <a:rPr lang="en-US" dirty="0"/>
              <a:t>. Other kill modes would be masked normally. </a:t>
            </a:r>
          </a:p>
          <a:p>
            <a:pPr marL="895335" lvl="1" indent="-285750">
              <a:buClr>
                <a:srgbClr val="0A8276"/>
              </a:buClr>
              <a:buFont typeface="Symbol" panose="05050102010706020507" pitchFamily="18" charset="2"/>
              <a:buChar char="-"/>
            </a:pPr>
            <a:endParaRPr lang="en-US" dirty="0"/>
          </a:p>
          <a:p>
            <a:pPr marL="895335" lvl="1" indent="-285750">
              <a:buClr>
                <a:srgbClr val="0A8276"/>
              </a:buClr>
              <a:buFont typeface="Symbol" panose="05050102010706020507" pitchFamily="18" charset="2"/>
              <a:buChar char="-"/>
            </a:pPr>
            <a:r>
              <a:rPr lang="en-US" dirty="0"/>
              <a:t>For power conversion topology, controlled by non-complimentary PWM outputs signals from two counters, it is required to avoid overlapping PWM signals (outputs = “1”) to avoid short circuit current flow.</a:t>
            </a:r>
            <a:endParaRPr lang="de-DE" dirty="0"/>
          </a:p>
          <a:p>
            <a:pPr marL="1085850" indent="-171450">
              <a:spcAft>
                <a:spcPts val="1200"/>
              </a:spcAft>
              <a:buClr>
                <a:srgbClr val="0A8276"/>
              </a:buClr>
              <a:buFont typeface="Symbol" panose="05050102010706020507" pitchFamily="18" charset="2"/>
              <a:buChar char="-"/>
            </a:pPr>
            <a:endParaRPr lang="en-US" dirty="0"/>
          </a:p>
          <a:p>
            <a:pPr marL="1085850" indent="-171450">
              <a:spcAft>
                <a:spcPts val="1200"/>
              </a:spcAft>
              <a:buClr>
                <a:srgbClr val="0A8276"/>
              </a:buClr>
              <a:buFont typeface="Symbol" panose="05050102010706020507" pitchFamily="18" charset="2"/>
              <a:buChar char="-"/>
            </a:pPr>
            <a:endParaRPr lang="en-US" dirty="0"/>
          </a:p>
          <a:p>
            <a:pPr lvl="0"/>
            <a:endParaRPr lang="en-US" dirty="0"/>
          </a:p>
          <a:p>
            <a:pPr lvl="0"/>
            <a:endParaRPr lang="de-DE" dirty="0"/>
          </a:p>
          <a:p>
            <a:pPr marL="1085850" indent="-171450">
              <a:spcAft>
                <a:spcPts val="1200"/>
              </a:spcAft>
              <a:buClr>
                <a:srgbClr val="0A8276"/>
              </a:buClr>
              <a:buFont typeface="Symbol" panose="05050102010706020507" pitchFamily="18" charset="2"/>
              <a:buChar char="-"/>
            </a:pPr>
            <a:endParaRPr lang="de-DE" dirty="0"/>
          </a:p>
        </p:txBody>
      </p:sp>
      <p:pic>
        <p:nvPicPr>
          <p:cNvPr id="10" name="Picture 9">
            <a:extLst>
              <a:ext uri="{FF2B5EF4-FFF2-40B4-BE49-F238E27FC236}">
                <a16:creationId xmlns:a16="http://schemas.microsoft.com/office/drawing/2014/main" id="{B243B08B-1D0D-C98B-20BE-B2CDB1A5C501}"/>
              </a:ext>
            </a:extLst>
          </p:cNvPr>
          <p:cNvPicPr>
            <a:picLocks noChangeAspect="1"/>
          </p:cNvPicPr>
          <p:nvPr/>
        </p:nvPicPr>
        <p:blipFill>
          <a:blip r:embed="rId3"/>
          <a:stretch>
            <a:fillRect/>
          </a:stretch>
        </p:blipFill>
        <p:spPr>
          <a:xfrm>
            <a:off x="6375166" y="3502416"/>
            <a:ext cx="5529175" cy="2514105"/>
          </a:xfrm>
          <a:prstGeom prst="rect">
            <a:avLst/>
          </a:prstGeom>
          <a:ln>
            <a:solidFill>
              <a:schemeClr val="tx1"/>
            </a:solidFill>
          </a:ln>
        </p:spPr>
      </p:pic>
    </p:spTree>
    <p:extLst>
      <p:ext uri="{BB962C8B-B14F-4D97-AF65-F5344CB8AC3E}">
        <p14:creationId xmlns:p14="http://schemas.microsoft.com/office/powerpoint/2010/main" val="34203946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MOTIF – autonomous BLDC / Hall / Quad-encoder</a:t>
            </a:r>
          </a:p>
        </p:txBody>
      </p:sp>
      <p:sp>
        <p:nvSpPr>
          <p:cNvPr id="4" name="TextBox 3"/>
          <p:cNvSpPr txBox="1"/>
          <p:nvPr/>
        </p:nvSpPr>
        <p:spPr>
          <a:xfrm>
            <a:off x="7015876" y="1280160"/>
            <a:ext cx="4871324" cy="3159839"/>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Autonomous block commutation for BLDC / PMSM</a:t>
            </a:r>
          </a:p>
          <a:p>
            <a:pPr marL="285750" lvl="0" indent="-285750">
              <a:lnSpc>
                <a:spcPct val="100000"/>
              </a:lnSpc>
              <a:spcBef>
                <a:spcPts val="400"/>
              </a:spcBef>
              <a:buClr>
                <a:srgbClr val="0A8276"/>
              </a:buClr>
              <a:buSzPct val="90000"/>
              <a:buFont typeface="Symbol" panose="05050102010706020507" pitchFamily="18" charset="2"/>
              <a:buChar char="-"/>
            </a:pPr>
            <a:r>
              <a:rPr sz="1600" dirty="0"/>
              <a:t>Hall sensor decode + quadrature encoder decode</a:t>
            </a:r>
          </a:p>
          <a:p>
            <a:pPr marL="285750" lvl="0" indent="-285750">
              <a:lnSpc>
                <a:spcPct val="100000"/>
              </a:lnSpc>
              <a:spcBef>
                <a:spcPts val="400"/>
              </a:spcBef>
              <a:buClr>
                <a:srgbClr val="0A8276"/>
              </a:buClr>
              <a:buSzPct val="90000"/>
              <a:buFont typeface="Symbol" panose="05050102010706020507" pitchFamily="18" charset="2"/>
              <a:buChar char="-"/>
            </a:pPr>
            <a:r>
              <a:rPr sz="1600" dirty="0"/>
              <a:t>LUT-based commutation pattern (128-entry LUT)</a:t>
            </a:r>
          </a:p>
          <a:p>
            <a:pPr marL="285750" lvl="0" indent="-285750">
              <a:lnSpc>
                <a:spcPct val="100000"/>
              </a:lnSpc>
              <a:spcBef>
                <a:spcPts val="400"/>
              </a:spcBef>
              <a:buClr>
                <a:srgbClr val="0A8276"/>
              </a:buClr>
              <a:buSzPct val="90000"/>
              <a:buFont typeface="Symbol" panose="05050102010706020507" pitchFamily="18" charset="2"/>
              <a:buChar char="-"/>
            </a:pPr>
            <a:r>
              <a:rPr sz="1600" dirty="0"/>
              <a:t>Standalone multi-channel PWM mode</a:t>
            </a:r>
          </a:p>
          <a:p>
            <a:pPr marL="285750" lvl="0" indent="-285750">
              <a:lnSpc>
                <a:spcPct val="100000"/>
              </a:lnSpc>
              <a:spcBef>
                <a:spcPts val="400"/>
              </a:spcBef>
              <a:buClr>
                <a:srgbClr val="0A8276"/>
              </a:buClr>
              <a:buSzPct val="90000"/>
              <a:buFont typeface="Symbol" panose="05050102010706020507" pitchFamily="18" charset="2"/>
              <a:buChar char="-"/>
            </a:pPr>
            <a:r>
              <a:rPr sz="1600" dirty="0"/>
              <a:t>Direct link to TCPWM group of 4 counters</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Derives speed and </a:t>
            </a:r>
            <a:r>
              <a:rPr sz="1600" dirty="0"/>
              <a:t>position without CPU load</a:t>
            </a:r>
          </a:p>
          <a:p>
            <a:pPr marL="285750" lvl="0" indent="-285750">
              <a:lnSpc>
                <a:spcPct val="100000"/>
              </a:lnSpc>
              <a:spcBef>
                <a:spcPts val="400"/>
              </a:spcBef>
              <a:buClr>
                <a:srgbClr val="0A8276"/>
              </a:buClr>
              <a:buSzPct val="90000"/>
              <a:buFont typeface="Symbol" panose="05050102010706020507" pitchFamily="18" charset="2"/>
              <a:buChar char="-"/>
            </a:pPr>
            <a:r>
              <a:rPr lang="en-US" sz="1600" b="1" dirty="0"/>
              <a:t>M5–1 </a:t>
            </a:r>
            <a:r>
              <a:rPr sz="1600" b="1" dirty="0"/>
              <a:t>× MOTIF (single motor)</a:t>
            </a:r>
          </a:p>
          <a:p>
            <a:pPr marL="285750" lvl="0" indent="-285750">
              <a:lnSpc>
                <a:spcPct val="100000"/>
              </a:lnSpc>
              <a:spcBef>
                <a:spcPts val="400"/>
              </a:spcBef>
              <a:buClr>
                <a:srgbClr val="0A8276"/>
              </a:buClr>
              <a:buSzPct val="90000"/>
              <a:buFont typeface="Symbol" panose="05050102010706020507" pitchFamily="18" charset="2"/>
              <a:buChar char="-"/>
            </a:pPr>
            <a:r>
              <a:rPr lang="en-US" sz="1600" b="1" dirty="0"/>
              <a:t>M6–2</a:t>
            </a:r>
            <a:r>
              <a:rPr sz="1600" b="1" dirty="0"/>
              <a:t> × MOTIF (dual motor, e.g. compressor + fan)</a:t>
            </a:r>
          </a:p>
        </p:txBody>
      </p:sp>
      <p:pic>
        <p:nvPicPr>
          <p:cNvPr id="6" name="Picture 5">
            <a:extLst>
              <a:ext uri="{FF2B5EF4-FFF2-40B4-BE49-F238E27FC236}">
                <a16:creationId xmlns:a16="http://schemas.microsoft.com/office/drawing/2014/main" id="{B8CA8CB3-6416-160E-BF8D-413BDDBA8863}"/>
              </a:ext>
            </a:extLst>
          </p:cNvPr>
          <p:cNvPicPr>
            <a:picLocks noChangeAspect="1"/>
          </p:cNvPicPr>
          <p:nvPr/>
        </p:nvPicPr>
        <p:blipFill>
          <a:blip r:embed="rId2"/>
          <a:stretch>
            <a:fillRect/>
          </a:stretch>
        </p:blipFill>
        <p:spPr>
          <a:xfrm>
            <a:off x="332677" y="1270917"/>
            <a:ext cx="6665692" cy="3377283"/>
          </a:xfrm>
          <a:prstGeom prst="rect">
            <a:avLst/>
          </a:prstGeom>
        </p:spPr>
      </p:pic>
      <p:sp>
        <p:nvSpPr>
          <p:cNvPr id="5" name="Footer Placeholder 4">
            <a:extLst>
              <a:ext uri="{FF2B5EF4-FFF2-40B4-BE49-F238E27FC236}">
                <a16:creationId xmlns:a16="http://schemas.microsoft.com/office/drawing/2014/main" id="{B091C875-0A0F-F7D9-8465-351F353E412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MOTIF connection scheme – </a:t>
            </a:r>
            <a:r>
              <a:rPr lang="de-DE" dirty="0"/>
              <a:t>PSC3</a:t>
            </a:r>
            <a:r>
              <a:rPr dirty="0"/>
              <a:t>M6</a:t>
            </a:r>
          </a:p>
        </p:txBody>
      </p:sp>
      <p:sp>
        <p:nvSpPr>
          <p:cNvPr id="4" name="TextBox 3"/>
          <p:cNvSpPr txBox="1"/>
          <p:nvPr/>
        </p:nvSpPr>
        <p:spPr>
          <a:xfrm>
            <a:off x="6951249" y="1280160"/>
            <a:ext cx="4935951" cy="2564805"/>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Hall / quad inputs feed low-pass filter → Hall Sensor Decode block</a:t>
            </a:r>
          </a:p>
          <a:p>
            <a:pPr marL="285750" lvl="0" indent="-285750">
              <a:lnSpc>
                <a:spcPct val="100000"/>
              </a:lnSpc>
              <a:spcBef>
                <a:spcPts val="400"/>
              </a:spcBef>
              <a:buClr>
                <a:srgbClr val="0A8276"/>
              </a:buClr>
              <a:buSzPct val="90000"/>
              <a:buFont typeface="Symbol" panose="05050102010706020507" pitchFamily="18" charset="2"/>
              <a:buChar char="-"/>
            </a:pPr>
            <a:r>
              <a:rPr sz="1600" dirty="0"/>
              <a:t>MOTIF.HSD produces commutation pattern</a:t>
            </a:r>
          </a:p>
          <a:p>
            <a:pPr marL="285750" lvl="0" indent="-285750">
              <a:lnSpc>
                <a:spcPct val="100000"/>
              </a:lnSpc>
              <a:spcBef>
                <a:spcPts val="400"/>
              </a:spcBef>
              <a:buClr>
                <a:srgbClr val="0A8276"/>
              </a:buClr>
              <a:buSzPct val="90000"/>
              <a:buFont typeface="Symbol" panose="05050102010706020507" pitchFamily="18" charset="2"/>
              <a:buChar char="-"/>
            </a:pPr>
            <a:r>
              <a:rPr sz="1600" dirty="0"/>
              <a:t>MOTIF.EWHE flags erroneous hall events</a:t>
            </a:r>
          </a:p>
          <a:p>
            <a:pPr marL="285750" lvl="0" indent="-285750">
              <a:lnSpc>
                <a:spcPct val="100000"/>
              </a:lnSpc>
              <a:spcBef>
                <a:spcPts val="400"/>
              </a:spcBef>
              <a:buClr>
                <a:srgbClr val="0A8276"/>
              </a:buClr>
              <a:buSzPct val="90000"/>
              <a:buFont typeface="Symbol" panose="05050102010706020507" pitchFamily="18" charset="2"/>
              <a:buChar char="-"/>
            </a:pPr>
            <a:r>
              <a:rPr sz="1600" dirty="0"/>
              <a:t>MOTIF interface drives TCPWM group counters</a:t>
            </a:r>
          </a:p>
          <a:p>
            <a:pPr marL="285750" lvl="0" indent="-285750">
              <a:lnSpc>
                <a:spcPct val="100000"/>
              </a:lnSpc>
              <a:spcBef>
                <a:spcPts val="400"/>
              </a:spcBef>
              <a:buClr>
                <a:srgbClr val="0A8276"/>
              </a:buClr>
              <a:buSzPct val="90000"/>
              <a:buFont typeface="Symbol" panose="05050102010706020507" pitchFamily="18" charset="2"/>
              <a:buChar char="-"/>
            </a:pPr>
            <a:r>
              <a:rPr sz="1600" dirty="0"/>
              <a:t>MOUT bits map to individual PWM output lines (0 / 1 / PWM / inverse PWM)</a:t>
            </a:r>
          </a:p>
          <a:p>
            <a:pPr marL="285750" lvl="0" indent="-285750">
              <a:lnSpc>
                <a:spcPct val="100000"/>
              </a:lnSpc>
              <a:spcBef>
                <a:spcPts val="400"/>
              </a:spcBef>
              <a:buClr>
                <a:srgbClr val="0A8276"/>
              </a:buClr>
              <a:buSzPct val="90000"/>
              <a:buFont typeface="Symbol" panose="05050102010706020507" pitchFamily="18" charset="2"/>
              <a:buChar char="-"/>
            </a:pPr>
            <a:r>
              <a:rPr sz="1600" dirty="0"/>
              <a:t>Enables autonomous six-step commutation for BLDC block modulation</a:t>
            </a:r>
          </a:p>
        </p:txBody>
      </p:sp>
      <p:pic>
        <p:nvPicPr>
          <p:cNvPr id="6" name="Picture 5">
            <a:extLst>
              <a:ext uri="{FF2B5EF4-FFF2-40B4-BE49-F238E27FC236}">
                <a16:creationId xmlns:a16="http://schemas.microsoft.com/office/drawing/2014/main" id="{CAA413ED-6D4A-1953-828E-9446E110D4CA}"/>
              </a:ext>
            </a:extLst>
          </p:cNvPr>
          <p:cNvPicPr>
            <a:picLocks noChangeAspect="1"/>
          </p:cNvPicPr>
          <p:nvPr/>
        </p:nvPicPr>
        <p:blipFill>
          <a:blip r:embed="rId2"/>
          <a:stretch>
            <a:fillRect/>
          </a:stretch>
        </p:blipFill>
        <p:spPr>
          <a:xfrm>
            <a:off x="360799" y="1285427"/>
            <a:ext cx="6590449" cy="4817747"/>
          </a:xfrm>
          <a:prstGeom prst="rect">
            <a:avLst/>
          </a:prstGeom>
        </p:spPr>
      </p:pic>
      <p:sp>
        <p:nvSpPr>
          <p:cNvPr id="5" name="Footer Placeholder 4">
            <a:extLst>
              <a:ext uri="{FF2B5EF4-FFF2-40B4-BE49-F238E27FC236}">
                <a16:creationId xmlns:a16="http://schemas.microsoft.com/office/drawing/2014/main" id="{343DF205-1575-9590-9D2E-A25E277FBEFD}"/>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1745-A11E-0512-731A-A1A71038AD9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A46841C9-D01D-CB58-04D7-1EDB1AFC2775}"/>
              </a:ext>
            </a:extLst>
          </p:cNvPr>
          <p:cNvPicPr>
            <a:picLocks noChangeAspect="1"/>
          </p:cNvPicPr>
          <p:nvPr/>
        </p:nvPicPr>
        <p:blipFill>
          <a:blip r:embed="rId2"/>
          <a:stretch>
            <a:fillRect/>
          </a:stretch>
        </p:blipFill>
        <p:spPr>
          <a:xfrm>
            <a:off x="704245" y="5065889"/>
            <a:ext cx="3735572" cy="1478749"/>
          </a:xfrm>
          <a:prstGeom prst="rect">
            <a:avLst/>
          </a:prstGeom>
        </p:spPr>
      </p:pic>
      <p:pic>
        <p:nvPicPr>
          <p:cNvPr id="19" name="Picture 18">
            <a:extLst>
              <a:ext uri="{FF2B5EF4-FFF2-40B4-BE49-F238E27FC236}">
                <a16:creationId xmlns:a16="http://schemas.microsoft.com/office/drawing/2014/main" id="{00751960-4211-9074-5DE0-A4AB90B75BD9}"/>
              </a:ext>
            </a:extLst>
          </p:cNvPr>
          <p:cNvPicPr>
            <a:picLocks noChangeAspect="1"/>
          </p:cNvPicPr>
          <p:nvPr/>
        </p:nvPicPr>
        <p:blipFill>
          <a:blip r:embed="rId3"/>
          <a:stretch>
            <a:fillRect/>
          </a:stretch>
        </p:blipFill>
        <p:spPr>
          <a:xfrm>
            <a:off x="690422" y="3611093"/>
            <a:ext cx="3491988" cy="1435333"/>
          </a:xfrm>
          <a:prstGeom prst="rect">
            <a:avLst/>
          </a:prstGeom>
        </p:spPr>
      </p:pic>
      <p:sp>
        <p:nvSpPr>
          <p:cNvPr id="2" name="Title 1">
            <a:extLst>
              <a:ext uri="{FF2B5EF4-FFF2-40B4-BE49-F238E27FC236}">
                <a16:creationId xmlns:a16="http://schemas.microsoft.com/office/drawing/2014/main" id="{96CEAF5E-B590-285F-B372-5889114DFEFC}"/>
              </a:ext>
            </a:extLst>
          </p:cNvPr>
          <p:cNvSpPr>
            <a:spLocks noGrp="1"/>
          </p:cNvSpPr>
          <p:nvPr>
            <p:ph type="title"/>
          </p:nvPr>
        </p:nvSpPr>
        <p:spPr/>
        <p:txBody>
          <a:bodyPr/>
          <a:lstStyle/>
          <a:p>
            <a:r>
              <a:rPr dirty="0"/>
              <a:t>MOTIF </a:t>
            </a:r>
            <a:r>
              <a:rPr lang="de-DE" dirty="0"/>
              <a:t>–Multichannel pattern influence on PWM output</a:t>
            </a:r>
            <a:br>
              <a:rPr lang="de-DE" dirty="0"/>
            </a:br>
            <a:r>
              <a:rPr lang="en-US" dirty="0"/>
              <a:t>PSC3M/P6 only</a:t>
            </a:r>
            <a:r>
              <a:rPr lang="de-DE" dirty="0"/>
              <a:t> </a:t>
            </a:r>
            <a:endParaRPr dirty="0"/>
          </a:p>
        </p:txBody>
      </p:sp>
      <p:sp>
        <p:nvSpPr>
          <p:cNvPr id="4" name="TextBox 3">
            <a:extLst>
              <a:ext uri="{FF2B5EF4-FFF2-40B4-BE49-F238E27FC236}">
                <a16:creationId xmlns:a16="http://schemas.microsoft.com/office/drawing/2014/main" id="{A45A3256-DB54-DAD0-6F56-A7AA0034DB28}"/>
              </a:ext>
            </a:extLst>
          </p:cNvPr>
          <p:cNvSpPr txBox="1"/>
          <p:nvPr/>
        </p:nvSpPr>
        <p:spPr>
          <a:xfrm>
            <a:off x="6023992" y="2951808"/>
            <a:ext cx="5151975" cy="1426031"/>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lang="de-DE" sz="1600" dirty="0"/>
              <a:t>MOTIF output are mapped to Line_out and line_compl_out</a:t>
            </a:r>
          </a:p>
          <a:p>
            <a:pPr lvl="0">
              <a:lnSpc>
                <a:spcPct val="100000"/>
              </a:lnSpc>
              <a:spcBef>
                <a:spcPts val="400"/>
              </a:spcBef>
              <a:buClr>
                <a:srgbClr val="0A8276"/>
              </a:buClr>
              <a:buSzPct val="90000"/>
            </a:pP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MOTIF interface support 0,1,PWM </a:t>
            </a:r>
            <a:r>
              <a:rPr lang="de-DE" sz="1600" b="1" dirty="0"/>
              <a:t>and inverse PWM( Only M/P6) </a:t>
            </a:r>
            <a:r>
              <a:rPr lang="de-DE" sz="1600" dirty="0"/>
              <a:t>logic .</a:t>
            </a:r>
            <a:endParaRPr sz="1600" dirty="0"/>
          </a:p>
        </p:txBody>
      </p:sp>
      <p:sp>
        <p:nvSpPr>
          <p:cNvPr id="5" name="Footer Placeholder 4">
            <a:extLst>
              <a:ext uri="{FF2B5EF4-FFF2-40B4-BE49-F238E27FC236}">
                <a16:creationId xmlns:a16="http://schemas.microsoft.com/office/drawing/2014/main" id="{31C1AC49-9FE0-85AD-EE59-B493C06FDCF5}"/>
              </a:ext>
            </a:extLst>
          </p:cNvPr>
          <p:cNvSpPr>
            <a:spLocks noGrp="1"/>
          </p:cNvSpPr>
          <p:nvPr>
            <p:ph type="ftr" sz="quarter" idx="11"/>
          </p:nvPr>
        </p:nvSpPr>
        <p:spPr/>
        <p:txBody>
          <a:bodyPr/>
          <a:lstStyle/>
          <a:p>
            <a:r>
              <a:rPr lang="en-US"/>
              <a:t>Sep 2026</a:t>
            </a:r>
            <a:endParaRPr lang="en-US" dirty="0"/>
          </a:p>
        </p:txBody>
      </p:sp>
      <p:sp>
        <p:nvSpPr>
          <p:cNvPr id="11" name="Topic highlight">
            <a:extLst>
              <a:ext uri="{FF2B5EF4-FFF2-40B4-BE49-F238E27FC236}">
                <a16:creationId xmlns:a16="http://schemas.microsoft.com/office/drawing/2014/main" id="{13A32004-E52A-4892-C0EF-387959EBC953}"/>
              </a:ext>
            </a:extLst>
          </p:cNvPr>
          <p:cNvSpPr/>
          <p:nvPr/>
        </p:nvSpPr>
        <p:spPr>
          <a:xfrm>
            <a:off x="2436416" y="4624108"/>
            <a:ext cx="2160240" cy="288033"/>
          </a:xfrm>
          <a:prstGeom prst="rect">
            <a:avLst/>
          </a:prstGeom>
          <a:noFill/>
          <a:ln w="31750">
            <a:solidFill>
              <a:srgbClr val="F9741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opic highlight">
            <a:extLst>
              <a:ext uri="{FF2B5EF4-FFF2-40B4-BE49-F238E27FC236}">
                <a16:creationId xmlns:a16="http://schemas.microsoft.com/office/drawing/2014/main" id="{80E40BCB-99CD-F249-75A8-126ECFE97A2E}"/>
              </a:ext>
            </a:extLst>
          </p:cNvPr>
          <p:cNvSpPr/>
          <p:nvPr/>
        </p:nvSpPr>
        <p:spPr>
          <a:xfrm>
            <a:off x="2572031" y="5984150"/>
            <a:ext cx="2160240" cy="288033"/>
          </a:xfrm>
          <a:prstGeom prst="rect">
            <a:avLst/>
          </a:prstGeom>
          <a:noFill/>
          <a:ln w="31750">
            <a:solidFill>
              <a:srgbClr val="F9741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a:extLst>
              <a:ext uri="{FF2B5EF4-FFF2-40B4-BE49-F238E27FC236}">
                <a16:creationId xmlns:a16="http://schemas.microsoft.com/office/drawing/2014/main" id="{52408F91-AB54-F407-A57F-368AEAC66AC2}"/>
              </a:ext>
            </a:extLst>
          </p:cNvPr>
          <p:cNvPicPr>
            <a:picLocks noChangeAspect="1"/>
          </p:cNvPicPr>
          <p:nvPr/>
        </p:nvPicPr>
        <p:blipFill>
          <a:blip r:embed="rId4"/>
          <a:stretch>
            <a:fillRect/>
          </a:stretch>
        </p:blipFill>
        <p:spPr>
          <a:xfrm>
            <a:off x="558294" y="888900"/>
            <a:ext cx="5010110" cy="2355296"/>
          </a:xfrm>
          <a:prstGeom prst="rect">
            <a:avLst/>
          </a:prstGeom>
        </p:spPr>
      </p:pic>
      <p:cxnSp>
        <p:nvCxnSpPr>
          <p:cNvPr id="17" name="Straight Arrow Connector 16">
            <a:extLst>
              <a:ext uri="{FF2B5EF4-FFF2-40B4-BE49-F238E27FC236}">
                <a16:creationId xmlns:a16="http://schemas.microsoft.com/office/drawing/2014/main" id="{E830E4F0-56AE-E540-34C2-DD1965907C1F}"/>
              </a:ext>
            </a:extLst>
          </p:cNvPr>
          <p:cNvCxnSpPr/>
          <p:nvPr/>
        </p:nvCxnSpPr>
        <p:spPr>
          <a:xfrm flipH="1">
            <a:off x="3287688" y="2636912"/>
            <a:ext cx="936104" cy="1008112"/>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57856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CORDIC – </a:t>
            </a:r>
            <a:r>
              <a:rPr dirty="0" err="1"/>
              <a:t>CoOrdinate</a:t>
            </a:r>
            <a:r>
              <a:rPr dirty="0"/>
              <a:t> Rotation Digital Computer</a:t>
            </a:r>
          </a:p>
        </p:txBody>
      </p:sp>
      <p:sp>
        <p:nvSpPr>
          <p:cNvPr id="4" name="TextBox 3"/>
          <p:cNvSpPr txBox="1"/>
          <p:nvPr/>
        </p:nvSpPr>
        <p:spPr>
          <a:xfrm>
            <a:off x="7086600" y="1280160"/>
            <a:ext cx="4800600" cy="3847207"/>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Kernel executes 4 iterations per clock; 28 iterations per operation</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About </a:t>
            </a:r>
            <a:r>
              <a:rPr sz="1600" dirty="0"/>
              <a:t>10 CPU</a:t>
            </a:r>
            <a:r>
              <a:rPr lang="en-US" sz="1600" dirty="0"/>
              <a:t> clocks </a:t>
            </a:r>
            <a:r>
              <a:rPr sz="1600" dirty="0"/>
              <a:t>per operation</a:t>
            </a:r>
            <a:r>
              <a:rPr lang="en-US" sz="1600" dirty="0"/>
              <a:t>: seven</a:t>
            </a:r>
            <a:r>
              <a:rPr sz="1600" dirty="0"/>
              <a:t> kernel </a:t>
            </a:r>
            <a:r>
              <a:rPr lang="en-US" sz="1600" dirty="0"/>
              <a:t>cycles plus three </a:t>
            </a:r>
            <a:r>
              <a:rPr sz="1600" dirty="0"/>
              <a:t>setup</a:t>
            </a:r>
            <a:r>
              <a:rPr lang="en-US" sz="1600" dirty="0"/>
              <a:t> cycles</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Operating modes</a:t>
            </a:r>
          </a:p>
          <a:p>
            <a:pPr marL="571500" lvl="1" indent="-285750">
              <a:lnSpc>
                <a:spcPct val="100000"/>
              </a:lnSpc>
              <a:spcBef>
                <a:spcPts val="150"/>
              </a:spcBef>
              <a:buClr>
                <a:srgbClr val="0A8276"/>
              </a:buClr>
              <a:buSzPct val="85000"/>
              <a:buFont typeface="Symbol" panose="05050102010706020507" pitchFamily="18" charset="2"/>
              <a:buChar char="-"/>
            </a:pPr>
            <a:r>
              <a:rPr sz="1600" dirty="0"/>
              <a:t>Circular rotation (sin, cos)</a:t>
            </a:r>
          </a:p>
          <a:p>
            <a:pPr marL="571500" lvl="1" indent="-285750">
              <a:lnSpc>
                <a:spcPct val="100000"/>
              </a:lnSpc>
              <a:spcBef>
                <a:spcPts val="150"/>
              </a:spcBef>
              <a:buClr>
                <a:srgbClr val="0A8276"/>
              </a:buClr>
              <a:buSzPct val="85000"/>
              <a:buFont typeface="Symbol" panose="05050102010706020507" pitchFamily="18" charset="2"/>
              <a:buChar char="-"/>
            </a:pPr>
            <a:r>
              <a:rPr sz="1600" dirty="0"/>
              <a:t>Circular vectoring (atan2, magnitude)</a:t>
            </a:r>
          </a:p>
          <a:p>
            <a:pPr marL="571500" lvl="1" indent="-285750">
              <a:lnSpc>
                <a:spcPct val="100000"/>
              </a:lnSpc>
              <a:spcBef>
                <a:spcPts val="150"/>
              </a:spcBef>
              <a:buClr>
                <a:srgbClr val="0A8276"/>
              </a:buClr>
              <a:buSzPct val="85000"/>
              <a:buFont typeface="Symbol" panose="05050102010706020507" pitchFamily="18" charset="2"/>
              <a:buChar char="-"/>
            </a:pPr>
            <a:r>
              <a:rPr sz="1600" dirty="0"/>
              <a:t>Hyperbolic rotation / vectoring (</a:t>
            </a:r>
            <a:r>
              <a:rPr sz="1600" dirty="0" err="1"/>
              <a:t>sinh</a:t>
            </a:r>
            <a:r>
              <a:rPr sz="1600" dirty="0"/>
              <a:t>, </a:t>
            </a:r>
            <a:r>
              <a:rPr sz="1600" dirty="0" err="1"/>
              <a:t>cosh</a:t>
            </a:r>
            <a:r>
              <a:rPr sz="1600" dirty="0"/>
              <a:t>, exp, ln)</a:t>
            </a:r>
          </a:p>
          <a:p>
            <a:pPr marL="571500" lvl="1" indent="-285750">
              <a:lnSpc>
                <a:spcPct val="100000"/>
              </a:lnSpc>
              <a:spcBef>
                <a:spcPts val="150"/>
              </a:spcBef>
              <a:buClr>
                <a:srgbClr val="0A8276"/>
              </a:buClr>
              <a:buSzPct val="85000"/>
              <a:buFont typeface="Symbol" panose="05050102010706020507" pitchFamily="18" charset="2"/>
              <a:buChar char="-"/>
            </a:pPr>
            <a:r>
              <a:rPr sz="1600" dirty="0"/>
              <a:t>Linear (</a:t>
            </a:r>
            <a:r>
              <a:rPr sz="1600" dirty="0" err="1"/>
              <a:t>mul</a:t>
            </a:r>
            <a:r>
              <a:rPr sz="1600" dirty="0"/>
              <a:t>, div)</a:t>
            </a:r>
          </a:p>
          <a:p>
            <a:pPr marL="285750" lvl="0" indent="-285750">
              <a:lnSpc>
                <a:spcPct val="100000"/>
              </a:lnSpc>
              <a:spcBef>
                <a:spcPts val="400"/>
              </a:spcBef>
              <a:buClr>
                <a:srgbClr val="0A8276"/>
              </a:buClr>
              <a:buSzPct val="90000"/>
              <a:buFont typeface="Symbol" panose="05050102010706020507" pitchFamily="18" charset="2"/>
              <a:buChar char="-"/>
            </a:pPr>
            <a:r>
              <a:rPr sz="1600" dirty="0"/>
              <a:t>24-bit two's-complement inputs; Q-format friendly</a:t>
            </a:r>
          </a:p>
          <a:p>
            <a:pPr marL="285750" lvl="0" indent="-285750">
              <a:lnSpc>
                <a:spcPct val="100000"/>
              </a:lnSpc>
              <a:spcBef>
                <a:spcPts val="400"/>
              </a:spcBef>
              <a:buClr>
                <a:srgbClr val="0A8276"/>
              </a:buClr>
              <a:buSzPct val="90000"/>
              <a:buFont typeface="Symbol" panose="05050102010706020507" pitchFamily="18" charset="2"/>
              <a:buChar char="-"/>
            </a:pPr>
            <a:r>
              <a:rPr sz="1600" dirty="0"/>
              <a:t>Access modes</a:t>
            </a:r>
            <a:r>
              <a:rPr lang="en-US" sz="1600" dirty="0"/>
              <a:t>:</a:t>
            </a:r>
            <a:r>
              <a:rPr sz="1600" dirty="0"/>
              <a:t> bus hold, polling, DMA trigger, interrupt</a:t>
            </a:r>
          </a:p>
        </p:txBody>
      </p:sp>
      <p:pic>
        <p:nvPicPr>
          <p:cNvPr id="6" name="Picture 5">
            <a:extLst>
              <a:ext uri="{FF2B5EF4-FFF2-40B4-BE49-F238E27FC236}">
                <a16:creationId xmlns:a16="http://schemas.microsoft.com/office/drawing/2014/main" id="{C56B4C68-6C65-ED08-355A-6CE71755AD8D}"/>
              </a:ext>
            </a:extLst>
          </p:cNvPr>
          <p:cNvPicPr>
            <a:picLocks noChangeAspect="1"/>
          </p:cNvPicPr>
          <p:nvPr/>
        </p:nvPicPr>
        <p:blipFill>
          <a:blip r:embed="rId2"/>
          <a:stretch>
            <a:fillRect/>
          </a:stretch>
        </p:blipFill>
        <p:spPr>
          <a:xfrm>
            <a:off x="353439" y="1278140"/>
            <a:ext cx="6649997" cy="3293859"/>
          </a:xfrm>
          <a:prstGeom prst="rect">
            <a:avLst/>
          </a:prstGeom>
        </p:spPr>
      </p:pic>
      <p:sp>
        <p:nvSpPr>
          <p:cNvPr id="5" name="Footer Placeholder 4">
            <a:extLst>
              <a:ext uri="{FF2B5EF4-FFF2-40B4-BE49-F238E27FC236}">
                <a16:creationId xmlns:a16="http://schemas.microsoft.com/office/drawing/2014/main" id="{AC889403-10F1-7133-725B-C452B9AE32C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LPComp</a:t>
            </a:r>
            <a:r>
              <a:rPr dirty="0"/>
              <a:t> – low-power comparators</a:t>
            </a:r>
          </a:p>
        </p:txBody>
      </p:sp>
      <p:sp>
        <p:nvSpPr>
          <p:cNvPr id="4" name="TextBox 3"/>
          <p:cNvSpPr txBox="1"/>
          <p:nvPr/>
        </p:nvSpPr>
        <p:spPr>
          <a:xfrm>
            <a:off x="7086600" y="1280160"/>
            <a:ext cx="4800600" cy="3159839"/>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2 × </a:t>
            </a:r>
            <a:r>
              <a:rPr sz="1600" dirty="0" err="1"/>
              <a:t>LPComp</a:t>
            </a:r>
            <a:r>
              <a:rPr sz="1600" dirty="0"/>
              <a:t> active in Active, Deep Sleep and Hibernate modes</a:t>
            </a:r>
          </a:p>
          <a:p>
            <a:pPr marL="285750" lvl="0" indent="-285750">
              <a:lnSpc>
                <a:spcPct val="100000"/>
              </a:lnSpc>
              <a:spcBef>
                <a:spcPts val="400"/>
              </a:spcBef>
              <a:buClr>
                <a:srgbClr val="0A8276"/>
              </a:buClr>
              <a:buSzPct val="90000"/>
              <a:buFont typeface="Symbol" panose="05050102010706020507" pitchFamily="18" charset="2"/>
              <a:buChar char="-"/>
            </a:pPr>
            <a:r>
              <a:rPr sz="1600" dirty="0"/>
              <a:t>Three power modes selectable per comparator</a:t>
            </a:r>
          </a:p>
          <a:p>
            <a:pPr marL="571500" lvl="1" indent="-285750">
              <a:lnSpc>
                <a:spcPct val="100000"/>
              </a:lnSpc>
              <a:spcBef>
                <a:spcPts val="150"/>
              </a:spcBef>
              <a:buClr>
                <a:srgbClr val="0A8276"/>
              </a:buClr>
              <a:buSzPct val="85000"/>
              <a:buFont typeface="Symbol" panose="05050102010706020507" pitchFamily="18" charset="2"/>
              <a:buChar char="-"/>
            </a:pPr>
            <a:r>
              <a:rPr sz="1600" dirty="0"/>
              <a:t>Normal / Low-power (Active + Sleep)</a:t>
            </a:r>
          </a:p>
          <a:p>
            <a:pPr marL="571500" lvl="1" indent="-285750">
              <a:lnSpc>
                <a:spcPct val="100000"/>
              </a:lnSpc>
              <a:spcBef>
                <a:spcPts val="150"/>
              </a:spcBef>
              <a:buClr>
                <a:srgbClr val="0A8276"/>
              </a:buClr>
              <a:buSzPct val="85000"/>
              <a:buFont typeface="Symbol" panose="05050102010706020507" pitchFamily="18" charset="2"/>
              <a:buChar char="-"/>
            </a:pPr>
            <a:r>
              <a:rPr sz="1600" dirty="0"/>
              <a:t>Ultra-low-power (Deep Sleep + Hibernate)</a:t>
            </a:r>
          </a:p>
          <a:p>
            <a:pPr marL="285750" lvl="0" indent="-285750">
              <a:lnSpc>
                <a:spcPct val="100000"/>
              </a:lnSpc>
              <a:spcBef>
                <a:spcPts val="400"/>
              </a:spcBef>
              <a:buClr>
                <a:srgbClr val="0A8276"/>
              </a:buClr>
              <a:buSzPct val="90000"/>
              <a:buFont typeface="Symbol" panose="05050102010706020507" pitchFamily="18" charset="2"/>
              <a:buChar char="-"/>
            </a:pPr>
            <a:r>
              <a:rPr sz="1600" dirty="0"/>
              <a:t>Configurable input via switch matrix (internal + pin)</a:t>
            </a:r>
          </a:p>
          <a:p>
            <a:pPr marL="285750" lvl="0" indent="-285750">
              <a:lnSpc>
                <a:spcPct val="100000"/>
              </a:lnSpc>
              <a:spcBef>
                <a:spcPts val="400"/>
              </a:spcBef>
              <a:buClr>
                <a:srgbClr val="0A8276"/>
              </a:buClr>
              <a:buSzPct val="90000"/>
              <a:buFont typeface="Symbol" panose="05050102010706020507" pitchFamily="18" charset="2"/>
              <a:buChar char="-"/>
            </a:pPr>
            <a:r>
              <a:rPr sz="1600" dirty="0"/>
              <a:t>Internal reference </a:t>
            </a:r>
            <a:r>
              <a:rPr lang="en-US" sz="1600" dirty="0"/>
              <a:t>0.4–0.8</a:t>
            </a:r>
            <a:r>
              <a:rPr sz="1600" dirty="0"/>
              <a:t> V (uncalibrated)</a:t>
            </a:r>
          </a:p>
          <a:p>
            <a:pPr marL="285750" lvl="0" indent="-285750">
              <a:lnSpc>
                <a:spcPct val="100000"/>
              </a:lnSpc>
              <a:spcBef>
                <a:spcPts val="400"/>
              </a:spcBef>
              <a:buClr>
                <a:srgbClr val="0A8276"/>
              </a:buClr>
              <a:buSzPct val="90000"/>
              <a:buFont typeface="Symbol" panose="05050102010706020507" pitchFamily="18" charset="2"/>
              <a:buChar char="-"/>
            </a:pPr>
            <a:r>
              <a:rPr sz="1600" dirty="0"/>
              <a:t>One-sided hysteresis option per comparator</a:t>
            </a:r>
          </a:p>
          <a:p>
            <a:pPr marL="285750" lvl="0" indent="-285750">
              <a:lnSpc>
                <a:spcPct val="100000"/>
              </a:lnSpc>
              <a:spcBef>
                <a:spcPts val="400"/>
              </a:spcBef>
              <a:buClr>
                <a:srgbClr val="0A8276"/>
              </a:buClr>
              <a:buSzPct val="90000"/>
              <a:buFont typeface="Symbol" panose="05050102010706020507" pitchFamily="18" charset="2"/>
              <a:buChar char="-"/>
            </a:pPr>
            <a:r>
              <a:rPr sz="1600" dirty="0"/>
              <a:t>Output to GPIO or </a:t>
            </a:r>
            <a:r>
              <a:rPr sz="1600" dirty="0" err="1"/>
              <a:t>TriggerMux</a:t>
            </a:r>
            <a:r>
              <a:rPr sz="1600" dirty="0"/>
              <a:t> → TCPWM</a:t>
            </a:r>
          </a:p>
          <a:p>
            <a:pPr marL="285750" lvl="0" indent="-285750">
              <a:lnSpc>
                <a:spcPct val="100000"/>
              </a:lnSpc>
              <a:spcBef>
                <a:spcPts val="400"/>
              </a:spcBef>
              <a:buClr>
                <a:srgbClr val="0A8276"/>
              </a:buClr>
              <a:buSzPct val="90000"/>
              <a:buFont typeface="Symbol" panose="05050102010706020507" pitchFamily="18" charset="2"/>
              <a:buChar char="-"/>
            </a:pPr>
            <a:r>
              <a:rPr sz="1600" dirty="0"/>
              <a:t>Wake-up source in Hibernate (asynchronous)</a:t>
            </a:r>
          </a:p>
        </p:txBody>
      </p:sp>
      <p:pic>
        <p:nvPicPr>
          <p:cNvPr id="6" name="Picture 5">
            <a:extLst>
              <a:ext uri="{FF2B5EF4-FFF2-40B4-BE49-F238E27FC236}">
                <a16:creationId xmlns:a16="http://schemas.microsoft.com/office/drawing/2014/main" id="{31B8B893-CD82-06C6-AB06-4D6D56166F70}"/>
              </a:ext>
            </a:extLst>
          </p:cNvPr>
          <p:cNvPicPr>
            <a:picLocks noChangeAspect="1"/>
          </p:cNvPicPr>
          <p:nvPr/>
        </p:nvPicPr>
        <p:blipFill>
          <a:blip r:embed="rId2"/>
          <a:stretch>
            <a:fillRect/>
          </a:stretch>
        </p:blipFill>
        <p:spPr>
          <a:xfrm>
            <a:off x="341938" y="1295401"/>
            <a:ext cx="6700024" cy="3733800"/>
          </a:xfrm>
          <a:prstGeom prst="rect">
            <a:avLst/>
          </a:prstGeom>
        </p:spPr>
      </p:pic>
      <p:sp>
        <p:nvSpPr>
          <p:cNvPr id="5" name="Footer Placeholder 4">
            <a:extLst>
              <a:ext uri="{FF2B5EF4-FFF2-40B4-BE49-F238E27FC236}">
                <a16:creationId xmlns:a16="http://schemas.microsoft.com/office/drawing/2014/main" id="{3BFA09B2-6D18-0939-22B9-625AD49A5CA9}"/>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IN" altLang="zh-CN" dirty="0"/>
              <a:t>Users can use Infineon’s ModusToolbox™ software to configure the HPPASS in device configurator for PSOC™ Control C3 MCU</a:t>
            </a:r>
          </a:p>
          <a:p>
            <a:pPr lvl="1"/>
            <a:r>
              <a:rPr lang="en-IN" altLang="zh-CN" dirty="0"/>
              <a:t>When </a:t>
            </a:r>
            <a:r>
              <a:rPr lang="en-US" altLang="zh-CN" dirty="0"/>
              <a:t>HPPASS </a:t>
            </a:r>
            <a:r>
              <a:rPr lang="en-IN" altLang="zh-CN" dirty="0"/>
              <a:t>configured in device configurator, the device configurator will auto-generate configuration structure and codes based on user’s settings, users need to call </a:t>
            </a:r>
            <a:r>
              <a:rPr lang="en-US" altLang="zh-CN" dirty="0" err="1"/>
              <a:t>cybsp_init</a:t>
            </a:r>
            <a:r>
              <a:rPr lang="en-US" altLang="zh-CN" dirty="0"/>
              <a:t>() at the start of main() </a:t>
            </a:r>
            <a:r>
              <a:rPr lang="en-IN" altLang="zh-CN" dirty="0"/>
              <a:t>to initialize HPPASS</a:t>
            </a:r>
          </a:p>
          <a:p>
            <a:endParaRPr lang="en-IN" altLang="zh-CN" dirty="0"/>
          </a:p>
          <a:p>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IN" altLang="zh-CN" sz="2800" dirty="0">
                <a:solidFill>
                  <a:srgbClr val="0A8276"/>
                </a:solidFill>
                <a:latin typeface="Arial" panose="020B0604020202020204" pitchFamily="34" charset="0"/>
              </a:rPr>
              <a:t>ModusToolbox™ software support</a:t>
            </a:r>
            <a:endParaRPr lang="en-US" sz="2800" dirty="0"/>
          </a:p>
        </p:txBody>
      </p:sp>
      <p:pic>
        <p:nvPicPr>
          <p:cNvPr id="9" name="Picture 8">
            <a:extLst>
              <a:ext uri="{FF2B5EF4-FFF2-40B4-BE49-F238E27FC236}">
                <a16:creationId xmlns:a16="http://schemas.microsoft.com/office/drawing/2014/main" id="{A5F4F75E-C188-62F6-10CC-18652E8742B7}"/>
              </a:ext>
            </a:extLst>
          </p:cNvPr>
          <p:cNvPicPr>
            <a:picLocks noChangeAspect="1"/>
          </p:cNvPicPr>
          <p:nvPr/>
        </p:nvPicPr>
        <p:blipFill>
          <a:blip r:embed="rId3"/>
          <a:stretch>
            <a:fillRect/>
          </a:stretch>
        </p:blipFill>
        <p:spPr>
          <a:xfrm>
            <a:off x="2714432" y="2564904"/>
            <a:ext cx="6763136" cy="4001618"/>
          </a:xfrm>
          <a:prstGeom prst="rect">
            <a:avLst/>
          </a:prstGeom>
        </p:spPr>
      </p:pic>
    </p:spTree>
    <p:extLst>
      <p:ext uri="{BB962C8B-B14F-4D97-AF65-F5344CB8AC3E}">
        <p14:creationId xmlns:p14="http://schemas.microsoft.com/office/powerpoint/2010/main" val="24730993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altLang="zh-CN" sz="1800" dirty="0"/>
              <a:t>API functions are provided to use HPPASS HW block. All under HPPASS (High Performance Programmable Analog Sub-System)</a:t>
            </a:r>
            <a:r>
              <a:rPr lang="en-US" altLang="zh-CN" dirty="0"/>
              <a:t>. Here an abstract of few PDLs:</a:t>
            </a:r>
            <a:endParaRPr lang="en-US" altLang="zh-CN" sz="1800" dirty="0"/>
          </a:p>
          <a:p>
            <a:r>
              <a:rPr lang="en-US" dirty="0"/>
              <a:t>HPPASS </a:t>
            </a:r>
            <a:r>
              <a:rPr lang="en-US" altLang="zh-CN" dirty="0"/>
              <a:t>driver functions</a:t>
            </a:r>
          </a:p>
          <a:p>
            <a:pPr lvl="1"/>
            <a:r>
              <a:rPr lang="en-US" sz="1400" dirty="0" err="1"/>
              <a:t>Cy_HPPASS_Init</a:t>
            </a:r>
            <a:r>
              <a:rPr lang="en-US" sz="1400" dirty="0"/>
              <a:t>(const </a:t>
            </a:r>
            <a:r>
              <a:rPr lang="en-US" sz="1400" dirty="0" err="1"/>
              <a:t>cy_stc_hppass_cfg_t</a:t>
            </a:r>
            <a:r>
              <a:rPr lang="en-US" sz="1400" dirty="0"/>
              <a:t> * </a:t>
            </a:r>
            <a:r>
              <a:rPr lang="en-US" sz="1400" dirty="0" err="1"/>
              <a:t>cfg</a:t>
            </a:r>
            <a:r>
              <a:rPr lang="en-US" sz="1400" dirty="0"/>
              <a:t>)</a:t>
            </a:r>
          </a:p>
          <a:p>
            <a:pPr lvl="1"/>
            <a:r>
              <a:rPr lang="sv-SE" sz="1400" dirty="0"/>
              <a:t>Cy_HPPASS_SAR_IsBusy(void)</a:t>
            </a:r>
            <a:endParaRPr lang="en-US" sz="1400" dirty="0"/>
          </a:p>
          <a:p>
            <a:pPr lvl="1"/>
            <a:r>
              <a:rPr lang="en-US" sz="1400" dirty="0" err="1"/>
              <a:t>Cy_HPPASS_SetFwTrigger</a:t>
            </a:r>
            <a:r>
              <a:rPr lang="en-US" sz="1400" dirty="0"/>
              <a:t>(uint8_t mask)</a:t>
            </a:r>
          </a:p>
          <a:p>
            <a:r>
              <a:rPr lang="en-US" altLang="zh-CN" dirty="0"/>
              <a:t>HPPASS </a:t>
            </a:r>
            <a:r>
              <a:rPr lang="en-US" dirty="0"/>
              <a:t>SAR ADC driver functions</a:t>
            </a:r>
          </a:p>
          <a:p>
            <a:pPr lvl="1"/>
            <a:r>
              <a:rPr lang="sv-SE" sz="1400" dirty="0"/>
              <a:t>Cy_HPPASS_SAR_Result_GetStatus(void)</a:t>
            </a:r>
          </a:p>
          <a:p>
            <a:pPr lvl="1"/>
            <a:r>
              <a:rPr lang="en-US" sz="1400" dirty="0" err="1"/>
              <a:t>Cy_HPPASS_SAR_Result_ChannelRead</a:t>
            </a:r>
            <a:r>
              <a:rPr lang="en-US" sz="1400" dirty="0"/>
              <a:t>(uint8_t </a:t>
            </a:r>
            <a:r>
              <a:rPr lang="en-US" sz="1400" dirty="0" err="1"/>
              <a:t>chanIdx</a:t>
            </a:r>
            <a:r>
              <a:rPr lang="en-US" sz="1400" dirty="0"/>
              <a:t>)</a:t>
            </a:r>
          </a:p>
          <a:p>
            <a:pPr lvl="1"/>
            <a:r>
              <a:rPr lang="en-US" sz="1400" dirty="0" err="1"/>
              <a:t>Cy_HPPASS_SAR_Result_ClearStatus</a:t>
            </a:r>
            <a:r>
              <a:rPr lang="en-US" sz="1400" dirty="0"/>
              <a:t>(uint32_t mask)</a:t>
            </a:r>
          </a:p>
          <a:p>
            <a:r>
              <a:rPr lang="en-US" altLang="zh-CN" dirty="0"/>
              <a:t>HPPASS </a:t>
            </a:r>
            <a:r>
              <a:rPr lang="en-US" dirty="0"/>
              <a:t>CSG driver functions</a:t>
            </a:r>
          </a:p>
          <a:p>
            <a:pPr lvl="1"/>
            <a:r>
              <a:rPr lang="en-US" sz="1400" dirty="0" err="1"/>
              <a:t>Cy_HPPASS_DAC_Start</a:t>
            </a:r>
            <a:r>
              <a:rPr lang="en-US" sz="1400" dirty="0"/>
              <a:t>(uint8_t </a:t>
            </a:r>
            <a:r>
              <a:rPr lang="en-US" sz="1400" dirty="0" err="1"/>
              <a:t>sliceIdx</a:t>
            </a:r>
            <a:r>
              <a:rPr lang="en-US" sz="1400" dirty="0"/>
              <a:t>, </a:t>
            </a:r>
            <a:r>
              <a:rPr lang="en-US" sz="1400" dirty="0" err="1"/>
              <a:t>cy_en_hppass_dac_cmd_t</a:t>
            </a:r>
            <a:r>
              <a:rPr lang="en-US" sz="1400" dirty="0"/>
              <a:t> command)</a:t>
            </a:r>
          </a:p>
          <a:p>
            <a:pPr lvl="1"/>
            <a:r>
              <a:rPr lang="en-US" sz="1400" dirty="0" err="1"/>
              <a:t>Cy_HPPASS_DAC_SetValue</a:t>
            </a:r>
            <a:r>
              <a:rPr lang="en-US" sz="1400" dirty="0"/>
              <a:t>(uint8_t </a:t>
            </a:r>
            <a:r>
              <a:rPr lang="en-US" sz="1400" dirty="0" err="1"/>
              <a:t>sliceIdx</a:t>
            </a:r>
            <a:r>
              <a:rPr lang="en-US" sz="1400" dirty="0"/>
              <a:t>, uint16_t value)</a:t>
            </a:r>
          </a:p>
          <a:p>
            <a:pPr lvl="1"/>
            <a:r>
              <a:rPr lang="en-US" sz="1400" dirty="0" err="1"/>
              <a:t>Cy_HPPASS_DAC_ClearInterrupt</a:t>
            </a:r>
            <a:r>
              <a:rPr lang="en-US" sz="1400" dirty="0"/>
              <a:t>(uint32_t interrupt)</a:t>
            </a:r>
          </a:p>
          <a:p>
            <a:r>
              <a:rPr lang="en-US" altLang="zh-CN" dirty="0"/>
              <a:t>HPPASS </a:t>
            </a:r>
            <a:r>
              <a:rPr lang="en-US" dirty="0"/>
              <a:t>AC start function</a:t>
            </a:r>
          </a:p>
          <a:p>
            <a:pPr lvl="1"/>
            <a:r>
              <a:rPr lang="en-US" sz="1400" dirty="0" err="1"/>
              <a:t>Cy_HPPASS_AC_Start</a:t>
            </a:r>
            <a:r>
              <a:rPr lang="en-US" sz="1400" dirty="0"/>
              <a:t>(uint8_t </a:t>
            </a:r>
            <a:r>
              <a:rPr lang="en-US" sz="1400" dirty="0" err="1"/>
              <a:t>startState</a:t>
            </a:r>
            <a:r>
              <a:rPr lang="en-US" sz="1400" dirty="0"/>
              <a:t>, uint16_t </a:t>
            </a:r>
            <a:r>
              <a:rPr lang="en-US" sz="1400" dirty="0" err="1"/>
              <a:t>timeoutUs</a:t>
            </a:r>
            <a:r>
              <a:rPr lang="en-US" sz="1400" dirty="0"/>
              <a:t>)</a:t>
            </a:r>
          </a:p>
          <a:p>
            <a:pPr marL="0" indent="0">
              <a:buNone/>
            </a:pPr>
            <a:r>
              <a:rPr lang="en-US" altLang="zh-CN" sz="1400" dirty="0">
                <a:latin typeface="Arial" panose="020B0604020202020204" pitchFamily="34" charset="0"/>
                <a:cs typeface="Courier New" panose="02070309020205020404" pitchFamily="49" charset="0"/>
              </a:rPr>
              <a:t>Note: here are just a few of the functions listed, please refer to the </a:t>
            </a:r>
            <a:r>
              <a:rPr lang="en-US" sz="1400" dirty="0" err="1">
                <a:latin typeface="Arial" panose="020B0604020202020204" pitchFamily="34" charset="0"/>
                <a:cs typeface="Courier New" panose="02070309020205020404" pitchFamily="49" charset="0"/>
              </a:rPr>
              <a:t>ModusToolbox</a:t>
            </a:r>
            <a:r>
              <a:rPr lang="en-US" sz="1400" dirty="0">
                <a:latin typeface="Arial" panose="020B0604020202020204" pitchFamily="34" charset="0"/>
                <a:cs typeface="Courier New" panose="02070309020205020404" pitchFamily="49" charset="0"/>
              </a:rPr>
              <a:t>™ PSC3M6 Device Support Library (DSL) </a:t>
            </a:r>
            <a:r>
              <a:rPr lang="en-US" altLang="zh-CN" sz="1400" dirty="0">
                <a:latin typeface="Arial" panose="020B0604020202020204" pitchFamily="34" charset="0"/>
                <a:cs typeface="Courier New" panose="02070309020205020404" pitchFamily="49" charset="0"/>
              </a:rPr>
              <a:t>documentation for more functions and details. </a:t>
            </a:r>
            <a:r>
              <a:rPr lang="en-US" altLang="zh-CN" sz="1400">
                <a:latin typeface="Arial" panose="020B0604020202020204" pitchFamily="34" charset="0"/>
                <a:cs typeface="Courier New" panose="02070309020205020404" pitchFamily="49" charset="0"/>
              </a:rPr>
              <a:t>That contains </a:t>
            </a:r>
            <a:r>
              <a:rPr lang="en-US" altLang="zh-CN" sz="1400" dirty="0">
                <a:latin typeface="Arial" panose="020B0604020202020204" pitchFamily="34" charset="0"/>
                <a:cs typeface="Courier New" panose="02070309020205020404" pitchFamily="49" charset="0"/>
              </a:rPr>
              <a:t>functions for 3P3Z Filter, </a:t>
            </a:r>
            <a:r>
              <a:rPr lang="en-US" altLang="zh-CN" sz="1400" dirty="0" err="1">
                <a:latin typeface="Arial" panose="020B0604020202020204" pitchFamily="34" charset="0"/>
                <a:cs typeface="Courier New" panose="02070309020205020404" pitchFamily="49" charset="0"/>
              </a:rPr>
              <a:t>OpAmp</a:t>
            </a:r>
            <a:r>
              <a:rPr lang="en-US" altLang="zh-CN" sz="1400" dirty="0">
                <a:latin typeface="Arial" panose="020B0604020202020204" pitchFamily="34" charset="0"/>
                <a:cs typeface="Courier New" panose="02070309020205020404" pitchFamily="49" charset="0"/>
              </a:rPr>
              <a:t>, DAC, etc.</a:t>
            </a:r>
          </a:p>
          <a:p>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IN" altLang="zh-CN" sz="2800" dirty="0">
                <a:solidFill>
                  <a:srgbClr val="0A8276"/>
                </a:solidFill>
                <a:latin typeface="Arial" panose="020B0604020202020204" pitchFamily="34" charset="0"/>
              </a:rPr>
              <a:t>ModusToolbox™ software support – PDL driver</a:t>
            </a:r>
            <a:endParaRPr lang="en-US" sz="2800" dirty="0"/>
          </a:p>
        </p:txBody>
      </p:sp>
    </p:spTree>
    <p:extLst>
      <p:ext uri="{BB962C8B-B14F-4D97-AF65-F5344CB8AC3E}">
        <p14:creationId xmlns:p14="http://schemas.microsoft.com/office/powerpoint/2010/main" val="11994524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r>
              <a:rPr lang="en-US" dirty="0"/>
              <a:t>Infineon provides the following code examples to guide user how to use the HPPASS in ModusToolbox™:</a:t>
            </a:r>
          </a:p>
          <a:p>
            <a:pPr lvl="1"/>
            <a:r>
              <a:rPr lang="en-US" dirty="0">
                <a:hlinkClick r:id="rId3"/>
              </a:rPr>
              <a:t>PSOC™ Control MCU: HPPASS SAR ADC basic</a:t>
            </a:r>
            <a:endParaRPr lang="en-US" dirty="0"/>
          </a:p>
          <a:p>
            <a:pPr marL="504000" lvl="2" indent="0">
              <a:buNone/>
            </a:pPr>
            <a:r>
              <a:rPr lang="en-US" dirty="0"/>
              <a:t>This example demonstrates how to use HPPASS SAR ADC to measure the external input voltage in Infineon's PSOC™ Control C3 MCU devices.</a:t>
            </a:r>
          </a:p>
          <a:p>
            <a:endParaRPr lang="en-US" dirty="0"/>
          </a:p>
          <a:p>
            <a:pPr lvl="1"/>
            <a:r>
              <a:rPr lang="en-US" dirty="0">
                <a:hlinkClick r:id="rId4"/>
              </a:rPr>
              <a:t>PSOC™ Control MCU: kill PWM cycle-by-cycle using HPPASS CSG</a:t>
            </a:r>
            <a:endParaRPr lang="en-US" dirty="0"/>
          </a:p>
          <a:p>
            <a:pPr marL="504000" lvl="2" indent="0">
              <a:buNone/>
            </a:pPr>
            <a:r>
              <a:rPr lang="en-US" dirty="0"/>
              <a:t>This example configures an internal 10-bit DAC of CSG to generate rising slope on the negative input of the comparator, compare this slope signal with the external input signal cycle-by-cycle to adjust the PWM duty cycle.</a:t>
            </a:r>
          </a:p>
          <a:p>
            <a:pPr marL="504000" lvl="2" indent="0">
              <a:buNone/>
            </a:pPr>
            <a:endParaRPr lang="en-US" dirty="0"/>
          </a:p>
          <a:p>
            <a:pPr lvl="1"/>
            <a:r>
              <a:rPr lang="en-US" dirty="0">
                <a:hlinkClick r:id="rId5"/>
              </a:rPr>
              <a:t>PSOC™ Control MCU: HPPASS SAR ADC differential measurement</a:t>
            </a:r>
            <a:endParaRPr lang="en-US" dirty="0"/>
          </a:p>
          <a:p>
            <a:pPr marL="504000" lvl="2" indent="0">
              <a:buNone/>
            </a:pPr>
            <a:r>
              <a:rPr lang="en-US" dirty="0"/>
              <a:t>This example demonstrates how to use a high-performance programmable analog subsystem (HPPASS) SAR ADC pseudo-differential feature to measure the differential inputs voltage in Infineon's PSOC™ Control C3 MCU devices.</a:t>
            </a:r>
          </a:p>
          <a:p>
            <a:endParaRPr lang="en-US" dirty="0"/>
          </a:p>
          <a:p>
            <a:pPr lvl="1"/>
            <a:r>
              <a:rPr lang="en-US" dirty="0">
                <a:hlinkClick r:id="rId6"/>
              </a:rPr>
              <a:t>PSOC™ Control MCU: HPPASS on-chip temperature sensor</a:t>
            </a:r>
            <a:endParaRPr lang="en-US" dirty="0"/>
          </a:p>
          <a:p>
            <a:pPr marL="504000" lvl="2" indent="0">
              <a:buNone/>
            </a:pPr>
            <a:r>
              <a:rPr lang="en-US" dirty="0"/>
              <a:t>This example demonstrates how to read the internal temperature of Infineon's PSOC™ Control C3 MCUs through the on-chip temperature sensor, SAR ADC, and autonomous controller (AC) of high-performance programmable analog subsystem (HPPASS). The temperature value can be displayed on a UART terminal using the user button.</a:t>
            </a:r>
          </a:p>
          <a:p>
            <a:endParaRPr lang="en-US" dirty="0"/>
          </a:p>
          <a:p>
            <a:endParaRPr lang="en-US" dirty="0"/>
          </a:p>
          <a:p>
            <a:pPr lvl="1"/>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Code examples</a:t>
            </a:r>
          </a:p>
        </p:txBody>
      </p:sp>
    </p:spTree>
    <p:extLst>
      <p:ext uri="{BB962C8B-B14F-4D97-AF65-F5344CB8AC3E}">
        <p14:creationId xmlns:p14="http://schemas.microsoft.com/office/powerpoint/2010/main" val="30343695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9F5CD0-5E00-42CF-94FF-F1DC3EF37E5C}"/>
              </a:ext>
            </a:extLst>
          </p:cNvPr>
          <p:cNvSpPr>
            <a:spLocks noGrp="1"/>
          </p:cNvSpPr>
          <p:nvPr>
            <p:ph sz="quarter" idx="13"/>
          </p:nvPr>
        </p:nvSpPr>
        <p:spPr/>
        <p:txBody>
          <a:bodyPr/>
          <a:lstStyle/>
          <a:p>
            <a:pPr lvl="1"/>
            <a:r>
              <a:rPr lang="en-US" dirty="0">
                <a:hlinkClick r:id="rId3"/>
              </a:rPr>
              <a:t>PSOC™ Control MCU: AFE</a:t>
            </a:r>
            <a:endParaRPr lang="en-US" dirty="0"/>
          </a:p>
          <a:p>
            <a:pPr marL="504000" lvl="2" indent="0">
              <a:buNone/>
            </a:pPr>
            <a:r>
              <a:rPr lang="en-US" dirty="0"/>
              <a:t>This code example demonstrates how to use the Analog Front End (AFE) on PSOC™ Control C3M6 MCUs. The user can increase the gain by pressing the user button and visualize the gain output on the terminal.</a:t>
            </a:r>
          </a:p>
          <a:p>
            <a:pPr lvl="1"/>
            <a:endParaRPr lang="en-US" dirty="0"/>
          </a:p>
          <a:p>
            <a:pPr lvl="1"/>
            <a:r>
              <a:rPr lang="en-US" dirty="0">
                <a:hlinkClick r:id="rId4"/>
              </a:rPr>
              <a:t>PSOC™ Control C3 MCU: HW 3P3Z Filter as LPF</a:t>
            </a:r>
            <a:endParaRPr lang="en-US" dirty="0"/>
          </a:p>
          <a:p>
            <a:pPr marL="504000" lvl="2" indent="0">
              <a:buNone/>
            </a:pPr>
            <a:r>
              <a:rPr lang="en-US" dirty="0"/>
              <a:t>This code example applies to PSOC™ Control C3M6 MCUs. It demonstrates ADC, hardware filter, and DAC operation together.</a:t>
            </a:r>
          </a:p>
          <a:p>
            <a:pPr lvl="1"/>
            <a:endParaRPr lang="en-US" dirty="0"/>
          </a:p>
          <a:p>
            <a:pPr lvl="1"/>
            <a:r>
              <a:rPr lang="en-US" dirty="0">
                <a:hlinkClick r:id="rId5"/>
              </a:rPr>
              <a:t>PSOC™ Control MCU: DAC</a:t>
            </a:r>
            <a:endParaRPr lang="en-US" dirty="0"/>
          </a:p>
          <a:p>
            <a:pPr marL="504000" lvl="2" indent="0">
              <a:buNone/>
            </a:pPr>
            <a:r>
              <a:rPr lang="en-US" dirty="0"/>
              <a:t>This is a code example for PSOC™ Control C3M6 MCUs. It demonstrates generating analog output using a DAC. This code example can generate three types of outputs: Sine wave, Sawtooth wave and Fixed output.</a:t>
            </a:r>
          </a:p>
          <a:p>
            <a:pPr marL="594900" lvl="1" indent="-342900">
              <a:buFont typeface="+mj-lt"/>
              <a:buAutoNum type="arabicPeriod"/>
            </a:pPr>
            <a:endParaRPr lang="en-US" dirty="0"/>
          </a:p>
          <a:p>
            <a:pPr marL="594900" lvl="1" indent="-342900">
              <a:buFont typeface="+mj-lt"/>
              <a:buAutoNum type="arabicPeriod"/>
            </a:pPr>
            <a:endParaRPr lang="en-US" dirty="0"/>
          </a:p>
          <a:p>
            <a:pPr marL="594900" lvl="1" indent="-342900">
              <a:buFont typeface="+mj-lt"/>
              <a:buAutoNum type="arabicPeriod"/>
            </a:pPr>
            <a:endParaRPr lang="en-US" dirty="0"/>
          </a:p>
          <a:p>
            <a:pPr marL="594900" lvl="1" indent="-342900">
              <a:buFont typeface="+mj-lt"/>
              <a:buAutoNum type="arabicPeriod"/>
            </a:pPr>
            <a:endParaRPr lang="en-US" dirty="0"/>
          </a:p>
          <a:p>
            <a:pPr marL="594900" lvl="1" indent="-342900">
              <a:buFont typeface="+mj-lt"/>
              <a:buAutoNum type="arabicPeriod"/>
            </a:pPr>
            <a:endParaRPr lang="en-US" altLang="zh-CN" dirty="0"/>
          </a:p>
          <a:p>
            <a:pPr marL="594900" lvl="1" indent="-342900">
              <a:buFont typeface="+mj-lt"/>
              <a:buAutoNum type="arabicPeriod" startAt="7"/>
            </a:pPr>
            <a:endParaRPr lang="en-US" altLang="zh-CN" dirty="0"/>
          </a:p>
          <a:p>
            <a:pPr marL="594900" lvl="1" indent="-342900">
              <a:buFont typeface="+mj-lt"/>
              <a:buAutoNum type="arabicPeriod" startAt="7"/>
            </a:pPr>
            <a:endParaRPr lang="en-US" altLang="zh-CN" dirty="0"/>
          </a:p>
          <a:p>
            <a:pPr marL="594900" lvl="1" indent="-342900">
              <a:buFont typeface="+mj-lt"/>
              <a:buAutoNum type="arabicPeriod" startAt="7"/>
            </a:pPr>
            <a:endParaRPr lang="en-US" altLang="zh-CN" dirty="0"/>
          </a:p>
          <a:p>
            <a:pPr marL="594900" lvl="1" indent="-342900">
              <a:buFont typeface="+mj-lt"/>
              <a:buAutoNum type="arabicPeriod"/>
            </a:pPr>
            <a:endParaRPr lang="en-US" altLang="zh-CN" dirty="0"/>
          </a:p>
          <a:p>
            <a:pPr marL="594900" lvl="1" indent="-342900">
              <a:buFont typeface="+mj-lt"/>
              <a:buAutoNum type="arabicPeriod"/>
            </a:pPr>
            <a:endParaRPr lang="en-US" altLang="zh-CN" dirty="0"/>
          </a:p>
          <a:p>
            <a:pPr marL="594900" lvl="1" indent="-342900">
              <a:buFont typeface="+mj-lt"/>
              <a:buAutoNum type="arabicPeriod"/>
            </a:pPr>
            <a:endParaRPr lang="en-US" dirty="0"/>
          </a:p>
          <a:p>
            <a:pPr marL="594900" lvl="1" indent="-342900">
              <a:buFont typeface="+mj-lt"/>
              <a:buAutoNum type="arabicPeriod"/>
            </a:pPr>
            <a:endParaRPr lang="en-US" dirty="0"/>
          </a:p>
          <a:p>
            <a:pPr marL="594900" lvl="1" indent="-342900">
              <a:buFont typeface="+mj-lt"/>
              <a:buAutoNum type="arabicPeriod"/>
            </a:pPr>
            <a:endParaRPr lang="en-US" dirty="0"/>
          </a:p>
          <a:p>
            <a:endParaRPr lang="en-US" dirty="0"/>
          </a:p>
          <a:p>
            <a:endParaRPr lang="en-IN" dirty="0"/>
          </a:p>
        </p:txBody>
      </p:sp>
      <p:sp>
        <p:nvSpPr>
          <p:cNvPr id="3" name="Titel 2">
            <a:extLst>
              <a:ext uri="{FF2B5EF4-FFF2-40B4-BE49-F238E27FC236}">
                <a16:creationId xmlns:a16="http://schemas.microsoft.com/office/drawing/2014/main" id="{66A18E2F-BCAF-300C-CDF4-4BC8B04E9317}"/>
              </a:ext>
            </a:extLst>
          </p:cNvPr>
          <p:cNvSpPr>
            <a:spLocks noGrp="1"/>
          </p:cNvSpPr>
          <p:nvPr>
            <p:ph type="title"/>
          </p:nvPr>
        </p:nvSpPr>
        <p:spPr/>
        <p:txBody>
          <a:bodyPr/>
          <a:lstStyle/>
          <a:p>
            <a:r>
              <a:rPr lang="en-US" sz="2800" dirty="0"/>
              <a:t>Code examples </a:t>
            </a:r>
            <a:r>
              <a:rPr lang="en-US" altLang="zh-CN" sz="2800" dirty="0"/>
              <a:t>(cont.)</a:t>
            </a:r>
            <a:endParaRPr lang="en-US" sz="2800" dirty="0"/>
          </a:p>
        </p:txBody>
      </p:sp>
    </p:spTree>
    <p:extLst>
      <p:ext uri="{BB962C8B-B14F-4D97-AF65-F5344CB8AC3E}">
        <p14:creationId xmlns:p14="http://schemas.microsoft.com/office/powerpoint/2010/main" val="3897055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AC0598-48B3-7C01-9275-A03145000084}"/>
              </a:ext>
            </a:extLst>
          </p:cNvPr>
          <p:cNvSpPr>
            <a:spLocks noGrp="1"/>
          </p:cNvSpPr>
          <p:nvPr>
            <p:ph type="title"/>
          </p:nvPr>
        </p:nvSpPr>
        <p:spPr/>
        <p:txBody>
          <a:bodyPr/>
          <a:lstStyle/>
          <a:p>
            <a:r>
              <a:rPr lang="de-DE" dirty="0"/>
              <a:t>Lab4: AFE(Analog Front End)-Opamp</a:t>
            </a:r>
          </a:p>
        </p:txBody>
      </p:sp>
      <p:sp>
        <p:nvSpPr>
          <p:cNvPr id="4" name="Date Placeholder 3">
            <a:extLst>
              <a:ext uri="{FF2B5EF4-FFF2-40B4-BE49-F238E27FC236}">
                <a16:creationId xmlns:a16="http://schemas.microsoft.com/office/drawing/2014/main" id="{F60F6054-9619-ADF0-4F9A-BEE1238BEC30}"/>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AEB02814-875D-91ED-0BFC-2714E91CABC4}"/>
              </a:ext>
            </a:extLst>
          </p:cNvPr>
          <p:cNvSpPr>
            <a:spLocks noGrp="1"/>
          </p:cNvSpPr>
          <p:nvPr>
            <p:ph type="ftr" sz="quarter" idx="15"/>
          </p:nvPr>
        </p:nvSpPr>
        <p:spPr/>
        <p:txBody>
          <a:bodyPr/>
          <a:lstStyle/>
          <a:p>
            <a:endParaRPr lang="en-US" dirty="0"/>
          </a:p>
        </p:txBody>
      </p:sp>
      <p:sp>
        <p:nvSpPr>
          <p:cNvPr id="7" name="TextBox 6">
            <a:extLst>
              <a:ext uri="{FF2B5EF4-FFF2-40B4-BE49-F238E27FC236}">
                <a16:creationId xmlns:a16="http://schemas.microsoft.com/office/drawing/2014/main" id="{0C60E6A3-98A2-E7B5-10FB-20EEB2A45B0F}"/>
              </a:ext>
            </a:extLst>
          </p:cNvPr>
          <p:cNvSpPr txBox="1"/>
          <p:nvPr/>
        </p:nvSpPr>
        <p:spPr bwMode="auto">
          <a:xfrm>
            <a:off x="323519" y="1124744"/>
            <a:ext cx="6107836" cy="523220"/>
          </a:xfrm>
          <a:prstGeom prst="rect">
            <a:avLst/>
          </a:prstGeom>
          <a:noFill/>
          <a:ln w="9525">
            <a:noFill/>
            <a:miter lim="800000"/>
            <a:headEnd/>
            <a:tailEnd/>
          </a:ln>
          <a:effectLst/>
        </p:spPr>
        <p:txBody>
          <a:bodyPr wrap="square">
            <a:spAutoFit/>
          </a:bodyPr>
          <a:lstStyle/>
          <a:p>
            <a:r>
              <a:rPr lang="de-DE" dirty="0">
                <a:hlinkClick r:id="rId2"/>
              </a:rPr>
              <a:t>https://github.com/Infineon/mtb-example-ce242695-afe</a:t>
            </a:r>
            <a:endParaRPr lang="de-DE" dirty="0"/>
          </a:p>
          <a:p>
            <a:endParaRPr lang="de-DE" dirty="0"/>
          </a:p>
        </p:txBody>
      </p:sp>
      <p:sp>
        <p:nvSpPr>
          <p:cNvPr id="9" name="TextBox 8">
            <a:extLst>
              <a:ext uri="{FF2B5EF4-FFF2-40B4-BE49-F238E27FC236}">
                <a16:creationId xmlns:a16="http://schemas.microsoft.com/office/drawing/2014/main" id="{0E292ED1-C220-6FE7-6CF5-C5DBF853E9C5}"/>
              </a:ext>
            </a:extLst>
          </p:cNvPr>
          <p:cNvSpPr txBox="1"/>
          <p:nvPr/>
        </p:nvSpPr>
        <p:spPr bwMode="auto">
          <a:xfrm>
            <a:off x="-240704" y="1492821"/>
            <a:ext cx="11881320" cy="830997"/>
          </a:xfrm>
          <a:prstGeom prst="rect">
            <a:avLst/>
          </a:prstGeom>
          <a:noFill/>
          <a:ln w="9525">
            <a:noFill/>
            <a:miter lim="800000"/>
            <a:headEnd/>
            <a:tailEnd/>
          </a:ln>
          <a:effectLst/>
        </p:spPr>
        <p:txBody>
          <a:bodyPr wrap="square">
            <a:spAutoFit/>
          </a:bodyPr>
          <a:lstStyle/>
          <a:p>
            <a:pPr marL="789750" lvl="2" indent="-285750">
              <a:buClr>
                <a:srgbClr val="0A8276"/>
              </a:buClr>
              <a:buFont typeface="Symbol" panose="05050102010706020507" pitchFamily="18" charset="2"/>
              <a:buChar char="-"/>
            </a:pPr>
            <a:r>
              <a:rPr lang="en-US" sz="1600" dirty="0"/>
              <a:t>This code example demonstrates how to use the Analog Front End (AFE) on PSOC™ Control C3M6 MCUs.</a:t>
            </a:r>
          </a:p>
          <a:p>
            <a:pPr marL="789750" lvl="2" indent="-285750">
              <a:buClr>
                <a:srgbClr val="0A8276"/>
              </a:buClr>
              <a:buFont typeface="Symbol" panose="05050102010706020507" pitchFamily="18" charset="2"/>
              <a:buChar char="-"/>
            </a:pPr>
            <a:endParaRPr lang="en-US" sz="1600" dirty="0"/>
          </a:p>
          <a:p>
            <a:pPr marL="789750" lvl="2" indent="-285750">
              <a:buClr>
                <a:srgbClr val="0A8276"/>
              </a:buClr>
              <a:buFont typeface="Symbol" panose="05050102010706020507" pitchFamily="18" charset="2"/>
              <a:buChar char="-"/>
            </a:pPr>
            <a:r>
              <a:rPr lang="en-US" sz="1600" dirty="0"/>
              <a:t> The user can increase the gain by pressing the user button(</a:t>
            </a:r>
            <a:r>
              <a:rPr lang="de-DE" dirty="0"/>
              <a:t>USER_BTN2) </a:t>
            </a:r>
            <a:r>
              <a:rPr lang="en-US" sz="1600" dirty="0"/>
              <a:t> and visualize the gain output on the terminal.</a:t>
            </a:r>
          </a:p>
        </p:txBody>
      </p:sp>
      <p:pic>
        <p:nvPicPr>
          <p:cNvPr id="6" name="Picture 5">
            <a:extLst>
              <a:ext uri="{FF2B5EF4-FFF2-40B4-BE49-F238E27FC236}">
                <a16:creationId xmlns:a16="http://schemas.microsoft.com/office/drawing/2014/main" id="{2239222B-FC17-EC15-FAA8-F802C8C426F3}"/>
              </a:ext>
            </a:extLst>
          </p:cNvPr>
          <p:cNvPicPr>
            <a:picLocks noChangeAspect="1"/>
          </p:cNvPicPr>
          <p:nvPr/>
        </p:nvPicPr>
        <p:blipFill>
          <a:blip r:embed="rId3"/>
          <a:stretch>
            <a:fillRect/>
          </a:stretch>
        </p:blipFill>
        <p:spPr>
          <a:xfrm>
            <a:off x="2567608" y="2492896"/>
            <a:ext cx="6264183" cy="3673158"/>
          </a:xfrm>
          <a:prstGeom prst="rect">
            <a:avLst/>
          </a:prstGeom>
        </p:spPr>
      </p:pic>
    </p:spTree>
    <p:extLst>
      <p:ext uri="{BB962C8B-B14F-4D97-AF65-F5344CB8AC3E}">
        <p14:creationId xmlns:p14="http://schemas.microsoft.com/office/powerpoint/2010/main" val="5467616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74FA3-A14E-7816-4771-1003D780DF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EB9F07-4F6F-D943-0493-87C05F8F8924}"/>
              </a:ext>
            </a:extLst>
          </p:cNvPr>
          <p:cNvSpPr>
            <a:spLocks noGrp="1"/>
          </p:cNvSpPr>
          <p:nvPr>
            <p:ph type="title"/>
          </p:nvPr>
        </p:nvSpPr>
        <p:spPr/>
        <p:txBody>
          <a:bodyPr/>
          <a:lstStyle/>
          <a:p>
            <a:r>
              <a:rPr lang="de-DE" dirty="0"/>
              <a:t>Lab4: AFE-Opamp</a:t>
            </a:r>
          </a:p>
        </p:txBody>
      </p:sp>
      <p:sp>
        <p:nvSpPr>
          <p:cNvPr id="4" name="Date Placeholder 3">
            <a:extLst>
              <a:ext uri="{FF2B5EF4-FFF2-40B4-BE49-F238E27FC236}">
                <a16:creationId xmlns:a16="http://schemas.microsoft.com/office/drawing/2014/main" id="{18DF0235-5F59-3A4B-651E-797B9E3C4800}"/>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5DB2A193-DACC-3B2B-2078-CB4E4FB11289}"/>
              </a:ext>
            </a:extLst>
          </p:cNvPr>
          <p:cNvSpPr>
            <a:spLocks noGrp="1"/>
          </p:cNvSpPr>
          <p:nvPr>
            <p:ph type="ftr" sz="quarter" idx="15"/>
          </p:nvPr>
        </p:nvSpPr>
        <p:spPr/>
        <p:txBody>
          <a:bodyPr/>
          <a:lstStyle/>
          <a:p>
            <a:endParaRPr lang="en-US" dirty="0"/>
          </a:p>
        </p:txBody>
      </p:sp>
      <p:pic>
        <p:nvPicPr>
          <p:cNvPr id="6" name="Picture 5">
            <a:extLst>
              <a:ext uri="{FF2B5EF4-FFF2-40B4-BE49-F238E27FC236}">
                <a16:creationId xmlns:a16="http://schemas.microsoft.com/office/drawing/2014/main" id="{1D5355DA-C3FE-73D1-BA3F-95077E31BE70}"/>
              </a:ext>
            </a:extLst>
          </p:cNvPr>
          <p:cNvPicPr>
            <a:picLocks noChangeAspect="1"/>
          </p:cNvPicPr>
          <p:nvPr/>
        </p:nvPicPr>
        <p:blipFill>
          <a:blip r:embed="rId2"/>
          <a:stretch>
            <a:fillRect/>
          </a:stretch>
        </p:blipFill>
        <p:spPr>
          <a:xfrm>
            <a:off x="4388296" y="1075492"/>
            <a:ext cx="7457231" cy="4264516"/>
          </a:xfrm>
          <a:prstGeom prst="rect">
            <a:avLst/>
          </a:prstGeom>
          <a:ln>
            <a:solidFill>
              <a:schemeClr val="tx1"/>
            </a:solidFill>
          </a:ln>
        </p:spPr>
      </p:pic>
      <p:pic>
        <p:nvPicPr>
          <p:cNvPr id="10" name="Picture 9">
            <a:extLst>
              <a:ext uri="{FF2B5EF4-FFF2-40B4-BE49-F238E27FC236}">
                <a16:creationId xmlns:a16="http://schemas.microsoft.com/office/drawing/2014/main" id="{C63BC511-F383-47BF-A1F2-A0E567BDB53C}"/>
              </a:ext>
            </a:extLst>
          </p:cNvPr>
          <p:cNvPicPr>
            <a:picLocks noChangeAspect="1"/>
          </p:cNvPicPr>
          <p:nvPr/>
        </p:nvPicPr>
        <p:blipFill>
          <a:blip r:embed="rId3"/>
          <a:stretch>
            <a:fillRect/>
          </a:stretch>
        </p:blipFill>
        <p:spPr>
          <a:xfrm>
            <a:off x="551384" y="1468227"/>
            <a:ext cx="3118138" cy="3468007"/>
          </a:xfrm>
          <a:prstGeom prst="rect">
            <a:avLst/>
          </a:prstGeom>
          <a:ln>
            <a:solidFill>
              <a:schemeClr val="tx1"/>
            </a:solidFill>
          </a:ln>
        </p:spPr>
      </p:pic>
      <p:cxnSp>
        <p:nvCxnSpPr>
          <p:cNvPr id="12" name="Straight Arrow Connector 11">
            <a:extLst>
              <a:ext uri="{FF2B5EF4-FFF2-40B4-BE49-F238E27FC236}">
                <a16:creationId xmlns:a16="http://schemas.microsoft.com/office/drawing/2014/main" id="{F52C4BC7-F33F-42F1-35B8-3DCA4791D459}"/>
              </a:ext>
            </a:extLst>
          </p:cNvPr>
          <p:cNvCxnSpPr>
            <a:cxnSpLocks/>
          </p:cNvCxnSpPr>
          <p:nvPr/>
        </p:nvCxnSpPr>
        <p:spPr>
          <a:xfrm flipH="1">
            <a:off x="3452382" y="1590000"/>
            <a:ext cx="2160240" cy="254824"/>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10420E2-EEF4-2E3B-15B0-94034D92905C}"/>
              </a:ext>
            </a:extLst>
          </p:cNvPr>
          <p:cNvSpPr/>
          <p:nvPr/>
        </p:nvSpPr>
        <p:spPr bwMode="auto">
          <a:xfrm>
            <a:off x="479376" y="2420888"/>
            <a:ext cx="2520280" cy="720080"/>
          </a:xfrm>
          <a:prstGeom prst="rect">
            <a:avLst/>
          </a:prstGeom>
          <a:noFill/>
          <a:ln w="28575">
            <a:solidFill>
              <a:schemeClr val="accent3"/>
            </a:solid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650019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ED0ED-2E6B-FCB5-8A25-0AEDCCC26E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A6E668-216C-A9F3-8341-3141D8B3BC06}"/>
              </a:ext>
            </a:extLst>
          </p:cNvPr>
          <p:cNvSpPr>
            <a:spLocks noGrp="1"/>
          </p:cNvSpPr>
          <p:nvPr>
            <p:ph type="title"/>
          </p:nvPr>
        </p:nvSpPr>
        <p:spPr/>
        <p:txBody>
          <a:bodyPr/>
          <a:lstStyle/>
          <a:p>
            <a:r>
              <a:rPr lang="de-DE" dirty="0"/>
              <a:t>Lab5: DAC</a:t>
            </a:r>
          </a:p>
        </p:txBody>
      </p:sp>
      <p:sp>
        <p:nvSpPr>
          <p:cNvPr id="4" name="Date Placeholder 3">
            <a:extLst>
              <a:ext uri="{FF2B5EF4-FFF2-40B4-BE49-F238E27FC236}">
                <a16:creationId xmlns:a16="http://schemas.microsoft.com/office/drawing/2014/main" id="{117B81E0-444E-15CE-4173-7FE7D9A050EA}"/>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B841B34F-B8CE-168D-A64B-C2E4E4483B4A}"/>
              </a:ext>
            </a:extLst>
          </p:cNvPr>
          <p:cNvSpPr>
            <a:spLocks noGrp="1"/>
          </p:cNvSpPr>
          <p:nvPr>
            <p:ph type="ftr" sz="quarter" idx="15"/>
          </p:nvPr>
        </p:nvSpPr>
        <p:spPr/>
        <p:txBody>
          <a:bodyPr/>
          <a:lstStyle/>
          <a:p>
            <a:endParaRPr lang="en-US" dirty="0"/>
          </a:p>
        </p:txBody>
      </p:sp>
      <p:sp>
        <p:nvSpPr>
          <p:cNvPr id="7" name="TextBox 6">
            <a:extLst>
              <a:ext uri="{FF2B5EF4-FFF2-40B4-BE49-F238E27FC236}">
                <a16:creationId xmlns:a16="http://schemas.microsoft.com/office/drawing/2014/main" id="{5418784A-8F36-C0E5-2495-827C5A7567E7}"/>
              </a:ext>
            </a:extLst>
          </p:cNvPr>
          <p:cNvSpPr txBox="1"/>
          <p:nvPr/>
        </p:nvSpPr>
        <p:spPr bwMode="auto">
          <a:xfrm>
            <a:off x="352134" y="1124744"/>
            <a:ext cx="6107836" cy="523220"/>
          </a:xfrm>
          <a:prstGeom prst="rect">
            <a:avLst/>
          </a:prstGeom>
          <a:noFill/>
          <a:ln w="9525">
            <a:noFill/>
            <a:miter lim="800000"/>
            <a:headEnd/>
            <a:tailEnd/>
          </a:ln>
          <a:effectLst/>
        </p:spPr>
        <p:txBody>
          <a:bodyPr wrap="square">
            <a:spAutoFit/>
          </a:bodyPr>
          <a:lstStyle/>
          <a:p>
            <a:r>
              <a:rPr lang="de-DE" dirty="0">
                <a:hlinkClick r:id="rId2"/>
              </a:rPr>
              <a:t>https://github.com/Infineon/mtb-example-ce242673-dac</a:t>
            </a:r>
            <a:endParaRPr lang="de-DE" dirty="0"/>
          </a:p>
          <a:p>
            <a:endParaRPr lang="de-DE" dirty="0"/>
          </a:p>
        </p:txBody>
      </p:sp>
      <p:sp>
        <p:nvSpPr>
          <p:cNvPr id="9" name="TextBox 8">
            <a:extLst>
              <a:ext uri="{FF2B5EF4-FFF2-40B4-BE49-F238E27FC236}">
                <a16:creationId xmlns:a16="http://schemas.microsoft.com/office/drawing/2014/main" id="{FBE9F2C9-CC96-5A09-B0C1-2924040A5317}"/>
              </a:ext>
            </a:extLst>
          </p:cNvPr>
          <p:cNvSpPr txBox="1"/>
          <p:nvPr/>
        </p:nvSpPr>
        <p:spPr bwMode="auto">
          <a:xfrm>
            <a:off x="352134" y="1581319"/>
            <a:ext cx="11017224" cy="1846659"/>
          </a:xfrm>
          <a:prstGeom prst="rect">
            <a:avLst/>
          </a:prstGeom>
          <a:noFill/>
          <a:ln w="9525">
            <a:noFill/>
            <a:miter lim="800000"/>
            <a:headEnd/>
            <a:tailEnd/>
          </a:ln>
          <a:effectLst/>
        </p:spPr>
        <p:txBody>
          <a:bodyPr wrap="square">
            <a:spAutoFit/>
          </a:bodyPr>
          <a:lstStyle/>
          <a:p>
            <a:pPr marL="285750" marR="0" indent="-285750" algn="l">
              <a:spcAft>
                <a:spcPts val="1200"/>
              </a:spcAft>
              <a:buClr>
                <a:srgbClr val="0A8276"/>
              </a:buClr>
              <a:buFont typeface="Symbol" panose="05050102010706020507" pitchFamily="18" charset="2"/>
              <a:buChar char="-"/>
            </a:pPr>
            <a:r>
              <a:rPr lang="de-DE" sz="1600" dirty="0"/>
              <a:t>This is a code example for PSOC™ Control C3M6 MCUs. It demonstrates generating analog output using a DAC.</a:t>
            </a:r>
          </a:p>
          <a:p>
            <a:pPr marL="285750" marR="0" indent="-285750" algn="l">
              <a:spcAft>
                <a:spcPts val="1200"/>
              </a:spcAft>
              <a:buClr>
                <a:srgbClr val="0A8276"/>
              </a:buClr>
              <a:buFont typeface="Symbol" panose="05050102010706020507" pitchFamily="18" charset="2"/>
              <a:buChar char="-"/>
            </a:pPr>
            <a:r>
              <a:rPr lang="de-DE" sz="1600" dirty="0"/>
              <a:t>This code example can generate the following three types of outputs.</a:t>
            </a:r>
          </a:p>
          <a:p>
            <a:pPr marL="952485" lvl="1" indent="-342900">
              <a:spcAft>
                <a:spcPts val="1200"/>
              </a:spcAft>
              <a:buFont typeface="+mj-lt"/>
              <a:buAutoNum type="arabicPeriod"/>
            </a:pPr>
            <a:r>
              <a:rPr lang="de-DE" dirty="0"/>
              <a:t>Sine wave</a:t>
            </a:r>
          </a:p>
          <a:p>
            <a:pPr marL="952485" lvl="1" indent="-342900">
              <a:spcAft>
                <a:spcPts val="1200"/>
              </a:spcAft>
              <a:buFont typeface="+mj-lt"/>
              <a:buAutoNum type="arabicPeriod"/>
            </a:pPr>
            <a:r>
              <a:rPr lang="de-DE" dirty="0"/>
              <a:t>Sawtooth wave</a:t>
            </a:r>
          </a:p>
          <a:p>
            <a:pPr marL="952485" lvl="1" indent="-342900">
              <a:spcAft>
                <a:spcPts val="1200"/>
              </a:spcAft>
              <a:buFont typeface="+mj-lt"/>
              <a:buAutoNum type="arabicPeriod"/>
            </a:pPr>
            <a:r>
              <a:rPr lang="de-DE" dirty="0"/>
              <a:t>Fixed output</a:t>
            </a:r>
          </a:p>
        </p:txBody>
      </p:sp>
      <p:pic>
        <p:nvPicPr>
          <p:cNvPr id="6" name="Picture 5">
            <a:extLst>
              <a:ext uri="{FF2B5EF4-FFF2-40B4-BE49-F238E27FC236}">
                <a16:creationId xmlns:a16="http://schemas.microsoft.com/office/drawing/2014/main" id="{F571F9DC-95CC-3AA7-D275-4AA68068C7B4}"/>
              </a:ext>
            </a:extLst>
          </p:cNvPr>
          <p:cNvPicPr>
            <a:picLocks noChangeAspect="1"/>
          </p:cNvPicPr>
          <p:nvPr/>
        </p:nvPicPr>
        <p:blipFill>
          <a:blip r:embed="rId3"/>
          <a:stretch>
            <a:fillRect/>
          </a:stretch>
        </p:blipFill>
        <p:spPr>
          <a:xfrm>
            <a:off x="5574916" y="2746377"/>
            <a:ext cx="6287404" cy="3240360"/>
          </a:xfrm>
          <a:prstGeom prst="rect">
            <a:avLst/>
          </a:prstGeom>
        </p:spPr>
      </p:pic>
      <p:sp>
        <p:nvSpPr>
          <p:cNvPr id="10" name="TextBox 9">
            <a:extLst>
              <a:ext uri="{FF2B5EF4-FFF2-40B4-BE49-F238E27FC236}">
                <a16:creationId xmlns:a16="http://schemas.microsoft.com/office/drawing/2014/main" id="{88A05C9A-D9E3-A8F5-4CDD-B6CF6FF00E44}"/>
              </a:ext>
            </a:extLst>
          </p:cNvPr>
          <p:cNvSpPr txBox="1"/>
          <p:nvPr/>
        </p:nvSpPr>
        <p:spPr bwMode="auto">
          <a:xfrm>
            <a:off x="329680" y="3429000"/>
            <a:ext cx="5084874" cy="584775"/>
          </a:xfrm>
          <a:prstGeom prst="rect">
            <a:avLst/>
          </a:prstGeom>
          <a:noFill/>
          <a:ln w="9525">
            <a:noFill/>
            <a:miter lim="800000"/>
            <a:headEnd/>
            <a:tailEnd/>
          </a:ln>
          <a:effectLst/>
        </p:spPr>
        <p:txBody>
          <a:bodyPr wrap="square">
            <a:spAutoFit/>
          </a:bodyPr>
          <a:lstStyle/>
          <a:p>
            <a:pPr marL="285750" indent="-285750">
              <a:buClr>
                <a:srgbClr val="0A8276"/>
              </a:buClr>
              <a:buFont typeface="Symbol" panose="05050102010706020507" pitchFamily="18" charset="2"/>
              <a:buChar char="-"/>
            </a:pPr>
            <a:r>
              <a:rPr lang="de-DE" sz="1600" dirty="0"/>
              <a:t>Monitor the generated waveform on an oscilloscope connected to AN_A5.</a:t>
            </a:r>
          </a:p>
        </p:txBody>
      </p:sp>
      <p:pic>
        <p:nvPicPr>
          <p:cNvPr id="12" name="Picture 11">
            <a:extLst>
              <a:ext uri="{FF2B5EF4-FFF2-40B4-BE49-F238E27FC236}">
                <a16:creationId xmlns:a16="http://schemas.microsoft.com/office/drawing/2014/main" id="{610C181B-7068-1C14-F009-4ACDD12306BC}"/>
              </a:ext>
            </a:extLst>
          </p:cNvPr>
          <p:cNvPicPr>
            <a:picLocks noChangeAspect="1"/>
          </p:cNvPicPr>
          <p:nvPr/>
        </p:nvPicPr>
        <p:blipFill>
          <a:blip r:embed="rId4"/>
          <a:stretch>
            <a:fillRect/>
          </a:stretch>
        </p:blipFill>
        <p:spPr>
          <a:xfrm>
            <a:off x="757987" y="4007574"/>
            <a:ext cx="2313677" cy="2402879"/>
          </a:xfrm>
          <a:prstGeom prst="rect">
            <a:avLst/>
          </a:prstGeom>
        </p:spPr>
      </p:pic>
    </p:spTree>
    <p:extLst>
      <p:ext uri="{BB962C8B-B14F-4D97-AF65-F5344CB8AC3E}">
        <p14:creationId xmlns:p14="http://schemas.microsoft.com/office/powerpoint/2010/main" val="31853028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FF7ABA-465E-398E-9308-09254BDF7462}"/>
              </a:ext>
            </a:extLst>
          </p:cNvPr>
          <p:cNvSpPr>
            <a:spLocks noGrp="1"/>
          </p:cNvSpPr>
          <p:nvPr>
            <p:ph type="title"/>
          </p:nvPr>
        </p:nvSpPr>
        <p:spPr/>
        <p:txBody>
          <a:bodyPr/>
          <a:lstStyle/>
          <a:p>
            <a:r>
              <a:rPr lang="de-DE" dirty="0"/>
              <a:t>Lab5: DAC</a:t>
            </a:r>
          </a:p>
        </p:txBody>
      </p:sp>
      <p:sp>
        <p:nvSpPr>
          <p:cNvPr id="4" name="Date Placeholder 3">
            <a:extLst>
              <a:ext uri="{FF2B5EF4-FFF2-40B4-BE49-F238E27FC236}">
                <a16:creationId xmlns:a16="http://schemas.microsoft.com/office/drawing/2014/main" id="{C6FB4593-E16F-BD7F-0716-D2A7BE0A8B04}"/>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98D7BF9D-07D1-8228-9C8E-BD33EDD99C6A}"/>
              </a:ext>
            </a:extLst>
          </p:cNvPr>
          <p:cNvSpPr>
            <a:spLocks noGrp="1"/>
          </p:cNvSpPr>
          <p:nvPr>
            <p:ph type="ftr" sz="quarter" idx="15"/>
          </p:nvPr>
        </p:nvSpPr>
        <p:spPr/>
        <p:txBody>
          <a:bodyPr/>
          <a:lstStyle/>
          <a:p>
            <a:endParaRPr lang="en-US" dirty="0"/>
          </a:p>
        </p:txBody>
      </p:sp>
      <p:pic>
        <p:nvPicPr>
          <p:cNvPr id="7" name="Picture 6">
            <a:extLst>
              <a:ext uri="{FF2B5EF4-FFF2-40B4-BE49-F238E27FC236}">
                <a16:creationId xmlns:a16="http://schemas.microsoft.com/office/drawing/2014/main" id="{ABDD64F7-2D20-D016-FF94-A70861C062DE}"/>
              </a:ext>
            </a:extLst>
          </p:cNvPr>
          <p:cNvPicPr>
            <a:picLocks noChangeAspect="1"/>
          </p:cNvPicPr>
          <p:nvPr/>
        </p:nvPicPr>
        <p:blipFill>
          <a:blip r:embed="rId2"/>
          <a:stretch>
            <a:fillRect/>
          </a:stretch>
        </p:blipFill>
        <p:spPr>
          <a:xfrm>
            <a:off x="551384" y="1196752"/>
            <a:ext cx="3665538" cy="4999153"/>
          </a:xfrm>
          <a:prstGeom prst="rect">
            <a:avLst/>
          </a:prstGeom>
          <a:ln>
            <a:solidFill>
              <a:schemeClr val="tx1"/>
            </a:solidFill>
          </a:ln>
        </p:spPr>
      </p:pic>
      <p:pic>
        <p:nvPicPr>
          <p:cNvPr id="9" name="Picture 8">
            <a:extLst>
              <a:ext uri="{FF2B5EF4-FFF2-40B4-BE49-F238E27FC236}">
                <a16:creationId xmlns:a16="http://schemas.microsoft.com/office/drawing/2014/main" id="{34DAC2BB-8AA9-857F-389D-EF8370BB8D48}"/>
              </a:ext>
            </a:extLst>
          </p:cNvPr>
          <p:cNvPicPr>
            <a:picLocks noChangeAspect="1"/>
          </p:cNvPicPr>
          <p:nvPr/>
        </p:nvPicPr>
        <p:blipFill>
          <a:blip r:embed="rId3"/>
          <a:stretch>
            <a:fillRect/>
          </a:stretch>
        </p:blipFill>
        <p:spPr>
          <a:xfrm>
            <a:off x="5170399" y="1199803"/>
            <a:ext cx="6470217" cy="4068899"/>
          </a:xfrm>
          <a:prstGeom prst="rect">
            <a:avLst/>
          </a:prstGeom>
        </p:spPr>
      </p:pic>
      <p:cxnSp>
        <p:nvCxnSpPr>
          <p:cNvPr id="10" name="Straight Arrow Connector 9">
            <a:extLst>
              <a:ext uri="{FF2B5EF4-FFF2-40B4-BE49-F238E27FC236}">
                <a16:creationId xmlns:a16="http://schemas.microsoft.com/office/drawing/2014/main" id="{133BBF50-FCE8-4B9C-DDF7-5FF1FDCD54E6}"/>
              </a:ext>
            </a:extLst>
          </p:cNvPr>
          <p:cNvCxnSpPr>
            <a:cxnSpLocks/>
          </p:cNvCxnSpPr>
          <p:nvPr/>
        </p:nvCxnSpPr>
        <p:spPr>
          <a:xfrm flipH="1" flipV="1">
            <a:off x="4511824" y="3573016"/>
            <a:ext cx="2818815" cy="576064"/>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56929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66800"/>
            <a:ext cx="8656240" cy="2362200"/>
          </a:xfrm>
        </p:spPr>
        <p:txBody>
          <a:bodyPr/>
          <a:lstStyle/>
          <a:p>
            <a:endParaRPr dirty="0"/>
          </a:p>
          <a:p>
            <a:r>
              <a:rPr lang="de-DE" dirty="0"/>
              <a:t>Session:</a:t>
            </a:r>
            <a:br>
              <a:rPr lang="de-DE" dirty="0"/>
            </a:br>
            <a:r>
              <a:rPr dirty="0"/>
              <a:t>Communication Subsystem Deep Dive</a:t>
            </a:r>
            <a:br>
              <a:rPr lang="de-DE" dirty="0"/>
            </a:br>
            <a:endParaRPr sz="1800" dirty="0"/>
          </a:p>
        </p:txBody>
      </p:sp>
      <p:sp>
        <p:nvSpPr>
          <p:cNvPr id="4" name="Footer Placeholder 3">
            <a:extLst>
              <a:ext uri="{FF2B5EF4-FFF2-40B4-BE49-F238E27FC236}">
                <a16:creationId xmlns:a16="http://schemas.microsoft.com/office/drawing/2014/main" id="{D0D43EBE-B08F-D7B9-C74B-463F7F584060}"/>
              </a:ext>
            </a:extLst>
          </p:cNvPr>
          <p:cNvSpPr>
            <a:spLocks noGrp="1"/>
          </p:cNvSpPr>
          <p:nvPr>
            <p:ph type="ftr" sz="quarter" idx="11"/>
          </p:nvPr>
        </p:nvSpPr>
        <p:spPr/>
        <p:txBody>
          <a:bodyPr/>
          <a:lstStyle/>
          <a:p>
            <a:r>
              <a:rPr lang="en-US"/>
              <a:t>Sep 2026</a:t>
            </a:r>
            <a:endParaRPr lang="en-US" dirty="0"/>
          </a:p>
        </p:txBody>
      </p:sp>
      <p:sp>
        <p:nvSpPr>
          <p:cNvPr id="5" name="TextBox 4">
            <a:extLst>
              <a:ext uri="{FF2B5EF4-FFF2-40B4-BE49-F238E27FC236}">
                <a16:creationId xmlns:a16="http://schemas.microsoft.com/office/drawing/2014/main" id="{5E94E343-91D7-31D6-C4E4-DA45E937CC64}"/>
              </a:ext>
            </a:extLst>
          </p:cNvPr>
          <p:cNvSpPr txBox="1"/>
          <p:nvPr/>
        </p:nvSpPr>
        <p:spPr bwMode="auto">
          <a:xfrm>
            <a:off x="457200" y="3581400"/>
            <a:ext cx="6097604" cy="2246769"/>
          </a:xfrm>
          <a:prstGeom prst="rect">
            <a:avLst/>
          </a:prstGeom>
          <a:noFill/>
          <a:ln w="9525">
            <a:noFill/>
            <a:miter lim="800000"/>
            <a:headEnd/>
            <a:tailEnd/>
          </a:ln>
          <a:effectLst/>
        </p:spPr>
        <p:txBody>
          <a:bodyPr wrap="square">
            <a:spAutoFit/>
          </a:bodyPr>
          <a:lstStyle/>
          <a:p>
            <a:pPr marL="285750" indent="-285750">
              <a:buFont typeface="Symbol" panose="05050102010706020507" pitchFamily="18" charset="2"/>
              <a:buChar char="-"/>
            </a:pPr>
            <a:r>
              <a:rPr lang="de-DE" sz="1800" b="1" dirty="0">
                <a:solidFill>
                  <a:srgbClr val="0A8276"/>
                </a:solidFill>
              </a:rPr>
              <a:t>UART</a:t>
            </a:r>
          </a:p>
          <a:p>
            <a:pPr marL="285750" indent="-285750">
              <a:buFont typeface="Symbol" panose="05050102010706020507" pitchFamily="18" charset="2"/>
              <a:buChar char="-"/>
            </a:pPr>
            <a:r>
              <a:rPr lang="de-DE" sz="1800" b="1" dirty="0">
                <a:solidFill>
                  <a:srgbClr val="0A8276"/>
                </a:solidFill>
              </a:rPr>
              <a:t>IIC</a:t>
            </a:r>
          </a:p>
          <a:p>
            <a:pPr marL="285750" indent="-285750">
              <a:buFont typeface="Symbol" panose="05050102010706020507" pitchFamily="18" charset="2"/>
              <a:buChar char="-"/>
            </a:pPr>
            <a:r>
              <a:rPr lang="de-DE" sz="1800" b="1" dirty="0">
                <a:solidFill>
                  <a:srgbClr val="0A8276"/>
                </a:solidFill>
              </a:rPr>
              <a:t>SPI</a:t>
            </a:r>
          </a:p>
          <a:p>
            <a:pPr marL="285750" indent="-285750">
              <a:buFont typeface="Symbol" panose="05050102010706020507" pitchFamily="18" charset="2"/>
              <a:buChar char="-"/>
            </a:pPr>
            <a:r>
              <a:rPr lang="de-DE" sz="1800" b="1" dirty="0">
                <a:solidFill>
                  <a:srgbClr val="0A8276"/>
                </a:solidFill>
              </a:rPr>
              <a:t>PMBus</a:t>
            </a:r>
          </a:p>
          <a:p>
            <a:pPr marL="285750" indent="-285750">
              <a:buFont typeface="Symbol" panose="05050102010706020507" pitchFamily="18" charset="2"/>
              <a:buChar char="-"/>
            </a:pPr>
            <a:r>
              <a:rPr lang="de-DE" sz="1800" b="1" dirty="0">
                <a:solidFill>
                  <a:srgbClr val="0A8276"/>
                </a:solidFill>
              </a:rPr>
              <a:t>I3C</a:t>
            </a:r>
          </a:p>
          <a:p>
            <a:pPr marL="285750" indent="-285750">
              <a:buFont typeface="Symbol" panose="05050102010706020507" pitchFamily="18" charset="2"/>
              <a:buChar char="-"/>
            </a:pPr>
            <a:r>
              <a:rPr lang="de-DE" sz="1800" b="1" dirty="0">
                <a:solidFill>
                  <a:srgbClr val="0A8276"/>
                </a:solidFill>
              </a:rPr>
              <a:t>CAN-FD</a:t>
            </a:r>
          </a:p>
          <a:p>
            <a:pPr marL="285750" indent="-285750">
              <a:buFont typeface="Symbol" panose="05050102010706020507" pitchFamily="18" charset="2"/>
              <a:buChar char="-"/>
            </a:pPr>
            <a:r>
              <a:rPr lang="de-DE" sz="1800" b="1" dirty="0">
                <a:solidFill>
                  <a:srgbClr val="0A8276"/>
                </a:solidFill>
              </a:rPr>
              <a:t>USB-FS</a:t>
            </a:r>
            <a:br>
              <a:rPr lang="de-DE" sz="1800" b="1" dirty="0">
                <a:solidFill>
                  <a:srgbClr val="0A8276"/>
                </a:solidFill>
              </a:rPr>
            </a:br>
            <a:endParaRPr lang="de-DE" b="1" dirty="0">
              <a:solidFill>
                <a:srgbClr val="0A8276"/>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marL="285750" lvl="0" indent="-285750">
              <a:lnSpc>
                <a:spcPct val="100000"/>
              </a:lnSpc>
              <a:spcBef>
                <a:spcPts val="400"/>
              </a:spcBef>
              <a:buSzPct val="90000"/>
              <a:buFont typeface="Arial"/>
              <a:buChar char="•"/>
            </a:pPr>
            <a:r>
              <a:rPr sz="2400" dirty="0"/>
              <a:t>Common to both parts</a:t>
            </a:r>
          </a:p>
          <a:p>
            <a:pPr marL="571500" lvl="1" indent="-285750">
              <a:lnSpc>
                <a:spcPct val="100000"/>
              </a:lnSpc>
              <a:spcBef>
                <a:spcPts val="150"/>
              </a:spcBef>
              <a:buSzPct val="85000"/>
              <a:buFont typeface="Arial"/>
              <a:buChar char="–"/>
            </a:pPr>
            <a:r>
              <a:rPr sz="2000" dirty="0"/>
              <a:t>6 × SCB (each I²C / SPI / UART / LIN / IrDA / Smart Card master or slave)</a:t>
            </a:r>
          </a:p>
          <a:p>
            <a:pPr marL="571500" lvl="1" indent="-285750">
              <a:lnSpc>
                <a:spcPct val="100000"/>
              </a:lnSpc>
              <a:spcBef>
                <a:spcPts val="150"/>
              </a:spcBef>
              <a:buSzPct val="85000"/>
              <a:buFont typeface="Arial"/>
              <a:buChar char="–"/>
            </a:pPr>
            <a:r>
              <a:rPr sz="2000" dirty="0"/>
              <a:t>1 SCB Deep-Sleep-capable (I²C slave / SPI slave wake-up)</a:t>
            </a:r>
          </a:p>
          <a:p>
            <a:pPr marL="571500" lvl="1" indent="-285750">
              <a:lnSpc>
                <a:spcPct val="100000"/>
              </a:lnSpc>
              <a:spcBef>
                <a:spcPts val="150"/>
              </a:spcBef>
              <a:buSzPct val="85000"/>
              <a:buFont typeface="Arial"/>
              <a:buChar char="–"/>
            </a:pPr>
            <a:r>
              <a:rPr sz="2000" dirty="0"/>
              <a:t>1 SCB with fast SPI up to </a:t>
            </a:r>
            <a:r>
              <a:rPr lang="de-DE" sz="2000" dirty="0"/>
              <a:t>45</a:t>
            </a:r>
            <a:r>
              <a:rPr sz="2000" dirty="0"/>
              <a:t> MHz</a:t>
            </a:r>
          </a:p>
          <a:p>
            <a:pPr marL="571500" lvl="1" indent="-285750">
              <a:lnSpc>
                <a:spcPct val="100000"/>
              </a:lnSpc>
              <a:spcBef>
                <a:spcPts val="150"/>
              </a:spcBef>
              <a:buSzPct val="85000"/>
              <a:buFont typeface="Arial"/>
              <a:buChar char="–"/>
            </a:pPr>
            <a:r>
              <a:rPr sz="2000" dirty="0"/>
              <a:t>2 × CAN FD</a:t>
            </a:r>
            <a:r>
              <a:rPr lang="en-US" sz="2000" dirty="0"/>
              <a:t>:</a:t>
            </a:r>
            <a:r>
              <a:rPr sz="2000" dirty="0"/>
              <a:t> one instance up to 8 Mbps, ISO 11898-1:2015</a:t>
            </a:r>
          </a:p>
          <a:p>
            <a:pPr marL="285750" lvl="0" indent="-285750">
              <a:lnSpc>
                <a:spcPct val="100000"/>
              </a:lnSpc>
              <a:spcBef>
                <a:spcPts val="400"/>
              </a:spcBef>
              <a:buSzPct val="90000"/>
              <a:buFont typeface="Arial"/>
              <a:buChar char="•"/>
            </a:pPr>
            <a:r>
              <a:rPr sz="2400" b="1" dirty="0"/>
              <a:t>PSC3M6 additions</a:t>
            </a:r>
          </a:p>
          <a:p>
            <a:pPr marL="571500" lvl="1" indent="-285750">
              <a:lnSpc>
                <a:spcPct val="100000"/>
              </a:lnSpc>
              <a:spcBef>
                <a:spcPts val="150"/>
              </a:spcBef>
              <a:buSzPct val="85000"/>
              <a:buFont typeface="Arial"/>
              <a:buChar char="–"/>
            </a:pPr>
            <a:r>
              <a:rPr sz="2000" dirty="0"/>
              <a:t>1 × SCB with </a:t>
            </a:r>
            <a:r>
              <a:rPr sz="2000" dirty="0" err="1"/>
              <a:t>PMBus</a:t>
            </a:r>
            <a:r>
              <a:rPr sz="2000" dirty="0"/>
              <a:t> v1.4 / </a:t>
            </a:r>
            <a:r>
              <a:rPr sz="2000" dirty="0" err="1"/>
              <a:t>SMBus</a:t>
            </a:r>
            <a:r>
              <a:rPr sz="2000" dirty="0"/>
              <a:t> v3.2 (≤ 1 Mbps, HW address matching)</a:t>
            </a:r>
          </a:p>
          <a:p>
            <a:pPr marL="571500" lvl="1" indent="-285750">
              <a:lnSpc>
                <a:spcPct val="100000"/>
              </a:lnSpc>
              <a:spcBef>
                <a:spcPts val="150"/>
              </a:spcBef>
              <a:buSzPct val="85000"/>
              <a:buFont typeface="Arial"/>
              <a:buChar char="–"/>
            </a:pPr>
            <a:r>
              <a:rPr sz="2000" dirty="0"/>
              <a:t>1 × I3C v1.1 controller with over-voltage-tolerant I/O</a:t>
            </a:r>
          </a:p>
          <a:p>
            <a:pPr marL="571500" lvl="1" indent="-285750">
              <a:lnSpc>
                <a:spcPct val="100000"/>
              </a:lnSpc>
              <a:spcBef>
                <a:spcPts val="150"/>
              </a:spcBef>
              <a:buSzPct val="85000"/>
              <a:buFont typeface="Arial"/>
              <a:buChar char="–"/>
            </a:pPr>
            <a:r>
              <a:rPr sz="2000" dirty="0"/>
              <a:t>1 × USB Full-Speed host / device with integrated PHY</a:t>
            </a:r>
          </a:p>
        </p:txBody>
      </p:sp>
      <p:sp>
        <p:nvSpPr>
          <p:cNvPr id="3" name="Title 2"/>
          <p:cNvSpPr>
            <a:spLocks noGrp="1"/>
          </p:cNvSpPr>
          <p:nvPr>
            <p:ph type="title"/>
          </p:nvPr>
        </p:nvSpPr>
        <p:spPr/>
        <p:txBody>
          <a:bodyPr/>
          <a:lstStyle/>
          <a:p>
            <a:r>
              <a:t>Communication landscape – PSC3M5 vs PSC3M6</a:t>
            </a:r>
          </a:p>
        </p:txBody>
      </p:sp>
      <p:sp>
        <p:nvSpPr>
          <p:cNvPr id="5" name="Footer Placeholder 4">
            <a:extLst>
              <a:ext uri="{FF2B5EF4-FFF2-40B4-BE49-F238E27FC236}">
                <a16:creationId xmlns:a16="http://schemas.microsoft.com/office/drawing/2014/main" id="{6CECFF93-84B8-8593-2400-5E82B93EB352}"/>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800" y="1268414"/>
            <a:ext cx="5688000" cy="5113337"/>
          </a:xfrm>
        </p:spPr>
        <p:txBody>
          <a:bodyPr>
            <a:normAutofit/>
          </a:bodyPr>
          <a:lstStyle/>
          <a:p>
            <a:pPr lvl="0">
              <a:spcBef>
                <a:spcPts val="400"/>
              </a:spcBef>
              <a:buSzPct val="90000"/>
              <a:buFont typeface="Symbol" panose="05050102010706020507" pitchFamily="18" charset="2"/>
              <a:buChar char="-"/>
            </a:pPr>
            <a:r>
              <a:rPr lang="en-US" sz="1700" dirty="0"/>
              <a:t>Six identical SCB instances can be reconfigured at runtime</a:t>
            </a:r>
          </a:p>
          <a:p>
            <a:pPr lvl="0">
              <a:spcBef>
                <a:spcPts val="400"/>
              </a:spcBef>
              <a:buSzPct val="90000"/>
              <a:buFont typeface="Symbol" panose="05050102010706020507" pitchFamily="18" charset="2"/>
              <a:buChar char="-"/>
            </a:pPr>
            <a:r>
              <a:rPr lang="en-US" sz="1700" dirty="0"/>
              <a:t>Protocol modes</a:t>
            </a:r>
          </a:p>
          <a:p>
            <a:pPr marL="571500" lvl="1" indent="-285750">
              <a:spcBef>
                <a:spcPts val="150"/>
              </a:spcBef>
              <a:buSzPct val="85000"/>
              <a:buFont typeface="Symbol" panose="05050102010706020507" pitchFamily="18" charset="2"/>
              <a:buChar char="-"/>
            </a:pPr>
            <a:r>
              <a:rPr lang="en-US" sz="1700" dirty="0"/>
              <a:t>I²C: master / slave / multi-master + EZ-I²C, 100 k / 400 k / 1 M </a:t>
            </a:r>
          </a:p>
          <a:p>
            <a:pPr marL="571500" lvl="1" indent="-285750">
              <a:spcBef>
                <a:spcPts val="150"/>
              </a:spcBef>
              <a:buSzPct val="85000"/>
              <a:buFont typeface="Symbol" panose="05050102010706020507" pitchFamily="18" charset="2"/>
              <a:buChar char="-"/>
            </a:pPr>
            <a:r>
              <a:rPr lang="en-US" sz="1700" dirty="0"/>
              <a:t>SPI: Motorola / TI / NS, master / slave + EZ-SPI, up to 50 MHz</a:t>
            </a:r>
          </a:p>
          <a:p>
            <a:pPr marL="571500" lvl="1" indent="-285750">
              <a:spcBef>
                <a:spcPts val="150"/>
              </a:spcBef>
              <a:buSzPct val="85000"/>
              <a:buFont typeface="Symbol" panose="05050102010706020507" pitchFamily="18" charset="2"/>
              <a:buChar char="-"/>
            </a:pPr>
            <a:r>
              <a:rPr lang="en-US" sz="1700" dirty="0"/>
              <a:t>UART: standard / multi-processor / half-duplex / LIN / IrDA / 7816</a:t>
            </a:r>
          </a:p>
          <a:p>
            <a:pPr lvl="0">
              <a:spcBef>
                <a:spcPts val="400"/>
              </a:spcBef>
              <a:buSzPct val="90000"/>
              <a:buFont typeface="Symbol" panose="05050102010706020507" pitchFamily="18" charset="2"/>
              <a:buChar char="-"/>
            </a:pPr>
            <a:r>
              <a:rPr lang="en-US" sz="1700" dirty="0"/>
              <a:t>128-byte TX + 128-byte RX FIFO per SCB</a:t>
            </a:r>
          </a:p>
          <a:p>
            <a:pPr lvl="0">
              <a:spcBef>
                <a:spcPts val="400"/>
              </a:spcBef>
              <a:buSzPct val="90000"/>
              <a:buFont typeface="Symbol" panose="05050102010706020507" pitchFamily="18" charset="2"/>
              <a:buChar char="-"/>
            </a:pPr>
            <a:r>
              <a:rPr lang="en-US" sz="1700" dirty="0"/>
              <a:t>Independent TX / RX DMA request lines</a:t>
            </a:r>
          </a:p>
          <a:p>
            <a:pPr lvl="0">
              <a:spcBef>
                <a:spcPts val="400"/>
              </a:spcBef>
              <a:buSzPct val="90000"/>
              <a:buFont typeface="Symbol" panose="05050102010706020507" pitchFamily="18" charset="2"/>
              <a:buChar char="-"/>
            </a:pPr>
            <a:r>
              <a:rPr lang="en-US" sz="1700" dirty="0"/>
              <a:t>Programmable data frame 4–16 bits, half-bit STOP resolution</a:t>
            </a:r>
          </a:p>
          <a:p>
            <a:pPr lvl="0">
              <a:spcBef>
                <a:spcPts val="400"/>
              </a:spcBef>
              <a:buSzPct val="90000"/>
              <a:buFont typeface="Symbol" panose="05050102010706020507" pitchFamily="18" charset="2"/>
              <a:buChar char="-"/>
            </a:pPr>
            <a:r>
              <a:rPr lang="en-US" sz="1700" dirty="0"/>
              <a:t>Deep-Sleep operation on SCB0 (I²C / SPI slave wake)</a:t>
            </a:r>
          </a:p>
          <a:p>
            <a:pPr lvl="0">
              <a:spcBef>
                <a:spcPts val="400"/>
              </a:spcBef>
              <a:buSzPct val="90000"/>
              <a:buFont typeface="Symbol" panose="05050102010706020507" pitchFamily="18" charset="2"/>
              <a:buChar char="-"/>
            </a:pPr>
            <a:r>
              <a:rPr lang="en-US" sz="1700" dirty="0"/>
              <a:t>Interrupts: TX empty, RX full, error flags, address match</a:t>
            </a:r>
          </a:p>
        </p:txBody>
      </p:sp>
      <p:pic>
        <p:nvPicPr>
          <p:cNvPr id="6" name="Graphic 5">
            <a:extLst>
              <a:ext uri="{FF2B5EF4-FFF2-40B4-BE49-F238E27FC236}">
                <a16:creationId xmlns:a16="http://schemas.microsoft.com/office/drawing/2014/main" id="{28A38AF9-80B7-40A7-3593-6C82DA7ADE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67439" y="1902299"/>
            <a:ext cx="5689202" cy="3663001"/>
          </a:xfrm>
          <a:prstGeom prst="rect">
            <a:avLst/>
          </a:prstGeom>
        </p:spPr>
      </p:pic>
      <p:sp>
        <p:nvSpPr>
          <p:cNvPr id="3" name="Title 2"/>
          <p:cNvSpPr>
            <a:spLocks noGrp="1"/>
          </p:cNvSpPr>
          <p:nvPr>
            <p:ph type="title"/>
          </p:nvPr>
        </p:nvSpPr>
        <p:spPr>
          <a:xfrm>
            <a:off x="335360" y="188720"/>
            <a:ext cx="9613068" cy="720000"/>
          </a:xfrm>
        </p:spPr>
        <p:txBody>
          <a:bodyPr anchor="b">
            <a:normAutofit/>
          </a:bodyPr>
          <a:lstStyle/>
          <a:p>
            <a:r>
              <a:t>SCB – Serial Communication Block</a:t>
            </a:r>
          </a:p>
        </p:txBody>
      </p:sp>
      <p:sp>
        <p:nvSpPr>
          <p:cNvPr id="5" name="Footer Placeholder 4">
            <a:extLst>
              <a:ext uri="{FF2B5EF4-FFF2-40B4-BE49-F238E27FC236}">
                <a16:creationId xmlns:a16="http://schemas.microsoft.com/office/drawing/2014/main" id="{9382A287-77D2-C7F9-C02F-9D5859E9B817}"/>
              </a:ext>
            </a:extLst>
          </p:cNvPr>
          <p:cNvSpPr>
            <a:spLocks noGrp="1"/>
          </p:cNvSpPr>
          <p:nvPr>
            <p:ph type="ftr" sz="quarter" idx="4294967295"/>
          </p:nvPr>
        </p:nvSpPr>
        <p:spPr>
          <a:xfrm>
            <a:off x="12192000" y="6858000"/>
            <a:ext cx="0" cy="0"/>
          </a:xfrm>
        </p:spPr>
        <p:txBody>
          <a:bodyPr/>
          <a:lstStyle/>
          <a:p>
            <a:pPr>
              <a:spcAft>
                <a:spcPts val="600"/>
              </a:spcAft>
            </a:pPr>
            <a:r>
              <a:rPr lang="en-US"/>
              <a:t>Sep 2026</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5772BC-D21A-3DD6-9E98-C938A17E8006}"/>
              </a:ext>
            </a:extLst>
          </p:cNvPr>
          <p:cNvSpPr>
            <a:spLocks noGrp="1"/>
          </p:cNvSpPr>
          <p:nvPr>
            <p:ph type="title" hasCustomPrompt="1"/>
          </p:nvPr>
        </p:nvSpPr>
        <p:spPr/>
        <p:txBody>
          <a:bodyPr/>
          <a:lstStyle/>
          <a:p>
            <a:br>
              <a:rPr dirty="0"/>
            </a:br>
            <a:r>
              <a:rPr lang="de-DE" dirty="0"/>
              <a:t>SCB</a:t>
            </a:r>
            <a:br>
              <a:rPr lang="de-DE" dirty="0"/>
            </a:br>
            <a:r>
              <a:rPr dirty="0"/>
              <a:t>Serial</a:t>
            </a:r>
            <a:r>
              <a:rPr lang="de-DE" dirty="0"/>
              <a:t> Peripheral Interface</a:t>
            </a:r>
            <a:endParaRPr lang="zh-CN" altLang="en-US" dirty="0"/>
          </a:p>
        </p:txBody>
      </p:sp>
      <p:sp>
        <p:nvSpPr>
          <p:cNvPr id="6" name="Content Placeholder 4">
            <a:extLst>
              <a:ext uri="{FF2B5EF4-FFF2-40B4-BE49-F238E27FC236}">
                <a16:creationId xmlns:a16="http://schemas.microsoft.com/office/drawing/2014/main" id="{6410A91D-BEDD-DA56-C653-84085FE4D107}"/>
              </a:ext>
            </a:extLst>
          </p:cNvPr>
          <p:cNvSpPr>
            <a:spLocks noGrp="1"/>
          </p:cNvSpPr>
          <p:nvPr>
            <p:ph sz="quarter" idx="13" hasCustomPrompt="1"/>
          </p:nvPr>
        </p:nvSpPr>
        <p:spPr>
          <a:xfrm>
            <a:off x="334800" y="1268414"/>
            <a:ext cx="4999200" cy="2881623"/>
          </a:xfrm>
        </p:spPr>
        <p:txBody>
          <a:bodyPr wrap="square">
            <a:spAutoFit/>
          </a:bodyPr>
          <a:lstStyle/>
          <a:p>
            <a:pPr marL="0" indent="0">
              <a:lnSpc>
                <a:spcPct val="80000"/>
              </a:lnSpc>
              <a:spcBef>
                <a:spcPts val="600"/>
              </a:spcBef>
              <a:buNone/>
            </a:pPr>
            <a:r>
              <a:rPr sz="1600" dirty="0">
                <a:solidFill>
                  <a:srgbClr val="0A8276"/>
                </a:solidFill>
                <a:ea typeface="+mn-ea"/>
                <a:cs typeface="+mn-cs"/>
              </a:rPr>
              <a:t>SPI</a:t>
            </a:r>
            <a:endParaRPr lang="en-US" sz="1600" dirty="0">
              <a:solidFill>
                <a:srgbClr val="0A8276"/>
              </a:solidFill>
              <a:ea typeface="+mn-ea"/>
              <a:cs typeface="+mn-cs"/>
            </a:endParaRPr>
          </a:p>
          <a:p>
            <a:pPr marL="252000" lvl="2"/>
            <a:r>
              <a:rPr lang="en-US" dirty="0"/>
              <a:t>Supports up to four slave select lines</a:t>
            </a:r>
          </a:p>
          <a:p>
            <a:pPr marL="252000" lvl="2"/>
            <a:r>
              <a:rPr lang="en-IN" dirty="0"/>
              <a:t>Supports three SPI protocols </a:t>
            </a:r>
            <a:endParaRPr lang="fr-FR" dirty="0"/>
          </a:p>
          <a:p>
            <a:pPr marL="252000" lvl="2"/>
            <a:r>
              <a:rPr dirty="0"/>
              <a:t>SPI Buffer mode</a:t>
            </a:r>
            <a:endParaRPr lang="en-IN" dirty="0"/>
          </a:p>
          <a:p>
            <a:pPr lvl="1">
              <a:spcBef>
                <a:spcPts val="600"/>
              </a:spcBef>
              <a:buClr>
                <a:srgbClr val="0A8276"/>
              </a:buClr>
            </a:pPr>
            <a:r>
              <a:rPr lang="en-US" altLang="ja-JP" sz="1200" dirty="0"/>
              <a:t>FIFO mode – includes Rx/Tx FIFOs</a:t>
            </a:r>
          </a:p>
          <a:p>
            <a:pPr lvl="1">
              <a:spcBef>
                <a:spcPts val="600"/>
              </a:spcBef>
              <a:buClr>
                <a:srgbClr val="0A8276"/>
              </a:buClr>
            </a:pPr>
            <a:r>
              <a:rPr lang="en-US" altLang="ja-JP" sz="1200" dirty="0"/>
              <a:t>EZSPI mode - master uses 8-bit EZ address in the slave memory to write or read data</a:t>
            </a:r>
          </a:p>
          <a:p>
            <a:pPr lvl="1">
              <a:spcBef>
                <a:spcPts val="600"/>
              </a:spcBef>
              <a:buClr>
                <a:srgbClr val="0A8276"/>
              </a:buClr>
            </a:pPr>
            <a:r>
              <a:rPr lang="en-US" altLang="ja-JP" sz="1200" dirty="0"/>
              <a:t>Command-response mode- support SPI slave mode only, has two phases of operation : write and read phase</a:t>
            </a:r>
          </a:p>
          <a:p>
            <a:pPr marL="504000" lvl="2" indent="0">
              <a:spcBef>
                <a:spcPts val="600"/>
              </a:spcBef>
              <a:buNone/>
            </a:pPr>
            <a:br>
              <a:rPr lang="en-IN" dirty="0"/>
            </a:br>
            <a:endParaRPr dirty="0"/>
          </a:p>
        </p:txBody>
      </p:sp>
      <p:pic>
        <p:nvPicPr>
          <p:cNvPr id="7" name="Graphic 6">
            <a:extLst>
              <a:ext uri="{FF2B5EF4-FFF2-40B4-BE49-F238E27FC236}">
                <a16:creationId xmlns:a16="http://schemas.microsoft.com/office/drawing/2014/main" id="{167141CD-128D-773F-CF1E-0F1F3C59A4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44270" y="1128371"/>
            <a:ext cx="5697016" cy="3668032"/>
          </a:xfrm>
          <a:prstGeom prst="rect">
            <a:avLst/>
          </a:prstGeom>
        </p:spPr>
      </p:pic>
      <p:graphicFrame>
        <p:nvGraphicFramePr>
          <p:cNvPr id="5" name="Table 4">
            <a:extLst>
              <a:ext uri="{FF2B5EF4-FFF2-40B4-BE49-F238E27FC236}">
                <a16:creationId xmlns:a16="http://schemas.microsoft.com/office/drawing/2014/main" id="{B8A91E95-DD57-D519-3053-05B67567D87E}"/>
              </a:ext>
            </a:extLst>
          </p:cNvPr>
          <p:cNvGraphicFramePr>
            <a:graphicFrameLocks noGrp="1"/>
          </p:cNvGraphicFramePr>
          <p:nvPr/>
        </p:nvGraphicFramePr>
        <p:xfrm>
          <a:off x="551384" y="4066532"/>
          <a:ext cx="5697016" cy="2043336"/>
        </p:xfrm>
        <a:graphic>
          <a:graphicData uri="http://schemas.openxmlformats.org/drawingml/2006/table">
            <a:tbl>
              <a:tblPr firstRow="1" bandRow="1">
                <a:tableStyleId>{5C22544A-7EE6-4342-B048-85BDC9FD1C3A}</a:tableStyleId>
              </a:tblPr>
              <a:tblGrid>
                <a:gridCol w="1201216">
                  <a:extLst>
                    <a:ext uri="{9D8B030D-6E8A-4147-A177-3AD203B41FA5}">
                      <a16:colId xmlns:a16="http://schemas.microsoft.com/office/drawing/2014/main" val="2952205265"/>
                    </a:ext>
                  </a:extLst>
                </a:gridCol>
                <a:gridCol w="1411428">
                  <a:extLst>
                    <a:ext uri="{9D8B030D-6E8A-4147-A177-3AD203B41FA5}">
                      <a16:colId xmlns:a16="http://schemas.microsoft.com/office/drawing/2014/main" val="3588354011"/>
                    </a:ext>
                  </a:extLst>
                </a:gridCol>
                <a:gridCol w="807962">
                  <a:extLst>
                    <a:ext uri="{9D8B030D-6E8A-4147-A177-3AD203B41FA5}">
                      <a16:colId xmlns:a16="http://schemas.microsoft.com/office/drawing/2014/main" val="475277532"/>
                    </a:ext>
                  </a:extLst>
                </a:gridCol>
                <a:gridCol w="2276410">
                  <a:extLst>
                    <a:ext uri="{9D8B030D-6E8A-4147-A177-3AD203B41FA5}">
                      <a16:colId xmlns:a16="http://schemas.microsoft.com/office/drawing/2014/main" val="2202884564"/>
                    </a:ext>
                  </a:extLst>
                </a:gridCol>
              </a:tblGrid>
              <a:tr h="510834">
                <a:tc>
                  <a:txBody>
                    <a:bodyPr/>
                    <a:lstStyle/>
                    <a:p>
                      <a:pPr algn="l"/>
                      <a:r>
                        <a:rPr lang="en-US" altLang="zh-CN" sz="1200" dirty="0">
                          <a:effectLst/>
                        </a:rPr>
                        <a:t>Configuration</a:t>
                      </a:r>
                    </a:p>
                  </a:txBody>
                  <a:tcPr/>
                </a:tc>
                <a:tc>
                  <a:txBody>
                    <a:bodyPr/>
                    <a:lstStyle/>
                    <a:p>
                      <a:pPr algn="l"/>
                      <a:r>
                        <a:rPr lang="en-US" altLang="zh-CN" sz="1200" dirty="0">
                          <a:effectLst/>
                        </a:rPr>
                        <a:t>TX/RX FIFO depth</a:t>
                      </a:r>
                    </a:p>
                  </a:txBody>
                  <a:tcPr/>
                </a:tc>
                <a:tc>
                  <a:txBody>
                    <a:bodyPr/>
                    <a:lstStyle/>
                    <a:p>
                      <a:pPr algn="l"/>
                      <a:r>
                        <a:rPr lang="en-US" altLang="zh-CN" sz="1200" dirty="0">
                          <a:effectLst/>
                        </a:rPr>
                        <a:t>Data width</a:t>
                      </a:r>
                    </a:p>
                  </a:txBody>
                  <a:tcPr/>
                </a:tc>
                <a:tc>
                  <a:txBody>
                    <a:bodyPr/>
                    <a:lstStyle/>
                    <a:p>
                      <a:pPr algn="l"/>
                      <a:r>
                        <a:rPr lang="en-US" altLang="zh-CN" sz="1200" dirty="0">
                          <a:effectLst/>
                        </a:rPr>
                        <a:t>Use case</a:t>
                      </a:r>
                    </a:p>
                  </a:txBody>
                  <a:tcPr/>
                </a:tc>
                <a:extLst>
                  <a:ext uri="{0D108BD9-81ED-4DB2-BD59-A6C34878D82A}">
                    <a16:rowId xmlns:a16="http://schemas.microsoft.com/office/drawing/2014/main" val="2852961291"/>
                  </a:ext>
                </a:extLst>
              </a:tr>
              <a:tr h="510834">
                <a:tc>
                  <a:txBody>
                    <a:bodyPr/>
                    <a:lstStyle/>
                    <a:p>
                      <a:pPr algn="l"/>
                      <a:r>
                        <a:rPr lang="en-US" altLang="zh-CN" sz="1200" dirty="0">
                          <a:effectLst/>
                        </a:rPr>
                        <a:t>FIFO mode</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a:effectLst/>
                        </a:rPr>
                        <a:t>128 / 64 / 32</a:t>
                      </a:r>
                    </a:p>
                  </a:txBody>
                  <a:tcPr/>
                </a:tc>
                <a:tc>
                  <a:txBody>
                    <a:bodyPr/>
                    <a:lstStyle/>
                    <a:p>
                      <a:pPr algn="l"/>
                      <a:r>
                        <a:rPr lang="en-US" altLang="zh-CN" sz="1200" dirty="0">
                          <a:effectLst/>
                        </a:rPr>
                        <a:t>8/16/32-bit</a:t>
                      </a:r>
                    </a:p>
                  </a:txBody>
                  <a:tcPr/>
                </a:tc>
                <a:tc>
                  <a:txBody>
                    <a:bodyPr/>
                    <a:lstStyle/>
                    <a:p>
                      <a:pPr algn="l"/>
                      <a:r>
                        <a:rPr lang="en-US" altLang="zh-CN" sz="1200" dirty="0">
                          <a:effectLst/>
                        </a:rPr>
                        <a:t>General high-speed transfer</a:t>
                      </a:r>
                    </a:p>
                  </a:txBody>
                  <a:tcPr/>
                </a:tc>
                <a:extLst>
                  <a:ext uri="{0D108BD9-81ED-4DB2-BD59-A6C34878D82A}">
                    <a16:rowId xmlns:a16="http://schemas.microsoft.com/office/drawing/2014/main" val="3095132064"/>
                  </a:ext>
                </a:extLst>
              </a:tr>
              <a:tr h="510834">
                <a:tc>
                  <a:txBody>
                    <a:bodyPr/>
                    <a:lstStyle/>
                    <a:p>
                      <a:pPr algn="l"/>
                      <a:r>
                        <a:rPr lang="en-US" altLang="zh-CN" sz="1200" dirty="0">
                          <a:effectLst/>
                        </a:rPr>
                        <a:t>EZ mode</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a:effectLst/>
                        </a:rPr>
                        <a:t>256-byte single buffer</a:t>
                      </a:r>
                    </a:p>
                  </a:txBody>
                  <a:tcPr/>
                </a:tc>
                <a:tc>
                  <a:txBody>
                    <a:bodyPr/>
                    <a:lstStyle/>
                    <a:p>
                      <a:pPr algn="l"/>
                      <a:r>
                        <a:rPr lang="en-US" altLang="zh-CN" sz="1200" dirty="0">
                          <a:effectLst/>
                        </a:rPr>
                        <a:t>8-bit</a:t>
                      </a:r>
                    </a:p>
                  </a:txBody>
                  <a:tcPr/>
                </a:tc>
                <a:tc>
                  <a:txBody>
                    <a:bodyPr/>
                    <a:lstStyle/>
                    <a:p>
                      <a:pPr algn="l"/>
                      <a:r>
                        <a:rPr lang="en-US" altLang="zh-CN" sz="1200" dirty="0">
                          <a:effectLst/>
                        </a:rPr>
                        <a:t>Simple slave memory access</a:t>
                      </a:r>
                    </a:p>
                  </a:txBody>
                  <a:tcPr/>
                </a:tc>
                <a:extLst>
                  <a:ext uri="{0D108BD9-81ED-4DB2-BD59-A6C34878D82A}">
                    <a16:rowId xmlns:a16="http://schemas.microsoft.com/office/drawing/2014/main" val="1171584147"/>
                  </a:ext>
                </a:extLst>
              </a:tr>
              <a:tr h="510834">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a:effectLst/>
                        </a:rPr>
                        <a:t>CMD_RESP mode</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a:effectLst/>
                        </a:rPr>
                        <a:t>256-byte single buffer</a:t>
                      </a:r>
                    </a:p>
                  </a:txBody>
                  <a:tcPr/>
                </a:tc>
                <a:tc>
                  <a:txBody>
                    <a:bodyPr/>
                    <a:lstStyle/>
                    <a:p>
                      <a:pPr algn="l"/>
                      <a:r>
                        <a:rPr lang="en-US" altLang="zh-CN" sz="1200" dirty="0">
                          <a:effectLst/>
                        </a:rPr>
                        <a:t>8-bit</a:t>
                      </a:r>
                    </a:p>
                  </a:txBody>
                  <a:tcPr/>
                </a:tc>
                <a:tc>
                  <a:txBody>
                    <a:bodyPr/>
                    <a:lstStyle/>
                    <a:p>
                      <a:pPr algn="l"/>
                      <a:r>
                        <a:rPr lang="en-US" altLang="zh-CN" sz="1200" dirty="0">
                          <a:effectLst/>
                        </a:rPr>
                        <a:t>Deep Sleep slave (SCB[0])</a:t>
                      </a:r>
                    </a:p>
                  </a:txBody>
                  <a:tcPr/>
                </a:tc>
                <a:extLst>
                  <a:ext uri="{0D108BD9-81ED-4DB2-BD59-A6C34878D82A}">
                    <a16:rowId xmlns:a16="http://schemas.microsoft.com/office/drawing/2014/main" val="3374925941"/>
                  </a:ext>
                </a:extLst>
              </a:tr>
            </a:tbl>
          </a:graphicData>
        </a:graphic>
      </p:graphicFrame>
    </p:spTree>
    <p:extLst>
      <p:ext uri="{BB962C8B-B14F-4D97-AF65-F5344CB8AC3E}">
        <p14:creationId xmlns:p14="http://schemas.microsoft.com/office/powerpoint/2010/main" val="3849075422"/>
      </p:ext>
    </p:extLst>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2490E8-3E1C-A434-D493-094F53F3199E}"/>
              </a:ext>
            </a:extLst>
          </p:cNvPr>
          <p:cNvSpPr>
            <a:spLocks noGrp="1"/>
          </p:cNvSpPr>
          <p:nvPr>
            <p:ph type="title" hasCustomPrompt="1"/>
          </p:nvPr>
        </p:nvSpPr>
        <p:spPr/>
        <p:txBody>
          <a:bodyPr/>
          <a:lstStyle/>
          <a:p>
            <a:br>
              <a:rPr dirty="0"/>
            </a:br>
            <a:br>
              <a:rPr lang="de-DE" dirty="0"/>
            </a:br>
            <a:r>
              <a:rPr lang="de-DE" dirty="0"/>
              <a:t>SCB</a:t>
            </a:r>
            <a:br>
              <a:rPr lang="de-DE" dirty="0"/>
            </a:br>
            <a:r>
              <a:rPr lang="de-DE" dirty="0"/>
              <a:t>UART</a:t>
            </a:r>
            <a:endParaRPr lang="zh-CN" altLang="en-US" dirty="0"/>
          </a:p>
        </p:txBody>
      </p:sp>
      <p:sp>
        <p:nvSpPr>
          <p:cNvPr id="6" name="Content Placeholder 4">
            <a:extLst>
              <a:ext uri="{FF2B5EF4-FFF2-40B4-BE49-F238E27FC236}">
                <a16:creationId xmlns:a16="http://schemas.microsoft.com/office/drawing/2014/main" id="{7DF2C3B5-AD8A-7465-04CC-44277F41E14E}"/>
              </a:ext>
            </a:extLst>
          </p:cNvPr>
          <p:cNvSpPr>
            <a:spLocks noGrp="1"/>
          </p:cNvSpPr>
          <p:nvPr>
            <p:ph sz="quarter" idx="13" hasCustomPrompt="1"/>
          </p:nvPr>
        </p:nvSpPr>
        <p:spPr>
          <a:xfrm>
            <a:off x="334800" y="1268414"/>
            <a:ext cx="6142200" cy="2081404"/>
          </a:xfrm>
        </p:spPr>
        <p:txBody>
          <a:bodyPr wrap="square">
            <a:spAutoFit/>
          </a:bodyPr>
          <a:lstStyle/>
          <a:p>
            <a:pPr marL="0" lvl="1" indent="0">
              <a:buNone/>
            </a:pPr>
            <a:r>
              <a:rPr kern="1200" dirty="0"/>
              <a:t>The UART in the SCB block supports the following:</a:t>
            </a:r>
          </a:p>
          <a:p>
            <a:pPr marL="252000" lvl="1"/>
            <a:r>
              <a:rPr sz="1400" kern="1200" dirty="0"/>
              <a:t>Standard UART</a:t>
            </a:r>
            <a:r>
              <a:rPr lang="de-DE" sz="1400" kern="1200" dirty="0"/>
              <a:t>: TX and RX connection </a:t>
            </a:r>
            <a:endParaRPr sz="1400" kern="1200" dirty="0"/>
          </a:p>
          <a:p>
            <a:pPr marL="252000" lvl="1"/>
            <a:r>
              <a:rPr sz="1400" kern="1200" dirty="0"/>
              <a:t>Half duplex</a:t>
            </a:r>
            <a:r>
              <a:rPr lang="de-DE" sz="1400" kern="1200" dirty="0"/>
              <a:t>: parralel transmission and reception is not supported </a:t>
            </a:r>
            <a:endParaRPr sz="1400" kern="1200" dirty="0"/>
          </a:p>
          <a:p>
            <a:pPr marL="252000" lvl="1"/>
            <a:r>
              <a:rPr sz="1400" kern="1200" dirty="0"/>
              <a:t>Multi-processor mode</a:t>
            </a:r>
            <a:r>
              <a:rPr lang="de-DE" sz="1400" kern="1200" dirty="0"/>
              <a:t> :Single master –multi slave connection</a:t>
            </a:r>
            <a:endParaRPr sz="1400" kern="1200" dirty="0"/>
          </a:p>
          <a:p>
            <a:pPr marL="252000" lvl="1"/>
            <a:r>
              <a:rPr sz="1400" kern="1200" dirty="0"/>
              <a:t>Start skipping function</a:t>
            </a:r>
            <a:r>
              <a:rPr lang="de-DE" sz="1400" kern="1200" dirty="0"/>
              <a:t>: to wake up from deep sleep mode </a:t>
            </a:r>
            <a:endParaRPr sz="1400" kern="1200" dirty="0"/>
          </a:p>
          <a:p>
            <a:pPr marL="252000" lvl="1"/>
            <a:r>
              <a:rPr sz="1400" kern="1200" dirty="0"/>
              <a:t>Oversampling</a:t>
            </a:r>
            <a:r>
              <a:rPr lang="de-DE" sz="1400" kern="1200" dirty="0"/>
              <a:t> : used to synchronise the receiver with the transmitter</a:t>
            </a:r>
            <a:endParaRPr sz="1400" kern="1200" dirty="0"/>
          </a:p>
          <a:p>
            <a:pPr marL="252000" lvl="1"/>
            <a:r>
              <a:rPr sz="1400" kern="1200" dirty="0"/>
              <a:t>Break detection</a:t>
            </a:r>
            <a:r>
              <a:rPr lang="de-DE" sz="1400" kern="1200" dirty="0"/>
              <a:t>: used by transmitter to signal the special condition to the receiver</a:t>
            </a:r>
            <a:endParaRPr sz="1400" kern="1200" dirty="0"/>
          </a:p>
        </p:txBody>
      </p:sp>
      <p:pic>
        <p:nvPicPr>
          <p:cNvPr id="7" name="Graphic 6">
            <a:extLst>
              <a:ext uri="{FF2B5EF4-FFF2-40B4-BE49-F238E27FC236}">
                <a16:creationId xmlns:a16="http://schemas.microsoft.com/office/drawing/2014/main" id="{E0FDB506-1C7F-82C6-D9FC-DF44985312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10798" y="1125102"/>
            <a:ext cx="5379084" cy="3463331"/>
          </a:xfrm>
          <a:prstGeom prst="rect">
            <a:avLst/>
          </a:prstGeom>
        </p:spPr>
      </p:pic>
      <p:pic>
        <p:nvPicPr>
          <p:cNvPr id="5" name="図 1">
            <a:extLst>
              <a:ext uri="{FF2B5EF4-FFF2-40B4-BE49-F238E27FC236}">
                <a16:creationId xmlns:a16="http://schemas.microsoft.com/office/drawing/2014/main" id="{CE0938F3-A89B-2667-5731-269895AAEEBA}"/>
              </a:ext>
            </a:extLst>
          </p:cNvPr>
          <p:cNvPicPr>
            <a:picLocks noChangeAspect="1"/>
          </p:cNvPicPr>
          <p:nvPr/>
        </p:nvPicPr>
        <p:blipFill>
          <a:blip r:embed="rId3"/>
          <a:stretch>
            <a:fillRect/>
          </a:stretch>
        </p:blipFill>
        <p:spPr>
          <a:xfrm>
            <a:off x="402118" y="4075250"/>
            <a:ext cx="6192689" cy="1375099"/>
          </a:xfrm>
          <a:prstGeom prst="rect">
            <a:avLst/>
          </a:prstGeom>
        </p:spPr>
      </p:pic>
      <p:sp>
        <p:nvSpPr>
          <p:cNvPr id="9" name="TextBox 8">
            <a:extLst>
              <a:ext uri="{FF2B5EF4-FFF2-40B4-BE49-F238E27FC236}">
                <a16:creationId xmlns:a16="http://schemas.microsoft.com/office/drawing/2014/main" id="{8A4370B7-CF4D-8C29-90AD-D4EE1A690AD9}"/>
              </a:ext>
            </a:extLst>
          </p:cNvPr>
          <p:cNvSpPr txBox="1"/>
          <p:nvPr/>
        </p:nvSpPr>
        <p:spPr bwMode="auto">
          <a:xfrm>
            <a:off x="914400" y="5715000"/>
            <a:ext cx="2895600" cy="307777"/>
          </a:xfrm>
          <a:prstGeom prst="rect">
            <a:avLst/>
          </a:prstGeom>
          <a:noFill/>
          <a:ln w="9525">
            <a:noFill/>
            <a:miter lim="800000"/>
            <a:headEnd/>
            <a:tailEnd/>
          </a:ln>
          <a:effectLst/>
        </p:spPr>
        <p:txBody>
          <a:bodyPr wrap="square">
            <a:spAutoFit/>
          </a:bodyPr>
          <a:lstStyle/>
          <a:p>
            <a:r>
              <a:rPr lang="de-DE" b="1" dirty="0"/>
              <a:t>Start skipping</a:t>
            </a:r>
          </a:p>
        </p:txBody>
      </p:sp>
    </p:spTree>
    <p:extLst>
      <p:ext uri="{BB962C8B-B14F-4D97-AF65-F5344CB8AC3E}">
        <p14:creationId xmlns:p14="http://schemas.microsoft.com/office/powerpoint/2010/main" val="2494536717"/>
      </p:ext>
    </p:extLst>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2DA322-F6F9-DFB9-E8C7-A0646D1D5204}"/>
              </a:ext>
            </a:extLst>
          </p:cNvPr>
          <p:cNvSpPr>
            <a:spLocks noGrp="1"/>
          </p:cNvSpPr>
          <p:nvPr>
            <p:ph type="title" hasCustomPrompt="1"/>
          </p:nvPr>
        </p:nvSpPr>
        <p:spPr/>
        <p:txBody>
          <a:bodyPr/>
          <a:lstStyle/>
          <a:p>
            <a:br>
              <a:rPr dirty="0"/>
            </a:br>
            <a:r>
              <a:rPr lang="de-DE" dirty="0"/>
              <a:t>SCB</a:t>
            </a:r>
            <a:br>
              <a:rPr lang="de-DE" dirty="0"/>
            </a:br>
            <a:r>
              <a:rPr lang="de-DE" dirty="0"/>
              <a:t>IIC</a:t>
            </a:r>
            <a:endParaRPr lang="zh-CN" altLang="en-US" dirty="0"/>
          </a:p>
        </p:txBody>
      </p:sp>
      <p:sp>
        <p:nvSpPr>
          <p:cNvPr id="6" name="Content Placeholder 4">
            <a:extLst>
              <a:ext uri="{FF2B5EF4-FFF2-40B4-BE49-F238E27FC236}">
                <a16:creationId xmlns:a16="http://schemas.microsoft.com/office/drawing/2014/main" id="{696DF01B-DFCA-7AFF-1F47-474747C8C4B2}"/>
              </a:ext>
            </a:extLst>
          </p:cNvPr>
          <p:cNvSpPr>
            <a:spLocks noGrp="1"/>
          </p:cNvSpPr>
          <p:nvPr>
            <p:ph sz="quarter" idx="13" hasCustomPrompt="1"/>
          </p:nvPr>
        </p:nvSpPr>
        <p:spPr>
          <a:xfrm>
            <a:off x="323636" y="1066800"/>
            <a:ext cx="5238963" cy="2161104"/>
          </a:xfrm>
        </p:spPr>
        <p:txBody>
          <a:bodyPr wrap="square">
            <a:spAutoFit/>
          </a:bodyPr>
          <a:lstStyle/>
          <a:p>
            <a:pPr marL="0" lvl="1" indent="0">
              <a:buNone/>
            </a:pPr>
            <a:r>
              <a:rPr kern="1200" dirty="0"/>
              <a:t>I</a:t>
            </a:r>
            <a:r>
              <a:rPr lang="en-IN" baseline="30000" dirty="0"/>
              <a:t>2</a:t>
            </a:r>
            <a:r>
              <a:rPr kern="1200" dirty="0"/>
              <a:t>C supports the following:</a:t>
            </a:r>
          </a:p>
          <a:p>
            <a:pPr marL="252000" lvl="1"/>
            <a:r>
              <a:rPr kern="1200" dirty="0"/>
              <a:t>Standard I</a:t>
            </a:r>
            <a:r>
              <a:rPr lang="en-IN" baseline="30000" dirty="0"/>
              <a:t>2</a:t>
            </a:r>
            <a:r>
              <a:rPr kern="1200" dirty="0"/>
              <a:t>C</a:t>
            </a:r>
            <a:r>
              <a:rPr lang="de-DE" kern="1200" dirty="0"/>
              <a:t> :SDA /SCL </a:t>
            </a:r>
            <a:endParaRPr kern="1200" dirty="0"/>
          </a:p>
          <a:p>
            <a:pPr marL="252000" lvl="1"/>
            <a:r>
              <a:rPr kern="1200" dirty="0"/>
              <a:t>I</a:t>
            </a:r>
            <a:r>
              <a:rPr lang="en-IN" baseline="30000" dirty="0"/>
              <a:t>2</a:t>
            </a:r>
            <a:r>
              <a:rPr kern="1200" dirty="0"/>
              <a:t>C Buffer mode</a:t>
            </a:r>
          </a:p>
          <a:p>
            <a:pPr lvl="1">
              <a:spcBef>
                <a:spcPts val="600"/>
              </a:spcBef>
              <a:buClr>
                <a:srgbClr val="0A8276"/>
              </a:buClr>
            </a:pPr>
            <a:r>
              <a:rPr sz="1400" dirty="0"/>
              <a:t>FIFO mode</a:t>
            </a:r>
            <a:r>
              <a:rPr sz="1400" baseline="30000" dirty="0"/>
              <a:t>1</a:t>
            </a:r>
          </a:p>
          <a:p>
            <a:pPr lvl="1">
              <a:spcBef>
                <a:spcPts val="600"/>
              </a:spcBef>
              <a:buClr>
                <a:srgbClr val="0A8276"/>
              </a:buClr>
            </a:pPr>
            <a:r>
              <a:rPr sz="1400" dirty="0"/>
              <a:t>EZI2C mode</a:t>
            </a:r>
          </a:p>
          <a:p>
            <a:pPr lvl="1">
              <a:spcBef>
                <a:spcPts val="600"/>
              </a:spcBef>
              <a:buClr>
                <a:srgbClr val="0A8276"/>
              </a:buClr>
            </a:pPr>
            <a:r>
              <a:rPr sz="1400" dirty="0"/>
              <a:t>Command-</a:t>
            </a:r>
            <a:r>
              <a:rPr lang="en-IN" sz="1400" dirty="0"/>
              <a:t>r</a:t>
            </a:r>
            <a:r>
              <a:rPr sz="1400" dirty="0" err="1"/>
              <a:t>esponse</a:t>
            </a:r>
            <a:r>
              <a:rPr sz="1400" dirty="0"/>
              <a:t> mode</a:t>
            </a:r>
          </a:p>
          <a:p>
            <a:pPr marL="252000" lvl="1"/>
            <a:r>
              <a:rPr kern="1200" dirty="0"/>
              <a:t>Glitch filtering</a:t>
            </a:r>
            <a:r>
              <a:rPr lang="de-DE" kern="1200" dirty="0"/>
              <a:t>- support Analog and Digital glitch filter </a:t>
            </a:r>
            <a:endParaRPr kern="1200" dirty="0"/>
          </a:p>
        </p:txBody>
      </p:sp>
      <p:pic>
        <p:nvPicPr>
          <p:cNvPr id="7" name="Graphic 6">
            <a:extLst>
              <a:ext uri="{FF2B5EF4-FFF2-40B4-BE49-F238E27FC236}">
                <a16:creationId xmlns:a16="http://schemas.microsoft.com/office/drawing/2014/main" id="{2E1569AD-4BB4-3905-F38F-982EADB45D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990157"/>
            <a:ext cx="5879042" cy="3658485"/>
          </a:xfrm>
          <a:prstGeom prst="rect">
            <a:avLst/>
          </a:prstGeom>
        </p:spPr>
      </p:pic>
      <p:sp>
        <p:nvSpPr>
          <p:cNvPr id="8" name="TextBox 10">
            <a:extLst>
              <a:ext uri="{FF2B5EF4-FFF2-40B4-BE49-F238E27FC236}">
                <a16:creationId xmlns:a16="http://schemas.microsoft.com/office/drawing/2014/main" id="{A1D04420-0B8B-D0AC-6DDF-372CF496EAA5}"/>
              </a:ext>
            </a:extLst>
          </p:cNvPr>
          <p:cNvSpPr txBox="1">
            <a:spLocks noChangeArrowheads="1"/>
          </p:cNvSpPr>
          <p:nvPr/>
        </p:nvSpPr>
        <p:spPr bwMode="auto">
          <a:xfrm>
            <a:off x="350014" y="6320142"/>
            <a:ext cx="3419790" cy="207705"/>
          </a:xfrm>
          <a:prstGeom prst="rect">
            <a:avLst/>
          </a:prstGeom>
          <a:noFill/>
          <a:ln w="9525">
            <a:noFill/>
            <a:miter lim="800000"/>
            <a:headEnd/>
            <a:tailEnd/>
          </a:ln>
          <a:effectLst/>
        </p:spPr>
        <p:txBody>
          <a:bodyPr wrap="square" lIns="68540" tIns="34268" rIns="68540" bIns="34268">
            <a:spAutoFit/>
          </a:bodyPr>
          <a:lstStyle/>
          <a:p>
            <a:pPr>
              <a:buClr>
                <a:schemeClr val="tx1"/>
              </a:buClr>
              <a:tabLst>
                <a:tab pos="1331509" algn="l"/>
                <a:tab pos="3299624" algn="l"/>
              </a:tabLst>
              <a:defRPr/>
            </a:pPr>
            <a:r>
              <a:rPr lang="en-US" sz="900" baseline="30000" dirty="0">
                <a:ea typeface="MS PGothic" panose="020B0600070205080204" pitchFamily="34" charset="-128"/>
                <a:cs typeface="Arial" pitchFamily="34" charset="0"/>
              </a:rPr>
              <a:t>1 </a:t>
            </a:r>
            <a:r>
              <a:rPr lang="en-US" sz="900" dirty="0">
                <a:ea typeface="MS PGothic" panose="020B0600070205080204" pitchFamily="34" charset="-128"/>
                <a:cs typeface="Arial" pitchFamily="34" charset="0"/>
              </a:rPr>
              <a:t>FIFO mode has the same features as SPI </a:t>
            </a:r>
            <a:endParaRPr lang="en-US" sz="900" dirty="0"/>
          </a:p>
        </p:txBody>
      </p:sp>
      <p:pic>
        <p:nvPicPr>
          <p:cNvPr id="5" name="Picture 4">
            <a:extLst>
              <a:ext uri="{FF2B5EF4-FFF2-40B4-BE49-F238E27FC236}">
                <a16:creationId xmlns:a16="http://schemas.microsoft.com/office/drawing/2014/main" id="{00C8FFD5-A876-DE41-FF91-590E13A6F84F}"/>
              </a:ext>
            </a:extLst>
          </p:cNvPr>
          <p:cNvPicPr>
            <a:picLocks noChangeAspect="1"/>
          </p:cNvPicPr>
          <p:nvPr/>
        </p:nvPicPr>
        <p:blipFill>
          <a:blip r:embed="rId3"/>
          <a:stretch>
            <a:fillRect/>
          </a:stretch>
        </p:blipFill>
        <p:spPr>
          <a:xfrm>
            <a:off x="457201" y="3368413"/>
            <a:ext cx="4800600" cy="1323845"/>
          </a:xfrm>
          <a:prstGeom prst="rect">
            <a:avLst/>
          </a:prstGeom>
        </p:spPr>
      </p:pic>
      <p:pic>
        <p:nvPicPr>
          <p:cNvPr id="10" name="Picture 9">
            <a:extLst>
              <a:ext uri="{FF2B5EF4-FFF2-40B4-BE49-F238E27FC236}">
                <a16:creationId xmlns:a16="http://schemas.microsoft.com/office/drawing/2014/main" id="{3911B9AC-C321-E3F3-3F07-210DA61D80E4}"/>
              </a:ext>
            </a:extLst>
          </p:cNvPr>
          <p:cNvPicPr>
            <a:picLocks noChangeAspect="1"/>
          </p:cNvPicPr>
          <p:nvPr/>
        </p:nvPicPr>
        <p:blipFill>
          <a:blip r:embed="rId4"/>
          <a:stretch>
            <a:fillRect/>
          </a:stretch>
        </p:blipFill>
        <p:spPr>
          <a:xfrm>
            <a:off x="311869" y="4809899"/>
            <a:ext cx="5091263" cy="1416048"/>
          </a:xfrm>
          <a:prstGeom prst="rect">
            <a:avLst/>
          </a:prstGeom>
        </p:spPr>
      </p:pic>
    </p:spTree>
    <p:extLst>
      <p:ext uri="{BB962C8B-B14F-4D97-AF65-F5344CB8AC3E}">
        <p14:creationId xmlns:p14="http://schemas.microsoft.com/office/powerpoint/2010/main" val="2051092200"/>
      </p:ext>
    </p:extLst>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C2FE42-78EA-6D11-FA83-1370589345D2}"/>
              </a:ext>
            </a:extLst>
          </p:cNvPr>
          <p:cNvSpPr>
            <a:spLocks noGrp="1"/>
          </p:cNvSpPr>
          <p:nvPr>
            <p:ph type="title" hasCustomPrompt="1"/>
          </p:nvPr>
        </p:nvSpPr>
        <p:spPr/>
        <p:txBody>
          <a:bodyPr/>
          <a:lstStyle/>
          <a:p>
            <a:br>
              <a:rPr dirty="0"/>
            </a:br>
            <a:r>
              <a:rPr lang="de-DE" dirty="0"/>
              <a:t>SCB</a:t>
            </a:r>
            <a:br>
              <a:rPr lang="de-DE" dirty="0"/>
            </a:br>
            <a:r>
              <a:rPr dirty="0"/>
              <a:t>System </a:t>
            </a:r>
            <a:r>
              <a:rPr lang="en-IN" dirty="0" err="1"/>
              <a:t>i</a:t>
            </a:r>
            <a:r>
              <a:rPr dirty="0" err="1"/>
              <a:t>ntegration</a:t>
            </a:r>
            <a:endParaRPr lang="zh-CN" altLang="en-US" dirty="0"/>
          </a:p>
        </p:txBody>
      </p:sp>
      <p:sp>
        <p:nvSpPr>
          <p:cNvPr id="21" name="Content Placeholder 1">
            <a:extLst>
              <a:ext uri="{FF2B5EF4-FFF2-40B4-BE49-F238E27FC236}">
                <a16:creationId xmlns:a16="http://schemas.microsoft.com/office/drawing/2014/main" id="{53AA42B0-B227-7DF1-FB41-77B8DD259D6D}"/>
              </a:ext>
            </a:extLst>
          </p:cNvPr>
          <p:cNvSpPr>
            <a:spLocks noGrp="1"/>
          </p:cNvSpPr>
          <p:nvPr>
            <p:ph sz="quarter" idx="13" hasCustomPrompt="1"/>
          </p:nvPr>
        </p:nvSpPr>
        <p:spPr>
          <a:xfrm>
            <a:off x="288031" y="1268414"/>
            <a:ext cx="6114430" cy="5113337"/>
          </a:xfrm>
        </p:spPr>
        <p:txBody>
          <a:bodyPr/>
          <a:lstStyle/>
          <a:p>
            <a:pPr>
              <a:buNone/>
            </a:pPr>
            <a:r>
              <a:rPr sz="1600" dirty="0"/>
              <a:t>SCB is interconnected with several modules in the MCU system. </a:t>
            </a:r>
          </a:p>
          <a:p>
            <a:r>
              <a:rPr lang="en-IN" sz="1400" dirty="0">
                <a:solidFill>
                  <a:srgbClr val="0A8276"/>
                </a:solidFill>
              </a:rPr>
              <a:t> </a:t>
            </a:r>
            <a:r>
              <a:rPr sz="1400" dirty="0">
                <a:solidFill>
                  <a:srgbClr val="0A8276"/>
                </a:solidFill>
              </a:rPr>
              <a:t>Interrupt</a:t>
            </a:r>
            <a:r>
              <a:rPr lang="en-IN" sz="1400" dirty="0">
                <a:solidFill>
                  <a:srgbClr val="0A8276"/>
                </a:solidFill>
              </a:rPr>
              <a:t>:</a:t>
            </a:r>
            <a:r>
              <a:rPr sz="1400" dirty="0">
                <a:solidFill>
                  <a:srgbClr val="0A8276"/>
                </a:solidFill>
              </a:rPr>
              <a:t> </a:t>
            </a:r>
            <a:r>
              <a:rPr sz="1400" dirty="0"/>
              <a:t>To generate interrupt</a:t>
            </a:r>
          </a:p>
          <a:p>
            <a:r>
              <a:rPr sz="1400" dirty="0">
                <a:solidFill>
                  <a:srgbClr val="3B9B91"/>
                </a:solidFill>
              </a:rPr>
              <a:t> </a:t>
            </a:r>
            <a:r>
              <a:rPr sz="1400" dirty="0">
                <a:solidFill>
                  <a:srgbClr val="0A8276"/>
                </a:solidFill>
              </a:rPr>
              <a:t>IO subsystem</a:t>
            </a:r>
            <a:r>
              <a:rPr lang="en-IN" sz="1400" dirty="0">
                <a:solidFill>
                  <a:srgbClr val="0A8276"/>
                </a:solidFill>
              </a:rPr>
              <a:t>: </a:t>
            </a:r>
            <a:r>
              <a:rPr sz="1400" dirty="0"/>
              <a:t>Signal connection to the Input and Output pins. Using SMARTIO to redirect the SCB pin to other peripherals or loopback</a:t>
            </a:r>
          </a:p>
          <a:p>
            <a:r>
              <a:rPr sz="1400" dirty="0">
                <a:solidFill>
                  <a:srgbClr val="0A8276"/>
                </a:solidFill>
              </a:rPr>
              <a:t>Trigger Mux</a:t>
            </a:r>
            <a:r>
              <a:rPr lang="en-IN" sz="1400" dirty="0">
                <a:solidFill>
                  <a:srgbClr val="0A8276"/>
                </a:solidFill>
              </a:rPr>
              <a:t>: </a:t>
            </a:r>
            <a:r>
              <a:rPr sz="1400" dirty="0"/>
              <a:t>If SCB does not have direct connection to peripheral, the signal can be mapped to Trigger Mux module and connected to SCB. Use Tigger Mux to start/stop/reset the peripherals</a:t>
            </a:r>
          </a:p>
          <a:p>
            <a:r>
              <a:rPr sz="1400" dirty="0">
                <a:solidFill>
                  <a:srgbClr val="0A8276"/>
                </a:solidFill>
              </a:rPr>
              <a:t>TCPWM</a:t>
            </a:r>
            <a:r>
              <a:rPr lang="en-IN" sz="1400" dirty="0">
                <a:solidFill>
                  <a:srgbClr val="0A8276"/>
                </a:solidFill>
              </a:rPr>
              <a:t>:</a:t>
            </a:r>
            <a:r>
              <a:rPr sz="1400" dirty="0">
                <a:solidFill>
                  <a:srgbClr val="0A8276"/>
                </a:solidFill>
              </a:rPr>
              <a:t> </a:t>
            </a:r>
            <a:r>
              <a:rPr sz="1400" dirty="0"/>
              <a:t>Input signal to TCPWM module through trigger mux</a:t>
            </a:r>
          </a:p>
          <a:p>
            <a:r>
              <a:rPr sz="1400" dirty="0">
                <a:solidFill>
                  <a:srgbClr val="0A8276"/>
                </a:solidFill>
              </a:rPr>
              <a:t>DMA</a:t>
            </a:r>
            <a:r>
              <a:rPr lang="en-IN" sz="1400" dirty="0">
                <a:solidFill>
                  <a:srgbClr val="3B9B91"/>
                </a:solidFill>
              </a:rPr>
              <a:t>: </a:t>
            </a:r>
            <a:r>
              <a:rPr sz="1400" dirty="0"/>
              <a:t>To transfer data without CPU intervention</a:t>
            </a:r>
          </a:p>
          <a:p>
            <a:endParaRPr lang="en-GB" sz="1400" dirty="0"/>
          </a:p>
          <a:p>
            <a:pPr marL="0" indent="0">
              <a:buNone/>
            </a:pPr>
            <a:endParaRPr lang="en-IN" dirty="0"/>
          </a:p>
        </p:txBody>
      </p:sp>
      <p:sp>
        <p:nvSpPr>
          <p:cNvPr id="2" name="Rectangle 1">
            <a:extLst>
              <a:ext uri="{FF2B5EF4-FFF2-40B4-BE49-F238E27FC236}">
                <a16:creationId xmlns:a16="http://schemas.microsoft.com/office/drawing/2014/main" id="{91F15348-2A26-5205-71EB-DE7A3D9C7BE5}"/>
              </a:ext>
            </a:extLst>
          </p:cNvPr>
          <p:cNvSpPr/>
          <p:nvPr/>
        </p:nvSpPr>
        <p:spPr bwMode="auto">
          <a:xfrm>
            <a:off x="6672064" y="1271771"/>
            <a:ext cx="4968552" cy="4821526"/>
          </a:xfrm>
          <a:prstGeom prst="rect">
            <a:avLst/>
          </a:prstGeom>
          <a:noFill/>
          <a:ln w="12700" cap="flat" cmpd="sng" algn="ctr">
            <a:solidFill>
              <a:schemeClr val="tx2"/>
            </a:solidFill>
            <a:prstDash val="solid"/>
            <a:miter lim="800000"/>
            <a:headEnd type="none" w="med" len="med"/>
            <a:tailEnd type="none" w="med" len="me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pic>
        <p:nvPicPr>
          <p:cNvPr id="7" name="Picture 6">
            <a:extLst>
              <a:ext uri="{FF2B5EF4-FFF2-40B4-BE49-F238E27FC236}">
                <a16:creationId xmlns:a16="http://schemas.microsoft.com/office/drawing/2014/main" id="{28FEA8E0-FC92-803E-D27F-A6EC32A46DFE}"/>
              </a:ext>
            </a:extLst>
          </p:cNvPr>
          <p:cNvPicPr>
            <a:picLocks noChangeAspect="1"/>
          </p:cNvPicPr>
          <p:nvPr/>
        </p:nvPicPr>
        <p:blipFill>
          <a:blip r:embed="rId2"/>
          <a:stretch>
            <a:fillRect/>
          </a:stretch>
        </p:blipFill>
        <p:spPr>
          <a:xfrm>
            <a:off x="6816080" y="1916832"/>
            <a:ext cx="4691214" cy="3384376"/>
          </a:xfrm>
          <a:prstGeom prst="rect">
            <a:avLst/>
          </a:prstGeom>
        </p:spPr>
      </p:pic>
    </p:spTree>
    <p:extLst>
      <p:ext uri="{BB962C8B-B14F-4D97-AF65-F5344CB8AC3E}">
        <p14:creationId xmlns:p14="http://schemas.microsoft.com/office/powerpoint/2010/main" val="3240654898"/>
      </p:ext>
    </p:extLst>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E2C1B2-FEF8-86F0-E7A8-4AA6819D5D2C}"/>
              </a:ext>
            </a:extLst>
          </p:cNvPr>
          <p:cNvSpPr>
            <a:spLocks noGrp="1"/>
          </p:cNvSpPr>
          <p:nvPr>
            <p:ph type="title" hasCustomPrompt="1"/>
          </p:nvPr>
        </p:nvSpPr>
        <p:spPr/>
        <p:txBody>
          <a:bodyPr/>
          <a:lstStyle/>
          <a:p>
            <a:br>
              <a:rPr dirty="0"/>
            </a:br>
            <a:r>
              <a:rPr lang="de-DE" dirty="0"/>
              <a:t>SCB</a:t>
            </a:r>
            <a:br>
              <a:rPr lang="de-DE" dirty="0"/>
            </a:br>
            <a:r>
              <a:rPr dirty="0"/>
              <a:t>DMA and </a:t>
            </a:r>
            <a:r>
              <a:rPr lang="en-IN" dirty="0"/>
              <a:t>t</a:t>
            </a:r>
            <a:r>
              <a:rPr dirty="0"/>
              <a:t>rigger </a:t>
            </a:r>
            <a:r>
              <a:rPr lang="en-IN" dirty="0" err="1"/>
              <a:t>i</a:t>
            </a:r>
            <a:r>
              <a:rPr dirty="0" err="1"/>
              <a:t>nterconnection</a:t>
            </a:r>
            <a:endParaRPr lang="zh-CN" altLang="en-US" dirty="0"/>
          </a:p>
        </p:txBody>
      </p:sp>
      <p:sp>
        <p:nvSpPr>
          <p:cNvPr id="6" name="TextBox 5">
            <a:extLst>
              <a:ext uri="{FF2B5EF4-FFF2-40B4-BE49-F238E27FC236}">
                <a16:creationId xmlns:a16="http://schemas.microsoft.com/office/drawing/2014/main" id="{7EBC8E30-257C-CDF7-20E7-AA1DB772A202}"/>
              </a:ext>
            </a:extLst>
          </p:cNvPr>
          <p:cNvSpPr txBox="1"/>
          <p:nvPr/>
        </p:nvSpPr>
        <p:spPr bwMode="auto">
          <a:xfrm>
            <a:off x="237731" y="1268760"/>
            <a:ext cx="5498230" cy="4985980"/>
          </a:xfrm>
          <a:prstGeom prst="rect">
            <a:avLst/>
          </a:prstGeom>
          <a:noFill/>
          <a:ln w="9525">
            <a:noFill/>
            <a:miter lim="800000"/>
            <a:headEnd/>
            <a:tailEnd/>
          </a:ln>
          <a:effectLst/>
        </p:spPr>
        <p:txBody>
          <a:bodyPr wrap="square">
            <a:spAutoFit/>
          </a:bodyPr>
          <a:lstStyle/>
          <a:p>
            <a:r>
              <a:rPr lang="en-GB" sz="1600" dirty="0"/>
              <a:t>This is an example of transferring the transmit data from RX-FIFO to RAM by DMA while using the SCB UART mode. </a:t>
            </a:r>
          </a:p>
          <a:p>
            <a:endParaRPr lang="en-GB" sz="1600" dirty="0"/>
          </a:p>
          <a:p>
            <a:pPr marL="88900" indent="-88900"/>
            <a:r>
              <a:rPr lang="en-GB" sz="1600" dirty="0">
                <a:solidFill>
                  <a:schemeClr val="tx2"/>
                </a:solidFill>
              </a:rPr>
              <a:t>0.   </a:t>
            </a:r>
            <a:r>
              <a:rPr lang="en-GB" dirty="0"/>
              <a:t>Configure DMA for 1D transfer from peripheral to memory</a:t>
            </a:r>
          </a:p>
          <a:p>
            <a:r>
              <a:rPr lang="en-GB" dirty="0"/>
              <a:t>       In addition, configure the UART and trigger multiplexer</a:t>
            </a:r>
          </a:p>
          <a:p>
            <a:pPr marL="342900" indent="-342900">
              <a:buClr>
                <a:srgbClr val="0A8276"/>
              </a:buClr>
              <a:buFont typeface="+mj-lt"/>
              <a:buAutoNum type="arabicPeriod"/>
            </a:pPr>
            <a:r>
              <a:rPr lang="fr-FR" dirty="0"/>
              <a:t>UART RX </a:t>
            </a:r>
            <a:r>
              <a:rPr lang="fr-FR" dirty="0" err="1"/>
              <a:t>interrupt</a:t>
            </a:r>
            <a:r>
              <a:rPr lang="fr-FR" dirty="0"/>
              <a:t> </a:t>
            </a:r>
            <a:r>
              <a:rPr lang="fr-FR" dirty="0" err="1"/>
              <a:t>occurs</a:t>
            </a:r>
            <a:endParaRPr lang="fr-FR" dirty="0"/>
          </a:p>
          <a:p>
            <a:pPr marL="342900" indent="-342900">
              <a:buClr>
                <a:srgbClr val="0A8276"/>
              </a:buClr>
              <a:buFont typeface="+mj-lt"/>
              <a:buAutoNum type="arabicPeriod"/>
            </a:pPr>
            <a:r>
              <a:rPr lang="en-GB" dirty="0"/>
              <a:t>CPU notifies a software trigger to DW via the trigger multiplexer</a:t>
            </a:r>
          </a:p>
          <a:p>
            <a:pPr marL="342900" indent="-342900">
              <a:buClr>
                <a:srgbClr val="0A8276"/>
              </a:buClr>
              <a:buFont typeface="+mj-lt"/>
              <a:buAutoNum type="arabicPeriod"/>
            </a:pPr>
            <a:r>
              <a:rPr lang="en-GB" dirty="0"/>
              <a:t>DMA reads the descriptor from the specified area (Descriptor pointer) when accepting the transfer</a:t>
            </a:r>
          </a:p>
          <a:p>
            <a:pPr marL="342900" indent="-342900">
              <a:buClr>
                <a:srgbClr val="0A8276"/>
              </a:buClr>
              <a:buFont typeface="+mj-lt"/>
              <a:buAutoNum type="arabicPeriod"/>
            </a:pPr>
            <a:r>
              <a:rPr lang="en-GB" dirty="0"/>
              <a:t>DMA reads the data from the source address (SCB_RX_FIFO_RD), and writes the read data to the destination address (RAM base address). After that, DMA does increment the source address and the destination address by 0x04. Then, DMA reads the data from the source address (SCB_RX_FIFO_RD) and writes it to the destination address (RAM base address +0x04) again</a:t>
            </a:r>
          </a:p>
          <a:p>
            <a:pPr marL="342900" indent="-342900">
              <a:buClr>
                <a:srgbClr val="0A8276"/>
              </a:buClr>
              <a:buFont typeface="+mj-lt"/>
              <a:buAutoNum type="arabicPeriod"/>
            </a:pPr>
            <a:r>
              <a:rPr lang="en-GB" dirty="0"/>
              <a:t>DMA notifies the CPU with an interrupt when all transfers are completed</a:t>
            </a:r>
            <a:endParaRPr lang="en-GB" sz="1600" dirty="0"/>
          </a:p>
          <a:p>
            <a:pPr marL="342900" indent="-342900">
              <a:buClr>
                <a:srgbClr val="0A8276"/>
              </a:buClr>
              <a:buFont typeface="+mj-lt"/>
              <a:buAutoNum type="arabicPeriod"/>
            </a:pPr>
            <a:r>
              <a:rPr lang="en-GB" dirty="0"/>
              <a:t>The CPU accepts the interrupt and reads the port states in the RAM</a:t>
            </a:r>
            <a:endParaRPr lang="en-IN" dirty="0"/>
          </a:p>
        </p:txBody>
      </p:sp>
      <p:pic>
        <p:nvPicPr>
          <p:cNvPr id="7" name="Picture 6" descr="A diagram of a computer program&#10;&#10;Description automatically generated">
            <a:extLst>
              <a:ext uri="{FF2B5EF4-FFF2-40B4-BE49-F238E27FC236}">
                <a16:creationId xmlns:a16="http://schemas.microsoft.com/office/drawing/2014/main" id="{6EE09DDA-5A28-4DC1-2D2B-53970AF1582B}"/>
              </a:ext>
            </a:extLst>
          </p:cNvPr>
          <p:cNvPicPr>
            <a:picLocks noChangeAspect="1"/>
          </p:cNvPicPr>
          <p:nvPr/>
        </p:nvPicPr>
        <p:blipFill>
          <a:blip r:embed="rId2">
            <a:extLst>
              <a:ext uri="{28A0092B-C50C-407E-A947-70E740481C1C}">
                <a14:useLocalDpi xmlns:a14="http://schemas.microsoft.com/office/drawing/2010/main" val="0"/>
              </a:ext>
            </a:extLst>
          </a:blip>
          <a:srcRect l="1439" t="2479" r="724" b="818"/>
          <a:stretch>
            <a:fillRect/>
          </a:stretch>
        </p:blipFill>
        <p:spPr>
          <a:xfrm>
            <a:off x="6172199" y="1752600"/>
            <a:ext cx="5410103" cy="3505200"/>
          </a:xfrm>
          <a:prstGeom prst="rect">
            <a:avLst/>
          </a:prstGeom>
          <a:ln>
            <a:solidFill>
              <a:schemeClr val="bg1"/>
            </a:solidFill>
          </a:ln>
        </p:spPr>
      </p:pic>
      <p:sp>
        <p:nvSpPr>
          <p:cNvPr id="5" name="Rectangle 4">
            <a:extLst>
              <a:ext uri="{FF2B5EF4-FFF2-40B4-BE49-F238E27FC236}">
                <a16:creationId xmlns:a16="http://schemas.microsoft.com/office/drawing/2014/main" id="{D68DDD20-1B3E-BA56-F639-24C8C507F4D2}"/>
              </a:ext>
            </a:extLst>
          </p:cNvPr>
          <p:cNvSpPr/>
          <p:nvPr/>
        </p:nvSpPr>
        <p:spPr bwMode="auto">
          <a:xfrm>
            <a:off x="6096000" y="1271771"/>
            <a:ext cx="5544616" cy="4821526"/>
          </a:xfrm>
          <a:prstGeom prst="rect">
            <a:avLst/>
          </a:prstGeom>
          <a:noFill/>
          <a:ln w="12700" cap="flat" cmpd="sng" algn="ctr">
            <a:solidFill>
              <a:schemeClr val="tx2"/>
            </a:solidFill>
            <a:prstDash val="solid"/>
            <a:miter lim="800000"/>
            <a:headEnd type="none" w="med" len="med"/>
            <a:tailEnd type="none" w="med" len="me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Tree>
    <p:extLst>
      <p:ext uri="{BB962C8B-B14F-4D97-AF65-F5344CB8AC3E}">
        <p14:creationId xmlns:p14="http://schemas.microsoft.com/office/powerpoint/2010/main" val="1514596149"/>
      </p:ext>
    </p:extLst>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sz="2000" dirty="0"/>
              <a:t>One SCB additionally supports </a:t>
            </a:r>
            <a:r>
              <a:rPr sz="2000" dirty="0" err="1"/>
              <a:t>PMBus</a:t>
            </a:r>
            <a:r>
              <a:rPr sz="2000" dirty="0"/>
              <a:t> v1.4 / </a:t>
            </a:r>
            <a:r>
              <a:rPr sz="2000" dirty="0" err="1"/>
              <a:t>SMBus</a:t>
            </a:r>
            <a:r>
              <a:rPr sz="2000" dirty="0"/>
              <a:t> v3.2</a:t>
            </a:r>
          </a:p>
          <a:p>
            <a:pPr lvl="0">
              <a:lnSpc>
                <a:spcPct val="100000"/>
              </a:lnSpc>
              <a:spcBef>
                <a:spcPts val="400"/>
              </a:spcBef>
              <a:buSzPct val="90000"/>
              <a:buFont typeface="Symbol" panose="05050102010706020507" pitchFamily="18" charset="2"/>
              <a:buChar char="-"/>
            </a:pPr>
            <a:r>
              <a:rPr sz="2000" dirty="0"/>
              <a:t>Baud rate up to 1 Mbps</a:t>
            </a:r>
          </a:p>
          <a:p>
            <a:pPr lvl="0">
              <a:lnSpc>
                <a:spcPct val="100000"/>
              </a:lnSpc>
              <a:spcBef>
                <a:spcPts val="400"/>
              </a:spcBef>
              <a:buSzPct val="90000"/>
              <a:buFont typeface="Symbol" panose="05050102010706020507" pitchFamily="18" charset="2"/>
              <a:buChar char="-"/>
            </a:pPr>
            <a:r>
              <a:rPr sz="2000" dirty="0"/>
              <a:t>Hardware address screening</a:t>
            </a:r>
          </a:p>
          <a:p>
            <a:pPr marL="571500" lvl="1" indent="-285750">
              <a:lnSpc>
                <a:spcPct val="100000"/>
              </a:lnSpc>
              <a:spcBef>
                <a:spcPts val="150"/>
              </a:spcBef>
              <a:buSzPct val="85000"/>
              <a:buFont typeface="Symbol" panose="05050102010706020507" pitchFamily="18" charset="2"/>
              <a:buChar char="-"/>
            </a:pPr>
            <a:r>
              <a:rPr sz="1800" dirty="0"/>
              <a:t>Minimum 5 slave-address masks (MSAs)</a:t>
            </a:r>
          </a:p>
          <a:p>
            <a:pPr marL="571500" lvl="1" indent="-285750">
              <a:lnSpc>
                <a:spcPct val="100000"/>
              </a:lnSpc>
              <a:spcBef>
                <a:spcPts val="150"/>
              </a:spcBef>
              <a:buSzPct val="85000"/>
              <a:buFont typeface="Symbol" panose="05050102010706020507" pitchFamily="18" charset="2"/>
              <a:buChar char="-"/>
            </a:pPr>
            <a:r>
              <a:rPr lang="en-US" sz="1800" dirty="0"/>
              <a:t>Autonomously reject </a:t>
            </a:r>
            <a:r>
              <a:rPr sz="1800" dirty="0"/>
              <a:t>or NACK non-matching addresses</a:t>
            </a:r>
          </a:p>
          <a:p>
            <a:pPr lvl="0">
              <a:lnSpc>
                <a:spcPct val="100000"/>
              </a:lnSpc>
              <a:spcBef>
                <a:spcPts val="400"/>
              </a:spcBef>
              <a:buSzPct val="90000"/>
              <a:buFont typeface="Symbol" panose="05050102010706020507" pitchFamily="18" charset="2"/>
              <a:buChar char="-"/>
            </a:pPr>
            <a:r>
              <a:rPr lang="en-US" sz="2000" dirty="0"/>
              <a:t>Generate timeout events </a:t>
            </a:r>
            <a:r>
              <a:rPr sz="2000" dirty="0"/>
              <a:t>for </a:t>
            </a:r>
            <a:r>
              <a:rPr lang="en-US" sz="2000" dirty="0"/>
              <a:t>invalid or stalled </a:t>
            </a:r>
            <a:r>
              <a:rPr sz="2000" dirty="0"/>
              <a:t>commands</a:t>
            </a:r>
          </a:p>
          <a:p>
            <a:pPr lvl="0">
              <a:lnSpc>
                <a:spcPct val="100000"/>
              </a:lnSpc>
              <a:spcBef>
                <a:spcPts val="400"/>
              </a:spcBef>
              <a:buSzPct val="90000"/>
              <a:buFont typeface="Symbol" panose="05050102010706020507" pitchFamily="18" charset="2"/>
              <a:buChar char="-"/>
            </a:pPr>
            <a:r>
              <a:rPr sz="2000" dirty="0"/>
              <a:t>Native compliance targets</a:t>
            </a:r>
          </a:p>
          <a:p>
            <a:pPr marL="571500" lvl="1" indent="-285750">
              <a:lnSpc>
                <a:spcPct val="100000"/>
              </a:lnSpc>
              <a:spcBef>
                <a:spcPts val="150"/>
              </a:spcBef>
              <a:buSzPct val="85000"/>
              <a:buFont typeface="Symbol" panose="05050102010706020507" pitchFamily="18" charset="2"/>
              <a:buChar char="-"/>
            </a:pPr>
            <a:r>
              <a:rPr sz="1800" dirty="0"/>
              <a:t>Server / telecom PSU (telemetry + alerts)</a:t>
            </a:r>
          </a:p>
          <a:p>
            <a:pPr marL="571500" lvl="1" indent="-285750">
              <a:lnSpc>
                <a:spcPct val="100000"/>
              </a:lnSpc>
              <a:spcBef>
                <a:spcPts val="150"/>
              </a:spcBef>
              <a:buSzPct val="85000"/>
              <a:buFont typeface="Symbol" panose="05050102010706020507" pitchFamily="18" charset="2"/>
              <a:buChar char="-"/>
            </a:pPr>
            <a:r>
              <a:rPr sz="1800" dirty="0"/>
              <a:t>Multi-rail digital power modules with </a:t>
            </a:r>
            <a:r>
              <a:rPr sz="1800" dirty="0" err="1"/>
              <a:t>PMBus</a:t>
            </a:r>
            <a:r>
              <a:rPr sz="1800" dirty="0"/>
              <a:t> command set</a:t>
            </a:r>
          </a:p>
          <a:p>
            <a:pPr marL="571500" lvl="1" indent="-285750">
              <a:lnSpc>
                <a:spcPct val="100000"/>
              </a:lnSpc>
              <a:spcBef>
                <a:spcPts val="150"/>
              </a:spcBef>
              <a:buSzPct val="85000"/>
              <a:buFont typeface="Symbol" panose="05050102010706020507" pitchFamily="18" charset="2"/>
              <a:buChar char="-"/>
            </a:pPr>
            <a:r>
              <a:rPr sz="1800" dirty="0"/>
              <a:t>Battery-management (</a:t>
            </a:r>
            <a:r>
              <a:rPr sz="1800" dirty="0" err="1"/>
              <a:t>SMBus</a:t>
            </a:r>
            <a:r>
              <a:rPr sz="1800" dirty="0"/>
              <a:t>)</a:t>
            </a:r>
          </a:p>
          <a:p>
            <a:pPr lvl="0">
              <a:lnSpc>
                <a:spcPct val="100000"/>
              </a:lnSpc>
              <a:spcBef>
                <a:spcPts val="400"/>
              </a:spcBef>
              <a:buSzPct val="90000"/>
              <a:buFont typeface="Symbol" panose="05050102010706020507" pitchFamily="18" charset="2"/>
              <a:buChar char="-"/>
            </a:pPr>
            <a:r>
              <a:rPr sz="2000" dirty="0"/>
              <a:t>Works alongside CAN FD for external gateway </a:t>
            </a:r>
            <a:r>
              <a:rPr lang="en-US" sz="2000" dirty="0"/>
              <a:t>communication</a:t>
            </a:r>
            <a:endParaRPr sz="2000" dirty="0"/>
          </a:p>
        </p:txBody>
      </p:sp>
      <p:sp>
        <p:nvSpPr>
          <p:cNvPr id="3" name="Title 2"/>
          <p:cNvSpPr>
            <a:spLocks noGrp="1"/>
          </p:cNvSpPr>
          <p:nvPr>
            <p:ph type="title"/>
          </p:nvPr>
        </p:nvSpPr>
        <p:spPr/>
        <p:txBody>
          <a:bodyPr/>
          <a:lstStyle/>
          <a:p>
            <a:r>
              <a:t>PMBus / SMBus SCB – M6 only</a:t>
            </a:r>
          </a:p>
        </p:txBody>
      </p:sp>
      <p:sp>
        <p:nvSpPr>
          <p:cNvPr id="5" name="Footer Placeholder 4">
            <a:extLst>
              <a:ext uri="{FF2B5EF4-FFF2-40B4-BE49-F238E27FC236}">
                <a16:creationId xmlns:a16="http://schemas.microsoft.com/office/drawing/2014/main" id="{21A33142-1235-8FAB-2A2F-8E1A70C0DCEE}"/>
              </a:ext>
            </a:extLst>
          </p:cNvPr>
          <p:cNvSpPr>
            <a:spLocks noGrp="1"/>
          </p:cNvSpPr>
          <p:nvPr>
            <p:ph type="ftr" sz="quarter" idx="15"/>
          </p:nvPr>
        </p:nvSpPr>
        <p:spPr/>
        <p:txBody>
          <a:bodyPr/>
          <a:lstStyle/>
          <a:p>
            <a:r>
              <a:rPr lang="en-US"/>
              <a:t>Sep 2026</a:t>
            </a:r>
            <a:endParaRPr lang="en-US" dirty="0"/>
          </a:p>
        </p:txBody>
      </p:sp>
    </p:spTree>
    <p:extLst>
      <p:ext uri="{BB962C8B-B14F-4D97-AF65-F5344CB8AC3E}">
        <p14:creationId xmlns:p14="http://schemas.microsoft.com/office/powerpoint/2010/main" val="27848786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sz="2000" dirty="0"/>
              <a:t>2 × Bosch M_TTCAN v3.3.0 controllers</a:t>
            </a:r>
            <a:r>
              <a:rPr lang="en-US" sz="2000" dirty="0"/>
              <a:t>:</a:t>
            </a:r>
            <a:r>
              <a:rPr sz="2000" dirty="0"/>
              <a:t> classic CAN + CAN FD + TT-CAN</a:t>
            </a:r>
          </a:p>
          <a:p>
            <a:pPr lvl="0">
              <a:lnSpc>
                <a:spcPct val="100000"/>
              </a:lnSpc>
              <a:spcBef>
                <a:spcPts val="400"/>
              </a:spcBef>
              <a:buSzPct val="90000"/>
              <a:buFont typeface="Symbol" panose="05050102010706020507" pitchFamily="18" charset="2"/>
              <a:buChar char="-"/>
            </a:pPr>
            <a:r>
              <a:rPr lang="en-US" sz="2000" dirty="0"/>
              <a:t>The data phase reaches </a:t>
            </a:r>
            <a:r>
              <a:rPr sz="2000" dirty="0"/>
              <a:t>8 Mbps on one instance</a:t>
            </a:r>
            <a:r>
              <a:rPr lang="en-US" sz="2000" dirty="0"/>
              <a:t> and</a:t>
            </a:r>
            <a:r>
              <a:rPr sz="2000" dirty="0"/>
              <a:t> 5 Mbps on the other</a:t>
            </a:r>
          </a:p>
          <a:p>
            <a:pPr lvl="0">
              <a:lnSpc>
                <a:spcPct val="100000"/>
              </a:lnSpc>
              <a:spcBef>
                <a:spcPts val="400"/>
              </a:spcBef>
              <a:buSzPct val="90000"/>
              <a:buFont typeface="Symbol" panose="05050102010706020507" pitchFamily="18" charset="2"/>
              <a:buChar char="-"/>
            </a:pPr>
            <a:r>
              <a:rPr sz="2000" dirty="0"/>
              <a:t>Standard (11-bit) and extended (29-bit) identifiers</a:t>
            </a:r>
          </a:p>
          <a:p>
            <a:pPr lvl="0">
              <a:lnSpc>
                <a:spcPct val="100000"/>
              </a:lnSpc>
              <a:spcBef>
                <a:spcPts val="400"/>
              </a:spcBef>
              <a:buSzPct val="90000"/>
              <a:buFont typeface="Symbol" panose="05050102010706020507" pitchFamily="18" charset="2"/>
              <a:buChar char="-"/>
            </a:pPr>
            <a:r>
              <a:rPr sz="2000" dirty="0"/>
              <a:t>Shared Message RAM (ECC-protected)</a:t>
            </a:r>
          </a:p>
          <a:p>
            <a:pPr marL="571500" lvl="1" indent="-285750">
              <a:lnSpc>
                <a:spcPct val="100000"/>
              </a:lnSpc>
              <a:spcBef>
                <a:spcPts val="150"/>
              </a:spcBef>
              <a:buSzPct val="85000"/>
              <a:buFont typeface="Symbol" panose="05050102010706020507" pitchFamily="18" charset="2"/>
              <a:buChar char="-"/>
            </a:pPr>
            <a:r>
              <a:rPr sz="1800" dirty="0"/>
              <a:t>Dedicated TX buffers + configurable TX FIFO / TX Queue</a:t>
            </a:r>
          </a:p>
          <a:p>
            <a:pPr marL="571500" lvl="1" indent="-285750">
              <a:lnSpc>
                <a:spcPct val="100000"/>
              </a:lnSpc>
              <a:spcBef>
                <a:spcPts val="150"/>
              </a:spcBef>
              <a:buSzPct val="85000"/>
              <a:buFont typeface="Symbol" panose="05050102010706020507" pitchFamily="18" charset="2"/>
              <a:buChar char="-"/>
            </a:pPr>
            <a:r>
              <a:rPr sz="1800" dirty="0"/>
              <a:t>Filter list separate from message list</a:t>
            </a:r>
          </a:p>
          <a:p>
            <a:pPr marL="571500" lvl="1" indent="-285750">
              <a:lnSpc>
                <a:spcPct val="100000"/>
              </a:lnSpc>
              <a:spcBef>
                <a:spcPts val="150"/>
              </a:spcBef>
              <a:buSzPct val="85000"/>
              <a:buFont typeface="Symbol" panose="05050102010706020507" pitchFamily="18" charset="2"/>
              <a:buChar char="-"/>
            </a:pPr>
            <a:r>
              <a:rPr sz="1800" dirty="0"/>
              <a:t>MRAM can be turned off in Deep Sleep to save power</a:t>
            </a:r>
          </a:p>
          <a:p>
            <a:pPr lvl="0">
              <a:lnSpc>
                <a:spcPct val="100000"/>
              </a:lnSpc>
              <a:spcBef>
                <a:spcPts val="400"/>
              </a:spcBef>
              <a:buSzPct val="90000"/>
              <a:buFont typeface="Symbol" panose="05050102010706020507" pitchFamily="18" charset="2"/>
              <a:buChar char="-"/>
            </a:pPr>
            <a:r>
              <a:rPr sz="2000" dirty="0"/>
              <a:t>Two interrupt lines (int0 + int1)</a:t>
            </a:r>
          </a:p>
          <a:p>
            <a:pPr lvl="0">
              <a:lnSpc>
                <a:spcPct val="100000"/>
              </a:lnSpc>
              <a:spcBef>
                <a:spcPts val="400"/>
              </a:spcBef>
              <a:buSzPct val="90000"/>
              <a:buFont typeface="Symbol" panose="05050102010706020507" pitchFamily="18" charset="2"/>
              <a:buChar char="-"/>
            </a:pPr>
            <a:r>
              <a:rPr sz="2000" dirty="0"/>
              <a:t>Transmitter delay compensation for fast CAN FD data phase</a:t>
            </a:r>
          </a:p>
          <a:p>
            <a:pPr lvl="0">
              <a:lnSpc>
                <a:spcPct val="100000"/>
              </a:lnSpc>
              <a:spcBef>
                <a:spcPts val="400"/>
              </a:spcBef>
              <a:buSzPct val="90000"/>
              <a:buFont typeface="Symbol" panose="05050102010706020507" pitchFamily="18" charset="2"/>
              <a:buChar char="-"/>
            </a:pPr>
            <a:r>
              <a:rPr sz="2000" dirty="0"/>
              <a:t>Loopback / test mode for on-chip development</a:t>
            </a:r>
          </a:p>
          <a:p>
            <a:pPr lvl="0">
              <a:lnSpc>
                <a:spcPct val="100000"/>
              </a:lnSpc>
              <a:spcBef>
                <a:spcPts val="400"/>
              </a:spcBef>
              <a:buSzPct val="90000"/>
              <a:buFont typeface="Symbol" panose="05050102010706020507" pitchFamily="18" charset="2"/>
              <a:buChar char="-"/>
            </a:pPr>
            <a:r>
              <a:rPr sz="2000" dirty="0"/>
              <a:t>Trigger inputs from </a:t>
            </a:r>
            <a:r>
              <a:rPr sz="2000" dirty="0" err="1"/>
              <a:t>TriggerMux</a:t>
            </a:r>
            <a:r>
              <a:rPr sz="2000" dirty="0"/>
              <a:t> (wake on RX activity)</a:t>
            </a:r>
          </a:p>
        </p:txBody>
      </p:sp>
      <p:sp>
        <p:nvSpPr>
          <p:cNvPr id="3" name="Title 2"/>
          <p:cNvSpPr>
            <a:spLocks noGrp="1"/>
          </p:cNvSpPr>
          <p:nvPr>
            <p:ph type="title"/>
          </p:nvPr>
        </p:nvSpPr>
        <p:spPr/>
        <p:txBody>
          <a:bodyPr/>
          <a:lstStyle/>
          <a:p>
            <a:r>
              <a:t>CAN FD – flexible data-rate CAN</a:t>
            </a:r>
          </a:p>
        </p:txBody>
      </p:sp>
      <p:sp>
        <p:nvSpPr>
          <p:cNvPr id="5" name="Footer Placeholder 4">
            <a:extLst>
              <a:ext uri="{FF2B5EF4-FFF2-40B4-BE49-F238E27FC236}">
                <a16:creationId xmlns:a16="http://schemas.microsoft.com/office/drawing/2014/main" id="{BDEF1172-84C7-604A-A646-E23CB35002AF}"/>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sz="2000" dirty="0"/>
              <a:t>Message RAM structure</a:t>
            </a:r>
            <a:r>
              <a:rPr lang="en-US" sz="2000" dirty="0"/>
              <a:t>:</a:t>
            </a:r>
            <a:r>
              <a:rPr sz="2000" dirty="0"/>
              <a:t> 5 sections</a:t>
            </a:r>
          </a:p>
          <a:p>
            <a:pPr marL="571500" lvl="1" indent="-285750">
              <a:lnSpc>
                <a:spcPct val="100000"/>
              </a:lnSpc>
              <a:spcBef>
                <a:spcPts val="150"/>
              </a:spcBef>
              <a:buSzPct val="85000"/>
              <a:buFont typeface="Symbol" panose="05050102010706020507" pitchFamily="18" charset="2"/>
              <a:buChar char="-"/>
            </a:pPr>
            <a:r>
              <a:rPr sz="1800" dirty="0"/>
              <a:t>Standard ID filter list</a:t>
            </a:r>
          </a:p>
          <a:p>
            <a:pPr marL="571500" lvl="1" indent="-285750">
              <a:lnSpc>
                <a:spcPct val="100000"/>
              </a:lnSpc>
              <a:spcBef>
                <a:spcPts val="150"/>
              </a:spcBef>
              <a:buSzPct val="85000"/>
              <a:buFont typeface="Symbol" panose="05050102010706020507" pitchFamily="18" charset="2"/>
              <a:buChar char="-"/>
            </a:pPr>
            <a:r>
              <a:rPr sz="1800" dirty="0"/>
              <a:t>Extended ID filter list</a:t>
            </a:r>
          </a:p>
          <a:p>
            <a:pPr marL="571500" lvl="1" indent="-285750">
              <a:lnSpc>
                <a:spcPct val="100000"/>
              </a:lnSpc>
              <a:spcBef>
                <a:spcPts val="150"/>
              </a:spcBef>
              <a:buSzPct val="85000"/>
              <a:buFont typeface="Symbol" panose="05050102010706020507" pitchFamily="18" charset="2"/>
              <a:buChar char="-"/>
            </a:pPr>
            <a:r>
              <a:rPr sz="1800" dirty="0"/>
              <a:t>Rx FIFO 0 / Rx FIFO 1 / Rx Buffer</a:t>
            </a:r>
          </a:p>
          <a:p>
            <a:pPr marL="571500" lvl="1" indent="-285750">
              <a:lnSpc>
                <a:spcPct val="100000"/>
              </a:lnSpc>
              <a:spcBef>
                <a:spcPts val="150"/>
              </a:spcBef>
              <a:buSzPct val="85000"/>
              <a:buFont typeface="Symbol" panose="05050102010706020507" pitchFamily="18" charset="2"/>
              <a:buChar char="-"/>
            </a:pPr>
            <a:r>
              <a:rPr sz="1800" dirty="0"/>
              <a:t>Tx Event FIFO for post-processing</a:t>
            </a:r>
          </a:p>
          <a:p>
            <a:pPr marL="571500" lvl="1" indent="-285750">
              <a:lnSpc>
                <a:spcPct val="100000"/>
              </a:lnSpc>
              <a:spcBef>
                <a:spcPts val="150"/>
              </a:spcBef>
              <a:buSzPct val="85000"/>
              <a:buFont typeface="Symbol" panose="05050102010706020507" pitchFamily="18" charset="2"/>
              <a:buChar char="-"/>
            </a:pPr>
            <a:r>
              <a:rPr sz="1800" dirty="0"/>
              <a:t>Tx Buffer</a:t>
            </a:r>
            <a:r>
              <a:rPr lang="en-US" sz="1800" dirty="0"/>
              <a:t>:</a:t>
            </a:r>
            <a:r>
              <a:rPr sz="1800" dirty="0"/>
              <a:t> dedicated buffers + optional Tx FIFO or Tx Queue</a:t>
            </a:r>
          </a:p>
          <a:p>
            <a:pPr lvl="0">
              <a:lnSpc>
                <a:spcPct val="100000"/>
              </a:lnSpc>
              <a:spcBef>
                <a:spcPts val="400"/>
              </a:spcBef>
              <a:buSzPct val="90000"/>
              <a:buFont typeface="Symbol" panose="05050102010706020507" pitchFamily="18" charset="2"/>
              <a:buChar char="-"/>
            </a:pPr>
            <a:r>
              <a:rPr sz="2000" dirty="0"/>
              <a:t>ECC generator + checker on every access</a:t>
            </a:r>
          </a:p>
          <a:p>
            <a:pPr marL="571500" lvl="1" indent="-285750">
              <a:lnSpc>
                <a:spcPct val="100000"/>
              </a:lnSpc>
              <a:spcBef>
                <a:spcPts val="150"/>
              </a:spcBef>
              <a:buSzPct val="85000"/>
              <a:buFont typeface="Symbol" panose="05050102010706020507" pitchFamily="18" charset="2"/>
              <a:buChar char="-"/>
            </a:pPr>
            <a:r>
              <a:rPr sz="1800" dirty="0"/>
              <a:t>Single-error correction, double-error detection</a:t>
            </a:r>
          </a:p>
          <a:p>
            <a:pPr marL="571500" lvl="1" indent="-285750">
              <a:lnSpc>
                <a:spcPct val="100000"/>
              </a:lnSpc>
              <a:spcBef>
                <a:spcPts val="150"/>
              </a:spcBef>
              <a:buSzPct val="85000"/>
              <a:buFont typeface="Symbol" panose="05050102010706020507" pitchFamily="18" charset="2"/>
              <a:buChar char="-"/>
            </a:pPr>
            <a:r>
              <a:rPr sz="1800" dirty="0"/>
              <a:t>ECC-error injection for validation</a:t>
            </a:r>
          </a:p>
          <a:p>
            <a:pPr marL="571500" lvl="1" indent="-285750">
              <a:lnSpc>
                <a:spcPct val="100000"/>
              </a:lnSpc>
              <a:spcBef>
                <a:spcPts val="150"/>
              </a:spcBef>
              <a:buSzPct val="85000"/>
              <a:buFont typeface="Symbol" panose="05050102010706020507" pitchFamily="18" charset="2"/>
              <a:buChar char="-"/>
            </a:pPr>
            <a:r>
              <a:rPr sz="1800" dirty="0"/>
              <a:t>Address-error detection</a:t>
            </a:r>
          </a:p>
          <a:p>
            <a:pPr lvl="0">
              <a:lnSpc>
                <a:spcPct val="100000"/>
              </a:lnSpc>
              <a:spcBef>
                <a:spcPts val="400"/>
              </a:spcBef>
              <a:buSzPct val="90000"/>
              <a:buFont typeface="Symbol" panose="05050102010706020507" pitchFamily="18" charset="2"/>
              <a:buChar char="-"/>
            </a:pPr>
            <a:r>
              <a:rPr sz="2000" dirty="0"/>
              <a:t>Design tip</a:t>
            </a:r>
            <a:r>
              <a:rPr lang="en-US" sz="2000" dirty="0"/>
              <a:t>:</a:t>
            </a:r>
            <a:r>
              <a:rPr sz="2000" dirty="0"/>
              <a:t> size </a:t>
            </a:r>
            <a:r>
              <a:rPr lang="en-US" sz="2000" dirty="0"/>
              <a:t>the </a:t>
            </a:r>
            <a:r>
              <a:rPr sz="2000" dirty="0"/>
              <a:t>Rx FIFO for </a:t>
            </a:r>
            <a:r>
              <a:rPr lang="en-US" sz="2000" dirty="0"/>
              <a:t>the </a:t>
            </a:r>
            <a:r>
              <a:rPr sz="2000" dirty="0"/>
              <a:t>worst-case burst rate </a:t>
            </a:r>
            <a:r>
              <a:rPr lang="en-US" sz="2000" dirty="0"/>
              <a:t>and</a:t>
            </a:r>
            <a:r>
              <a:rPr sz="2000" dirty="0"/>
              <a:t> ISR latency</a:t>
            </a:r>
          </a:p>
        </p:txBody>
      </p:sp>
      <p:sp>
        <p:nvSpPr>
          <p:cNvPr id="3" name="Title 2"/>
          <p:cNvSpPr>
            <a:spLocks noGrp="1"/>
          </p:cNvSpPr>
          <p:nvPr>
            <p:ph type="title"/>
          </p:nvPr>
        </p:nvSpPr>
        <p:spPr/>
        <p:txBody>
          <a:bodyPr/>
          <a:lstStyle/>
          <a:p>
            <a:r>
              <a:t>CAN FD – Message RAM and ECC</a:t>
            </a:r>
          </a:p>
        </p:txBody>
      </p:sp>
      <p:sp>
        <p:nvSpPr>
          <p:cNvPr id="5" name="Footer Placeholder 4">
            <a:extLst>
              <a:ext uri="{FF2B5EF4-FFF2-40B4-BE49-F238E27FC236}">
                <a16:creationId xmlns:a16="http://schemas.microsoft.com/office/drawing/2014/main" id="{54D64354-5A45-97EA-0EB4-365453B86B12}"/>
              </a:ext>
            </a:extLst>
          </p:cNvPr>
          <p:cNvSpPr>
            <a:spLocks noGrp="1"/>
          </p:cNvSpPr>
          <p:nvPr>
            <p:ph type="ftr" sz="quarter" idx="15"/>
          </p:nvPr>
        </p:nvSpPr>
        <p:spPr/>
        <p:txBody>
          <a:bodyPr/>
          <a:lstStyle/>
          <a:p>
            <a:r>
              <a:rPr lang="en-US"/>
              <a:t>Sep 2026</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I3C subsystem – M6 only</a:t>
            </a:r>
          </a:p>
        </p:txBody>
      </p:sp>
      <p:sp>
        <p:nvSpPr>
          <p:cNvPr id="4" name="TextBox 3"/>
          <p:cNvSpPr txBox="1"/>
          <p:nvPr/>
        </p:nvSpPr>
        <p:spPr>
          <a:xfrm>
            <a:off x="442229" y="1299746"/>
            <a:ext cx="5791200" cy="4842351"/>
          </a:xfrm>
          <a:prstGeom prst="rect">
            <a:avLst/>
          </a:prstGeom>
          <a:noFill/>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sz="1600" dirty="0"/>
              <a:t>I3C v1.1 controller with over-voltage-tolerant I/O</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Ensure reliable transmission and reception of data</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Backward-compatible with legacy I²C targets</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Provides more </a:t>
            </a:r>
            <a:r>
              <a:rPr sz="1600" dirty="0"/>
              <a:t>throughput than I²C</a:t>
            </a:r>
            <a:r>
              <a:rPr lang="en-US" sz="1600" dirty="0"/>
              <a:t> with fewer pins </a:t>
            </a:r>
            <a:r>
              <a:rPr sz="1600" dirty="0"/>
              <a:t>than SPI</a:t>
            </a:r>
            <a:endParaRPr lang="de-DE" sz="1600" dirty="0"/>
          </a:p>
          <a:p>
            <a:pPr marL="285750" lvl="0" indent="-285750">
              <a:lnSpc>
                <a:spcPct val="100000"/>
              </a:lnSpc>
              <a:spcBef>
                <a:spcPts val="400"/>
              </a:spcBef>
              <a:buClr>
                <a:srgbClr val="0A8276"/>
              </a:buClr>
              <a:buSzPct val="90000"/>
              <a:buFont typeface="Symbol" panose="05050102010706020507" pitchFamily="18" charset="2"/>
              <a:buChar char="-"/>
            </a:pPr>
            <a:r>
              <a:rPr lang="de-DE" sz="1600" dirty="0"/>
              <a:t>Device on I3C bus can be </a:t>
            </a:r>
          </a:p>
          <a:p>
            <a:pPr marL="571500" lvl="1" indent="-285750">
              <a:spcBef>
                <a:spcPts val="150"/>
              </a:spcBef>
              <a:buClr>
                <a:srgbClr val="0A8276"/>
              </a:buClr>
              <a:buSzPct val="85000"/>
              <a:buFont typeface="Symbol" panose="05050102010706020507" pitchFamily="18" charset="2"/>
              <a:buChar char="-"/>
            </a:pPr>
            <a:r>
              <a:rPr lang="de-DE" sz="1600" dirty="0"/>
              <a:t>Primary controller </a:t>
            </a:r>
          </a:p>
          <a:p>
            <a:pPr marL="571500" lvl="1" indent="-285750">
              <a:spcBef>
                <a:spcPts val="150"/>
              </a:spcBef>
              <a:buClr>
                <a:srgbClr val="0A8276"/>
              </a:buClr>
              <a:buSzPct val="85000"/>
              <a:buFont typeface="Symbol" panose="05050102010706020507" pitchFamily="18" charset="2"/>
              <a:buChar char="-"/>
            </a:pPr>
            <a:r>
              <a:rPr lang="de-DE" sz="1600" dirty="0"/>
              <a:t>Secondard controller </a:t>
            </a:r>
          </a:p>
          <a:p>
            <a:pPr marL="571500" lvl="1" indent="-285750">
              <a:spcBef>
                <a:spcPts val="150"/>
              </a:spcBef>
              <a:buClr>
                <a:srgbClr val="0A8276"/>
              </a:buClr>
              <a:buSzPct val="85000"/>
              <a:buFont typeface="Symbol" panose="05050102010706020507" pitchFamily="18" charset="2"/>
              <a:buChar char="-"/>
            </a:pPr>
            <a:r>
              <a:rPr lang="de-DE" sz="1600" dirty="0"/>
              <a:t>I3C target or a I2C target</a:t>
            </a:r>
            <a:endParaRPr sz="1600" dirty="0"/>
          </a:p>
          <a:p>
            <a:pPr marL="285750" lvl="0" indent="-285750">
              <a:lnSpc>
                <a:spcPct val="100000"/>
              </a:lnSpc>
              <a:spcBef>
                <a:spcPts val="400"/>
              </a:spcBef>
              <a:buClr>
                <a:srgbClr val="0A8276"/>
              </a:buClr>
              <a:buSzPct val="90000"/>
              <a:buFont typeface="Symbol" panose="05050102010706020507" pitchFamily="18" charset="2"/>
              <a:buChar char="-"/>
            </a:pPr>
            <a:r>
              <a:rPr sz="1600" dirty="0"/>
              <a:t>Feature set</a:t>
            </a:r>
          </a:p>
          <a:p>
            <a:pPr marL="571500" lvl="1" indent="-285750">
              <a:lnSpc>
                <a:spcPct val="100000"/>
              </a:lnSpc>
              <a:spcBef>
                <a:spcPts val="150"/>
              </a:spcBef>
              <a:buClr>
                <a:srgbClr val="0A8276"/>
              </a:buClr>
              <a:buSzPct val="85000"/>
              <a:buFont typeface="Symbol" panose="05050102010706020507" pitchFamily="18" charset="2"/>
              <a:buChar char="-"/>
            </a:pPr>
            <a:r>
              <a:rPr sz="1600" dirty="0"/>
              <a:t>In-band interrupts, hot-join, dynamic address assignment</a:t>
            </a:r>
          </a:p>
          <a:p>
            <a:pPr marL="571500" lvl="1" indent="-285750">
              <a:lnSpc>
                <a:spcPct val="100000"/>
              </a:lnSpc>
              <a:spcBef>
                <a:spcPts val="150"/>
              </a:spcBef>
              <a:buClr>
                <a:srgbClr val="0A8276"/>
              </a:buClr>
              <a:buSzPct val="85000"/>
              <a:buFont typeface="Symbol" panose="05050102010706020507" pitchFamily="18" charset="2"/>
              <a:buChar char="-"/>
            </a:pPr>
            <a:r>
              <a:rPr sz="1600" dirty="0"/>
              <a:t>Direct + broadcast Common Command Codes (CCC)</a:t>
            </a:r>
          </a:p>
          <a:p>
            <a:pPr marL="285750" lvl="0" indent="-285750">
              <a:lnSpc>
                <a:spcPct val="100000"/>
              </a:lnSpc>
              <a:spcBef>
                <a:spcPts val="400"/>
              </a:spcBef>
              <a:buClr>
                <a:srgbClr val="0A8276"/>
              </a:buClr>
              <a:buSzPct val="90000"/>
              <a:buFont typeface="Symbol" panose="05050102010706020507" pitchFamily="18" charset="2"/>
              <a:buChar char="-"/>
            </a:pPr>
            <a:r>
              <a:rPr sz="1600" dirty="0"/>
              <a:t>Typical uses</a:t>
            </a:r>
          </a:p>
          <a:p>
            <a:pPr marL="571500" lvl="1" indent="-285750">
              <a:lnSpc>
                <a:spcPct val="100000"/>
              </a:lnSpc>
              <a:spcBef>
                <a:spcPts val="150"/>
              </a:spcBef>
              <a:buClr>
                <a:srgbClr val="0A8276"/>
              </a:buClr>
              <a:buSzPct val="85000"/>
              <a:buFont typeface="Symbol" panose="05050102010706020507" pitchFamily="18" charset="2"/>
              <a:buChar char="-"/>
            </a:pPr>
            <a:r>
              <a:rPr sz="1600" dirty="0"/>
              <a:t>Current sensors / battery gauges / MEMS on motor + power boards</a:t>
            </a:r>
          </a:p>
          <a:p>
            <a:pPr marL="571500" lvl="1" indent="-285750">
              <a:lnSpc>
                <a:spcPct val="100000"/>
              </a:lnSpc>
              <a:spcBef>
                <a:spcPts val="150"/>
              </a:spcBef>
              <a:buClr>
                <a:srgbClr val="0A8276"/>
              </a:buClr>
              <a:buSzPct val="85000"/>
              <a:buFont typeface="Symbol" panose="05050102010706020507" pitchFamily="18" charset="2"/>
              <a:buChar char="-"/>
            </a:pPr>
            <a:r>
              <a:rPr sz="1600" dirty="0"/>
              <a:t>Reduces wiring </a:t>
            </a:r>
            <a:r>
              <a:rPr lang="en-US" sz="1600" dirty="0"/>
              <a:t>while supporting</a:t>
            </a:r>
            <a:r>
              <a:rPr sz="1600" dirty="0"/>
              <a:t> burst-rate telemetry</a:t>
            </a:r>
          </a:p>
        </p:txBody>
      </p:sp>
      <p:pic>
        <p:nvPicPr>
          <p:cNvPr id="6" name="Picture 5">
            <a:extLst>
              <a:ext uri="{FF2B5EF4-FFF2-40B4-BE49-F238E27FC236}">
                <a16:creationId xmlns:a16="http://schemas.microsoft.com/office/drawing/2014/main" id="{C2CC2373-EEE1-6E7A-FF95-61372CB19FEF}"/>
              </a:ext>
            </a:extLst>
          </p:cNvPr>
          <p:cNvPicPr>
            <a:picLocks noChangeAspect="1"/>
          </p:cNvPicPr>
          <p:nvPr/>
        </p:nvPicPr>
        <p:blipFill>
          <a:blip r:embed="rId2"/>
          <a:stretch>
            <a:fillRect/>
          </a:stretch>
        </p:blipFill>
        <p:spPr>
          <a:xfrm>
            <a:off x="6902824" y="990600"/>
            <a:ext cx="4846947" cy="3845947"/>
          </a:xfrm>
          <a:prstGeom prst="rect">
            <a:avLst/>
          </a:prstGeom>
        </p:spPr>
      </p:pic>
      <p:sp>
        <p:nvSpPr>
          <p:cNvPr id="5" name="Footer Placeholder 4">
            <a:extLst>
              <a:ext uri="{FF2B5EF4-FFF2-40B4-BE49-F238E27FC236}">
                <a16:creationId xmlns:a16="http://schemas.microsoft.com/office/drawing/2014/main" id="{D120EBE5-9E68-72AC-06E7-6A1A0E4D1D27}"/>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DEE91-25BE-BAB0-1F46-FA399D3AF04C}"/>
              </a:ext>
            </a:extLst>
          </p:cNvPr>
          <p:cNvSpPr>
            <a:spLocks noGrp="1"/>
          </p:cNvSpPr>
          <p:nvPr>
            <p:ph type="title"/>
          </p:nvPr>
        </p:nvSpPr>
        <p:spPr/>
        <p:txBody>
          <a:bodyPr/>
          <a:lstStyle/>
          <a:p>
            <a:r>
              <a:rPr lang="de-DE" dirty="0"/>
              <a:t>I3C Architectural Block </a:t>
            </a:r>
          </a:p>
        </p:txBody>
      </p:sp>
      <p:sp>
        <p:nvSpPr>
          <p:cNvPr id="3" name="Footer Placeholder 2">
            <a:extLst>
              <a:ext uri="{FF2B5EF4-FFF2-40B4-BE49-F238E27FC236}">
                <a16:creationId xmlns:a16="http://schemas.microsoft.com/office/drawing/2014/main" id="{918B30B5-DFC8-C55F-246F-A03068693C38}"/>
              </a:ext>
            </a:extLst>
          </p:cNvPr>
          <p:cNvSpPr>
            <a:spLocks noGrp="1"/>
          </p:cNvSpPr>
          <p:nvPr>
            <p:ph type="ftr" sz="quarter" idx="11"/>
          </p:nvPr>
        </p:nvSpPr>
        <p:spPr/>
        <p:txBody>
          <a:bodyPr/>
          <a:lstStyle/>
          <a:p>
            <a:r>
              <a:rPr lang="en-US"/>
              <a:t>Sep 2026</a:t>
            </a:r>
          </a:p>
        </p:txBody>
      </p:sp>
      <p:pic>
        <p:nvPicPr>
          <p:cNvPr id="5" name="Picture 4">
            <a:extLst>
              <a:ext uri="{FF2B5EF4-FFF2-40B4-BE49-F238E27FC236}">
                <a16:creationId xmlns:a16="http://schemas.microsoft.com/office/drawing/2014/main" id="{3088CD75-BBA2-808E-9496-AC9C58B19F9C}"/>
              </a:ext>
            </a:extLst>
          </p:cNvPr>
          <p:cNvPicPr>
            <a:picLocks noChangeAspect="1"/>
          </p:cNvPicPr>
          <p:nvPr/>
        </p:nvPicPr>
        <p:blipFill>
          <a:blip r:embed="rId2"/>
          <a:stretch>
            <a:fillRect/>
          </a:stretch>
        </p:blipFill>
        <p:spPr>
          <a:xfrm>
            <a:off x="6248400" y="1143000"/>
            <a:ext cx="5711772" cy="3581400"/>
          </a:xfrm>
          <a:prstGeom prst="rect">
            <a:avLst/>
          </a:prstGeom>
        </p:spPr>
      </p:pic>
      <p:sp>
        <p:nvSpPr>
          <p:cNvPr id="7" name="TextBox 6">
            <a:extLst>
              <a:ext uri="{FF2B5EF4-FFF2-40B4-BE49-F238E27FC236}">
                <a16:creationId xmlns:a16="http://schemas.microsoft.com/office/drawing/2014/main" id="{1DDF36C8-089A-258B-2CB0-E5056F48AB12}"/>
              </a:ext>
            </a:extLst>
          </p:cNvPr>
          <p:cNvSpPr txBox="1"/>
          <p:nvPr/>
        </p:nvSpPr>
        <p:spPr bwMode="auto">
          <a:xfrm>
            <a:off x="335360" y="1447800"/>
            <a:ext cx="5760640" cy="3652282"/>
          </a:xfrm>
          <a:prstGeom prst="rect">
            <a:avLst/>
          </a:prstGeom>
          <a:noFill/>
          <a:ln w="9525">
            <a:noFill/>
            <a:miter lim="800000"/>
            <a:headEnd/>
            <a:tailEnd/>
          </a:ln>
          <a:effectLst/>
        </p:spPr>
        <p:txBody>
          <a:bodyPr wrap="square">
            <a:spAutoFit/>
          </a:bodyPr>
          <a:lstStyle/>
          <a:p>
            <a:pPr marL="285750" lvl="0" indent="-285750">
              <a:lnSpc>
                <a:spcPct val="100000"/>
              </a:lnSpc>
              <a:spcBef>
                <a:spcPts val="400"/>
              </a:spcBef>
              <a:buClr>
                <a:srgbClr val="0A8276"/>
              </a:buClr>
              <a:buSzPct val="90000"/>
              <a:buFont typeface="Symbol" panose="05050102010706020507" pitchFamily="18" charset="2"/>
              <a:buChar char="-"/>
            </a:pPr>
            <a:r>
              <a:rPr lang="en-US" sz="1600" dirty="0"/>
              <a:t>CLK_SYS : used to generate clocks for controlling the AHB interface</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CLK_IF: used to generate the CORE_CLK interface</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CORE_CLK is used to control all I3C related functionality  in the controller mode of operation </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err="1"/>
              <a:t>Core_Clk</a:t>
            </a:r>
            <a:r>
              <a:rPr lang="en-US" sz="1600" dirty="0"/>
              <a:t>&gt; 10x desire frequency on the SCL line </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Async counter used by I3C when operating in the asynchronous timing </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 I3C Controller mode allows addressing </a:t>
            </a:r>
            <a:r>
              <a:rPr lang="en-US" sz="1600" dirty="0" err="1"/>
              <a:t>upto</a:t>
            </a:r>
            <a:r>
              <a:rPr lang="en-US" sz="1600" dirty="0"/>
              <a:t> 11 target devices</a:t>
            </a:r>
          </a:p>
          <a:p>
            <a:pPr marL="285750" lvl="0" indent="-285750">
              <a:lnSpc>
                <a:spcPct val="100000"/>
              </a:lnSpc>
              <a:spcBef>
                <a:spcPts val="400"/>
              </a:spcBef>
              <a:buClr>
                <a:srgbClr val="0A8276"/>
              </a:buClr>
              <a:buSzPct val="90000"/>
              <a:buFont typeface="Symbol" panose="05050102010706020507" pitchFamily="18" charset="2"/>
              <a:buChar char="-"/>
            </a:pPr>
            <a:r>
              <a:rPr lang="en-US" sz="1600" dirty="0"/>
              <a:t>SRAM 1KB(256x32bit) is for command /response queues and transmit /receive data buffers</a:t>
            </a:r>
          </a:p>
          <a:p>
            <a:pPr marL="285750" lvl="0" indent="-285750">
              <a:lnSpc>
                <a:spcPct val="100000"/>
              </a:lnSpc>
              <a:spcBef>
                <a:spcPts val="400"/>
              </a:spcBef>
              <a:buClr>
                <a:srgbClr val="0A8276"/>
              </a:buClr>
              <a:buSzPct val="90000"/>
              <a:buFont typeface="Symbol" panose="05050102010706020507" pitchFamily="18" charset="2"/>
              <a:buChar char="-"/>
            </a:pPr>
            <a:endParaRPr lang="en-US" sz="1600" dirty="0"/>
          </a:p>
        </p:txBody>
      </p:sp>
    </p:spTree>
    <p:extLst>
      <p:ext uri="{BB962C8B-B14F-4D97-AF65-F5344CB8AC3E}">
        <p14:creationId xmlns:p14="http://schemas.microsoft.com/office/powerpoint/2010/main" val="503951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USB-FS device + host – M6 only</a:t>
            </a:r>
          </a:p>
        </p:txBody>
      </p:sp>
      <p:sp>
        <p:nvSpPr>
          <p:cNvPr id="4" name="TextBox 3"/>
          <p:cNvSpPr txBox="1"/>
          <p:nvPr/>
        </p:nvSpPr>
        <p:spPr>
          <a:xfrm>
            <a:off x="6096000" y="1280160"/>
            <a:ext cx="5791200" cy="3708708"/>
          </a:xfrm>
          <a:prstGeom prst="rect">
            <a:avLst/>
          </a:prstGeom>
          <a:noFill/>
        </p:spPr>
        <p:txBody>
          <a:bodyPr wrap="square">
            <a:spAutoFit/>
          </a:bodyPr>
          <a:lstStyle/>
          <a:p>
            <a:pPr marL="342900" lvl="0" indent="-342900">
              <a:lnSpc>
                <a:spcPct val="100000"/>
              </a:lnSpc>
              <a:spcBef>
                <a:spcPts val="400"/>
              </a:spcBef>
              <a:buClr>
                <a:srgbClr val="0A8276"/>
              </a:buClr>
              <a:buSzPct val="90000"/>
              <a:buFont typeface="Symbol" panose="05050102010706020507" pitchFamily="18" charset="2"/>
              <a:buChar char="-"/>
            </a:pPr>
            <a:r>
              <a:rPr sz="2000" dirty="0"/>
              <a:t>Full-Speed 12 Mbit/s device + host block with integrated PHY</a:t>
            </a:r>
          </a:p>
          <a:p>
            <a:pPr marL="342900" lvl="0" indent="-342900">
              <a:lnSpc>
                <a:spcPct val="100000"/>
              </a:lnSpc>
              <a:spcBef>
                <a:spcPts val="400"/>
              </a:spcBef>
              <a:buClr>
                <a:srgbClr val="0A8276"/>
              </a:buClr>
              <a:buSzPct val="90000"/>
              <a:buFont typeface="Symbol" panose="05050102010706020507" pitchFamily="18" charset="2"/>
              <a:buChar char="-"/>
            </a:pPr>
            <a:r>
              <a:rPr sz="2000" dirty="0"/>
              <a:t>VDDUSB rail </a:t>
            </a:r>
            <a:r>
              <a:rPr lang="en-US" sz="2000" dirty="0"/>
              <a:t>3.0–3.63</a:t>
            </a:r>
            <a:r>
              <a:rPr sz="2000" dirty="0"/>
              <a:t> V (LQFP-100 package only)</a:t>
            </a:r>
          </a:p>
          <a:p>
            <a:pPr marL="342900" lvl="0" indent="-342900">
              <a:lnSpc>
                <a:spcPct val="100000"/>
              </a:lnSpc>
              <a:spcBef>
                <a:spcPts val="400"/>
              </a:spcBef>
              <a:buClr>
                <a:srgbClr val="0A8276"/>
              </a:buClr>
              <a:buSzPct val="90000"/>
              <a:buFont typeface="Symbol" panose="05050102010706020507" pitchFamily="18" charset="2"/>
              <a:buChar char="-"/>
            </a:pPr>
            <a:r>
              <a:rPr sz="2000" dirty="0"/>
              <a:t>Typical uses</a:t>
            </a:r>
          </a:p>
          <a:p>
            <a:pPr marL="628650" lvl="1" indent="-342900">
              <a:lnSpc>
                <a:spcPct val="100000"/>
              </a:lnSpc>
              <a:spcBef>
                <a:spcPts val="150"/>
              </a:spcBef>
              <a:buClr>
                <a:srgbClr val="0A8276"/>
              </a:buClr>
              <a:buSzPct val="85000"/>
              <a:buFont typeface="Symbol" panose="05050102010706020507" pitchFamily="18" charset="2"/>
              <a:buChar char="-"/>
            </a:pPr>
            <a:r>
              <a:rPr sz="2000" dirty="0"/>
              <a:t>Field firmware update over USB (custom or DFU class)</a:t>
            </a:r>
          </a:p>
          <a:p>
            <a:pPr marL="628650" lvl="1" indent="-342900">
              <a:lnSpc>
                <a:spcPct val="100000"/>
              </a:lnSpc>
              <a:spcBef>
                <a:spcPts val="150"/>
              </a:spcBef>
              <a:buClr>
                <a:srgbClr val="0A8276"/>
              </a:buClr>
              <a:buSzPct val="85000"/>
              <a:buFont typeface="Symbol" panose="05050102010706020507" pitchFamily="18" charset="2"/>
              <a:buChar char="-"/>
            </a:pPr>
            <a:r>
              <a:rPr sz="2000" dirty="0"/>
              <a:t>HID-class service tools and control panels</a:t>
            </a:r>
          </a:p>
          <a:p>
            <a:pPr marL="628650" lvl="1" indent="-342900">
              <a:lnSpc>
                <a:spcPct val="100000"/>
              </a:lnSpc>
              <a:spcBef>
                <a:spcPts val="150"/>
              </a:spcBef>
              <a:buClr>
                <a:srgbClr val="0A8276"/>
              </a:buClr>
              <a:buSzPct val="85000"/>
              <a:buFont typeface="Symbol" panose="05050102010706020507" pitchFamily="18" charset="2"/>
              <a:buChar char="-"/>
            </a:pPr>
            <a:r>
              <a:rPr sz="2000" dirty="0"/>
              <a:t>Mass Storage bootloader or logging</a:t>
            </a:r>
          </a:p>
          <a:p>
            <a:pPr marL="342900" lvl="0" indent="-342900">
              <a:lnSpc>
                <a:spcPct val="100000"/>
              </a:lnSpc>
              <a:spcBef>
                <a:spcPts val="400"/>
              </a:spcBef>
              <a:buClr>
                <a:srgbClr val="0A8276"/>
              </a:buClr>
              <a:buSzPct val="90000"/>
              <a:buFont typeface="Symbol" panose="05050102010706020507" pitchFamily="18" charset="2"/>
              <a:buChar char="-"/>
            </a:pPr>
            <a:r>
              <a:rPr sz="2000" dirty="0"/>
              <a:t>Boot-ROM DFU + application-class USB stacks in middleware</a:t>
            </a:r>
          </a:p>
        </p:txBody>
      </p:sp>
      <p:pic>
        <p:nvPicPr>
          <p:cNvPr id="6" name="Picture 5">
            <a:extLst>
              <a:ext uri="{FF2B5EF4-FFF2-40B4-BE49-F238E27FC236}">
                <a16:creationId xmlns:a16="http://schemas.microsoft.com/office/drawing/2014/main" id="{F95710D4-C886-F7A9-5CAE-FE946E12B6B7}"/>
              </a:ext>
            </a:extLst>
          </p:cNvPr>
          <p:cNvPicPr>
            <a:picLocks noChangeAspect="1"/>
          </p:cNvPicPr>
          <p:nvPr/>
        </p:nvPicPr>
        <p:blipFill>
          <a:blip r:embed="rId2"/>
          <a:stretch>
            <a:fillRect/>
          </a:stretch>
        </p:blipFill>
        <p:spPr>
          <a:xfrm>
            <a:off x="382652" y="1295400"/>
            <a:ext cx="5713348" cy="3414130"/>
          </a:xfrm>
          <a:prstGeom prst="rect">
            <a:avLst/>
          </a:prstGeom>
        </p:spPr>
      </p:pic>
      <p:sp>
        <p:nvSpPr>
          <p:cNvPr id="5" name="Footer Placeholder 4">
            <a:extLst>
              <a:ext uri="{FF2B5EF4-FFF2-40B4-BE49-F238E27FC236}">
                <a16:creationId xmlns:a16="http://schemas.microsoft.com/office/drawing/2014/main" id="{2C861D94-7914-D3F7-B180-586A9919F16F}"/>
              </a:ext>
            </a:extLst>
          </p:cNvPr>
          <p:cNvSpPr>
            <a:spLocks noGrp="1"/>
          </p:cNvSpPr>
          <p:nvPr>
            <p:ph type="ftr" sz="quarter" idx="11"/>
          </p:nvPr>
        </p:nvSpPr>
        <p:spPr/>
        <p:txBody>
          <a:bodyPr/>
          <a:lstStyle/>
          <a:p>
            <a:r>
              <a:rPr lang="en-US"/>
              <a:t>Sep 2026</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7">
            <a:extLst>
              <a:ext uri="{FF2B5EF4-FFF2-40B4-BE49-F238E27FC236}">
                <a16:creationId xmlns:a16="http://schemas.microsoft.com/office/drawing/2014/main" id="{5A22501C-EA8D-8B45-DE2F-7883786C4D57}"/>
              </a:ext>
            </a:extLst>
          </p:cNvPr>
          <p:cNvPicPr>
            <a:picLocks noGrp="1" noChangeAspect="1"/>
          </p:cNvPicPr>
          <p:nvPr>
            <p:ph sz="quarter" idx="13"/>
          </p:nvPr>
        </p:nvPicPr>
        <p:blipFill>
          <a:blip>
            <a:extLst>
              <a:ext uri="{96DAC541-7B7A-43D3-8B79-37D633B846F1}">
                <asvg:svgBlip xmlns:asvg="http://schemas.microsoft.com/office/drawing/2016/SVG/main" r:embed="rId3"/>
              </a:ext>
            </a:extLst>
          </a:blip>
          <a:stretch>
            <a:fillRect/>
          </a:stretch>
        </p:blipFill>
        <p:spPr>
          <a:xfrm>
            <a:off x="6672064" y="1916832"/>
            <a:ext cx="4800600" cy="3943350"/>
          </a:xfrm>
          <a:prstGeom prst="rect">
            <a:avLst/>
          </a:prstGeom>
        </p:spPr>
      </p:pic>
      <p:sp>
        <p:nvSpPr>
          <p:cNvPr id="3" name="Content Placeholder 2">
            <a:extLst>
              <a:ext uri="{FF2B5EF4-FFF2-40B4-BE49-F238E27FC236}">
                <a16:creationId xmlns:a16="http://schemas.microsoft.com/office/drawing/2014/main" id="{AB3EF307-2AD9-B40A-A6A7-C2399FE74A1B}"/>
              </a:ext>
            </a:extLst>
          </p:cNvPr>
          <p:cNvSpPr>
            <a:spLocks noGrp="1"/>
          </p:cNvSpPr>
          <p:nvPr>
            <p:ph sz="quarter" idx="14"/>
          </p:nvPr>
        </p:nvSpPr>
        <p:spPr>
          <a:xfrm>
            <a:off x="342133" y="1268412"/>
            <a:ext cx="5537844" cy="5113337"/>
          </a:xfrm>
        </p:spPr>
        <p:txBody>
          <a:bodyPr/>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marL="0" indent="0">
              <a:buNone/>
            </a:pPr>
            <a:r>
              <a:rPr lang="en-US" dirty="0"/>
              <a:t>Integrated USB PHY</a:t>
            </a:r>
          </a:p>
          <a:p>
            <a:r>
              <a:rPr lang="en-US" sz="1600" dirty="0"/>
              <a:t>Physical layer via D+, D−, VBUS; handles differential </a:t>
            </a:r>
            <a:r>
              <a:rPr lang="en-US" sz="1600" dirty="0" err="1"/>
              <a:t>signalling</a:t>
            </a:r>
            <a:r>
              <a:rPr lang="en-US" sz="1600" dirty="0"/>
              <a:t>, VBUS detection, and USB bus events (SE0, suspend, and resume)</a:t>
            </a:r>
          </a:p>
          <a:p>
            <a:pPr marL="0" indent="0">
              <a:buNone/>
            </a:pPr>
            <a:r>
              <a:rPr lang="en-US" dirty="0"/>
              <a:t>Serial interface engine (SIE)</a:t>
            </a:r>
          </a:p>
          <a:p>
            <a:r>
              <a:rPr lang="en-US" sz="1600" dirty="0"/>
              <a:t>Manages USB protocol, including token/data/handshake packet processing, CRC generation/checking, and bit stuffing</a:t>
            </a:r>
          </a:p>
          <a:p>
            <a:pPr marL="0" indent="0">
              <a:buNone/>
            </a:pPr>
            <a:r>
              <a:rPr lang="en-US" dirty="0"/>
              <a:t>Arbiter (memory and bus arbitration)</a:t>
            </a:r>
          </a:p>
          <a:p>
            <a:r>
              <a:rPr lang="en-US" sz="1600" dirty="0"/>
              <a:t> Manages access to endpoint memory between the CPU, DMA, and SIE</a:t>
            </a:r>
          </a:p>
          <a:p>
            <a:pPr marL="0" indent="0">
              <a:buNone/>
            </a:pPr>
            <a:r>
              <a:rPr lang="en-US" dirty="0"/>
              <a:t>512-byte SRAM</a:t>
            </a:r>
          </a:p>
          <a:p>
            <a:r>
              <a:rPr lang="en-IN" sz="1600" dirty="0"/>
              <a:t>Shared buffer for EP1 to EP8, with allocation controlled by firmware or hardware</a:t>
            </a:r>
          </a:p>
          <a:p>
            <a:pPr marL="0" indent="0">
              <a:buNone/>
            </a:pPr>
            <a:r>
              <a:rPr lang="en-US" dirty="0"/>
              <a:t>CPU / DMA subsystem</a:t>
            </a:r>
          </a:p>
          <a:p>
            <a:r>
              <a:rPr lang="en-US" sz="1600" dirty="0"/>
              <a:t>Interfaces the USB block with the system CPU / DMA for data read/write</a:t>
            </a:r>
          </a:p>
          <a:p>
            <a:pPr marL="252000" lvl="1" indent="0">
              <a:buNone/>
            </a:pPr>
            <a:endParaRPr lang="en-US" dirty="0"/>
          </a:p>
          <a:p>
            <a:pPr>
              <a:buNone/>
            </a:pPr>
            <a:endParaRPr lang="en-US" dirty="0"/>
          </a:p>
          <a:p>
            <a:pPr>
              <a:buNone/>
            </a:pPr>
            <a:endParaRPr lang="en-US" dirty="0"/>
          </a:p>
          <a:p>
            <a:pPr>
              <a:buNone/>
            </a:pPr>
            <a:endParaRPr lang="en-US" dirty="0"/>
          </a:p>
        </p:txBody>
      </p:sp>
      <p:sp>
        <p:nvSpPr>
          <p:cNvPr id="4" name="Title 3">
            <a:extLst>
              <a:ext uri="{FF2B5EF4-FFF2-40B4-BE49-F238E27FC236}">
                <a16:creationId xmlns:a16="http://schemas.microsoft.com/office/drawing/2014/main" id="{51C209C3-5EBC-D4D0-7A65-70D911B6C32F}"/>
              </a:ext>
            </a:extLst>
          </p:cNvPr>
          <p:cNvSpPr>
            <a:spLocks noGrp="1"/>
          </p:cNvSpPr>
          <p:nvPr>
            <p:ph type="title"/>
          </p:nvPr>
        </p:nvSpPr>
        <p:spPr/>
        <p:txBody>
          <a:bodyPr/>
          <a:lstStyle/>
          <a:p>
            <a:r>
              <a:rPr lang="en-US" dirty="0"/>
              <a:t>USB Device Block </a:t>
            </a:r>
            <a:br>
              <a:rPr lang="en-US" dirty="0"/>
            </a:br>
            <a:r>
              <a:rPr lang="en-US" dirty="0"/>
              <a:t>Architecture and core blocks</a:t>
            </a:r>
          </a:p>
        </p:txBody>
      </p:sp>
      <p:sp>
        <p:nvSpPr>
          <p:cNvPr id="8" name="Rectangle 7">
            <a:extLst>
              <a:ext uri="{FF2B5EF4-FFF2-40B4-BE49-F238E27FC236}">
                <a16:creationId xmlns:a16="http://schemas.microsoft.com/office/drawing/2014/main" id="{61A63D33-6805-1D2F-7213-2EFAD207515F}"/>
              </a:ext>
            </a:extLst>
          </p:cNvPr>
          <p:cNvSpPr/>
          <p:nvPr/>
        </p:nvSpPr>
        <p:spPr bwMode="auto">
          <a:xfrm>
            <a:off x="6095999" y="1268412"/>
            <a:ext cx="5753869" cy="5040907"/>
          </a:xfrm>
          <a:prstGeom prst="rect">
            <a:avLst/>
          </a:prstGeom>
          <a:no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4663536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901AB21-CD6E-205C-AD68-CD8A0F69075B}"/>
              </a:ext>
            </a:extLst>
          </p:cNvPr>
          <p:cNvPicPr>
            <a:picLocks noGrp="1" noChangeAspect="1"/>
          </p:cNvPicPr>
          <p:nvPr>
            <p:ph sz="quarter" idx="13"/>
          </p:nvPr>
        </p:nvPicPr>
        <p:blipFill>
          <a:blip>
            <a:extLst>
              <a:ext uri="{96DAC541-7B7A-43D3-8B79-37D633B846F1}">
                <asvg:svgBlip xmlns:asvg="http://schemas.microsoft.com/office/drawing/2016/SVG/main" r:embed="rId3"/>
              </a:ext>
            </a:extLst>
          </a:blip>
          <a:stretch>
            <a:fillRect/>
          </a:stretch>
        </p:blipFill>
        <p:spPr>
          <a:xfrm>
            <a:off x="6400800" y="1600200"/>
            <a:ext cx="5427240" cy="4267199"/>
          </a:xfrm>
          <a:prstGeom prst="rect">
            <a:avLst/>
          </a:prstGeom>
        </p:spPr>
      </p:pic>
      <p:sp>
        <p:nvSpPr>
          <p:cNvPr id="7" name="Content Placeholder 6">
            <a:extLst>
              <a:ext uri="{FF2B5EF4-FFF2-40B4-BE49-F238E27FC236}">
                <a16:creationId xmlns:a16="http://schemas.microsoft.com/office/drawing/2014/main" id="{112A6F3C-1550-2796-250A-4667BDA69B35}"/>
              </a:ext>
            </a:extLst>
          </p:cNvPr>
          <p:cNvSpPr>
            <a:spLocks noGrp="1"/>
          </p:cNvSpPr>
          <p:nvPr>
            <p:ph sz="quarter" idx="14"/>
          </p:nvPr>
        </p:nvSpPr>
        <p:spPr>
          <a:xfrm>
            <a:off x="335360" y="1262064"/>
            <a:ext cx="5760640" cy="5113337"/>
          </a:xfrm>
        </p:spPr>
        <p:txBody>
          <a:bodyPr/>
          <a:lstStyle/>
          <a:p>
            <a:r>
              <a:rPr lang="en-US" sz="1600" dirty="0"/>
              <a:t>USB PHY</a:t>
            </a:r>
          </a:p>
          <a:p>
            <a:pPr lvl="1"/>
            <a:r>
              <a:rPr lang="en-US" sz="1400" dirty="0"/>
              <a:t>Handles D+, D− signaling, pull-down resistors, and VBUS detection</a:t>
            </a:r>
            <a:endParaRPr lang="en-US" altLang="zh-CN" sz="1400" dirty="0"/>
          </a:p>
          <a:p>
            <a:r>
              <a:rPr lang="en-US" altLang="zh-CN" sz="1600" dirty="0"/>
              <a:t>Host controller unit</a:t>
            </a:r>
          </a:p>
          <a:p>
            <a:pPr lvl="1"/>
            <a:r>
              <a:rPr lang="en-US" sz="1400" dirty="0"/>
              <a:t>Manages enumeration, scheduling, token generation, and transfer control</a:t>
            </a:r>
          </a:p>
          <a:p>
            <a:r>
              <a:rPr lang="en-US" sz="1600" dirty="0"/>
              <a:t>Endpoint n (n=1, 2)</a:t>
            </a:r>
          </a:p>
          <a:p>
            <a:pPr lvl="1"/>
            <a:r>
              <a:rPr lang="en-US" sz="1400" dirty="0"/>
              <a:t>Stores transmit and receive data packets, the </a:t>
            </a:r>
            <a:r>
              <a:rPr lang="en-US" sz="1400" dirty="0">
                <a:solidFill>
                  <a:srgbClr val="0A8276"/>
                </a:solidFill>
              </a:rPr>
              <a:t>maximum buffer size of endpoint 1</a:t>
            </a:r>
            <a:r>
              <a:rPr lang="en-US" sz="1400" dirty="0"/>
              <a:t> is </a:t>
            </a:r>
            <a:r>
              <a:rPr lang="en-US" sz="1400" dirty="0">
                <a:solidFill>
                  <a:srgbClr val="0A8276"/>
                </a:solidFill>
              </a:rPr>
              <a:t>256 bytes </a:t>
            </a:r>
            <a:r>
              <a:rPr lang="en-US" sz="1400" dirty="0"/>
              <a:t>and that of </a:t>
            </a:r>
            <a:r>
              <a:rPr lang="en-US" sz="1400" dirty="0">
                <a:solidFill>
                  <a:srgbClr val="0A8276"/>
                </a:solidFill>
              </a:rPr>
              <a:t>endpoint 2 </a:t>
            </a:r>
            <a:r>
              <a:rPr lang="en-US" sz="1400" dirty="0"/>
              <a:t>is </a:t>
            </a:r>
            <a:r>
              <a:rPr lang="en-US" sz="1400" dirty="0">
                <a:solidFill>
                  <a:srgbClr val="0A8276"/>
                </a:solidFill>
              </a:rPr>
              <a:t>64 bytes</a:t>
            </a:r>
          </a:p>
          <a:p>
            <a:r>
              <a:rPr lang="en-US" sz="1600" dirty="0"/>
              <a:t>Interrupt control block</a:t>
            </a:r>
          </a:p>
          <a:p>
            <a:pPr lvl="1"/>
            <a:r>
              <a:rPr lang="en-US" sz="1400" dirty="0"/>
              <a:t>Reports connection, transfer completion, and error events to CPU</a:t>
            </a:r>
          </a:p>
          <a:p>
            <a:r>
              <a:rPr lang="en-US" sz="1600" dirty="0"/>
              <a:t>DMA request (DREQ) control</a:t>
            </a:r>
          </a:p>
          <a:p>
            <a:pPr lvl="1"/>
            <a:r>
              <a:rPr lang="en-US" sz="1400" dirty="0"/>
              <a:t>Supports data transfer using DMA, two DMA transfer modes are Automatic data transfer mode and packet transfer mode</a:t>
            </a:r>
          </a:p>
        </p:txBody>
      </p:sp>
      <p:sp>
        <p:nvSpPr>
          <p:cNvPr id="3" name="Title 2">
            <a:extLst>
              <a:ext uri="{FF2B5EF4-FFF2-40B4-BE49-F238E27FC236}">
                <a16:creationId xmlns:a16="http://schemas.microsoft.com/office/drawing/2014/main" id="{88F72D98-9637-A4E9-9768-93AACF351ED6}"/>
              </a:ext>
            </a:extLst>
          </p:cNvPr>
          <p:cNvSpPr>
            <a:spLocks noGrp="1"/>
          </p:cNvSpPr>
          <p:nvPr>
            <p:ph type="title"/>
          </p:nvPr>
        </p:nvSpPr>
        <p:spPr/>
        <p:txBody>
          <a:bodyPr/>
          <a:lstStyle/>
          <a:p>
            <a:r>
              <a:rPr lang="en-US" dirty="0"/>
              <a:t>USB Host Block</a:t>
            </a:r>
            <a:br>
              <a:rPr lang="en-US" dirty="0"/>
            </a:br>
            <a:r>
              <a:rPr lang="en-US" dirty="0"/>
              <a:t>Architecture and core blocks</a:t>
            </a:r>
          </a:p>
        </p:txBody>
      </p:sp>
      <p:sp>
        <p:nvSpPr>
          <p:cNvPr id="8" name="Rectangle 7">
            <a:extLst>
              <a:ext uri="{FF2B5EF4-FFF2-40B4-BE49-F238E27FC236}">
                <a16:creationId xmlns:a16="http://schemas.microsoft.com/office/drawing/2014/main" id="{32E126F0-7F78-8E53-3404-ED093B6FA3CB}"/>
              </a:ext>
            </a:extLst>
          </p:cNvPr>
          <p:cNvSpPr/>
          <p:nvPr/>
        </p:nvSpPr>
        <p:spPr bwMode="auto">
          <a:xfrm>
            <a:off x="6240016" y="1230314"/>
            <a:ext cx="5628133" cy="5113337"/>
          </a:xfrm>
          <a:prstGeom prst="rect">
            <a:avLst/>
          </a:prstGeom>
          <a:no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0581890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460960-11C1-FF58-F917-0D07FC39544A}"/>
              </a:ext>
            </a:extLst>
          </p:cNvPr>
          <p:cNvSpPr>
            <a:spLocks noGrp="1"/>
          </p:cNvSpPr>
          <p:nvPr>
            <p:ph sz="quarter" idx="13"/>
          </p:nvPr>
        </p:nvSpPr>
        <p:spPr>
          <a:xfrm>
            <a:off x="334800" y="1268414"/>
            <a:ext cx="5761200" cy="5113337"/>
          </a:xfrm>
        </p:spPr>
        <p:txBody>
          <a:bodyPr/>
          <a:lstStyle/>
          <a:p>
            <a:r>
              <a:rPr lang="en-US" sz="1600" dirty="0"/>
              <a:t>USB host communication follows three phases which are token, data, and handshake to control data flow and integrity</a:t>
            </a:r>
          </a:p>
          <a:p>
            <a:r>
              <a:rPr lang="en-US" sz="1600" dirty="0"/>
              <a:t>PSOC™ Control </a:t>
            </a:r>
            <a:r>
              <a:rPr lang="en-IN" sz="1600" dirty="0"/>
              <a:t>C3 (PSC3x6)</a:t>
            </a:r>
            <a:r>
              <a:rPr lang="en-US" sz="1600" dirty="0"/>
              <a:t> MCU supports </a:t>
            </a:r>
            <a:r>
              <a:rPr lang="en-US" altLang="zh-CN" sz="1600" dirty="0"/>
              <a:t>issuing</a:t>
            </a:r>
            <a:r>
              <a:rPr lang="en-US" sz="1600" dirty="0"/>
              <a:t> these packets by setting the registers</a:t>
            </a:r>
          </a:p>
          <a:p>
            <a:pPr lvl="1"/>
            <a:r>
              <a:rPr lang="en-US" sz="1400" dirty="0">
                <a:solidFill>
                  <a:srgbClr val="0A8276"/>
                </a:solidFill>
              </a:rPr>
              <a:t>Token packet:</a:t>
            </a:r>
            <a:r>
              <a:rPr lang="en-US" sz="1400" dirty="0"/>
              <a:t> Initiates all transactions; carries PID, address, and endpoint number</a:t>
            </a:r>
          </a:p>
          <a:p>
            <a:pPr lvl="2"/>
            <a:r>
              <a:rPr lang="en-US" sz="1200" dirty="0"/>
              <a:t>IN, OUT, SOF (start of frame) or SETUP token</a:t>
            </a:r>
          </a:p>
          <a:p>
            <a:pPr lvl="1"/>
            <a:r>
              <a:rPr lang="en-US" sz="1400" dirty="0">
                <a:solidFill>
                  <a:srgbClr val="0A8276"/>
                </a:solidFill>
              </a:rPr>
              <a:t>Data packet:</a:t>
            </a:r>
            <a:r>
              <a:rPr lang="en-US" sz="1400" dirty="0"/>
              <a:t> Carries actual payload data following a token packet</a:t>
            </a:r>
          </a:p>
          <a:p>
            <a:pPr lvl="2"/>
            <a:r>
              <a:rPr lang="en-US" sz="1200" dirty="0"/>
              <a:t>Device or host transfers DATA0 and DATA1</a:t>
            </a:r>
          </a:p>
          <a:p>
            <a:pPr lvl="1"/>
            <a:r>
              <a:rPr lang="en-US" sz="1400" dirty="0">
                <a:solidFill>
                  <a:srgbClr val="0A8276"/>
                </a:solidFill>
              </a:rPr>
              <a:t>Handshake packet:</a:t>
            </a:r>
            <a:r>
              <a:rPr lang="en-US" sz="1400" dirty="0"/>
              <a:t> Confirms or rejects data reception</a:t>
            </a:r>
          </a:p>
          <a:p>
            <a:pPr lvl="2"/>
            <a:r>
              <a:rPr lang="en-US" sz="1200" dirty="0">
                <a:solidFill>
                  <a:srgbClr val="0A8276"/>
                </a:solidFill>
              </a:rPr>
              <a:t>ACK: </a:t>
            </a:r>
            <a:r>
              <a:rPr lang="en-US" sz="1200" dirty="0"/>
              <a:t>Transfer successful</a:t>
            </a:r>
          </a:p>
          <a:p>
            <a:pPr lvl="2"/>
            <a:r>
              <a:rPr lang="en-US" sz="1200" dirty="0">
                <a:solidFill>
                  <a:srgbClr val="0A8276"/>
                </a:solidFill>
              </a:rPr>
              <a:t>NAK: </a:t>
            </a:r>
            <a:r>
              <a:rPr lang="en-US" sz="1200" dirty="0"/>
              <a:t>Not ready</a:t>
            </a:r>
          </a:p>
          <a:p>
            <a:pPr lvl="2"/>
            <a:r>
              <a:rPr lang="en-US" sz="1200" dirty="0">
                <a:solidFill>
                  <a:srgbClr val="0A8276"/>
                </a:solidFill>
              </a:rPr>
              <a:t>STALL:</a:t>
            </a:r>
            <a:r>
              <a:rPr lang="en-US" sz="1200" dirty="0"/>
              <a:t> Endpoint halted</a:t>
            </a:r>
          </a:p>
          <a:p>
            <a:pPr lvl="2"/>
            <a:endParaRPr lang="en-US" dirty="0"/>
          </a:p>
          <a:p>
            <a:endParaRPr lang="en-US" dirty="0"/>
          </a:p>
          <a:p>
            <a:endParaRPr lang="en-US" dirty="0"/>
          </a:p>
        </p:txBody>
      </p:sp>
      <p:sp>
        <p:nvSpPr>
          <p:cNvPr id="3" name="Title 2">
            <a:extLst>
              <a:ext uri="{FF2B5EF4-FFF2-40B4-BE49-F238E27FC236}">
                <a16:creationId xmlns:a16="http://schemas.microsoft.com/office/drawing/2014/main" id="{D6AE59FC-9C0C-BA93-489A-ECAF6DA34874}"/>
              </a:ext>
            </a:extLst>
          </p:cNvPr>
          <p:cNvSpPr>
            <a:spLocks noGrp="1"/>
          </p:cNvSpPr>
          <p:nvPr>
            <p:ph type="title"/>
          </p:nvPr>
        </p:nvSpPr>
        <p:spPr/>
        <p:txBody>
          <a:bodyPr/>
          <a:lstStyle/>
          <a:p>
            <a:r>
              <a:rPr lang="en-US" altLang="zh-CN" dirty="0"/>
              <a:t>USB Host </a:t>
            </a:r>
            <a:br>
              <a:rPr lang="en-US" altLang="zh-CN" dirty="0"/>
            </a:br>
            <a:r>
              <a:rPr lang="en-US" altLang="zh-CN" dirty="0"/>
              <a:t>Example -Data transfer</a:t>
            </a:r>
            <a:endParaRPr lang="en-US" dirty="0"/>
          </a:p>
        </p:txBody>
      </p:sp>
      <p:sp>
        <p:nvSpPr>
          <p:cNvPr id="9" name="Rectangle 8">
            <a:extLst>
              <a:ext uri="{FF2B5EF4-FFF2-40B4-BE49-F238E27FC236}">
                <a16:creationId xmlns:a16="http://schemas.microsoft.com/office/drawing/2014/main" id="{6CCFC02E-8C05-B4D6-656B-F9B735D0263C}"/>
              </a:ext>
            </a:extLst>
          </p:cNvPr>
          <p:cNvSpPr/>
          <p:nvPr/>
        </p:nvSpPr>
        <p:spPr bwMode="auto">
          <a:xfrm>
            <a:off x="7954569" y="2537183"/>
            <a:ext cx="2025327" cy="566766"/>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baseline="0" dirty="0">
                <a:solidFill>
                  <a:schemeClr val="bg1"/>
                </a:solidFill>
                <a:latin typeface="+mn-lt"/>
                <a:ea typeface="+mn-ea"/>
                <a:cs typeface="+mn-cs"/>
              </a:rPr>
              <a:t>Token packet</a:t>
            </a:r>
          </a:p>
        </p:txBody>
      </p:sp>
      <p:sp>
        <p:nvSpPr>
          <p:cNvPr id="10" name="Rectangle 9">
            <a:extLst>
              <a:ext uri="{FF2B5EF4-FFF2-40B4-BE49-F238E27FC236}">
                <a16:creationId xmlns:a16="http://schemas.microsoft.com/office/drawing/2014/main" id="{6C111863-959A-E1C9-C92E-FFABAAF305E9}"/>
              </a:ext>
            </a:extLst>
          </p:cNvPr>
          <p:cNvSpPr/>
          <p:nvPr/>
        </p:nvSpPr>
        <p:spPr bwMode="auto">
          <a:xfrm>
            <a:off x="7954569" y="3356992"/>
            <a:ext cx="2025327" cy="566766"/>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baseline="0" dirty="0">
                <a:solidFill>
                  <a:schemeClr val="bg1"/>
                </a:solidFill>
                <a:latin typeface="+mn-lt"/>
                <a:ea typeface="+mn-ea"/>
                <a:cs typeface="+mn-cs"/>
              </a:rPr>
              <a:t>Data packet</a:t>
            </a:r>
          </a:p>
        </p:txBody>
      </p:sp>
      <p:sp>
        <p:nvSpPr>
          <p:cNvPr id="15" name="Rectangle 14">
            <a:extLst>
              <a:ext uri="{FF2B5EF4-FFF2-40B4-BE49-F238E27FC236}">
                <a16:creationId xmlns:a16="http://schemas.microsoft.com/office/drawing/2014/main" id="{8F2B98D3-4E98-78F5-275D-7D35F5A0A3A7}"/>
              </a:ext>
            </a:extLst>
          </p:cNvPr>
          <p:cNvSpPr/>
          <p:nvPr/>
        </p:nvSpPr>
        <p:spPr bwMode="auto">
          <a:xfrm>
            <a:off x="7954569" y="4176802"/>
            <a:ext cx="2025327" cy="566766"/>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baseline="0" dirty="0">
                <a:solidFill>
                  <a:schemeClr val="bg1"/>
                </a:solidFill>
                <a:latin typeface="+mn-lt"/>
                <a:ea typeface="+mn-ea"/>
                <a:cs typeface="+mn-cs"/>
              </a:rPr>
              <a:t>Handshake packet</a:t>
            </a:r>
          </a:p>
        </p:txBody>
      </p:sp>
      <p:sp>
        <p:nvSpPr>
          <p:cNvPr id="16" name="Arrow: Down 15">
            <a:extLst>
              <a:ext uri="{FF2B5EF4-FFF2-40B4-BE49-F238E27FC236}">
                <a16:creationId xmlns:a16="http://schemas.microsoft.com/office/drawing/2014/main" id="{6C2BC3AC-5430-2C37-02CE-4D3B7FFA5DF5}"/>
              </a:ext>
            </a:extLst>
          </p:cNvPr>
          <p:cNvSpPr/>
          <p:nvPr/>
        </p:nvSpPr>
        <p:spPr bwMode="auto">
          <a:xfrm>
            <a:off x="8845525" y="3094910"/>
            <a:ext cx="223987" cy="262082"/>
          </a:xfrm>
          <a:prstGeom prst="down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7" name="Arrow: Down 16">
            <a:extLst>
              <a:ext uri="{FF2B5EF4-FFF2-40B4-BE49-F238E27FC236}">
                <a16:creationId xmlns:a16="http://schemas.microsoft.com/office/drawing/2014/main" id="{FFB9D15E-B776-B0C5-AE33-4E224437E65F}"/>
              </a:ext>
            </a:extLst>
          </p:cNvPr>
          <p:cNvSpPr/>
          <p:nvPr/>
        </p:nvSpPr>
        <p:spPr bwMode="auto">
          <a:xfrm>
            <a:off x="8854306" y="3923758"/>
            <a:ext cx="223987" cy="262082"/>
          </a:xfrm>
          <a:prstGeom prst="down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3" name="Rectangle 22">
            <a:extLst>
              <a:ext uri="{FF2B5EF4-FFF2-40B4-BE49-F238E27FC236}">
                <a16:creationId xmlns:a16="http://schemas.microsoft.com/office/drawing/2014/main" id="{A9D474C7-1DFE-50BF-FB0B-B4A22E9A77E2}"/>
              </a:ext>
            </a:extLst>
          </p:cNvPr>
          <p:cNvSpPr/>
          <p:nvPr/>
        </p:nvSpPr>
        <p:spPr bwMode="auto">
          <a:xfrm>
            <a:off x="6240016" y="1268414"/>
            <a:ext cx="5628133" cy="5075237"/>
          </a:xfrm>
          <a:prstGeom prst="rect">
            <a:avLst/>
          </a:prstGeom>
          <a:noFill/>
          <a:ln w="9525">
            <a:solidFill>
              <a:srgbClr val="06534B"/>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4377430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4528-C66C-942E-8B6A-62D4D4610A0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FBFA5B9-6341-C558-080D-478EF18EA833}"/>
              </a:ext>
            </a:extLst>
          </p:cNvPr>
          <p:cNvSpPr>
            <a:spLocks noGrp="1"/>
          </p:cNvSpPr>
          <p:nvPr>
            <p:ph sz="quarter" idx="13"/>
          </p:nvPr>
        </p:nvSpPr>
        <p:spPr>
          <a:xfrm>
            <a:off x="334800" y="1268414"/>
            <a:ext cx="5761200" cy="5113337"/>
          </a:xfrm>
        </p:spPr>
        <p:txBody>
          <a:bodyPr/>
          <a:lstStyle/>
          <a:p>
            <a:r>
              <a:rPr lang="en-US" sz="1600" dirty="0"/>
              <a:t>Infineon’s </a:t>
            </a:r>
            <a:r>
              <a:rPr lang="en-US" sz="1600" dirty="0" err="1"/>
              <a:t>ModusToolbox</a:t>
            </a:r>
            <a:r>
              <a:rPr lang="en-US" sz="1600" dirty="0"/>
              <a:t>™ software provides </a:t>
            </a:r>
            <a:br>
              <a:rPr lang="en-US" sz="1600" dirty="0"/>
            </a:br>
            <a:r>
              <a:rPr lang="en-US" sz="1600" dirty="0" err="1">
                <a:solidFill>
                  <a:srgbClr val="0A8276"/>
                </a:solidFill>
              </a:rPr>
              <a:t>emUSB</a:t>
            </a:r>
            <a:r>
              <a:rPr lang="en-US" sz="1600" dirty="0">
                <a:solidFill>
                  <a:srgbClr val="0A8276"/>
                </a:solidFill>
              </a:rPr>
              <a:t>-Device</a:t>
            </a:r>
            <a:r>
              <a:rPr lang="en-US" sz="1600" dirty="0"/>
              <a:t> and </a:t>
            </a:r>
            <a:r>
              <a:rPr lang="en-US" sz="1600" dirty="0" err="1">
                <a:solidFill>
                  <a:srgbClr val="0A8276"/>
                </a:solidFill>
              </a:rPr>
              <a:t>emUSB</a:t>
            </a:r>
            <a:r>
              <a:rPr lang="en-US" sz="1600" dirty="0">
                <a:solidFill>
                  <a:srgbClr val="0A8276"/>
                </a:solidFill>
              </a:rPr>
              <a:t>-Host</a:t>
            </a:r>
            <a:r>
              <a:rPr lang="en-US" sz="1600" dirty="0"/>
              <a:t> middleware, enabling users to easily use the USB peripheral of the PSOC™ Control </a:t>
            </a:r>
            <a:r>
              <a:rPr lang="en-IN" sz="1600" dirty="0"/>
              <a:t>C3 (PSC3x6)</a:t>
            </a:r>
            <a:r>
              <a:rPr lang="en-US" sz="1600" dirty="0"/>
              <a:t> MCU</a:t>
            </a:r>
          </a:p>
          <a:p>
            <a:r>
              <a:rPr lang="en-US" sz="1600" dirty="0"/>
              <a:t>Infineon has licensed </a:t>
            </a:r>
            <a:r>
              <a:rPr lang="en-US" sz="1600" dirty="0" err="1">
                <a:solidFill>
                  <a:srgbClr val="0A8276"/>
                </a:solidFill>
              </a:rPr>
              <a:t>emUSB</a:t>
            </a:r>
            <a:r>
              <a:rPr lang="en-US" sz="1600" dirty="0">
                <a:solidFill>
                  <a:srgbClr val="0A8276"/>
                </a:solidFill>
              </a:rPr>
              <a:t>-Device</a:t>
            </a:r>
            <a:r>
              <a:rPr lang="en-US" sz="1600" dirty="0"/>
              <a:t> from SEGGER and offers it for free to its customers</a:t>
            </a:r>
          </a:p>
          <a:p>
            <a:r>
              <a:rPr lang="en-US" sz="1600" dirty="0"/>
              <a:t>Users can use the Library Manager tool to </a:t>
            </a:r>
            <a:r>
              <a:rPr lang="en-US" sz="1600" dirty="0">
                <a:solidFill>
                  <a:srgbClr val="0A8276"/>
                </a:solidFill>
              </a:rPr>
              <a:t>add </a:t>
            </a:r>
            <a:r>
              <a:rPr lang="en-US" sz="1600" dirty="0" err="1">
                <a:solidFill>
                  <a:srgbClr val="0A8276"/>
                </a:solidFill>
              </a:rPr>
              <a:t>emusb</a:t>
            </a:r>
            <a:r>
              <a:rPr lang="en-US" sz="1600" dirty="0">
                <a:solidFill>
                  <a:srgbClr val="0A8276"/>
                </a:solidFill>
              </a:rPr>
              <a:t>-device middleware </a:t>
            </a:r>
            <a:r>
              <a:rPr lang="en-US" sz="1600" dirty="0"/>
              <a:t>or </a:t>
            </a:r>
            <a:r>
              <a:rPr lang="en-US" sz="1600" dirty="0" err="1">
                <a:solidFill>
                  <a:srgbClr val="0A8276"/>
                </a:solidFill>
              </a:rPr>
              <a:t>emusb</a:t>
            </a:r>
            <a:r>
              <a:rPr lang="en-US" sz="1600" dirty="0">
                <a:solidFill>
                  <a:srgbClr val="0A8276"/>
                </a:solidFill>
              </a:rPr>
              <a:t>-host middleware </a:t>
            </a:r>
            <a:r>
              <a:rPr lang="en-US" sz="1600" dirty="0"/>
              <a:t>in the project</a:t>
            </a:r>
          </a:p>
          <a:p>
            <a:r>
              <a:rPr lang="en-US" sz="1600" dirty="0"/>
              <a:t>Lib Features</a:t>
            </a:r>
          </a:p>
          <a:p>
            <a:pPr lvl="1"/>
            <a:r>
              <a:rPr lang="en-US" sz="1400" dirty="0"/>
              <a:t>High performance</a:t>
            </a:r>
          </a:p>
          <a:p>
            <a:pPr lvl="1"/>
            <a:r>
              <a:rPr lang="en-US" sz="1400" dirty="0"/>
              <a:t>Can be used with or without an RTOS</a:t>
            </a:r>
          </a:p>
          <a:p>
            <a:pPr lvl="1"/>
            <a:r>
              <a:rPr lang="en-US" sz="1400" dirty="0"/>
              <a:t>Easy to use</a:t>
            </a:r>
          </a:p>
          <a:p>
            <a:pPr lvl="1"/>
            <a:r>
              <a:rPr lang="en-US" sz="1400" dirty="0"/>
              <a:t>Easy to port</a:t>
            </a:r>
          </a:p>
          <a:p>
            <a:pPr lvl="1"/>
            <a:r>
              <a:rPr lang="en-US" sz="1400" dirty="0"/>
              <a:t>No custom USB host driver is necessary</a:t>
            </a:r>
          </a:p>
          <a:p>
            <a:endParaRPr lang="en-US" dirty="0"/>
          </a:p>
          <a:p>
            <a:r>
              <a:rPr lang="en-US" sz="1600" dirty="0"/>
              <a:t>See the </a:t>
            </a:r>
            <a:r>
              <a:rPr lang="en-US" sz="1600" dirty="0" err="1">
                <a:solidFill>
                  <a:srgbClr val="0A8276"/>
                </a:solidFill>
                <a:hlinkClick r:id="rId3">
                  <a:extLst>
                    <a:ext uri="{A12FA001-AC4F-418D-AE19-62706E023703}">
                      <ahyp:hlinkClr xmlns:ahyp="http://schemas.microsoft.com/office/drawing/2018/hyperlinkcolor" val="tx"/>
                    </a:ext>
                  </a:extLst>
                </a:hlinkClick>
              </a:rPr>
              <a:t>emUSB</a:t>
            </a:r>
            <a:r>
              <a:rPr lang="en-US" sz="1600" dirty="0">
                <a:solidFill>
                  <a:srgbClr val="0A8276"/>
                </a:solidFill>
                <a:hlinkClick r:id="rId3">
                  <a:extLst>
                    <a:ext uri="{A12FA001-AC4F-418D-AE19-62706E023703}">
                      <ahyp:hlinkClr xmlns:ahyp="http://schemas.microsoft.com/office/drawing/2018/hyperlinkcolor" val="tx"/>
                    </a:ext>
                  </a:extLst>
                </a:hlinkClick>
              </a:rPr>
              <a:t>-Device API Reference </a:t>
            </a:r>
            <a:r>
              <a:rPr lang="en-US" sz="1600" dirty="0"/>
              <a:t>for</a:t>
            </a:r>
            <a:r>
              <a:rPr lang="en-US" sz="1600" dirty="0">
                <a:solidFill>
                  <a:srgbClr val="0A8276"/>
                </a:solidFill>
              </a:rPr>
              <a:t> </a:t>
            </a:r>
            <a:r>
              <a:rPr lang="en-US" sz="1600" dirty="0"/>
              <a:t>a quick start guide</a:t>
            </a:r>
          </a:p>
          <a:p>
            <a:endParaRPr lang="en-US" dirty="0"/>
          </a:p>
        </p:txBody>
      </p:sp>
      <p:sp>
        <p:nvSpPr>
          <p:cNvPr id="3" name="Title 2">
            <a:extLst>
              <a:ext uri="{FF2B5EF4-FFF2-40B4-BE49-F238E27FC236}">
                <a16:creationId xmlns:a16="http://schemas.microsoft.com/office/drawing/2014/main" id="{896234E7-1D48-3F88-18B9-0E44784B68A6}"/>
              </a:ext>
            </a:extLst>
          </p:cNvPr>
          <p:cNvSpPr>
            <a:spLocks noGrp="1"/>
          </p:cNvSpPr>
          <p:nvPr>
            <p:ph type="title"/>
          </p:nvPr>
        </p:nvSpPr>
        <p:spPr/>
        <p:txBody>
          <a:bodyPr/>
          <a:lstStyle/>
          <a:p>
            <a:r>
              <a:rPr lang="en-US" dirty="0"/>
              <a:t>USB</a:t>
            </a:r>
            <a:br>
              <a:rPr lang="en-US" dirty="0"/>
            </a:br>
            <a:r>
              <a:rPr lang="en-US" dirty="0"/>
              <a:t>ModusToolbox™ software support</a:t>
            </a:r>
          </a:p>
        </p:txBody>
      </p:sp>
      <p:sp>
        <p:nvSpPr>
          <p:cNvPr id="2" name="Rectangle 1">
            <a:extLst>
              <a:ext uri="{FF2B5EF4-FFF2-40B4-BE49-F238E27FC236}">
                <a16:creationId xmlns:a16="http://schemas.microsoft.com/office/drawing/2014/main" id="{6FFCEDFF-2967-F303-03BF-D466C507BA11}"/>
              </a:ext>
            </a:extLst>
          </p:cNvPr>
          <p:cNvSpPr/>
          <p:nvPr/>
        </p:nvSpPr>
        <p:spPr bwMode="auto">
          <a:xfrm>
            <a:off x="6240016" y="1268414"/>
            <a:ext cx="5628133" cy="5075237"/>
          </a:xfrm>
          <a:prstGeom prst="rect">
            <a:avLst/>
          </a:prstGeom>
          <a:noFill/>
          <a:ln w="9525">
            <a:solidFill>
              <a:schemeClr val="accent1"/>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pic>
        <p:nvPicPr>
          <p:cNvPr id="11" name="Content Placeholder 10">
            <a:extLst>
              <a:ext uri="{FF2B5EF4-FFF2-40B4-BE49-F238E27FC236}">
                <a16:creationId xmlns:a16="http://schemas.microsoft.com/office/drawing/2014/main" id="{ED395F5F-A755-DBD5-78C1-884D1220265F}"/>
              </a:ext>
            </a:extLst>
          </p:cNvPr>
          <p:cNvPicPr>
            <a:picLocks noGrp="1" noChangeAspect="1"/>
          </p:cNvPicPr>
          <p:nvPr>
            <p:ph sz="quarter" idx="14"/>
          </p:nvPr>
        </p:nvPicPr>
        <p:blipFill>
          <a:blip r:embed="rId4"/>
          <a:stretch>
            <a:fillRect/>
          </a:stretch>
        </p:blipFill>
        <p:spPr>
          <a:xfrm>
            <a:off x="6704634" y="2132856"/>
            <a:ext cx="4681090" cy="3234899"/>
          </a:xfrm>
          <a:prstGeom prst="rect">
            <a:avLst/>
          </a:prstGeom>
        </p:spPr>
      </p:pic>
      <p:sp>
        <p:nvSpPr>
          <p:cNvPr id="12" name="Rectangle 11">
            <a:extLst>
              <a:ext uri="{FF2B5EF4-FFF2-40B4-BE49-F238E27FC236}">
                <a16:creationId xmlns:a16="http://schemas.microsoft.com/office/drawing/2014/main" id="{9F726BCC-C29D-6920-44BA-5885458A7962}"/>
              </a:ext>
            </a:extLst>
          </p:cNvPr>
          <p:cNvSpPr/>
          <p:nvPr/>
        </p:nvSpPr>
        <p:spPr bwMode="auto">
          <a:xfrm>
            <a:off x="6816081" y="4365104"/>
            <a:ext cx="2304256" cy="216024"/>
          </a:xfrm>
          <a:prstGeom prst="rect">
            <a:avLst/>
          </a:prstGeom>
          <a:noFill/>
          <a:ln w="38100" cap="flat" cmpd="sng" algn="ctr">
            <a:solidFill>
              <a:schemeClr val="accent1"/>
            </a:solidFill>
            <a:prstDash val="solid"/>
            <a:miter lim="800000"/>
            <a:headEnd type="none" w="med" len="med"/>
            <a:tailEnd type="none" w="med" len="med"/>
          </a:ln>
        </p:spPr>
        <p:txBody>
          <a:bodyPr wrap="square" lIns="72000" tIns="72000" rIns="72000" bIns="72000" rtlCol="0" anchor="ctr"/>
          <a:lstStyle/>
          <a:p>
            <a:pPr algn="ctr" defTabSz="576000" eaLnBrk="0" hangingPunct="0">
              <a:lnSpc>
                <a:spcPct val="120000"/>
              </a:lnSpc>
            </a:pPr>
            <a:endParaRPr lang="en-IN" sz="1600" baseline="0" dirty="0">
              <a:solidFill>
                <a:schemeClr val="bg1"/>
              </a:solidFill>
              <a:latin typeface="+mn-lt"/>
              <a:ea typeface="+mn-ea"/>
              <a:cs typeface="+mn-cs"/>
            </a:endParaRPr>
          </a:p>
        </p:txBody>
      </p:sp>
    </p:spTree>
    <p:extLst>
      <p:ext uri="{BB962C8B-B14F-4D97-AF65-F5344CB8AC3E}">
        <p14:creationId xmlns:p14="http://schemas.microsoft.com/office/powerpoint/2010/main" val="29798366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EC31941-4D01-B40C-4324-C2823CB71582}"/>
              </a:ext>
            </a:extLst>
          </p:cNvPr>
          <p:cNvSpPr>
            <a:spLocks noGrp="1"/>
          </p:cNvSpPr>
          <p:nvPr>
            <p:ph sz="quarter" idx="13"/>
          </p:nvPr>
        </p:nvSpPr>
        <p:spPr/>
        <p:txBody>
          <a:bodyPr/>
          <a:lstStyle>
            <a:lvl1pPr>
              <a:buClr>
                <a:schemeClr val="tx2"/>
              </a:buClr>
              <a:buSzPct val="100000"/>
              <a:buFont typeface="Arial" panose="020B0604020202020204" pitchFamily="34" charset="0"/>
              <a:buChar char="‒"/>
            </a:lvl1pPr>
            <a:lvl2pPr>
              <a:buClr>
                <a:schemeClr val="tx2"/>
              </a:buClr>
              <a:buSzPct val="100000"/>
              <a:buFont typeface="Arial" panose="020B0604020202020204" pitchFamily="34" charset="0"/>
              <a:buChar char="‒"/>
            </a:lvl2pPr>
            <a:lvl3pPr>
              <a:buClr>
                <a:schemeClr val="tx2"/>
              </a:buClr>
              <a:buSzPct val="100000"/>
              <a:buFont typeface="Arial" panose="020B0604020202020204" pitchFamily="34" charset="0"/>
              <a:buChar char="‒"/>
            </a:lvl3pPr>
            <a:lvl4pPr>
              <a:buClr>
                <a:schemeClr val="tx2"/>
              </a:buClr>
              <a:buSzPct val="100000"/>
              <a:buFont typeface="Arial" panose="020B0604020202020204" pitchFamily="34" charset="0"/>
              <a:buChar char="‒"/>
            </a:lvl4pPr>
            <a:lvl5pPr>
              <a:buClr>
                <a:schemeClr val="tx2"/>
              </a:buClr>
              <a:buSzPct val="100000"/>
              <a:buFont typeface="Arial" panose="020B0604020202020204" pitchFamily="34" charset="0"/>
              <a:buChar char="‒"/>
            </a:lvl5pPr>
            <a:lvl6pPr>
              <a:buClr>
                <a:schemeClr val="tx2"/>
              </a:buClr>
              <a:buFont typeface="Arial" panose="020B0604020202020204" pitchFamily="34" charset="0"/>
              <a:buChar char="‒"/>
            </a:lvl6pPr>
            <a:lvl7pPr>
              <a:buClr>
                <a:schemeClr val="tx2"/>
              </a:buClr>
              <a:buFont typeface="Arial" panose="020B0604020202020204" pitchFamily="34" charset="0"/>
              <a:buChar char="‒"/>
            </a:lvl7pPr>
            <a:lvl8pPr>
              <a:buClr>
                <a:schemeClr val="tx2"/>
              </a:buClr>
              <a:buFont typeface="Arial" panose="020B0604020202020204" pitchFamily="34" charset="0"/>
              <a:buChar char="‒"/>
            </a:lvl8pPr>
            <a:lvl9pPr>
              <a:buClr>
                <a:schemeClr val="tx2"/>
              </a:buClr>
              <a:buFont typeface="Arial" panose="020B0604020202020204" pitchFamily="34" charset="0"/>
              <a:buChar char="‒"/>
            </a:lvl9pPr>
          </a:lstStyle>
          <a:p>
            <a:pPr marL="0" indent="0">
              <a:buNone/>
            </a:pPr>
            <a:r>
              <a:rPr lang="en-US" sz="1600" dirty="0"/>
              <a:t>Infineon provides the following USB code examples to guide users on how to use the USB device mode or host mode using </a:t>
            </a:r>
            <a:r>
              <a:rPr lang="en-US" sz="1600" dirty="0">
                <a:solidFill>
                  <a:srgbClr val="0A8276"/>
                </a:solidFill>
              </a:rPr>
              <a:t>emUSB-Device</a:t>
            </a:r>
            <a:r>
              <a:rPr lang="en-US" sz="1600" dirty="0"/>
              <a:t> or </a:t>
            </a:r>
            <a:r>
              <a:rPr lang="en-US" sz="1600" dirty="0">
                <a:solidFill>
                  <a:srgbClr val="0A8276"/>
                </a:solidFill>
              </a:rPr>
              <a:t>emUSB-Host middleware</a:t>
            </a:r>
            <a:r>
              <a:rPr lang="en-US" sz="1600" dirty="0"/>
              <a:t> in ModusToolbox™</a:t>
            </a:r>
          </a:p>
          <a:p>
            <a:r>
              <a:rPr lang="en-US" sz="1600" dirty="0">
                <a:hlinkClick r:id="rId3"/>
              </a:rPr>
              <a:t>emUSB-Device - HID mouse application</a:t>
            </a:r>
            <a:r>
              <a:rPr lang="en-US" sz="1600" dirty="0">
                <a:solidFill>
                  <a:srgbClr val="0A8276"/>
                </a:solidFill>
              </a:rPr>
              <a:t>:</a:t>
            </a:r>
            <a:r>
              <a:rPr lang="en-US" sz="1600" dirty="0"/>
              <a:t> This code example demonstrates how to set up a USB HID descriptor to implement a 3-button mouse. After the device enumerates, the firmware moves the mouse cursor on your computer from the right to the left, and vice versa</a:t>
            </a:r>
          </a:p>
          <a:p>
            <a:r>
              <a:rPr lang="en-US" sz="1600" dirty="0" err="1">
                <a:hlinkClick r:id="rId4"/>
              </a:rPr>
              <a:t>emUSB</a:t>
            </a:r>
            <a:r>
              <a:rPr lang="en-US" sz="1600" dirty="0">
                <a:hlinkClick r:id="rId4"/>
              </a:rPr>
              <a:t>-Device – HID generic application</a:t>
            </a:r>
            <a:r>
              <a:rPr lang="en-US" sz="1600" dirty="0">
                <a:solidFill>
                  <a:srgbClr val="0A8276"/>
                </a:solidFill>
              </a:rPr>
              <a:t>:</a:t>
            </a:r>
            <a:r>
              <a:rPr lang="en-US" sz="1600" dirty="0"/>
              <a:t> This code example demonstrates the usage of the emUSB-Device middleware stack to configure the USB block as a generic human interface device (HID), which uses an external HID software tool to send in the generic HID inputs, which it then relays back</a:t>
            </a:r>
            <a:endParaRPr lang="en-US" sz="1600" dirty="0">
              <a:hlinkClick r:id="" action="ppaction://noaction"/>
            </a:endParaRPr>
          </a:p>
          <a:p>
            <a:r>
              <a:rPr lang="en-US" sz="1600" dirty="0" err="1">
                <a:hlinkClick r:id="" action="ppaction://noaction"/>
              </a:rPr>
              <a:t>emUSB</a:t>
            </a:r>
            <a:r>
              <a:rPr lang="en-US" sz="1600" dirty="0">
                <a:hlinkClick r:id="rId5"/>
              </a:rPr>
              <a:t>-Device – CDC echo application</a:t>
            </a:r>
            <a:r>
              <a:rPr lang="en-US" sz="1600" dirty="0">
                <a:solidFill>
                  <a:srgbClr val="0A8276"/>
                </a:solidFill>
              </a:rPr>
              <a:t>: </a:t>
            </a:r>
            <a:r>
              <a:rPr lang="en-US" sz="1600" dirty="0"/>
              <a:t>This example shows how to use </a:t>
            </a:r>
            <a:r>
              <a:rPr lang="en-US" sz="1600" dirty="0" err="1"/>
              <a:t>Segger’s</a:t>
            </a:r>
            <a:r>
              <a:rPr lang="en-US" sz="1600" dirty="0"/>
              <a:t> emUSB-Device middleware to set up the USB block for the communication device class (CDC). Once configured for CDC, the Infineon MCU device gets enumerated as a virtual COM port, which can be read and written by a terminal emulator program on a PC</a:t>
            </a:r>
          </a:p>
          <a:p>
            <a:r>
              <a:rPr lang="en-US" sz="1600" dirty="0" err="1">
                <a:hlinkClick r:id="rId6"/>
              </a:rPr>
              <a:t>emUSB</a:t>
            </a:r>
            <a:r>
              <a:rPr lang="en-US" sz="1600" dirty="0">
                <a:hlinkClick r:id="rId6"/>
              </a:rPr>
              <a:t>-Host – CDC echo application</a:t>
            </a:r>
            <a:r>
              <a:rPr lang="en-US" sz="1600" dirty="0">
                <a:solidFill>
                  <a:srgbClr val="0A8276"/>
                </a:solidFill>
              </a:rPr>
              <a:t>:</a:t>
            </a:r>
            <a:r>
              <a:rPr lang="en-US" sz="1600" dirty="0"/>
              <a:t> This code example shows how to set up a USB block as a communication device class (CDC) host using the emUSB-Host middleware. It implements echo functionality from the host side and requires a USB device configured to echo the CDC signals back to the host</a:t>
            </a:r>
          </a:p>
        </p:txBody>
      </p:sp>
      <p:sp>
        <p:nvSpPr>
          <p:cNvPr id="2" name="Title 1">
            <a:extLst>
              <a:ext uri="{FF2B5EF4-FFF2-40B4-BE49-F238E27FC236}">
                <a16:creationId xmlns:a16="http://schemas.microsoft.com/office/drawing/2014/main" id="{98DEB8BB-A05C-045A-47F5-726C0CD5C7AB}"/>
              </a:ext>
            </a:extLst>
          </p:cNvPr>
          <p:cNvSpPr>
            <a:spLocks noGrp="1"/>
          </p:cNvSpPr>
          <p:nvPr>
            <p:ph type="title"/>
          </p:nvPr>
        </p:nvSpPr>
        <p:spPr/>
        <p:txBody>
          <a:bodyPr/>
          <a:lstStyle/>
          <a:p>
            <a:r>
              <a:rPr lang="en-US" dirty="0"/>
              <a:t>USB</a:t>
            </a:r>
            <a:br>
              <a:rPr lang="en-US" dirty="0"/>
            </a:br>
            <a:r>
              <a:rPr lang="en-US" dirty="0"/>
              <a:t>Code examples</a:t>
            </a:r>
          </a:p>
        </p:txBody>
      </p:sp>
    </p:spTree>
    <p:extLst>
      <p:ext uri="{BB962C8B-B14F-4D97-AF65-F5344CB8AC3E}">
        <p14:creationId xmlns:p14="http://schemas.microsoft.com/office/powerpoint/2010/main" val="42148581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wrap="square"/>
          <a:lstStyle/>
          <a:p>
            <a:pPr lvl="0">
              <a:lnSpc>
                <a:spcPct val="100000"/>
              </a:lnSpc>
              <a:spcBef>
                <a:spcPts val="400"/>
              </a:spcBef>
              <a:buSzPct val="90000"/>
              <a:buFont typeface="Symbol" panose="05050102010706020507" pitchFamily="18" charset="2"/>
              <a:buChar char="-"/>
            </a:pPr>
            <a:r>
              <a:rPr lang="de-DE" sz="2000" dirty="0"/>
              <a:t>Import the code from PSC3M6_EVAL BSP under peripherals </a:t>
            </a:r>
          </a:p>
          <a:p>
            <a:pPr marL="0" lvl="0" indent="0">
              <a:lnSpc>
                <a:spcPct val="100000"/>
              </a:lnSpc>
              <a:spcBef>
                <a:spcPts val="400"/>
              </a:spcBef>
              <a:buSzPct val="90000"/>
              <a:buNone/>
            </a:pPr>
            <a:r>
              <a:rPr lang="de-DE" sz="2000" dirty="0">
                <a:hlinkClick r:id="rId2"/>
              </a:rPr>
              <a:t>https://github.com/Infineon/mtb-example-ce242723-usb-device-hid-mouse</a:t>
            </a:r>
            <a:endParaRPr lang="de-DE" sz="2000" dirty="0"/>
          </a:p>
          <a:p>
            <a:pPr marL="0" lvl="0" indent="0">
              <a:lnSpc>
                <a:spcPct val="100000"/>
              </a:lnSpc>
              <a:spcBef>
                <a:spcPts val="400"/>
              </a:spcBef>
              <a:buSzPct val="90000"/>
              <a:buNone/>
            </a:pPr>
            <a:endParaRPr lang="de-DE" sz="2000" dirty="0"/>
          </a:p>
          <a:p>
            <a:pPr lvl="0">
              <a:lnSpc>
                <a:spcPct val="100000"/>
              </a:lnSpc>
              <a:spcBef>
                <a:spcPts val="400"/>
              </a:spcBef>
              <a:buSzPct val="90000"/>
              <a:buFont typeface="Symbol" panose="05050102010706020507" pitchFamily="18" charset="2"/>
              <a:buChar char="-"/>
            </a:pPr>
            <a:r>
              <a:rPr lang="de-DE" sz="2000" dirty="0"/>
              <a:t>Build and flash the code to the kit  </a:t>
            </a:r>
          </a:p>
          <a:p>
            <a:pPr lvl="0">
              <a:lnSpc>
                <a:spcPct val="100000"/>
              </a:lnSpc>
              <a:spcBef>
                <a:spcPts val="400"/>
              </a:spcBef>
              <a:buSzPct val="90000"/>
              <a:buFont typeface="Symbol" panose="05050102010706020507" pitchFamily="18" charset="2"/>
              <a:buChar char="-"/>
            </a:pPr>
            <a:r>
              <a:rPr lang="de-DE" dirty="0"/>
              <a:t>After programming, the application starts automatically. Confirm that "emUSB Device: HID mouse application" is displayed on the UART terminal</a:t>
            </a:r>
            <a:endParaRPr lang="de-DE" sz="2000" dirty="0"/>
          </a:p>
          <a:p>
            <a:pPr marL="0" lvl="0" indent="0">
              <a:lnSpc>
                <a:spcPct val="100000"/>
              </a:lnSpc>
              <a:spcBef>
                <a:spcPts val="400"/>
              </a:spcBef>
              <a:buSzPct val="90000"/>
              <a:buNone/>
            </a:pPr>
            <a:endParaRPr lang="de-DE" sz="2000" dirty="0"/>
          </a:p>
          <a:p>
            <a:pPr marL="0" lvl="0" indent="0">
              <a:lnSpc>
                <a:spcPct val="100000"/>
              </a:lnSpc>
              <a:spcBef>
                <a:spcPts val="400"/>
              </a:spcBef>
              <a:buSzPct val="90000"/>
              <a:buNone/>
            </a:pPr>
            <a:endParaRPr lang="de-DE" sz="2000" dirty="0"/>
          </a:p>
          <a:p>
            <a:pPr marL="0" lvl="0" indent="0">
              <a:lnSpc>
                <a:spcPct val="100000"/>
              </a:lnSpc>
              <a:spcBef>
                <a:spcPts val="400"/>
              </a:spcBef>
              <a:buSzPct val="90000"/>
              <a:buNone/>
            </a:pPr>
            <a:endParaRPr lang="de-DE" sz="2000" dirty="0"/>
          </a:p>
          <a:p>
            <a:pPr marL="0" lvl="0" indent="0">
              <a:lnSpc>
                <a:spcPct val="100000"/>
              </a:lnSpc>
              <a:spcBef>
                <a:spcPts val="400"/>
              </a:spcBef>
              <a:buSzPct val="90000"/>
              <a:buNone/>
            </a:pPr>
            <a:endParaRPr lang="de-DE" sz="2000" dirty="0"/>
          </a:p>
          <a:p>
            <a:pPr marL="0" lvl="0" indent="0">
              <a:lnSpc>
                <a:spcPct val="100000"/>
              </a:lnSpc>
              <a:spcBef>
                <a:spcPts val="400"/>
              </a:spcBef>
              <a:buSzPct val="90000"/>
              <a:buNone/>
            </a:pPr>
            <a:endParaRPr lang="de-DE" sz="2000" dirty="0"/>
          </a:p>
          <a:p>
            <a:pPr>
              <a:lnSpc>
                <a:spcPct val="100000"/>
              </a:lnSpc>
              <a:spcBef>
                <a:spcPts val="400"/>
              </a:spcBef>
              <a:buSzPct val="90000"/>
              <a:buFont typeface="Symbol" panose="05050102010706020507" pitchFamily="18" charset="2"/>
              <a:buChar char="-"/>
            </a:pPr>
            <a:r>
              <a:rPr lang="de-DE" dirty="0"/>
              <a:t>Connect the board to your PC using another USB cable through the USB device connector (see the kit user guide for its location)</a:t>
            </a:r>
          </a:p>
          <a:p>
            <a:pPr>
              <a:lnSpc>
                <a:spcPct val="100000"/>
              </a:lnSpc>
              <a:spcBef>
                <a:spcPts val="400"/>
              </a:spcBef>
              <a:buSzPct val="90000"/>
              <a:buFont typeface="Symbol" panose="05050102010706020507" pitchFamily="18" charset="2"/>
              <a:buChar char="-"/>
            </a:pPr>
            <a:r>
              <a:rPr lang="de-DE" dirty="0"/>
              <a:t>Observe that the mouse cursor periodically moves left and right</a:t>
            </a:r>
          </a:p>
          <a:p>
            <a:pPr>
              <a:lnSpc>
                <a:spcPct val="100000"/>
              </a:lnSpc>
              <a:spcBef>
                <a:spcPts val="400"/>
              </a:spcBef>
              <a:buSzPct val="90000"/>
              <a:buFont typeface="Symbol" panose="05050102010706020507" pitchFamily="18" charset="2"/>
              <a:buChar char="-"/>
            </a:pPr>
            <a:endParaRPr lang="de-DE" dirty="0"/>
          </a:p>
          <a:p>
            <a:pPr marL="0" lvl="0" indent="0">
              <a:lnSpc>
                <a:spcPct val="100000"/>
              </a:lnSpc>
              <a:spcBef>
                <a:spcPts val="400"/>
              </a:spcBef>
              <a:buSzPct val="90000"/>
              <a:buNone/>
            </a:pPr>
            <a:endParaRPr sz="2000" dirty="0"/>
          </a:p>
        </p:txBody>
      </p:sp>
      <p:sp>
        <p:nvSpPr>
          <p:cNvPr id="3" name="Title 2"/>
          <p:cNvSpPr>
            <a:spLocks noGrp="1"/>
          </p:cNvSpPr>
          <p:nvPr>
            <p:ph type="title"/>
          </p:nvPr>
        </p:nvSpPr>
        <p:spPr/>
        <p:txBody>
          <a:bodyPr/>
          <a:lstStyle/>
          <a:p>
            <a:r>
              <a:rPr lang="de-DE" dirty="0"/>
              <a:t>Lab6:</a:t>
            </a:r>
            <a:br>
              <a:rPr lang="de-DE" dirty="0"/>
            </a:br>
            <a:r>
              <a:rPr lang="en-US" dirty="0" err="1">
                <a:hlinkClick r:id="rId2"/>
              </a:rPr>
              <a:t>emUSB</a:t>
            </a:r>
            <a:r>
              <a:rPr lang="en-US" dirty="0">
                <a:hlinkClick r:id="rId2"/>
              </a:rPr>
              <a:t>-Device - HID mouse application</a:t>
            </a:r>
            <a:r>
              <a:rPr lang="en-US" dirty="0">
                <a:solidFill>
                  <a:srgbClr val="0A8276"/>
                </a:solidFill>
              </a:rPr>
              <a:t>:</a:t>
            </a:r>
            <a:endParaRPr dirty="0"/>
          </a:p>
        </p:txBody>
      </p:sp>
      <p:sp>
        <p:nvSpPr>
          <p:cNvPr id="5" name="Footer Placeholder 4">
            <a:extLst>
              <a:ext uri="{FF2B5EF4-FFF2-40B4-BE49-F238E27FC236}">
                <a16:creationId xmlns:a16="http://schemas.microsoft.com/office/drawing/2014/main" id="{88FDDDA7-D2B1-4984-62E3-798FC9E6EEAC}"/>
              </a:ext>
            </a:extLst>
          </p:cNvPr>
          <p:cNvSpPr>
            <a:spLocks noGrp="1"/>
          </p:cNvSpPr>
          <p:nvPr>
            <p:ph type="ftr" sz="quarter" idx="15"/>
          </p:nvPr>
        </p:nvSpPr>
        <p:spPr/>
        <p:txBody>
          <a:bodyPr/>
          <a:lstStyle/>
          <a:p>
            <a:r>
              <a:rPr lang="en-US"/>
              <a:t>Sep 2026</a:t>
            </a:r>
            <a:endParaRPr lang="en-US" dirty="0"/>
          </a:p>
        </p:txBody>
      </p:sp>
      <p:pic>
        <p:nvPicPr>
          <p:cNvPr id="6" name="Picture 5">
            <a:extLst>
              <a:ext uri="{FF2B5EF4-FFF2-40B4-BE49-F238E27FC236}">
                <a16:creationId xmlns:a16="http://schemas.microsoft.com/office/drawing/2014/main" id="{D070DE21-6504-5634-A613-432A0AF515F7}"/>
              </a:ext>
            </a:extLst>
          </p:cNvPr>
          <p:cNvPicPr>
            <a:picLocks noChangeAspect="1"/>
          </p:cNvPicPr>
          <p:nvPr/>
        </p:nvPicPr>
        <p:blipFill>
          <a:blip r:embed="rId3"/>
          <a:stretch>
            <a:fillRect/>
          </a:stretch>
        </p:blipFill>
        <p:spPr>
          <a:xfrm>
            <a:off x="457200" y="3432110"/>
            <a:ext cx="7760326" cy="1444690"/>
          </a:xfrm>
          <a:prstGeom prst="rect">
            <a:avLst/>
          </a:prstGeom>
        </p:spPr>
      </p:pic>
      <p:pic>
        <p:nvPicPr>
          <p:cNvPr id="8" name="Picture 7">
            <a:extLst>
              <a:ext uri="{FF2B5EF4-FFF2-40B4-BE49-F238E27FC236}">
                <a16:creationId xmlns:a16="http://schemas.microsoft.com/office/drawing/2014/main" id="{31D282E1-E2A2-4FC0-AA24-AF03A3923986}"/>
              </a:ext>
            </a:extLst>
          </p:cNvPr>
          <p:cNvPicPr>
            <a:picLocks noChangeAspect="1"/>
          </p:cNvPicPr>
          <p:nvPr/>
        </p:nvPicPr>
        <p:blipFill>
          <a:blip r:embed="rId4"/>
          <a:stretch>
            <a:fillRect/>
          </a:stretch>
        </p:blipFill>
        <p:spPr>
          <a:xfrm>
            <a:off x="8915400" y="1215291"/>
            <a:ext cx="2872989" cy="358171"/>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1358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INTEGRATIONS.LOCALMASTER" val="{&quot;path&quot;:null,&quot;elementId&quot;:&quot;f8120ca7-cceb-428f-a7d0-f20ce9397e1b&quot;,&quot;elementName&quot;:null,&quot;databaseId&quot;:&quot;FDE84254-54DB-49E3-9A0E-CDE72035D530&quot;,&quot;timeStamp&quot;:&quot;2023-05-13T07:12:22&quot;}"/>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10GBAEGmsRCrWeMKWDzcgcEAAAAAAADAAAAAAADAAAAAwADAAIA////////BQAAAAMAEAALibftbVMxUUi3zWseTA2CxAQAAAABAAMAAAACAAMAAAAEAAMAAAAAAP///////wQAAQD///////8FAAAABAAQAAtU0aCsIfNqT7UjuaR5MIJh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XQYEAQaaxEKtZ4wpYPNyBwNEYXRhABsAAAAETGlua2VkU2hhcGVEYXRhAAUAAAAAAAJOYW1lABkAAABMaW5rZWRTaGFwZXNEYXRhUHJvcGVydHkAEFZlcnNpb24AAAAAAAlMYXN0V3JpdGUAQe86A4IBAAAAAQD/////gwCDAAAABV9pZAAQAAAABIm37W1TMVFIt81rHkwNgsQDRGF0YQAbAAAABExpbmtlZFNoYXBlRGF0YQAFAAAAAAACTmFtZQAZAAAATGlua2VkU2hhcGVzRGF0YVByb3BlcnR5ABBWZXJzaW9uAAEAAAAJTGFzdFdyaXRlAAxfI+CYAQAAAAI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hCwAAAAAAAAAAAAAgAf///////////////wAAAP///////////////wUAAAAEAP///////wUAAAADAP///////////////////////////////////////////////////////////////////////////////////////////////////////////////////////////////////////////////////////////////////////////////////////////////////////////////////////////////////////////////////////////////////////////////////////////////////////////////////////////////////////////////////////////////////////////////////////////////////////////////////////////////////////////////////////////////////////////////////////////////wEAIAH///////////////8AAA7///////8FAAAAAwD///////////////////////////////////////////////////////////////////////////////////////////////////////////////////////////////////////////////////////////////////////////////////////////////////////////////////////////////////////////////////////////////////////////////////////////////////////////////////////////////////////////////////////////////////////////////////////////////////////////////////////////////////////////////////////////////////////////////////////////////////////////////////////8CAAEBAwAAAAIA////////GgAGTGlua2VkU2hhcGVzRGF0YVByb3BlcnR5XzAEAAAAAAAFAAAABAAFAAAAAwADAAIBAwAAAAMA////////GgAGTGlua2VkU2hhcGVzRGF0YVByb3BlcnR5XzEEAAAAAQAFAAAAAgAFAAAAAQAFAAAAAAD///////8EAAEBAwAAAAQA////////JQAGTGlua2VkU2hhcGVQcmVzZW50YXRpb25TZXR0aW5nc0RhdGFfMAQ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917038712800604"/>
  <p:tag name="EMPOWERCHARTSPROPERTIES_A_LENGTH" val="24576"/>
  <p:tag name="COAUTHORING_SESSION_ID" val="346994e1-09c9-4dff-be0f-961c1b0335f9"/>
  <p:tag name="UNDO_REDO_REVISION" val="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xml><?xml version="1.0" encoding="utf-8"?>
<p:tagLst xmlns:a="http://schemas.openxmlformats.org/drawingml/2006/main" xmlns:r="http://schemas.openxmlformats.org/officeDocument/2006/relationships" xmlns:p="http://schemas.openxmlformats.org/presentationml/2006/main">
  <p:tag name="MIO_FALLBACK_LAYOUT" val="4"/>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18"/>
  <p:tag name="MIO_HDS" val="True"/>
  <p:tag name="MIO_SKIPVERSION" val="01.01.0001 00:00:00"/>
  <p:tag name="MIO_EKGUID" val="f8120ca7-cceb-428f-a7d0-f20ce9397e1b"/>
  <p:tag name="MIO_UPDATE" val="True"/>
  <p:tag name="MIO_VERSION" val="13.05.2023 07:12:22"/>
  <p:tag name="MIO_DBID" val="FDE84254-54DB-49E3-9A0E-CDE72035D530"/>
  <p:tag name="MIO_LASTDOWNLOADED" val="26.07.2023 12:28:29.220"/>
  <p:tag name="MIO_OBJECTNAME" val="Infineon LCD 16:9"/>
  <p:tag name="MIO_CDID" val="e2fc2f9e-d5cf-4311-b3a1-0559b8fd1ab8"/>
</p:tagLst>
</file>

<file path=ppt/tags/tag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_1MIOPlaceholderMapping.2MIOPlaceholderMapping-Infineon 16:9MIOPlaceholderMapping.Presentation title 1MIOPlaceholderMapping.1MIOPlaceholderMapping;Infineon 16:9MIOPlaceholderMapping.IFX_PresentationTitle_2MIOPlaceholderMapping.3MIOPlaceholderMapping-Infineon 16:9MIOPlaceholderMapping.Presentation title 1MIOPlaceholderMapping.1MIOPlaceholderMapping;Infineon 16:9MIOPlaceholderMapping.IFX_PresentationTitle_3MIOPlaceholderMapping.4MIOPlaceholderMapping-Infineon 16:9MIOPlaceholderMapping.Presentation title 1MIOPlaceholderMapping.1MIOPlaceholderMapping;Infineon 16:9MIOPlaceholderMapping.IFX_PresentationTitle_1MIOPlaceholderMapping.2MIOPlaceholderMapping.Picture Placeholder 20MIOPlaceholderMapping.18MIOPlaceholderMapping-Infineon 16:9MIOPlaceholderMapping.Presentation title 1MIOPlaceholderMapping.1MIOPlaceholderMapping.Crystal Picture PlaceholderMIOPlaceholderMapping.15MIOPlaceholderMapping;Infineon 16:9MIOPlaceholderMapping.IFX_PresentationTitle_2MIOPlaceholderMapping.3MIOPlaceholderMapping.Picture Placeholder 20MIOPlaceholderMapping.14MIOPlaceholderMapping-Infineon 16:9MIOPlaceholderMapping.Presentation title 1MIOPlaceholderMapping.1MIOPlaceholderMapping.Crystal Picture PlaceholderMIOPlaceholderMapping.15"/>
</p:tagLst>
</file>

<file path=ppt/tags/tag1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MIOPlaceholderMapping.1MIOPlaceholderMapping-Infineon 16:9MIOPlaceholderMapping.Presentation title 3MIOPlaceholderMapping.3"/>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OnlyMIOPlaceholderMapping.5MIOPlaceholderMapping-Infineon 16:9MIOPlaceholderMapping.Title OnlyMIOPlaceholderMapping.4"/>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ContentMIOPlaceholderMapping.6MIOPlaceholderMapping-Infineon 16:9MIOPlaceholderMapping.Title | contentMIOPlaceholderMapping.5"/>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wo_ContentMIOPlaceholderMapping.8MIOPlaceholderMapping-Infineon 16:9MIOPlaceholderMapping.2 contentsMIOPlaceholderMapping.6"/>
</p:tagLst>
</file>

<file path=ppt/tags/tag7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9.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SectionMIOPlaceholderMapping.9MIOPlaceholderMapping-Infineon 16:9MIOPlaceholderMapping.Section 1MIOPlaceholderMapping.7"/>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5.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Four_ContentMIOPlaceholderMapping.10MIOPlaceholderMapping-Infineon 16:9MIOPlaceholderMapping.4 contentsMIOPlaceholderMapping.9"/>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wo_ColumnsMIOPlaceholderMapping.11MIOPlaceholderMapping-Infineon 16:9MIOPlaceholderMapping.Row | 2 columnsMIOPlaceholderMapping.10"/>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1.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Two_Columns_RowMIOPlaceholderMapping.12MIOPlaceholderMapping-Infineon 16:9MIOPlaceholderMapping.Row | 2 columns | rowMIOPlaceholderMapping.11"/>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hree_ColumnsMIOPlaceholderMapping.13MIOPlaceholderMapping-Infineon 16:9MIOPlaceholderMapping.3 columnsMIOPlaceholderMapping.12"/>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7.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hree_ColumnsMIOPlaceholderMapping.14MIOPlaceholderMapping-Infineon 16:9MIOPlaceholderMapping.Row | 3 columnsMIOPlaceholderMapping.13"/>
</p:tagLst>
</file>

<file path=ppt/tags/tag1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0.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our_ColumnsMIOPlaceholderMapping.15MIOPlaceholderMapping-Infineon 16:9MIOPlaceholderMapping.4 columnsMIOPlaceholderMapping.14"/>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Four_ColumnsMIOPlaceholderMapping.16MIOPlaceholderMapping-Infineon 16:9MIOPlaceholderMapping.Row | 4 columnsMIOPlaceholderMapping.15"/>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5.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EmptyMIOPlaceholderMapping.17MIOPlaceholderMapping-Infineon 16:9MIOPlaceholderMapping.EmptyMIOPlaceholderMapping.16"/>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9.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ullpicMIOPlaceholderMapping.18MIOPlaceholderMapping-Infineon 16:9MIOPlaceholderMapping.FullpicMIOPlaceholderMapping.17"/>
</p:tagLst>
</file>

<file path=ppt/tags/tag1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 name="EMPOWER_OVERLAY_IGNORE" val="Yes please."/>
  <p:tag name="MIO_SELECTION_PROXY" val="7ffffff8-c032-0000-2cb5-5a6200000000"/>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 name="EMPOWER_OVERLAY_IGNORE" val="Yes please."/>
  <p:tag name="MIO_SELECTION_PROXY" val="7fffff0b-0008-0000-f8a4-e0f200000000"/>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5SZ9IT2XYhKows7M85BHgwEAAAAAAADAAAAAAADAAAAAwADAAIA////////BQAAAAMAEAAL990MhWUPKEyTx2qlfPI+ZQQAAAABAAMAAAACAAMAAAAEAAMAAAAAAAMAAAAEAAQAAgD///////8FAAAABAAQAAv0cefNeklmQKV2djUiNV8z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Jn0hPZdiEqjCzszzkEeDAREYXRhAAUAAAAAAk5hbWUADQAAAExpbmtEYXRhTGlzdAAQVmVyc2lvbgAAAAAACUxhc3RXcml0ZQBBwabPjwEAAAABAP////9hAGEAAAAFX2lkABAAAAAE990MhWUPKEyTx2qlfPI+ZQREYXRhAAUAAAAAAk5hbWUADQAAAExpbmtEYXRhTGlzdAAQVmVyc2lvbgABAAAACUxhc3RXcml0ZQBDwabPjwEAAAACAP////9wAHAAAAAFX2lkABAAAAAE9HHnzXpJZkCldnY1IjVfMwNEYXRhABYAAAACUGVyc29uYWxJZAABAAAAAAACTmFtZQALAAAAUGVyc29uYWxJZAAQVmVyc2lvbgAAAAAACUxhc3RXcml0ZQB+wabP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7725633690375"/>
  <p:tag name="EMPOWERCHARTSPROPERTIES_B_LENGTH" val="24576"/>
  <p:tag name="DOWN_MIGRATION_INITIAL_LAYOUT_REQUIRED" val="9.2.99"/>
  <p:tag name="RUNTIME_ID" val="3600eeb8-de05-4b7a-92e0-ec3b03519a72"/>
</p:tagLst>
</file>

<file path=ppt/tags/tag20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MA////////////////////////////////////////////////////////////////////////////////////////////////////////////////////////////////////////////////////////////////////////////////////////////////////////////////////////////////////////////////////////////////////////////////////////////////////////////////////////////////////////////////////////////////////////////////////////////////////////////////////////////////////////////////////////////////////////////////////////////////////////////////////////AgABAP///////wUAAAACABAAC6o/PQqgkxtOggZHJ7yKr9IEAAAAAAADAAAAAAADAAAABAADAAEA////////BQAAAAMAEAALDYgrkzNMBE2CYTyGqR4FYAQAAAABAAMAAAAEAAMAAAABAAQAAQD///////8FAAAABAAQAAvDBtFYmdb7S7ilSsLGkwpR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j89CqCTG06CBkcnvIqv0gREYXRhAAUAAAAAAk5hbWUADQAAAExpbmtEYXRhTGlzdAAQVmVyc2lvbgABAAAACUxhc3RXcml0ZQDUU0CrjwEAAAABAP////9hAGEAAAAFX2lkABAAAAAEDYgrkzNMBE2CYTyGqR4FYAREYXRhAAUAAAAAAk5hbWUADQAAAExpbmtEYXRhTGlzdAAQVmVyc2lvbgAAAAAACUxhc3RXcml0ZQDSU0CrjwEAAAACAP////9wAHAAAAAFX2lkABAAAAAEwwbRWJnW+0u4pUrCxpMKUQNEYXRhABYAAAACUGVyc29uYWxJZAABAAAAAAACTmFtZQALAAAAUGVyc29uYWxJZAAQVmVyc2lvbgAAAAAACUxhc3RXcml0ZQACVEC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8708917866"/>
  <p:tag name="EMPOWERCHARTSPROPERTIES_B_LENGTH" val="24576"/>
  <p:tag name="DOWN_MIGRATION_INITIAL_LAYOUT_REQUIRED" val="9.2.99"/>
  <p:tag name="RUNTIME_ID" val="0c853d04-d3ae-4069-9abe-d5094e96068a"/>
</p:tagLst>
</file>

<file path=ppt/tags/tag2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tgsAAAAAAAAAAAAAIAD///////////////8AAAD///////////////8DAAAAAgD///////8DAAAAAgD///////8DAAAAAwD///////8DAAAAAwD///////8DAAAAAwD///////8DAAAAAwD///////8DAAAAAwD///////8DAAAAAwD///////////////////////////////////////////////////////////////////////////////////////////////////////////////////////////////////////////////////////////////////////////////////////////////////////////////////////////////////////////////////////////////////////////////////////////////////////////////////////////////////////////////////////////////////////////////////////////////8BACAA////////////////AAAO////////AwAAAAQA////////////////////////////////////////////////////////////////////////////////////////////////////////////////////////////////////////////////////////////////////////////////////////////////////////////////////////////////////////////////////////////////////////////////////////////////////////////////////////////////////////////////////////////////////////////////////////////////////////////////////////////////////////////////////////////////////////////////////////////////////////////////////////AgACAP///////wUAAAACABAAC6IyA3jRFLFJmlJFXEr2q4AEAAAAAAADAAAAAAADAAAAAwADAAAAAAADAAAAAwADAAgA////////BQAAAAMAEAALXMvXyvNRcEqb3D7M4tiSmQQAAAABAAMAAAACAAMAAAAEAAMAAAACAP///////wMAAAAAAP///////wMAAAAAAP///////wMAAAAAAP///////wMAAAAAAP///////wMAAAAAAP///////wMAAAAAAP///////wQAAQD///////8FAAAABAAQAAuak0n1tA7iTqDEMaUdhkm3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jIDeNEUsUmaUkVcSvargAREYXRhAAUAAAAAAk5hbWUADQAAAExpbmtEYXRhTGlzdAAQVmVyc2lvbgAAAAAACUxhc3RXcml0ZQCukj+rjwEAAAABAP////9hAGEAAAAFX2lkABAAAAAEXMvXyvNRcEqb3D7M4tiSmQREYXRhAAUAAAAAAk5hbWUADQAAAExpbmtEYXRhTGlzdAAQVmVyc2lvbgABAAAACUxhc3RXcml0ZQCxkj+rjwEAAAACAP////9wAHAAAAAFX2lkABAAAAAEmpNJ9bQO4k6gxDGlHYZJtwNEYXRhABYAAAACUGVyc29uYWxJZAABAAAAAAACTmFtZQALAAAAUGVyc29uYWxJZAAQVmVyc2lvbgAAAAAACUxhc3RXcml0ZQDfkz+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yCwAAAAAAAAAAAAAgAf///////////////wAAAP///////////////wUAAAACAP///////wUAAAACAP///////wUAAAADAP///////wUAAAADAP///////wUAAAADAP///////wUAAAADAP///////wUAAAADAP///////wUAAAADAP///////////////////////////////////////////////////////////////////////////////////////////////////////////////////////////////////////////////////////////////////////////////////////////////////////////////////////////////////////////////////////////////////////////////////////////////////////////////////////////////////////////////////////////////////////////////////////////////wEAIAH///////////////8AAA7///////8FAAAABAD///////////////////////////////////////////////////////////////////////////////////////////////////////////////////////////////////////////////////////////////////////////////////////////////////////////////////////////////////////////////////////////////////////////////////////////////////////////////////////////////////////////////////////////////////////////////////////////////////////////////////////////////////////////////////////////////////////////////////////////////////////////////////////8CAAIBAwAAAAIA////////DgAGTGlua0RhdGFMaXN0XzAEAAAAAAAFAAAAAAAFAAAAAwAFAAAAAAAFAAAAAwADAAgBAwAAAAMA////////DgAGTGlua0RhdGFMaXN0XzEEAAAAAQAFAAAAAgAFAAAABAAFAAAAAgAFAAAABAAFAAAAAAD///////8FAAAAAAD///////8FAAAAAAD///////8FAAAAAAD///////8FAAAAAA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8218042285"/>
  <p:tag name="EMPOWERCHARTSPROPERTIES_B_LENGTH" val="24576"/>
  <p:tag name="DOWN_MIGRATION_INITIAL_LAYOUT_REQUIRED" val="9.2.99"/>
  <p:tag name="RUNTIME_ID" val="e1b648b3-a0f1-49ab-8eca-aa3e5ce914d2"/>
</p:tagLst>
</file>

<file path=ppt/tags/tag2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QA////////////////////////////////////////////////////////////////////////////////////////////////////////////////////////////////////////////////////////////////////////////////////////////////////////////////////////////////////////////////////////////////////////////////////////////////////////////////////////////////////////////////////////////////////////////////////////////////////////////////////////////////////////////////////////////////////////////////////////////////////////////////////////AgABAP///////wUAAAACABAACxospwxJ5/dHpzTg47/4Jv4EAAAAAAADAAAAAAADAAAAAwADAAEA////////BQAAAAMAEAALKU2FJEYE0kqAJLEtdvc23QQAAAABAAMAAAACAAMAAAAEAAQAAgD///////8FAAAABAAQAAv5D1LKLPQmTKnBrDRiUwU+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iynDEnn90enNODjv/gm/gREYXRhAAUAAAAAAk5hbWUADQAAAExpbmtEYXRhTGlzdAAQVmVyc2lvbgAAAAAACUxhc3RXcml0ZQAelT+rjwEAAAABAP////9hAGEAAAAFX2lkABAAAAAEKU2FJEYE0kqAJLEtdvc23QREYXRhAAUAAAAAAk5hbWUADQAAAExpbmtEYXRhTGlzdAAQVmVyc2lvbgABAAAACUxhc3RXcml0ZQAflT+rjwEAAAACAP////9wAHAAAAAFX2lkABAAAAAE+Q9Syiz0Jkypwaw0YlMFPgNEYXRhABYAAAACUGVyc29uYWxJZAABAAAAAAACTmFtZQALAAAAUGVyc29uYWxJZAAQVmVyc2lvbgAAAAAACUxhc3RXcml0ZQBNlT+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8220675797"/>
  <p:tag name="EMPOWERCHARTSPROPERTIES_B_LENGTH" val="24576"/>
  <p:tag name="DOWN_MIGRATION_INITIAL_LAYOUT_REQUIRED" val="9.2.99"/>
  <p:tag name="RUNTIME_ID" val="7eaa4589-1b34-4999-98f4-b694392e38a1"/>
</p:tagLst>
</file>

<file path=ppt/tags/tag2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wD///////8DAAAAAwD///////////////////////////////////////////////////////////////////////////////////////////////////////////////////////////////////////////////////////////////////////////////////////////////////////////////////////////////////////////////////////////////////////////////////////////////////////////////////////////////////////////////////////////////////////////////////////////////////////////////////////////////////////////////////////////////8BACAA////////////////AAAO////////AwAAAAMA////////////////////////////////////////////////////////////////////////////////////////////////////////////////////////////////////////////////////////////////////////////////////////////////////////////////////////////////////////////////////////////////////////////////////////////////////////////////////////////////////////////////////////////////////////////////////////////////////////////////////////////////////////////////////////////////////////////////////////////////////////////////////////AgABAP///////wUAAAACABAACwiEhk8v1LhIoJLT6rytqyAEAAAAAAADAAAABAADAAAAAwADAAQA////////BQAAAAMAEAAL96BYjigUTEGV4YxASU/QZQQAAAABAAMAAAACAAMAAAABAAMAAAAEAP///////wMAAAAAAP///////wMAAAAAAP///////wQAAgD///////8FAAAABAAQAAuOgKEJ4kciTrufQ/0w5bFU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ISGTy/UuEigktPqvK2rIAREYXRhAAUAAAAAAk5hbWUADQAAAExpbmtEYXRhTGlzdAAQVmVyc2lvbgAAAAAACUxhc3RXcml0ZQAC+j6rjwEAAAABAP////9hAGEAAAAFX2lkABAAAAAE96BYjigUTEGV4YxASU/QZQREYXRhAAUAAAAAAk5hbWUADQAAAExpbmtEYXRhTGlzdAAQVmVyc2lvbgABAAAACUxhc3RXcml0ZQAD+j6rjwEAAAACAP////9wAHAAAAAFX2lkABAAAAAEjoChCeJHIk67n0P9MOWxVANEYXRhABYAAAACUGVyc29uYWxJZAABAAAAAAACTmFtZQALAAAAUGVyc29uYWxJZAAQVmVyc2lvbgAAAAAACUxhc3RXcml0ZQBE+j6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DAP///////wUAAAADAP///////wUAAAADAP///////////////////////////////////////////////////////////////////////////////////////////////////////////////////////////////////////////////////////////////////////////////////////////////////////////////////////////////////////////////////////////////////////////////////////////////////////////////////////////////////////////////////////////////////////////////////////////////////////////////////////////////////////////////////////////////wEAIAH///////////////8AAA7///////8FAAAABAD///////////////////////////////////////////////////////////////////////////////////////////////////////////////////////////////////////////////////////////////////////////////////////////////////////////////////////////////////////////////////////////////////////////////////////////////////////////////////////////////////////////////////////////////////////////////////////////////////////////////////////////////////////////////////////////////////////////////////////////////////////////////////////8CAAEBAwAAAAIA////////DgAGTGlua0RhdGFMaXN0XzAEAAAAAAAFAAAAAAAFAAAAAwADAAQBAwAAAAMA////////DgAGTGlua0RhdGFMaXN0XzEEAAAAAQAFAAAAAgAFAAAABAAFAAAAAAAFAAAABAAFAAAAAAAFAAAABAAFAAAAAAD///////8EAAMBAwAAAAQA////////DAAGUGVyc29uYWxJZF8wBAAAAAIABQAAAAM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7823840231"/>
  <p:tag name="EMPOWERCHARTSPROPERTIES_B_LENGTH" val="24576"/>
  <p:tag name="DOWN_MIGRATION_INITIAL_LAYOUT_REQUIRED" val="9.2.99"/>
  <p:tag name="RUNTIME_ID" val="d8971d5c-ac93-4118-8f92-c8f9020e55bb"/>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xmhNBkO3q03KaGr7R7NdNg"/>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kgsAAAAAAAAAAAAAIAD///////////////8AAAD///////////////8DAAAAAgD///////8DAAAAAgD///////8DAAAAAgD///////8DAAAAAgD///////8DAAAAAgD///////8DAAAAAwD///////////////////////////////////////////////////////////////////////////////////////////////////////////////////////////////////////////////////////////////////////////////////////////////////////////////////////////////////////////////////////////////////////////////////////////////////////////////////////////////////////////////////////////////////////////////////////////////////////////////////////////////8BACAA////////////////AAAO////////AwAAAAQA////////////////////////////////////////////////////////////////////////////////////////////////////////////////////////////////////////////////////////////////////////////////////////////////////////////////////////////////////////////////////////////////////////////////////////////////////////////////////////////////////////////////////////////////////////////////////////////////////////////////////////////////////////////////////////////////////////////////////////////////////////////////////////AgAFAP///////wUAAAACABAACzuWMSC9BgNHrkyLsES8AgIEAAAAAAADAAAAAAADAAAAAwADAAAAAAADAAAAAwADAAAAAAADAAAAAwADAAAAAAADAAAAAwADAAAAAAADAAAAAwADAAYA////////BQAAAAMAEAALNe+wk0PajEOwGzRImyQbyQQAAAABAAMAAAACAAMAAAAEAAMAAAACAAMAAAAEAAMAAAACAAMAAAAEAAMAAAACAP///////wMAAAACAP///////wMAAAAAAP///////wQAAwD///////8FAAAABAAQAAt03iz+Ig5oSK6DODV+aUTaBAAAAAIAAwAAAAMAAwAAAAE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5YxIL0GA0euTIuwRLwCAgREYXRhAAUAAAAAAk5hbWUADQAAAExpbmtEYXRhTGlzdAAQVmVyc2lvbgABAAAACUxhc3RXcml0ZQCwlT+rjwEAAAABAP////9hAGEAAAAFX2lkABAAAAAENe+wk0PajEOwGzRImyQbyQREYXRhAAUAAAAAAk5hbWUADQAAAExpbmtEYXRhTGlzdAAQVmVyc2lvbgAAAAAACUxhc3RXcml0ZQCtlT+rjwEAAAACAP////9wAHAAAAAFX2lkABAAAAAEdN4s/iIOaEiugzg1fmlE2gNEYXRhABYAAAACUGVyc29uYWxJZAABAAAAAAACTmFtZQALAAAAUGVyc29uYWxJZAAQVmVyc2lvbgAAAAAACUxhc3RXcml0ZQDclT+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yCwAAAAAAAAAAAAAgAf///////////////wAAAP///////////////wUAAAADAP///////wUAAAADAP///////wUAAAADAP///////wUAAAADAP///////wUAAAADAP///////wUAAAADAP///////////////////////////////////////////////////////////////////////////////////////////////////////////////////////////////////////////////////////////////////////////////////////////////////////////////////////////////////////////////////////////////////////////////////////////////////////////////////////////////////////////////////////////////////////////////////////////////////////////////////////////////wEAIAH///////////////8AAA7///////8FAAAABAD///////////////////////////////////////////////////////////////////////////////////////////////////////////////////////////////////////////////////////////////////////////////////////////////////////////////////////////////////////////////////////////////////////////////////////////////////////////////////////////////////////////////////////////////////////////////////////////////////////////////////////////////////////////////////////////////////////////////////////////////////////////////////////8CAAUBAwAAAAIA////////DgAGTGlua0RhdGFMaXN0XzEEAAAAAAAFAAAAAwAFAAAABAAFAAAAAwD///////8FAAAAAwD///////8FAAAAAwD///////8FAAAAAwD///////8DAAYBAwAAAAMA////////DgAGTGlua0RhdGFMaXN0XzAEAAAAAQAFAAAAAAAFAAAAAgAFAAAAAAAFAAAAAgAFAAAAAAAFAAAAAgAFAAAAAAAFAAAAAg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8222115990"/>
  <p:tag name="EMPOWERCHARTSPROPERTIES_B_LENGTH" val="24576"/>
  <p:tag name="DOWN_MIGRATION_INITIAL_LAYOUT_REQUIRED" val="9.2.99"/>
  <p:tag name="RUNTIME_ID" val="35d8789d-333b-4f6b-bdb9-1ed883509039"/>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xmhNBkO3q03KaGr7R7NdNg"/>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kgsAAAAAAAAAAAAAIAD///////////////8AAAD///////////////8DAAAAAgD///////8DAAAAAgD///////8DAAAAAgD///////8DAAAAAgD///////8DAAAAAgD///////8DAAAAAwD///////////////////////////////////////////////////////////////////////////////////////////////////////////////////////////////////////////////////////////////////////////////////////////////////////////////////////////////////////////////////////////////////////////////////////////////////////////////////////////////////////////////////////////////////////////////////////////////////////////////////////////////8BACAA////////////////AAAO////////AwAAAAQA////////////////////////////////////////////////////////////////////////////////////////////////////////////////////////////////////////////////////////////////////////////////////////////////////////////////////////////////////////////////////////////////////////////////////////////////////////////////////////////////////////////////////////////////////////////////////////////////////////////////////////////////////////////////////////////////////////////////////////////////////////////////////////AgAFAP///////wUAAAACABAACzuWMSC9BgNHrkyLsES8AgIEAAAAAAADAAAAAAADAAAAAwADAAAAAAADAAAAAwADAAAAAAADAAAAAwADAAAAAAADAAAAAwADAAAAAAADAAAAAwADAAYA////////BQAAAAMAEAALNe+wk0PajEOwGzRImyQbyQQAAAABAAMAAAACAAMAAAAEAAMAAAACAAMAAAAEAAMAAAACAAMAAAAEAAMAAAACAP///////wMAAAACAP///////wMAAAAAAP///////wQAAwD///////8FAAAABAAQAAt03iz+Ig5oSK6DODV+aUTaBAAAAAIAAwAAAAMAAwAAAAE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5YxIL0GA0euTIuwRLwCAgREYXRhAAUAAAAAAk5hbWUADQAAAExpbmtEYXRhTGlzdAAQVmVyc2lvbgABAAAACUxhc3RXcml0ZQCwlT+rjwEAAAABAP////9hAGEAAAAFX2lkABAAAAAENe+wk0PajEOwGzRImyQbyQREYXRhAAUAAAAAAk5hbWUADQAAAExpbmtEYXRhTGlzdAAQVmVyc2lvbgAAAAAACUxhc3RXcml0ZQCtlT+rjwEAAAACAP////9wAHAAAAAFX2lkABAAAAAEdN4s/iIOaEiugzg1fmlE2gNEYXRhABYAAAACUGVyc29uYWxJZAABAAAAAAACTmFtZQALAAAAUGVyc29uYWxJZAAQVmVyc2lvbgAAAAAACUxhc3RXcml0ZQDclT+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yCwAAAAAAAAAAAAAgAf///////////////wAAAP///////////////wUAAAADAP///////wUAAAADAP///////wUAAAADAP///////wUAAAADAP///////wUAAAADAP///////wUAAAADAP///////////////////////////////////////////////////////////////////////////////////////////////////////////////////////////////////////////////////////////////////////////////////////////////////////////////////////////////////////////////////////////////////////////////////////////////////////////////////////////////////////////////////////////////////////////////////////////////////////////////////////////////wEAIAH///////////////8AAA7///////8FAAAABAD///////////////////////////////////////////////////////////////////////////////////////////////////////////////////////////////////////////////////////////////////////////////////////////////////////////////////////////////////////////////////////////////////////////////////////////////////////////////////////////////////////////////////////////////////////////////////////////////////////////////////////////////////////////////////////////////////////////////////////////////////////////////////////8CAAUBAwAAAAIA////////DgAGTGlua0RhdGFMaXN0XzEEAAAAAAAFAAAAAwAFAAAABAAFAAAAAwD///////8FAAAAAwD///////8FAAAAAwD///////8FAAAAAwD///////8DAAYBAwAAAAMA////////DgAGTGlua0RhdGFMaXN0XzAEAAAAAQAFAAAAAAAFAAAAAgAFAAAAAAAFAAAAAgAFAAAAAAAFAAAAAgAFAAAAAAAFAAAAAg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8222115990"/>
  <p:tag name="EMPOWERCHARTSPROPERTIES_B_LENGTH" val="24576"/>
  <p:tag name="DOWN_MIGRATION_INITIAL_LAYOUT_REQUIRED" val="9.2.99"/>
  <p:tag name="RUNTIME_ID" val="94f56f7d-e7ba-48b9-b900-31c5732e6af1"/>
</p:tagLst>
</file>

<file path=ppt/tags/tag215.xml><?xml version="1.0" encoding="utf-8"?>
<p:tagLst xmlns:a="http://schemas.openxmlformats.org/drawingml/2006/main" xmlns:r="http://schemas.openxmlformats.org/officeDocument/2006/relationships" xmlns:p="http://schemas.openxmlformats.org/presentationml/2006/main">
  <p:tag name="MIO_EKGUID" val="93adcbf1-0d75-44dd-b95c-15a44b06e19f"/>
  <p:tag name="MIO_GUID" val="530f2cc1-9b0f-434e-8eb6-87b46aec971d"/>
  <p:tag name="MIO_UPDATE" val="True"/>
  <p:tag name="MIO_VERSION" val="05.03.2023 11:14:02"/>
  <p:tag name="MIO_DBID" val="FDE84254-54DB-49E3-9A0E-CDE72035D530"/>
  <p:tag name="MIO_LASTDOWNLOADED" val="30.05.2024 08:45:19.227"/>
  <p:tag name="MIO_OBJECTNAME" val="Network"/>
  <p:tag name="MIO_CONTENTTAG" val="IDm6fOz+t0i14UiBOpfmoANDlVufIKlOvp92C8o43fs="/>
  <p:tag name="MIO_LASTEDITORNAME" val="Verena Kohl"/>
</p:tagLst>
</file>

<file path=ppt/tags/tag216.xml><?xml version="1.0" encoding="utf-8"?>
<p:tagLst xmlns:a="http://schemas.openxmlformats.org/drawingml/2006/main" xmlns:r="http://schemas.openxmlformats.org/officeDocument/2006/relationships" xmlns:p="http://schemas.openxmlformats.org/presentationml/2006/main">
  <p:tag name="MIO_EKGUID" val="714238bc-10cc-4d43-9b4a-eb903da5d74a"/>
  <p:tag name="MIO_GUID" val="7a9c1b74-7c94-4290-8059-2bcf1c001ab0"/>
  <p:tag name="MIO_UPDATE" val="True"/>
  <p:tag name="MIO_VERSION" val="05.03.2023 11:17:27"/>
  <p:tag name="MIO_DBID" val="FDE84254-54DB-49E3-9A0E-CDE72035D530"/>
  <p:tag name="MIO_LASTDOWNLOADED" val="30.05.2024 08:45:29.421"/>
  <p:tag name="MIO_OBJECTNAME" val="Security shield"/>
  <p:tag name="MIO_CONTENTTAG" val="IEjgyWNqd0+J9hV9NkAF5bhfPD6dCOxIpRlbOP0p198="/>
  <p:tag name="MIO_LASTEDITORNAME" val="Verena Kohl"/>
</p:tagLst>
</file>

<file path=ppt/tags/tag217.xml><?xml version="1.0" encoding="utf-8"?>
<p:tagLst xmlns:a="http://schemas.openxmlformats.org/drawingml/2006/main" xmlns:r="http://schemas.openxmlformats.org/officeDocument/2006/relationships" xmlns:p="http://schemas.openxmlformats.org/presentationml/2006/main">
  <p:tag name="MIO_EKGUID" val="1f64eebf-6efa-49c9-a5a8-278d1f70fd5c"/>
  <p:tag name="MIO_GUID" val="735adad6-fd50-4a39-9c36-359a4092c42a"/>
  <p:tag name="MIO_UPDATE" val="True"/>
  <p:tag name="MIO_VERSION" val="05.03.2023 11:12:49"/>
  <p:tag name="MIO_DBID" val="FDE84254-54DB-49E3-9A0E-CDE72035D530"/>
  <p:tag name="MIO_LASTDOWNLOADED" val="30.05.2024 08:45:48.034"/>
  <p:tag name="MIO_OBJECTNAME" val="Heart hashtag"/>
  <p:tag name="MIO_CONTENTTAG" val="aIkO/0OEKkGR/T0xEhWHRNshTsCCWqZCn9K9Qrp0PO8="/>
  <p:tag name="MIO_LASTEDITORNAME" val="Verena Kohl"/>
</p:tagLst>
</file>

<file path=ppt/tags/tag2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BAD///////////////////////////////////////////////////////////////////////////////////////////////////////////////////////////////////////////////////////////////////////////////////////////////////////////////////////////////////////////////////////////////////////////////////////////////////////////////////////////////////////////////////////////////////////////////////////////////////////////////////////////////////////////////////////////////////////////////////////////////8BACAA////////////////AAAO////////AwAAAAMA////////////////////////////////////////////////////////////////////////////////////////////////////////////////////////////////////////////////////////////////////////////////////////////////////////////////////////////////////////////////////////////////////////////////////////////////////////////////////////////////////////////////////////////////////////////////////////////////////////////////////////////////////////////////////////////////////////////////////////////////////////////////////////AgABAP///////wUAAAACABAAC1Q2ISHnETRGhp48aDTNowUEAAAAAAADAAAAAAADAAAABAADAAIA////////BQAAAAMAEAALBsib533Qd0yOkzSC6fYbTQQAAAABAAMAAAAEAAMAAAABAAMAAAAEAP///////wQAAgD///////8FAAAABAAQAAsYr1e8jetVTJF+TL/iJlZo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DYhIecRNEaGnjxoNM2jBQREYXRhAAUAAAAAAk5hbWUADQAAAExpbmtEYXRhTGlzdAAQVmVyc2lvbgAAAAAACUxhc3RXcml0ZQCk+j6rjwEAAAABAP////9hAGEAAAAFX2lkABAAAAAEBsib533Qd0yOkzSC6fYbTQREYXRhAAUAAAAAAk5hbWUADQAAAExpbmtEYXRhTGlzdAAQVmVyc2lvbgABAAAACUxhc3RXcml0ZQCl+j6rjwEAAAACAP////9wAHAAAAAFX2lkABAAAAAEGK9XvI3rVUyRfky/4iZWaANEYXRhABYAAAACUGVyc29uYWxJZAABAAAAAAACTmFtZQALAAAAUGVyc29uYWxJZAAQVmVyc2lvbgAAAAAACUxhc3RXcml0ZQDX+j6r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1617825268811"/>
  <p:tag name="EMPOWERCHARTSPROPERTIES_B_LENGTH" val="24576"/>
  <p:tag name="DOWN_MIGRATION_INITIAL_LAYOUT_REQUIRED" val="9.2.99"/>
  <p:tag name="RUNTIME_ID" val="81e22ffb-6ea5-4684-8f32-36941572ce3f"/>
</p:tagLst>
</file>

<file path=ppt/tags/tag21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5SZ9IT2XYhKows7M85BHgwEAAAAAAADAAAAAAADAAAAAwADAAIA////////BQAAAAMAEAAL990MhWUPKEyTx2qlfPI+ZQQAAAABAAMAAAACAAMAAAAEAAMAAAAAAAMAAAAEAAQAAgD///////8FAAAABAAQAAv0cefNeklmQKV2djUiNV8z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Jn0hPZdiEqjCzszzkEeDAREYXRhAAUAAAAAAk5hbWUADQAAAExpbmtEYXRhTGlzdAAQVmVyc2lvbgAAAAAACUxhc3RXcml0ZQBBwabPjwEAAAABAP////9hAGEAAAAFX2lkABAAAAAE990MhWUPKEyTx2qlfPI+ZQREYXRhAAUAAAAAAk5hbWUADQAAAExpbmtEYXRhTGlzdAAQVmVyc2lvbgABAAAACUxhc3RXcml0ZQBDwabPjwEAAAACAP////9wAHAAAAAFX2lkABAAAAAE9HHnzXpJZkCldnY1IjVfMwNEYXRhABYAAAACUGVyc29uYWxJZAABAAAAAAACTmFtZQALAAAAUGVyc29uYWxJZAAQVmVyc2lvbgAAAAAACUxhc3RXcml0ZQB+wabP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7725633690375"/>
  <p:tag name="EMPOWERCHARTSPROPERTIES_B_LENGTH" val="24576"/>
  <p:tag name="DOWN_MIGRATION_INITIAL_LAYOUT_REQUIRED" val="9.2.99"/>
  <p:tag name="RUNTIME_ID" val="f8415c77-fc3b-4439-a94b-2c489ca17515"/>
</p:tagLst>
</file>

<file path=ppt/tags/tag2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5SZ9IT2XYhKows7M85BHgwEAAAAAAADAAAAAAADAAAAAwADAAIA////////BQAAAAMAEAAL990MhWUPKEyTx2qlfPI+ZQQAAAABAAMAAAACAAMAAAAEAAMAAAAAAAMAAAAEAAQAAgD///////8FAAAABAAQAAv0cefNeklmQKV2djUiNV8z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Jn0hPZdiEqjCzszzkEeDAREYXRhAAUAAAAAAk5hbWUADQAAAExpbmtEYXRhTGlzdAAQVmVyc2lvbgAAAAAACUxhc3RXcml0ZQBBwabPjwEAAAABAP////9hAGEAAAAFX2lkABAAAAAE990MhWUPKEyTx2qlfPI+ZQREYXRhAAUAAAAAAk5hbWUADQAAAExpbmtEYXRhTGlzdAAQVmVyc2lvbgABAAAACUxhc3RXcml0ZQBDwabPjwEAAAACAP////9wAHAAAAAFX2lkABAAAAAE9HHnzXpJZkCldnY1IjVfMwNEYXRhABYAAAACUGVyc29uYWxJZAABAAAAAAACTmFtZQALAAAAUGVyc29uYWxJZAAQVmVyc2lvbgAAAAAACUxhc3RXcml0ZQB+wabP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27725633690375"/>
  <p:tag name="EMPOWERCHARTSPROPERTIES_B_LENGTH" val="24576"/>
  <p:tag name="DOWN_MIGRATION_INITIAL_LAYOUT_REQUIRED" val="9.2.99"/>
  <p:tag name="RUNTIME_ID" val="ef8dd5b9-4be3-4b14-8159-53d7ca980001"/>
</p:tagLst>
</file>

<file path=ppt/tags/tag22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MBAQEBAQEBAQEBAQEBAQMAAAAAAAAAAwAAAAMAAAAA/////wUAtgsAAAAAAAAAAAAAIAD///////////////8AAAD///////////////8DAAAAAgD///////8DAAAAAgD///////8DAAAAAgD///////8DAAAABAD///////8DAAAABAD///////8DAAAABAD///////8DAAAABAD///////////////////////////////////////////////////////////////////////////////////////////////////////////////////////////////////////////////////////////////////////////////////////////////////////////////////////////////////////////////////////////////////////////////////////////////////////////////////////////////////////////////////////////////////////////////////////////////////////////////8BACAA////////////////AAAO////////AwAAAAMA////////////////////////////////////////////////////////////////////////////////////////////////////////////////////////////////////////////////////////////////////////////////////////////////////////////////////////////////////////////////////////////////////////////////////////////////////////////////////////////////////////////////////////////////////////////////////////////////////////////////////////////////////////////////////////////////////////////////////////////////////////////////////////AgADAP///////wUAAAACABAAC/3QRYG8bWdPtHO42zSnf4YEAAAAAAADAAAAAAADAAAABAADAAAAAAADAAAABAADAAAAAAADAAAABAADAAEA////////BQAAAAMAEAALQF9H5ZDPIUaQ0ravcDppnAQAAAABAAMAAAAEAAMAAAABAAQABwD///////8FAAAABAAQAAsrEMShiDy0QbFYwjStnAH7BAAAAAIAAwAAAAIAAwAAAAMAAwAAAAIA////////AwAAAAI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gbxtZ0+0c7jbNKd/hgREYXRhAAUAAAAAAk5hbWUADQAAAExpbmtEYXRhTGlzdAAQVmVyc2lvbgAAAAAACUxhc3RXcml0ZQCWOkppkgEAAAABAP////9hAGEAAAAFX2lkABAAAAAEQF9H5ZDPIUaQ0ravcDppnAREYXRhAAUAAAAAAk5hbWUADQAAAExpbmtEYXRhTGlzdAAQVmVyc2lvbgABAAAACUxhc3RXcml0ZQDUOkppkgEAAAACAP////9wAHAAAAAFX2lkABAAAAAEKxDEoYg8tEGxWMI0rZwB+wNEYXRhABYAAAACUGVyc29uYWxJZAABAAAAAAACTmFtZQALAAAAUGVyc29uYWxJZAAQVmVyc2lvbgAAAAAACUxhc3RXcml0ZQALO0pp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9401254937980"/>
  <p:tag name="EMPOWERCHARTSPROPERTIES_B_LENGTH" val="24576"/>
  <p:tag name="DOWN_MIGRATION_INITIAL_LAYOUT_REQUIRED" val="9.2.99"/>
  <p:tag name="RUNTIME_ID" val="9b1972c6-d263-46b6-beb8-820b2ffac04b"/>
</p:tagLst>
</file>

<file path=ppt/tags/tag22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BAD///////////////////////////////////////////////////////////////////////////////////////////////////////////////////////////////////////////////////////////////////////////////////////////////////////////////////////////////////////////////////////////////////////////////////////////////////////////////////////////////////////////////////////////////////////////////////////////////////////////////////////////////////////////////////////////////////////////////8BACAA////////////////AAAO////////AwAAAAQA////////////////////////////////////////////////////////////////////////////////////////////////////////////////////////////////////////////////////////////////////////////////////////////////////////////////////////////////////////////////////////////////////////////////////////////////////////////////////////////////////////////////////////////////////////////////////////////////////////////////////////////////////////////////////////////////////////////////////////////////////////////////////////AgACAP///////wUAAAACABAAC7YU5jX2HppMgc9xuRdz3qYEAAAAAAADAAAAAAADAAAAAwADAAAAAAADAAAAAwADAAIA////////BQAAAAMAEAALbIAYpYC2RUGCPmEj5RQfVwQAAAABAAMAAAACAAMAAAAEAAMAAAACAAMAAAAEAAQAAwD///////8FAAAABAAQAAuEV0TxIevdS431mgNqQpXH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hTmNfYemkyBz3G5F3PepgREYXRhAAUAAAAAAk5hbWUADQAAAExpbmtEYXRhTGlzdAAQVmVyc2lvbgABAAAACUxhc3RXcml0ZQCBO0ppkgEAAAABAP////9hAGEAAAAFX2lkABAAAAAEbIAYpYC2RUGCPmEj5RQfVwREYXRhAAUAAAAAAk5hbWUADQAAAExpbmtEYXRhTGlzdAAQVmVyc2lvbgAAAAAACUxhc3RXcml0ZQB8O0ppkgEAAAACAP////9wAHAAAAAFX2lkABAAAAAEhFdE8SHr3UuN9ZoDakKVxwNEYXRhABYAAAACUGVyc29uYWxJZAABAAAAAAACTmFtZQALAAAAUGVyc29uYWxJZAAQVmVyc2lvbgAAAAAACUxhc3RXcml0ZQDAO0pp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EAP///////////////////////////////////////////////////////////////////////////////////////////////////////////////////////////////////////////////////////////////////////////////////////////////////////////////////////////////////////////////////////////////////////////////////////////////////////////////////////////////////////////////////////////////////////////////////////////////////////////////////////////////////////////////////////////////////////////////wEAIAH///////////////8AAA7///////8FAAAABAD///////////////////////////////////////////////////////////////////////////////////////////////////////////////////////////////////////////////////////////////////////////////////////////////////////////////////////////////////////////////////////////////////////////////////////////////////////////////////////////////////////////////////////////////////////////////////////////////////////////////////////////////////////////////////////////////////////////////////////////////////////////////////////8CAAIBAwAAAAIA////////DgAGTGlua0RhdGFMaXN0XzEEAAAAAAAFAAAAAwAFAAAABAAFAAAAAwAFAAAABAADAAIBAwAAAAMA////////DgAGTGlua0RhdGFMaXN0XzAEAAAAAQAFAAAAAAAFAAAAAgAFAAAAAAAFAAAAAgAEAAMBAwAAAAQA////////DAAGUGVyc29uYWxJZF8wBAAAAAIABQAAAAIABQAAAAEABQAAAAI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9401256756523"/>
  <p:tag name="EMPOWERCHARTSPROPERTIES_B_LENGTH" val="24576"/>
  <p:tag name="DOWN_MIGRATION_INITIAL_LAYOUT_REQUIRED" val="9.2.99"/>
  <p:tag name="RUNTIME_ID" val="2e8fbb6b-9915-402c-9f76-a9a055816f57"/>
</p:tagLst>
</file>

<file path=ppt/tags/tag223.xml><?xml version="1.0" encoding="utf-8"?>
<p:tagLst xmlns:a="http://schemas.openxmlformats.org/drawingml/2006/main" xmlns:r="http://schemas.openxmlformats.org/officeDocument/2006/relationships" xmlns:p="http://schemas.openxmlformats.org/presentationml/2006/main">
  <p:tag name="UNIQUEID" val="0dea1192-a432-4aac-88ce-e37938f4343e"/>
  <p:tag name="MIO_CHART_TEMPLATE_TYPE" val="EEA96BEB-6195-4071-AD7A-E1F3FA6E0081"/>
  <p:tag name="DATALABELS - VALUE" val="True"/>
  <p:tag name="DATALABELS - BACKGROUND" val="True"/>
  <p:tag name="METADATA - EXCELNUMBERFORMAT" val="General"/>
  <p:tag name="COLUMNSUMS - VISIBLE" val="True"/>
  <p:tag name="MIO_SKIP_CDCHECK" val="true"/>
  <p:tag name="NA_EXTENSION_LIST_ADDED" val="yes."/>
  <p:tag name="EMPOWER DO NOT TRANSLATE" val="true"/>
  <p:tag name="METADATA - EXACTFONTSIZE" val="10"/>
  <p:tag name="DOWN_MIGRATION_INITIAL_LAYOUT_REQUIRED" val="9.2.99"/>
  <p:tag name="EMPOWERCHARTSPROPERTIES_LASTWRITEDATE" val="638424867284370994"/>
  <p:tag name="LAST_TOUCHED_CHARTS_VERSION" val="9.7"/>
  <p:tag name="RUNTIME_ID" val="1b038435-95ae-4e36-ae9c-ba3da2835fe5"/>
  <p:tag name=" - MIN_VERSION_NEEDED" val="9.6.0.0"/>
  <p:tag name="ENTIRE_LAST_TOUCHED_CHARTS_VERSION" val="9.7.10003.0"/>
  <p:tag name="02D68F8CE8884A7C91ED42219E711FC8-0" val="&lt;Properties&gt;&#10;  &lt;Property Name=&quot;PersonalId&quot; Version=&quot;0&quot;&gt;&#10;    &lt;data&gt;kaA=&lt;/data&gt;&#10;    &lt;timestamp&gt;638699532914896524&lt;/timestamp&gt;&#10;  &lt;/Property&gt;&#10;  &lt;Property Name=&quot;AzureInformationProtectionData&quot; Version=&quot;0&quot;&gt;&#10;    &lt;data&gt;ksDA&lt;/data&gt;&#10;    &lt;timestamp&gt;638699532914906524&lt;/timestamp&gt;&#10;  &lt;/Property&gt;&#10;  &lt;Property Name=&quot;GeneralExcelSettings&quot; Version=&quot;0&quot;&gt;&#10;    &lt;data&gt;kcI=&lt;/data&gt;&#10;    &lt;timestamp&gt;638699532914916524&lt;/timestamp&gt;&#10;  &lt;/Property&gt;&#10;  &lt;Property Name=&quot;CommonSettings&quot; Version=&quot;0&quot;&gt;&#10;    &lt;data&gt;kcI=&lt;/data&gt;&#10;    &lt;timestamp&gt;638699532914926524&lt;/timestamp&gt;&#10;  &lt;/Property&gt;&#10;  &lt;Property Name=&quot;PlotAreaBorder&quot; Version=&quot;0&quot;&gt;&#10;    &lt;data&gt;lcsAAAAAAAAAAMsAAAAAAAAAAMsAAAAAAAAAAMsAAAAAAAAAAMsAAAAAAAAAAA==&lt;/data&gt;&#10;    &lt;timestamp&gt;638699532914936524&lt;/timestamp&gt;&#10;  &lt;/Property&gt;&#10;  &lt;Property Name=&quot;ShapeConstructedChartData&quot; Version=&quot;0&quot;&gt;&#10;    &lt;data&gt;kZA=&lt;/data&gt;&#10;    &lt;timestamp&gt;638699532914946524&lt;/timestamp&gt;&#10;  &lt;/Property&gt;&#10;  &lt;Property Name=&quot;SeriesData&quot; Version=&quot;0&quot;&gt;&#10;    &lt;data&gt;x1Jj0gAAAYXzCZSSAZLHLGTZJVN5c3RlbS5TdHJpbmcsIA8A/wVQcml2YXRlLkNvcmVMaWKkRlkzMS8AGk8yNpICYQBNHwNhAE0fBGEAR1CkRlkyNg==&lt;/data&gt;&#10;    &lt;timestamp&gt;639015755610509256&lt;/timestamp&gt;&#10;  &lt;/Property&gt;&#10;  &lt;Property Name=&quot;DataChartCoAuthoring&quot; Version=&quot;0&quot;&gt;&#10;    &lt;data&gt;x5Nj0gAAAPjwEpHcAFLEEJeHs7feeEFAsnD+HaaehK3Cw8LSAP///wDKAAEAENIFAAIMALfCwv7AAQDAAZ0AwhYAQQDCwMskAAALAHXCwsLAwsKUEQAPCQAIYsDKP4AAAAUAQUEWyykFAEHCwsLCeAAFOQAIagABGgARAQYAFMKTAAIvAAEUAAYFAB/AAQAFUMDAwAHA&lt;/data&gt;&#10;    &lt;timestamp&gt;639015767289759519&lt;/timestamp&gt;&#10;  &lt;/Property&gt;&#10;  &lt;Property Name=&quot;Waterfall&quot; Version=&quot;0&quot;&gt;&#10;    &lt;data&gt;k8KQkA==&lt;/data&gt;&#10;    &lt;timestamp&gt;638699532914976524&lt;/timestamp&gt;&#10;  &lt;/Property&gt;&#10;  &lt;Property Name=&quot;ChartStyleStatusInformations&quot; Version=&quot;0&quot;&gt;&#10;    &lt;data&gt;k8PDwg==&lt;/data&gt;&#10;    &lt;timestamp&gt;638699532914986524&lt;/timestamp&gt;&#10;  &lt;/Property&gt;&#10;  &lt;Property Name=&quot;PointAndSeriesMarkerStyleDefinitions&quot; Version=&quot;0&quot;&gt;&#10;    &lt;data&gt;lJCAwsI=&lt;/data&gt;&#10;    &lt;timestamp&gt;638699532914996524&lt;/timestamp&gt;&#10;  &lt;/Property&gt;&#10;  &lt;Property Name=&quot;CategoryLabelSettingsDataProperty&quot; Version=&quot;0&quot;&gt;&#10;    &lt;data&gt;lMLCwgA=&lt;/data&gt;&#10;    &lt;timestamp&gt;638699532915006524&lt;/timestamp&gt;&#10;  &lt;/Property&gt;&#10;  &lt;Property Name=&quot;ColumnSumsSettings&quot; Version=&quot;0&quot;&gt;&#10;    &lt;data&gt;ksLD&lt;/data&gt;&#10;    &lt;timestamp&gt;639015755326035956&lt;/timestamp&gt;&#10;  &lt;/Property&gt;&#10;  &lt;Property Name=&quot;LeaderLines&quot; Version=&quot;0&quot;&gt;&#10;    &lt;data&gt;kYIBkcMCkcM=&lt;/data&gt;&#10;    &lt;timestamp&gt;638699532915026524&lt;/timestamp&gt;&#10;  &lt;/Property&gt;&#10;  &lt;Property Name=&quot;AutomaticBreakSettingsData&quot; Version=&quot;0&quot;&gt;&#10;    &lt;data&gt;x2Bj0gAAATnzHZbCwsLHZGTZYVN5c3RlbS5Db2xsZWN0aW9ucy5HZW5lcmljLkxpc3RgMVtbIwBzSW50MzIsIA4A/wJQcml2YXRlLkNvcmVMaWJdXRoABR+QZwC2UGVMaWKQ&lt;/data&gt;&#10;    &lt;timestamp&gt;638699532915036524&lt;/timestamp&gt;&#10;  &lt;/Property&gt;&#10;  &lt;Property Name=&quot;BreakManagementData&quot; Version=&quot;0&quot;&gt;&#10;    &lt;data&gt;kZA=&lt;/data&gt;&#10;    &lt;timestamp&gt;638699532915046524&lt;/timestamp&gt;&#10;  &lt;/Property&gt;&#10;  &lt;Property Name=&quot;GridlineSettings&quot; Version=&quot;1&quot;&gt;&#10;    &lt;data&gt;xzVj0gAAAFlhkZOSmNIAAQBgyj6AAADKCwDjAcPCmNL/vLy8AADKPwAFAD8BwsIrABRQAAHCwsM=&lt;/data&gt;&#10;    &lt;timestamp&gt;639015716573070192&lt;/timestamp&gt;&#10;  &lt;/Property&gt;&#10;  &lt;Property Name=&quot;DataLink&quot; Version=&quot;1&quot;&gt;&#10;    &lt;data&gt;wA==&lt;/data&gt;&#10;    &lt;timestamp&gt;638699532915066524&lt;/timestamp&gt;&#10;  &lt;/Property&gt;&#10;  &lt;Property Name=&quot;LinkDataList&quot; Version=&quot;1&quot;&gt;&#10;    &lt;data&gt;kA==&lt;/data&gt;&#10;    &lt;timestamp&gt;638699532915076524&lt;/timestamp&gt;&#10;  &lt;/Property&gt;&#10;  &lt;Property Name=&quot;ExcelMirror&quot; Version=&quot;1&quot;&gt;&#10;    &lt;data&gt;yCJHY9IAAC3m/y+RxS3iUEsDBBQABgAIAAAAIQAIBc3hhwEAAAEGAAATAAgCW0NvbnRlbnRfVHlwZXNdLnhtbCCiBAIooAACAAEA/+36/3mslE1vwjAMhu+T9h+qXCca2GGaJgqHfRw3JNgPCI2hEW0SxYbBv58bPjRNQFXRS6M29fu8thMPx9uqTDYQ0DibiUHaFwnY3Gljl5n4nn30nkWCpKxWpbOQiR2gGI/u74aznQdMONpiJgoi/yIl5gVUClPnwfLOwoVKEb+GpfQqX6klyMd+/0nmzhJY6lGtIUbDN1iodUnJ+5Y/753MjRXJ6/6/GpUJ5X1pckVsVG6s/gfpucXC5KBdvq5YOkUfQGksAKgqUx8ME8MUiDgxFPIsM0CJ7aCHrFKOjMawMB4fOPULhHrnclaHuC9uRzAakokK9Kkqzl1uS/njwmru3Cq9LtK2NLFEaaWMPfq+wo8/o4zLoGMjdX5RuMEH8RkDGZ+3W4gyDUCkXQnYddmjaBO5UAH0lPj0Ljs38Fe7qeRqzhWQVC9dtz2KXuPzlZ4E55GnRoD2XThe0Tq651kIAhk4XdJzh/1E5JFzc9uhnmkadFt2vkZy1c34vcwZuIwDfPQLAAD//wMAwAPwCBNevmUCAQAA3wIAAAsACAJfcmVscy8uBgAPuAP/9//skk1LAzEQhu+C/yHMvTvbKiLSbC9F6E1k/QExmf1gN5mQpLr990ZBdKG2Hnqcr3eeeZn1ZrKjeKMQe3YSlkUJgpxm07tWwkv9uLgHEZNyRo3sSMKBImyq66v1M40q5aHY9T6KrOKihC4l/4AYdUdWxYI9uVxpOFiVchha9EoPqiVcleUdht8aUM00xc5ICDtzA6I++Lz5vDY3Ta9py3pvyaUjK5CmRM6QWfiQ2ULq8zWiVqGlJMGwfsrpiMr7ImMDHida/Z/o72vRUlJGJYWaA53m+ew4BbS8pEVzE3/cmUZ85zC8Mg+nWG4vyaL3MbE9Y85XzzcSzt6y+gAzAwHwDP0HAcmrAwAASwgAAA8AAAB4bC93b3JrYm9va+8G/////5isVl1v4jgUfV9p/0PW6muaLyeUqDCChmqRuquKdmZekJBxHGI1sbO2U+iO5r/vdQKUln3oziwCJ47j43N8z73m+tOurpxnpjSXYoSCSx85TFCZc7EZoc+Pt+4VcrQhIieVFGyEXphGn8a//nK9leppLeWTAwBCj1BpTJN6nqYlq4m+lA0TMFJIVRMDXbXxdKMYyXXJmKkrL/T9xKsJF6hHSNVHMGRRcMoySduaCdODKFYRA/R1yRt9QKvpR+Bqop7axqWybgBizStuXjpQ5NQ0nW+EVGRdgexdEDs7Bd8EfoEPTXhYCYbOlqo5VVLLwlwCtNeTPtMf+F4QvNmC3fkefAwJe4o9cxvDIyuV/CCr5IiVvIIF/k+jBWCtzispbN4PosVHbiEaXxe8Yl966zqkaf4ktY1UhZyKaDPLuWH5CA2gK7fs9QGoUm0zbXkFo+EwjALkjY92vlcOuJ/1WBlnmk3UmnGja1iB2TfBGJPKMCWIYTdSGPDhXtfPeq7DviklONxZsL9arhgkFvgLtEJLaErW+p6Y0mlVNUI36fKzBvnLKVFGVtIsJ02TEUOWd5KSavnI6mYZJhjjuKA4iQp8FbB17Ed4QH06iGNc0GR5YmNynjP/wciE2t3xYHt6Cf39+60CJSo9mPXeKAfu59kdBOyBPEP4wCT5PrvnEJ8gWgmq0mD1LcbBLPMniYuzaObiWRK5E5xN3UE49OMkCoNJNPwOYlSSUklaU+6dYaFHCIMNzob+ILvDSOCnLc9faXzz9x/XXt81h7HvVrCtgV842+pXD9muo0u5fbC17hGC1unafeUil1sw3dUQqsfLsRslGDnbbvArz00Jsv0wAp/2z35nfFOChoEfwu4Ysl7YcgfMY5ugKrTMR+gN46xnfAsf1zZvGHsnlLtqDNS7qyO6DJqLpjVQ9S35LgaQMKldQs3zLle8w6ycFVyw3CYLYJz09kg1lytagjv1CmhXbKWsktVaGiNrm5dg026P7DKgreR5zuwxhMYdid8ubi7ia+8E+N9WUWJjA7eQ2+M0nF7gj8yzKQKHB+Rx1dbiOP02vbh9N/2UBGgF4tSWCrj03MEJsmIP/G8Gji5GaBKkWWz9YYvUglEJZ+wLzABnyn3XSoYX2M7cadNdIa85RDLA/mTgD7Hrz6LYxeAW9wpHoXuDs3AWD2bZbBpbq9uDN/0/jp+uvKSHE93qskF7VIQ+wf+ABSumRENu9sEHvpDaB9beYdb4H9gDAvIEgT6Ul/MAAAC6AgAAGgAIAXhsLw4HCN4DBBoHXwEooAAB0Qrt+uSsUk1LxDAQvQv+hzB3m3YVEdl0LyLsVesPCMm0KdsmITN+9N8bKrpdWNZLLwNvhnnvzcd29zUO4gMT9cErqIoSBHoTbO87BW/N880DCGLtrR6CRwUTEuzq66vtCw6acxO5PpLILJ4UOOb4KCUZh6OmIkT0udKGNGrOMHUyanPQHcpNWd7LtOSA+oRT7K2CtLe3IJopZuX/uUPb9gafgnkf0fMZCUk8DXkA0ejUISv4wUX2CPK8/GZNec5rwaP6DOUcq0seqjU9fIZ0IIfIRx9/KZJz5aKZu1Xv4XRC+8opv9vyLMv072bkycfV3wAAAP//AwD+DNbeGW8B5gMAAPUJAAAYCwZxc2hlZXRzLwcAEDEUBvD///8rnJTbjtowEIbvK/UdIt8TJwGyJCKsuqBVuamqbg/XxnGIhR2ntjmp6rt37JBQCWmFQOAEj/3NP+M/mT+fpAgOTBuumgLFYYQC1lBV8mZboB/fX0czFBhLmpII1bACnZlBz4uPH+ZHpXemZswGQGhMgWpr2xxjQ2smiQlVyxqIVEpLYuGv3mLTakZKv0kKnERRiiXhDeoIub6HoaqKU7ZSdC9ZYzuIZoJY0G9q3pqeJuk9OEn0bt+OqJItIDZccHv2UBRImq+3jdJkI6DuUzwhNDhp+CbwG/dp/PxNJsmpVkZVNgQy7jTflp/hDBM6kG7rvwsTT7BmB+4O8IpKHpMUTwdWcoWNH4SlA8y1S+d7XhboT3T5jOAauyG6Dn3sL1rMvU++6gDMyL4QCWfw5uy2btq9RXgxLzk4wFUdaFYV6FOcr6Zu3u/7ydnR/HcfWLJ5Y4JRy0BDjAJn341SO7dwDVORy+gXOCKhlh/YkglRoBfohPntc7wk+dLnwEOSxfx63yd89Z4H6SWryF7YpRK/eGnrAmVhnGVJPHuaoj74TR0/M76tLchKwwwCdG+sksMktM55Ly/PK2YomB7EhhNXKVUCUsIYSO4eXvAsOXXVdeniiXt4z86/UETHvSiJL4BuK0T9VjinY680yp7SaZqAoAsCgu8gYJ1HPD2OgFeNR8B1UHHt110qsr4H6XgGxb+HgQZi38F/AAAA//8AAAD//7STQW7DIBBFr2JxAAM2seIIW2qMql4DUdR0kbgybprcvoMxLkxXkVo2oPlfo/9gkO5k7az0rHs5jV/F1BFOCvehLw5OBwHnpWI+3Tyen8fprOelcIKtAmsQXuz7m69A4caFNofXu7LO2AvUWClIL41v/eR7d0QQuhaOobAjBRgd2K49l/TaS2pWx/DbwTYHhchb7irPvcRpyka06Xo0sG/akSbJV+X5jsFRh+wl26P4qczKNldVVOE+Mpb6P1h805ylRizBEVjg2RDqkMt1g2CijGH8ECUDtT5MC4/+2PCEYYQr22ZFoPzBEfNXe5YtRDvkbo5oVZQxDuT+ExzfB/5QgrNDOMERcTiSBySjj6OivOWnP3/9G6YFASUB8ZB0jkEOgkAMRa8y6QEEFEUMw96FiQknGKTARJxOSomJp3fQENzYVf//r+kvvOnwYrizblQDtqIh3mSg2Hb9sgv5j3vM0jjZZ2n+nQOomkTo8Sfs0TTIc7gD1RLJIqKymL9WKJNX3njkyr5QQw6K2KITI5acBk8sbKyENifbaOBzk0A4FlMPeDUso7rR5ELNBH7cld7OdLTiQTyJ72OPKOWpAAwcBKB+t04+agQAAJwPGhEBJwpSdGhlbWUGAAEXBPr/////X8xXW2+jOBR+X2n/g8U7DXdC1XREIGhXmtVK2xnts8t9aiDCTi8a9b/PsU0Ah3Q70+1Ik7yA+Xz8+Vy+Y199eGwIus97WnftRjMvDA3lbdpldVtutM+fEn2tIcpwm2HStflGe8qp9uH699+u8CWr8iZHML+ll3ijVYztL1crmsIwphfdPm/hW9H1DWbw2perrMcPYLchK8swvFWD61ZDLW7A7N9FUac5+sRNatdH4zsCry2jfCAl/Q03nSszBDa7MzmC9uVtRHp0j8lGM8RPW11frfDlACBsiUvEb8ANgOzOWthzHNfxwtGeABC2xO38nbfzRnsCgNMUdrFc23F8K3IG7AwkH8/Yjv3YNhX8zL694By6/K/gBUjadxb4JInAawpegCTeXeDdbbCNVfsCJPHeAu8bYez4in0Bqkjd3i0j6Hp2dNztCCk68sdZeOA6iW8NxicURH/MHL5E0bVMyaObvOxkyjX4S9cn8J3jCGZ1i9jTPi9wCgkqYOjzn+hjXVaML4MvczwDyKGUngzB+ordpm5fX+THzE8WYbFpf2K3jbpZWWaiaIqakBv2RPKPVGyYdqTOEhgUgRCVNhbTvoLHwbUKruyxmIP6jv1bs+qmwntwlilWKOlguqRo31GoSTEsBCI/sS1cfmj+6jJZvqbJ61f6gWI2jRvuOA4BYhLt+VPejuZF5ZdCO44E+NwfITFbTCVhnyHhHwchCv9FQuzsXVgEZ1isufljqI5RHF0B1MaoQBUhzFXedaRWIppikmc8TlI2j9HlwXnXSL/kTDLPAAOaxJABU6QDzvXF7fHdyVT7jkgrJGbpppKYpWGFs3zIznlzec9YB1NIFXrcFcdqmGj4658Ray4iJ9pA2rlSkBY9bDTPduGskOL9RitALOGx2UPu0LbUECYlHCZS1suCf4uy7HvKYkwr6XAhOlINmprlPSJ1s9H49sdsIK3QEMHNtEAQfllyAcjKr0YOgq4GOS+KPGXzsM9GRPMTAFB4qRVnv4rpbwfzmd0Bwn1TZQ/olhz6fzCkmOub3IFZTRm0GunNrO5nQjbl30ljGmT3zEGRr4XJvsJDR5mLuYQLER3piDe5adHlwIGKC9T3oRHelrzB/u+u+3qr5ruZiebUMxVV4V3zvJj+vCY/YzU1UYWVlG5xwKKT1gVHrYNEPdslXum639EQZtSmxRRqnPFShrlmD6MqtXc8EMw84b3gt7FHnPXEWzs/zDvNWt4gjudKUQbiIji/q3W3X0A8Yjg6Hwij8qz8yHoMhz559payASXzyIbSgCd06OuN9tVwQyey3Eg31u5Od2zH0NduaOuh69rmzjWNeGs9Q2NhVWO68hKa4KYmT8NVVIwvrqNNnfYd7Qp2kXbNqhPXzZUgLq6jpvXydRTVIDpfPSsJ7GDr6YEdJroTb9d6EHlbPfYiP07iyF0HybOG7gXYCe3I8XZr3TOjSHc8g9NfB7rvWFbo+OF654TPwzEGdi7FZPAFuFfwuv4GAAD//wMAtRXS67pxonoFAABSGAAADbcIYHN0eWxlc5UE////////auxZ227bOBB9X2D/QdC7o4stxTJsF7kJKJC9oHGBfaUlyuaGIg2KSuwW/fcdkpJFp3Hjqul2d7F2kPAyPBwOh8PDyfTNtqTOAxYV4WzmBme+62CW8Zyw1cx9v0gHY9epJGI5opzhmbvDlftm/vNP00ruKL5bYywdgGDVzF1LuZl4XpWtcYmqM77BDHoKLkokoSpWXrURGOWVGlRSL/T92CsRYa5BmJTZKSAlEvf1ZpDxcoMkWRJK5E5juU6ZTd6uGBdoSUHVbTBCmbMNYhE6WwE/STuR7vlsrpJkgle8kGeA7fGiIBn+XOXESzyUdUiA3g8piDw/PFj/VvREGnkCPxC1hXu9RNITK95jJe58WnAmKyfjNZMzdwToyqaTe8YfWaq6wGUaqfm0+uA8IAotgevNpxmnXDgSfAG2QrcwVGIjcYdXHDvv3yq5ApWE7kx7qBq0/zSCJYHdVI2eUsSoM58uldTJk10IguizM50EKlbLmZumvv4omG4ZJyK/oqpa4wrsQCi1tsU0zKdwICQWLIVepykvdhuwP4Oza8wIXS9KrwTaBWF0+oCKU5IrP1hd6V1vbHYRq6+CWTYdhOV4i/OZG480uqWw2uNTlDsy17X+fO1cekqw55KLHGJg6+jKp03TfEpxIWEFgqzW6q/kG7UeLiXEiPk0J2jFGaLKRdsRTQFgM0zpnYqTfxQH2NvCYXWZlvItmAIirnLutgg2aIoGz1QUvo1msC3Yc1D562GdbbHHPzY6AP0apULXsZXaj3bQZkN3KiCoo97UYExXu6BkxUpsBOZT1FadNRfkAwxUgUPb2FW3kSSZashgADbnf1scX5+l4fD7aqicoYeCoFVrQtjtk034dxntO29rT6OBVv9wv7M0/LF+p0MDBAMr4hzEm33kcNTlNXN/VZyMwm3enH5nWRMqCXsm1gBmvrWilw9xBhr2V7G5uH0VeIlVrqQg980lrjtr09leRK94J35dLHEk3sp3XAJ1VIQXjuOjQJsFNOpKtRaE3S94Skxd8VWgwr+p60EJqDisl9/HBhmH649VtllgXsxyy3C8lpQwW6Rao5w/WiJPTKnCpY4URmSJKqwQNJV6BZJk07GORmg29qqWV9RAXQ+wI3/WlSTF7hZV8hZW0n9jfpxTGipzlI+1JKblRQ1h6kiM9xwzet7eR8Lr93D0/+35SoGjpYqGR8IDGzjizJVreAs/eTkZnmzkbI7ZOwj9JwPxCfZEteTNQxQIuqLvfcxpXrU2VvMw1U+Xg0P75Gxfpep79NXTrqAlv1/yCQiRcFlDrBz4Z6MkGcdhHMfn/vkwGvv6Ce21KPNpx6+/DbHD6W+2JhlgbtEjdjt8tx6Jk0E4TOObV7FlbNkyHCXjcBQF4+jcj4JhT1u+jHiaLfu7Wnquvi+a5+Xg87KjtSfpX+i2iscBu5UqWagf6RZldnJcoJrKxb5z5nblX3BO6hLYfyP1O3ngUkPM3K58qzIGQQwBvZui4d+43PBHLJxsjYSsXGejADTN0aK6ZOXcRDKpCWQKPpoklO8PfD8I4BeUUvjoX23fp4MJbyjk35h0pE4DPa45xXodoLsh/4lyk07BQ/k1sF8s3vHHvfj4S+IFEZWEDFBdQh6ywddueAyfAsNbwJVKryBRsh+iM0ZeNwYCjrVJ8ylw5tsKkoHw16kFAbvcXJ4n1zdpOBj7l+PBaIijQRJdXg+i0dXl9XWa+KF/9clK/n5D6lfnqyEVEYwmFYUEsWhcp3GFu65t5loV4wz6SILatu5JGPsXUQA7OfSDwShG48E4HkaDNArC63h0eROlkaV71DOt63tBYJLNSvloIkmpnwmH6i/sVnB5qH5hEV67E173z4D5XwClBQHTErVc8usAAABcAQAAFKUFsWhhcmVkU3RyaW5nrAX/1mSQT0sDMRDF74LfIeTgzWZbYRHNblkqpd5EqtBj3J12A8lMzMwW/famQkHq8f3mzb9nl18xqCNk9oSNns8qrQB7GjweGv22Xd/ea8XicHCBEBr9DayX7fWVZRZVepEbPYqkB2O4HyE6nlECLJU95eikyHwwnDK4gUcAicEsqqo20XnUqqcJpdG1VhP6zwlWZ91a9q2Vdr1b1NZIa81Jn9nd/JJtKILqUgreYQ9m896tLi3POEws2bugukmoHFd+Nk/ZH4Evva/0QeL7f/x3zY2L6VG9ZNoDn3IrA7dE4Y/ZlHTaHwBdCwHSQb/4YNkAAADKAQAAIx0BAKYRA3kPSF9yZWx/DwG1Ef/ErJHBTsMwDEDvSPxD5DtJuwNCaOkuCGlXGB/gpW4b0TpRbBD7e4J2odMkLpws2/Lzk73dfS2z+aQiMbGH1jZgiEPqI48e3g7Pdw9gRJF7nBOThxMJ7Lrbm+0Lzah1SKaYxVQKi4dJNT86J2GiBcWmTFw7QyoLak3L6DKGdxzJbZrm3pXfDOhWTLPvPZR9vwFzOOW6+W92GoYY6CmFj4VYr6xwiseZKhDLSOrB2nNFzqG1VRbcdY/2Pz1yiaxUXkm1HlpWRhc9d5G39hj5R9KtPtB9AxoBAdJhruZHiAEAAAAoAAAnGgGwcHJpbnRlclNldHQ5AgwQAPb/KDEuYmlu7Jq/SsNQFMa/Y6JN6VAfQqiLoiWCuBV10y4iOGQpxkHwH1rEMe4ZnPtOzi7uvoAP4LmpCS1JhXhbm+J32vTShJx+95dz7p9DAwR4RIhzbGMT17jEbdYGOMYR2tjFjl7t4gB5ExfuO9ZazbdnR1DHoOF7IQQ1nC1BW8DRzw78gnttTxnv+iMT7eRwv0jyDJSkLo0iGgmMEqgTBwlMILA6IzLOQhB/wobq7OBeZ50eriw1D8feKIrUzwsHYuacIVAmDk5xg76GYl9D8UKXRPO2Lexh/PhJUdrTvG77XDBLuXbuVY6PW/GAtF2icsSZ0gNupn4k1CQUk4jZu3C9n5DP8IvZhXzbb56JqIMKWE01aD/GG/Pd98wWa9AY0bi84ianJdkNmYufrdePUmMfZwsSIAEDAPE3KEOAu59/Hy/zL5gwZRefgAwLuFPriH11WTzEcczYIoGUACc7xgIJkMAfEHCqUY0u21PBA+60bN/T/w1lts6IIQESqBaBL+gODJMUpQrHgLDIAQAAHQQEBGJ0YWJsZXMHAAFFDv//tJxTy27bMBC8F+g/ELzbkqI0aIXIQeLCgIGghzr5AFpaWUT5EMh1IqPov3dJKXYj52CUBz1G3JmdHfH2rteKvYDz0pqSZ/OUMzCVraXZlfz5aTX7yplHYWqhrIGSH8Dzu8XnT7cotgoYVRtf8haxK5LEVy1o4ee2A0NfGuu0QHp1u8R3DkTtWwDUKrlK05tEC2n4wFDo6hISLdyvfTerrO4Eyq1UEg+RizNdFeudsS50VfLesd7lb+S9OyPXsnLW2wbnRJbYppEVnPWYXScOXmQYzYkq/0+umyMX9SVrmjVxumIfHn+n45rRfRku6WxFK17evv3hzAhN5p7EFpSCK85q6TslDj8msIOm5PdZsfzCWUtTB/fTvi7t3mDJKV+0KJQnaNPaVwqdoOOu732zpoaoMOb7YB1Vj+A1XwypL63aa+NZNVDm7/GTufzcXZYO7qLF6Cwb/B3dbTqhEGg4055ynrzTjzohY3eRTv6hDtVPdcJcBYrRdPaRKm25UJV+9LAm7qh+qpoGnSQOfRzvaHaDBwVr09hT+goi+Ch3LX6j40kxrqTzOBTGQAP2KM6gEDo62QGdWRpx2DUUHdF/+lj8BccDAfMOi7IpIJsBAAD5AgAAEQAIAWRvY1Byb3BzL2NvcmVWIQ+EFvL//4Z8Ultv0zAUfkfiP1h+gofUcVpgitpMWtAkEJUmtdMQb8Y+7czii+wzsvx7nKTNGoR48znfxed89vr6xTTkN4Sond1QvsgpASud0va4off72+yKkojCKtE4CxvaQaTX1ds3a+lL6QLcBechoIZIkpONpfQb+ojoS8aifAQj4iIxbAIPLhiBqQxH5oV8EkdgRZ5/ZAZQKIGC9YaZnxzpyVLJydI/h2YwUJJBAwYsRsYXnL1yEYKJ/xQMyAXTaOx82uk07qW3kiM4sV+inoht2y7a5TBGmp+z79tvu2HVTNs+Kwm0WitZosYGqjV7PaZTfP75CySO7alIgAwg0IXKaDdIznWf9BN0rQsqJtWsSjIFUQbtMb3f6DlrJHYjIm7Tgx40qJuuuhEBXeOQfHURDuRdvduRL/UD2db35G5Xvx9u+EuTlhmyG2cERVIa5ZjdGXlY1p/3t7Qqcr7KeJ4t832el8VVuSp+9OvM9H06Y8OcBvuvY/Eh40XGP+35slzxkucXjmeDaviQAuHoQjfGJOfV7LNWf8wEAtjjCrVLzQEAAO4DAAAQ0gI/YXBw0QL5+v+/nFPBbtswDL0P2D8Yvjdy2qIYAlnFkG7ogHYLGrc7czJtC5UlQWK8ZF8/2W4SB+0GbDeSjyCfHp/49bbVSYc+KGvydD7L0gSNtKUydZ4+Fp/PPqRJIDAlaGswT3cY0mvx/h1feevQk8KQxBEm5GlD5BaMBdlgC2EWYRORyvoWKKa+ZraqlMQbKzctGmLnWXbFcEtoSizP3GFgOk5cdPS/Q0sre37hqdi5SFjwAlungVBwdgw/OqeVBIpPF/dKehtsRcmnrUTN2RTkkfIa5cYr2omMs2nK1xI0LuM2UYEOyNmxwG8ReiVXoHwQvKNFh5KsT4L6FbW8TJMfELDnmKcdeAWGIte+bUyGWLtAXny3/jk0iBQ4iw1jcQinvdNYXYr50BCDvzaOs75Ci2XyAKbGf1lx/vaKnuP41rj7VIVCkcbwrVqBpzdEuZiKMlAbJRlZfjFuQ1MFDlp4U99BoAf780/w/vBLqzeteSXjcJneH6f87sFAjT4Ch2hpWwdmJ1ooMVEmGW3N2b7O75R5Do+usDe95V5scVrk6wY8ltFJB9scCvw2OsLrfsiy6Q9S7nteAzz69Gn8vmJ+NcsusujPSY2z40cVvwEAAP//AwAtJ9haSdxwvQEAAO8FAAATAwNvY3VzdG9tBgP59f+otJRRa9swFIXfB/sPRu+qJdmK7WCnNHEKhXUE2u1hL0GWrhKDLRlbyRbG/nuVbW3IYDA8DHq5SBx953LvyW+/tU1whH6orSkQvSEoACOtqs2uQJ+e73GKgsEJo0RjDRToBAO6Xbx/l29620HvahgCL2GGAu2d6+ZhOMg9tGK48dfG32jbt8L5st+FVutaQmnloQXjQkbILJSHwdkWd29y6Jfe/OjGSiorz3TD5+dT53EX+W/xU6BbV6sCfS/5qiw54ZitsxWmhC5xFmUJJikhbMlW99nd+gcKuvNjhgIjWm/98elhs/0gKmi2gnLBuBAYsjjGMeUKV4lIcEz0rMpoSqpZtV0bUTWg/P9HN2+6r4PrF64/QB5e6jx8ZftPymgs5RO4Uji4omSEcUwZpklAo3mU+PNlEup4LPUjuL29bu2mr491AztQk6Dysagf/fBcdfdfhmcSC7PRM1I7eLjuNkCVKgIpjvjPDVARFkLO/BrFMiKZFpqLSUwkY03cSecz7g8bTCdpqlOKpdJ+kSPhHZCswhJorDikVczpJDZ8rI5LlZU1zofnsnbnZLskCfkbZnhJ6sULxQpGAQItAPgCCiUqDLIIDzMqAAxBANkTXr5lAgEAAN8CAAALQABCwAMAAO8NEC71DQw5AAysIwYCAC3zBrojDD0A1oE+lJfzAAAAugIAABo6AFEAAADLCj0AAnkACP0jD4UAAgwmHgYCACH+DEgAAEIAA7sOAQcAAdgLDI4ADFAaBgIAIRoRRgAMXhoMQQAM9hUGAgAhtRVBAAYEFgw7AAyMEAYCACJaGzsADJoQDEIADLEPBgIAIXccQgAHBAECVwEGCgEPVQECDOgOBgIAIZEdUQAP9g4RDKYADHANBgIAIV4fVQABdw0Ifg0MQgAKuAsGQABtAABYIQAAxgsMPwAKJQkANwAEAgAnKiQ/AAMzCQw+AApgBgQ6AAACACctJz4ABm4GQFBLBQYfAOAOAA4AqQMAACMqAAAAAA==&lt;/data&gt;&#10;    &lt;timestamp&gt;639015756700656042&lt;/timestamp&gt;&#10;  &lt;/Property&gt;&#10;  &lt;Property Name=&quot;Waterfall&quot; Version=&quot;1&quot;&gt;&#10;    &lt;data&gt;kpCQ&lt;/data&gt;&#10;    &lt;timestamp&gt;638699532915096524&lt;/timestamp&gt;&#10;  &lt;/Property&gt;&#10;  &lt;Property Name=&quot;MarkersData&quot; Version=&quot;1&quot;&gt;&#10;    &lt;data&gt;x3Nj0gAAATXzCpSCAZbR79II0v9uPxLKAAAAAMCU///C/wIWADezm4UWAGOakpMBAcIbAAoxAE+SkwECGgAGHwMaAAYfBBoABh8FGgAFFQKCAAqdADWSkwKCAA0aAAWCAA0aAAWCAA0aAAWCAAcaAFD/wv/Cwg==&lt;/data&gt;&#10;    &lt;timestamp&gt;638699532915106524&lt;/timestamp&gt;&#10;  &lt;/Property&gt;&#10;  &lt;Property Name=&quot;ChartStyleStatusInformations&quot; Version=&quot;1&quot;&gt;&#10;    &lt;data&gt;k8PDwg==&lt;/data&gt;&#10;    &lt;timestamp&gt;638699532915116524&lt;/timestamp&gt;&#10;  &lt;/Property&gt;&#10;  &lt;Property Name=&quot;PointAndSeriesAdditionStylesDefinitions&quot; Version=&quot;1&quot;&gt;&#10;    &lt;data&gt;x2tj0gAAAOP5BpKYkpMBAcKXwMDNA+fAwMDAkpMBAg8AGgIeABoCHgAaAx4AGgMeABoEHgAYBB4A8AGEAZIBl8DAAJfS/wAAAADKBQCvAP/CwsDAwAKSAhoABD8DkgMaAAQ+BJIEGgBQwsLAwMA=&lt;/data&gt;&#10;    &lt;timestamp&gt;639015754947741499&lt;/timestamp&gt;&#10;  &lt;/Property&gt;&#10;  &lt;Property Name=&quot;CategoryAxisDataProperty&quot; Version=&quot;1&quot;&gt;&#10;    &lt;data&gt;x9pj0gAAAeLwDpOSlNwANcQQo6Rx5ORTDkiKcqd+8fCC5MLDw9IAAQAQygUAFwAMAPMFwsP+pEZZMzEBA8ADnQDC0v8dHR0mAKHCpUFyaWFsy0AmNQCiAMLCwsLAw8OUyw8ALwAACQAIAVQA8AXKQVYeucpB0x65ykJg0cXKP///9UUAAV8ABT0AB40AAnkAEQEgABLCDQAELwABFAAHBQByQUcXTQDDAO8A/wFB2nvegxSuQqXQFzBxFHi57wANLzI27wA/JzI27wBAQWRi5O8AH/DvADlQAMMAwwE=&lt;/data&gt;&#10;    &lt;timestamp&gt;639015759024800437&lt;/timestamp&gt;&#10;  &lt;/Property&gt;&#10;  &lt;Property Name=&quot;AdditionalAxisData&quot; Version=&quot;1&quot;&gt;&#10;    &lt;data&gt;xytj0gAAAFZDnJTLAAEADwkACD/CwsIeAAjwA8PDw5WQ0gAAAAAAAMoAAAAAkA==&lt;/data&gt;&#10;    &lt;timestamp&gt;638699532915146524&lt;/timestamp&gt;&#10;  &lt;/Property&gt;&#10;  &lt;Property Name=&quot;ExcelColorModeDataProperty&quot; Version=&quot;2&quot;&gt;&#10;    &lt;data&gt;x5Bj0gAAAPn0BJPCwtwAG5KSAADS/6amppKSAAEJABQCCQAUAwkAFAQJABMFCQD0BQEA0v/d3d2SkgEB0gD///+SkgECCQAUAwkAFAQJABMFCQAUAjYAFAI2ABQCNgAUAjYAFAI2ABQCNgAUAzYAFAM2ABQDNgAUBBsAFAQbABQEGwAUBRsAFAUbAHAFAtIA////&lt;/data&gt;&#10;    &lt;timestamp&gt;639015717555232803&lt;/timestamp&gt;&#10;  &lt;/Property&gt;&#10;  &lt;Property Name=&quot;ColorIndices&quot; Version=&quot;2&quot;&gt;&#10;    &lt;data&gt;x1Vj0gAAAJ74A5OalAEB0v9uPxKU///C/5QBAg0AGAMNABgEDQAXBQ0AcgIB0v+zm4VBACgCAg0AGAMNABgEDQAWBQ0AJ5KTggDQkwLS/7ObhZT//8L/kA==&lt;/data&gt;&#10;    &lt;timestamp&gt;638699532915166524&lt;/timestamp&gt;&#10;  &lt;/Property&gt;&#10;  &lt;Property Name=&quot;DataLabels&quot; Version=&quot;10&quot;&gt;&#10;    &lt;data&gt;yAbnY9IAACRg8BuSgQGUwJjcACfD3AA1xBAgSWnAjXBlQ5ZmmjuevUDKwsPC0v92ggoAygABABDSBQACDADyB8PC/qY5MDQsNzECAsADnQDC0v////8cALEAwqVBcmlhbMtAJDEA8QkAwsLCwsDDw5TLP/atWsAAAADLP+IkSKAJAAwSAANWAPAFykFU8RXKQgYLlspB/tVPykKLkrFHAAGJABLLVwAJkQACewARASAAEsINAAQvAAEUAAcFAPAOQThe+9wAVMQQYmnoeHvZVkqDxYdmclI70MPDwtJXAAI/ABcADACAwsP+wAEAwAHpAAciACXCwIsAAJ0ARcDCwpQRAA8JAAgXwI0AAE4AAQ8AAEEAAQkABTkAUtL/hoeNIgBPAMo+gN4AEx/AAQAIFZJbAAUJAA8TAAAhAQEdAf8BcN2uq97oy0quON39KW3kih0BfgU6AQ8dAVvwBJLLQFWistZQd/rLQENBGTy23mDfAkPAwKEKvAI6wsLDhQHxIgHR7/QBwsLCkcgBGWTZhG1pby5Db21tb24uUG93ZXJQb2ludC5NYW5hZ2VkLkRhdGEFAGFDaGFydHMLAFJMYWJlbAsA8AwuQnVpbGRlci5UZXh0VW5pdC5TZXBhcmF0b3IOAAA+AC8sIGIAD3+WkceJZNmAKQAPAYAAD4sAFV9WYWx1ZYcAGmCQAMLAwMIFAECgksQQ0wEIAgAfwBQAAQWuBP8B/DnMf3fRVEip1An5Tj5PFq4ECo+nMTA4NCwwOK8EPARXAAOwBN8cSQbKQMWC3cpCmg3l0gMAAd0AAeYDAtgDD7AEG/8BON76HNF9FUqHL/iytoYucZMDfg+wBGn/AbMnfbmls0dKjepPkGTKLm8dAX4A/AED+wEvPoD7ARMKRwQKAgAPugUADxMAAAGwBPQBWCQE1nnATctAKawlFvrCUrAEBL0CDbEEHwKxBP9E8QFcvk7q1awfS62dCMBBYzzxsQQy2t64DAQIHgSlw8L+pjM2Myw4NrAEMx0dHSgAD18JKgJWAAOvBABfCZ9CD2qnykMMp+2vBD7/AYV3ZJB19kpIkGhSCSyUAj+SA34PrwRp/wG5dhhMrABBQbwE4NBGsEglHQF+D68EZ35jrSvxfJK/XwkCvAINrgQAXwkfAl8J/0D/Afg1TO37MbZKlClqOXqlw7OuBAs4NDE4XgkPrgQ0AlYAB64EAV0JT0MjuequBD7/AXgrpI9IBRVNqgTPNt29cPKRA34PrgRp/wGEqs3wblB/Qa5qwFuQGr5AHQF+D64EZ31mj2ukFPa6XQkDvAINrgQAXAkPrgT/QfEB6av9ZRN4kUKH97zqZ14GMbsSM1xmCDQJB8wRAFwJfzExNyw5NAG7EjwCVgADrgTfAxXTykG6pdHKQyfxKK4EPv8BgYaU3YG+bE6rws17Ub79xZEDV0FAAZqmxwzhykHovY/KQzxBhMLCw8ITAAVXEg+uBEBQQGeIMIAzFEBAPx4cCQAIEwDwDz0XsegAAAABAdwAVMQQ279yFpqHKEe/CqlkqKekOAwCACEEDgwCD9gTQihAQB0BFMOHFA8dAUsT6B0BAwoBDx0BAgAVAG4KfFTSmvhcCQK8Ag2uBABcCR8DuxL/QPABELdoNULrLUuuFoI52TWqnaICD64EB28yNzYsMzeuBD0CVgADrgQACg6fPjonjspDSoWorgQ+/wGQqQJhabd1RqcfpEaOeuK2rgRXAPcDAZsEBgUAD94AAA9pF2W+wJLLQGto42BaTjZACAKgAQ2SAwBACA+SA/9B8QFDDDqqhRdzQqR4OQUk6HMrkgMGcwsNQAg/MCw2kgM+AlYAA5IDAEAIApwRPzS2pLQCAADaAgPRBgHcAg9LFhv/AdHINCIIYSdNp0KSGvlPUi2SA1zvPpsiAMpCJnaHykNLCOUjB1MxaWrOfBxSQETO0NQjBzFpYRyGHAQTAANACPABu8iX7WQCE0i9REH19TxmqwwCB28BBwwCD0AIRw8dAV0awQoBDx0BAq+Sy0BooyvIND+KQAgBABIDDa4EXwHR7/QEQAj/QPAB2rm4WH7mjUq/2HrNjJjZ36ICB8UGB6ICAe4MXzQ3LDA1QAg9AlYAA64EAEAIn0FLR5nKQ2ItPa4EPv8Bf/+k/jHz9kW3lvSViYzQ5q4EXO9Aj/TLykGTu4vKQ3s0Eu4MU/AHb2aCNJDj2ctAMndyUbpdzpLLQG/2d4YEABMAJnFo7gzwAeefKpNyxEZJmMtrZpJ6h+EMAgAoAAMdBgcMAg+uBEcCHQE/f7O4ywVTMHArOwIOBQoBDx0BAq2Sy0BuXdXpQyos+RoDEgMNrgQAXAkPrgT/NlAAwMLDwg==&lt;/data&gt;&#10;    &lt;timestamp&gt;639015755343310009&lt;/timestamp&gt;&#10;  &lt;/Property&gt;&#10;  &lt;Property Name=&quot;PointAndSeriesStyleDefinitions&quot; Version=&quot;2&quot;&gt;&#10;    &lt;data&gt;x0pj0gAAAGPwApKQhAGVAZIAl9L/S1MGAMoAAQCR/8LCwMDAApUCGAA5doIKGAAxA5UDGAA5rbRsGAAxBJUEGAA02t64GABQwsLAwMA=&lt;/data&gt;&#10;    &lt;timestamp&gt;639015757832979655&lt;/timestamp&gt;&#10;  &lt;/Property&gt;&#10;  &lt;Property Name=&quot;NumberFormats&quot; Version=&quot;2&quot;&gt;&#10;    &lt;data&gt;x9Bj0gAAAe3zFJKJvU51bWJlckZvcm1hdElkUHJpbWFyeUNhdGVnb3J52SQwAQAQLQgACwUABAIA/wbZJEFyaXRobWV0aWNPcGVyYXRpb25MAAD/HTllODFlNDQxLTU3NTAtNGJmYy1iZTZhLTExZTI0MTg3NzIxZr5QZXJjZW50kQAET6IwJbWyAAIPqgATH7ypAAkPoQATH7ahAANKojAlt5kAYVNlY29uZFgABCkBC0ABAQ8ABAIAH76bAAIHRQAPnQARG7idAAQ/AFB5ojAlwA==&lt;/data&gt;&#10;    &lt;timestamp&gt;638699532915186524&lt;/timestamp&gt;&#10;  &lt;/Property&gt;&#10;  &lt;Property Name=&quot;GlobalChartSettings&quot; Version=&quot;5&quot;&gt;&#10;    &lt;data&gt;x8Zj0gAAASjwGNwAEMOQAQABAgPCk8LcADXEEHIqVxwqzbVMi48s0TGWATrDw8LSAAEAEMoFABcADADzAcLD/qABAMABnQDC0v8dHR0iAKHCpUFyaWFsy0AmMQCiAMLCwsLAw8OUyw8ALwAACQAIsaDKQBoEdso9zMzNTQABBQAAQQABCQAFOQAHhQACdQARASAAEsINAAQvAAEUAAcFAFVAE54QkkQADgkA8A0ClqhJbmZpbmVvbgEBAaACykOGfubKQvcxaMPA&lt;/data&gt;&#10;    &lt;timestamp&gt;639015759024799405&lt;/timestamp&gt;&#10;  &lt;/Property&gt;&#10;  &lt;Property Name=&quot;LegendData&quot; Version=&quot;3&quot;&gt;&#10;    &lt;data&gt;yAL7Y9IAAAyT8BCYlJUBwtwANcQQoauVs1EBK0avp5ULgGBlWsLDw9IAAQAQygUAFwAMAPMUwsP+s0hvbWUgQXBwbGlhbmNlL0hWQUMBAsADnQDC0v8dHR01AKHCpUFyaWFsy0AiRACiAMLCwsLAw8KUyw8ALwAACQAID2MAAfAFykEt4UjKQrj5LMpCs7kbykHhXZ5UAAFuAAVMAAerAAKIABEBIAASwg0ABC8AARQABgUA8g/A3ABSxBAnHMa4Kt8PTKa+ihTJaD4ewsPC0v9LUwY7AAgFAYDDw/7AAQDAAfIAAMoAAyIAJcLAhwAAmQAvwMLtABMSwNoAQ0FqvO7aADAX/k5BAAGhADHLQCRjAGMA0v////9qAD/KP4DaABQPAQAI+QoBwNwAVMQQn+/Oz7UwPEKOmPYaW/My58PD1QAHUQEvwsL3ADsA2AAB5AAGBQAG9wAAHQAAAgAHgAAC/QAP0QESD/YAByXAkqUBBQkADxMAAEIBAZUCHAP/AaxhMt97XG5EnqOykkEw/e0cAwpwvEluZHVzdPkC/wMgQXV0b21hdGlvbi9Ecml2ZXMlAzwPbAAKAlQCQkLgU6BUAk9DE1QZXQE1AS4D8QHE5paRv5K8RJ+Q3cPcHGnnLgMydoIKpQEPLgNYRkMAqEraAA8uA03/AfjlEd9Vt4VEsWoQcZzNpXkuA/YSAy4D/wFzLYRyIcQ/Q52I+Rw2kzvWLgMKj6hSb2JvdGljGgM9BVgAAwYDjwx64cpC1XVENAY/8QGK2l89fR0MR6+b+QoRrInMBgM/rbRsBgNaAdoADzQGWv8BJnffZ/Aj3U66tSjZ6xqSZQYD9hIEBgP/AdQhUR/ooDJHner+Z7VpqqAGAwoRuVAJ/wQmIFByb2Zlc3Npb25hbCBUb29sFwM9D2kABwMoAzLX/ktOAg8uBj7xAbCCZAD/oOlOrlnDFzPPP0QoAz/a3rgoA14PLgZb/wFlE/9Jfsv1T4vNZsVhFr62KAP1LgXCcwlQAAABAAA=&lt;/data&gt;&#10;    &lt;timestamp&gt;639015759024800776&lt;/timestamp&gt;&#10;  &lt;/Property&gt;&#10;  &lt;Property Name=&quot;SeriesLabels&quot; Version=&quot;5&quot;&gt;&#10;    &lt;data&gt;kZA=&lt;/data&gt;&#10;    &lt;timestamp&gt;639015758428951529&lt;/timestamp&gt;&#10;  &lt;/Property&gt;&#10;  &lt;Property Name=&quot;PlotOrder&quot; Version=&quot;0&quot;&gt;&#10;    &lt;data&gt;kZA=&lt;/data&gt;&#10;    &lt;timestamp&gt;638699532915200374&lt;/timestamp&gt;&#10;  &lt;/Property&gt;&#10;  &lt;Property Name=&quot;Overlays&quot; Version=&quot;10&quot;&gt;&#10;    &lt;data&gt;yAQXY9IAAA4c8QuTyAKzZNlWZW1wb3dlci5DaGFydHMuRGF0YQUAAxAAc092ZXJsYXkZAJNDb2x1bW5TdW0XAAAuAC8sIEMAAPEJnMQQ0DGXQiSTb0mxLheLNZ/viMPLQCYAAQDxDsDAAf/cAFLEEAlU9xmB1rhAtbQOp/A2dtrCw8PSIgARygYAUtL/////DADyBMPD/qMxLjkBAcADnQDD0v8dHR0ZAIUAwqVBcmlhbF0AkcLCwsLAw8OUy0MANgAAAAkAWEAGrVrAEgAAUwDwBcpBVh65ykGRzBPKQmDRxcpDWkMbRAABdwAFPAAl0gCLAAJ4ABEBIAASwg0ABC8AARQABwUAX0FHF03AAQAH8BwBkADCksQQmVfrCEyjeUuZnF7fVgljNcCRyAEZZNmEbWlvLkNvbW1vbi5QowHRUG9pbnQuTWFuYWdlZKQBAQUAA6kBAIsBUkxhYmVsCwDwDC5CdWlsZGVyLlRleHRVbml0LlNlcGFyYXRvcg4AAC4ALywgYgAPf5aRx4lk2YApAA8PiwAaX1ZhbHVlhwAaYJAAwsDAwgUAH6C3Akz4Aag3wkNOHx5Iu+DeqqLCYCK3AhICtwL/AWbRq5DZ7i5OsXE7TnsYDpm3Ag0fNbcCPxc1twKfQWRi5MpDMp9ytwL/jF8IqWTZWCsFAAg6AwNXBQPDA7NHcm93dGhBcnJvdxkAArcDD0UAAPEK3AAlxBB1/3/wK3lJToWgZ68HDAUPw8tAJAMFPwDAwFME/wsBjQbxAWGfzQHUF6BAnhPosZyLiDPWAwWBBguNBnCkKzAuNAECjgYfwo4GAgN5AQCTAwGOBgV8Bg8JAAcBVADwBcpBjsEcykHMDDTKQgQIz8pDc3ydRQABVgYyy7/w0AEPjwYkPzhe+44GBz/AAZCOBgL5CdwAVMQQFI6z+ae950CTGUMX5/saQMLDwqoHAZcAAaQAgMLD/qABAMABGQEGFgAFpwcBEwAAEAAApwcvwsKnBwEBIAAIpwdhoMpBQLD8XgCmykGnuSDKQ4AesBUBANMHAAIACIgBP8o/QKQHEw8QAQhwwJLLQHAD1lsAQctANPfSAQgTAJFAgRngAAAAAQEiAf8BWekLJQn9GkCrK761KKbHACIBZk9CS2ldIgFhS0ltK6AiAUFPcrOAIgFfwsDAwALXCP8MMcDDw4wCAU0C/wFyESlEuDGFRLbqTDFY64jxTQJcAPMCU8pCXZo7bwM/SNj0bwNTMGkbHjECCm8DIPggDQQEggMDbwP/AR6UFxf2MxRLuW88SsKhJFoiAWEgQXymBZV7lZzKQ3B8ncOmBQ+RBFIDXANgkstAbg+TeQMFEwAhAQK4BEUFBBy0SQEHEgADOQAgxBDmAQgCALDDw8KT/wLDk/8Bww==&lt;/data&gt;&#10;    &lt;timestamp&gt;639015760969975763&lt;/timestamp&gt;&#10;  &lt;/Property&gt;&#10;  &lt;Property Name=&quot;AxesData&quot; Version=&quot;5&quot;&gt;&#10;    &lt;data&gt;yAHqY9IAAAdd8wORk9wAFwIBwsLDwsLClJIAywABAPELwtwANcQQyh3IheNfu02GXNYieOo0hMPDwtIhABHKBgAHDADzAcLC/qABAcABnQDC0v8dHR0iAKHCpUFyaWFsy0AmMQCVAMLCwsLAw8OUaAAPCQAI8QGgykAaBHbKPczMzcpAgAAABQAAQQABWwAFOQAHhQACdQARASAAEsINAAQvAAEUAAcFAE9AE54QhgASYsDAwMPDw9QAAlMAwtHv0pTKPwAAAAHDlxgAAVgAcgD/wsKSxBDoAAYCAPEbwJHIARlk2YRtaW8uQ29tbW9uLlBvd2VyUG9pbnQuTWFuYWdlZC5EYXRhBQBhQ2hhcnRzCwBSTGFiZWwLAPAMLkJ1aWxkZXIuVGV4dFVuaXQuU2VwYXJhdG9yDgAAPgAvLCBiAA9/lpHHiWTZgCkADwGAAA+LABVfVmFsdWWHABpgkADCwMDCBQAQoH8CIQLCAQAOfwL/AZQIQPfWhMJKtWE0oMGrmot/AgoVwH8CAH0BApMBUMLAy0AoDwABCQIPegIWEcA+AAIFAA96Aj0fwHYCGQC5AAOJAC8AwF0C/yMQAdwEPsPCw10C/wGZk0BesdH/ToqxsSlvQph0XQIKD9wEVy9Dh9wE/7JQAMLAwKA=&lt;/data&gt;&#10;    &lt;timestamp&gt;639015755715781295&lt;/timestamp&gt;&#10;  &lt;/Property&gt;&#10;&lt;/Properties&gt;"/>
  <p:tag name="EMPOWER_CHARTS_DATA_ID" val="02D68F8CE8884A7C91ED42219E711FC8"/>
  <p:tag name="EMPOWER_DATA_LAST_WRITE" val="639015767291504487"/>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tQnsvz7zQ2PZZOM2pKJxNg"/>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0JM+kKA5VpLm6evJ2MndnsEAAAAAAADAAAAAAADAAAAAwADAAQA////////BQAAAAMAEAALhMZxl2Aft0CnRR/J6GL11wQAAAABAAMAAAACAAMAAAAEAAMAAAAAAP///////wMAAAAAAP///////wMAAAAAAP///////wQAAQD///////8FAAAABAAQAAv5VeKhK4S6S5aPT7KaxLj7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kz6QoDlWkubp68nYyd2ewREYXRhAAUAAAAAAk5hbWUADQAAAExpbmtEYXRhTGlzdAAQVmVyc2lvbgABAAAACUxhc3RXcml0ZQB6fqbsjwEAAAABAP////9hAGEAAAAFX2lkABAAAAAEhMZxl2Aft0CnRR/J6GL11wREYXRhAAUAAAAAAk5hbWUADQAAAExpbmtEYXRhTGlzdAAQVmVyc2lvbgAAAAAACUxhc3RXcml0ZQB5fqbsjwEAAAACAP////9wAHAAAAAFX2lkABAAAAAE+VXioSuEukuWj0+ymsS4+wNEYXRhABYAAAACUGVyc29uYWxJZAABAAAAAAACTmFtZQALAAAAUGVyc29uYWxJZAAQVmVyc2lvbgAAAAAACUxhc3RXcml0ZQClfqbs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DAP///////wUAAAADAP///////wUAAAADAP///////////////////////////////////////////////////////////////////////////////////////////////////////////////////////////////////////////////////////////////////////////////////////////////////////////////////////////////////////////////////////////////////////////////////////////////////////////////////////////////////////////////////////////////////////////////////////////////////////////////////////////////////////////////////////////////wEAIAH///////////////8AAA7///////8FAAAABAD///////////////////////////////////////////////////////////////////////////////////////////////////////////////////////////////////////////////////////////////////////////////////////////////////////////////////////////////////////////////////////////////////////////////////////////////////////////////////////////////////////////////////////////////////////////////////////////////////////////////////////////////////////////////////////////////////////////////////////////////////////////////////////8CAAEBAwAAAAIA////////DgAGTGlua0RhdGFMaXN0XzEEAAAAAAAFAAAAAwAFAAAABAADAAQBAwAAAAMA////////DgAGTGlua0RhdGFMaXN0XzAEAAAAAQAFAAAAAAAFAAAAAgAFAAAAAAAFAAAABAAFAAAAAAAFAAAABAAFAAAAAAD///////8EAAMBAwAAAAQA////////DAAGUGVyc29uYWxJZF8wBAAAAAIABQAAAAI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32590855167745"/>
  <p:tag name="EMPOWERCHARTSPROPERTIES_B_LENGTH" val="24576"/>
  <p:tag name="DOWN_MIGRATION_INITIAL_LAYOUT_REQUIRED" val="9.2.99"/>
  <p:tag name="RUNTIME_ID" val="ee7f384b-6390-4ce3-a9f6-ca01c114ec35"/>
</p:tagLst>
</file>

<file path=ppt/tags/tag225.xml><?xml version="1.0" encoding="utf-8"?>
<p:tagLst xmlns:a="http://schemas.openxmlformats.org/drawingml/2006/main" xmlns:r="http://schemas.openxmlformats.org/officeDocument/2006/relationships" xmlns:p="http://schemas.openxmlformats.org/presentationml/2006/main">
  <p:tag name="UNIQUEID" val="0dea1192-a432-4aac-88ce-e37938f4343e"/>
  <p:tag name="MIO_CHART_TEMPLATE_TYPE" val="EEA96BEB-6195-4071-AD7A-E1F3FA6E0081"/>
  <p:tag name="DATALABELS - VALUE" val="True"/>
  <p:tag name="DATALABELS - BACKGROUND" val="True"/>
  <p:tag name="METADATA - EXCELNUMBERFORMAT" val="General"/>
  <p:tag name="COLUMNSUMS - VISIBLE" val="True"/>
  <p:tag name="MIO_SKIP_CDCHECK" val="true"/>
  <p:tag name="NA_EXTENSION_LIST_ADDED" val="yes."/>
  <p:tag name="EMPOWER DO NOT TRANSLATE" val="true"/>
  <p:tag name="METADATA - EXACTFONTSIZE" val="10"/>
  <p:tag name="EMPOWERCHARTSPROPERTIES_LASTWRITEDATE" val="638424867284370994"/>
  <p:tag name="RUNTIME_ID" val="1b038435-95ae-4e36-ae9c-ba3da2835fe5"/>
  <p:tag name=" - MIN_VERSION_NEEDED" val="9.6.0.0"/>
  <p:tag name="LAST_TOUCHED_CHARTS_VERSION" val="9.9"/>
  <p:tag name="ENTIRE_LAST_TOUCHED_CHARTS_VERSION" val="9.9.3.0"/>
  <p:tag name="2C160474316A4D46B7935BC8BB3A5015-0" val="&lt;Properties&gt;&#10;  &lt;Property Name=&quot;PersonalId&quot; Version=&quot;0&quot;&gt;&#10;    &lt;data&gt;kaA=&lt;/data&gt;&#10;    &lt;timestamp&gt;638699532914896524&lt;/timestamp&gt;&#10;  &lt;/Property&gt;&#10;  &lt;Property Name=&quot;AzureInformationProtectionData&quot; Version=&quot;0&quot;&gt;&#10;    &lt;data&gt;ksDA&lt;/data&gt;&#10;    &lt;timestamp&gt;638699532914906524&lt;/timestamp&gt;&#10;  &lt;/Property&gt;&#10;  &lt;Property Name=&quot;GeneralExcelSettings&quot; Version=&quot;0&quot;&gt;&#10;    &lt;data&gt;kcI=&lt;/data&gt;&#10;    &lt;timestamp&gt;638699532914916524&lt;/timestamp&gt;&#10;  &lt;/Property&gt;&#10;  &lt;Property Name=&quot;CommonSettings&quot; Version=&quot;0&quot;&gt;&#10;    &lt;data&gt;kcI=&lt;/data&gt;&#10;    &lt;timestamp&gt;638699532914926524&lt;/timestamp&gt;&#10;  &lt;/Property&gt;&#10;  &lt;Property Name=&quot;PlotAreaBorder&quot; Version=&quot;0&quot;&gt;&#10;    &lt;data&gt;lcsAAAAAAAAAAMsAAAAAAAAAAMsAAAAAAAAAAMsAAAAAAAAAAMsAAAAAAAAAAA==&lt;/data&gt;&#10;    &lt;timestamp&gt;638699532914936524&lt;/timestamp&gt;&#10;  &lt;/Property&gt;&#10;  &lt;Property Name=&quot;ShapeConstructedChartData&quot; Version=&quot;0&quot;&gt;&#10;    &lt;data&gt;kZA=&lt;/data&gt;&#10;    &lt;timestamp&gt;638699532914946524&lt;/timestamp&gt;&#10;  &lt;/Property&gt;&#10;  &lt;Property Name=&quot;SeriesData&quot; Version=&quot;0&quot;&gt;&#10;    &lt;data&gt;x1dj0gAAAebzCZWSAZLHLGTZJVN5c3RlbS5TdHJpbmcsIA8A/wVQcml2YXRlLkNvcmVMaWKkRlkzMS8AGk8yNpICYQBNHwNhAE0fBGEATR8FYQBHUKRGWTI2&lt;/data&gt;&#10;    &lt;timestamp&gt;639015765919660575&lt;/timestamp&gt;&#10;  &lt;/Property&gt;&#10;  &lt;Property Name=&quot;DataChartCoAuthoring&quot; Version=&quot;0&quot;&gt;&#10;    &lt;data&gt;x5tj0gAAAPjwEpHcAFLEEJeHs7feeEFAsnD+HaaehK3Cw8LSAP///wDKAAEAENIFAAIMALfCwv7AAQDAAZ0AwhYAQQDCwMskAAALAHXCwsLAwsKUEQAPCQAIYsDKP4AAAAUAQUEqFyMFAEHCwsLCeAAFOQAIagABGgARAQYAFMKTAAIvAAEUAAYFAFTAoAGQwAEABgoAcMDAwMDAAcA=&lt;/data&gt;&#10;    &lt;timestamp&gt;639136943133476505&lt;/timestamp&gt;&#10;  &lt;/Property&gt;&#10;  &lt;Property Name=&quot;PointAndSeriesMarkerStyleDefinitions&quot; Version=&quot;0&quot;&gt;&#10;    &lt;data&gt;lJCAwsI=&lt;/data&gt;&#10;    &lt;timestamp&gt;638699532914996524&lt;/timestamp&gt;&#10;  &lt;/Property&gt;&#10;  &lt;Property Name=&quot;CategoryLabelSettingsDataProperty&quot; Version=&quot;0&quot;&gt;&#10;    &lt;data&gt;lMLCwgA=&lt;/data&gt;&#10;    &lt;timestamp&gt;638699532915006524&lt;/timestamp&gt;&#10;  &lt;/Property&gt;&#10;  &lt;Property Name=&quot;ColumnSumsSettings&quot; Version=&quot;0&quot;&gt;&#10;    &lt;data&gt;ksLD&lt;/data&gt;&#10;    &lt;timestamp&gt;639015755326035956&lt;/timestamp&gt;&#10;  &lt;/Property&gt;&#10;  &lt;Property Name=&quot;LeaderLines&quot; Version=&quot;0&quot;&gt;&#10;    &lt;data&gt;kYIBkcMCkcM=&lt;/data&gt;&#10;    &lt;timestamp&gt;638699532915026524&lt;/timestamp&gt;&#10;  &lt;/Property&gt;&#10;  &lt;Property Name=&quot;AutomaticBreakSettingsData&quot; Version=&quot;0&quot;&gt;&#10;    &lt;data&gt;x2Bj0gAAATnzHZbCwsLHZGTZYVN5c3RlbS5Db2xsZWN0aW9ucy5HZW5lcmljLkxpc3RgMVtbIwBzSW50MzIsIA4A/wJQcml2YXRlLkNvcmVMaWJdXRoABR+QZwC2UGVMaWKQ&lt;/data&gt;&#10;    &lt;timestamp&gt;638699532915036524&lt;/timestamp&gt;&#10;  &lt;/Property&gt;&#10;  &lt;Property Name=&quot;BreakManagementData&quot; Version=&quot;0&quot;&gt;&#10;    &lt;data&gt;kZA=&lt;/data&gt;&#10;    &lt;timestamp&gt;638699532915046524&lt;/timestamp&gt;&#10;  &lt;/Property&gt;&#10;  &lt;Property Name=&quot;GridlineSettings&quot; Version=&quot;1&quot;&gt;&#10;    &lt;data&gt;xzVj0gAAAFlhkZOSmNIAAQBgyj6AAADKCwDjAcPCmNL/vLy8AADKPwAFAD8BwsIrABRQAAHCwsM=&lt;/data&gt;&#10;    &lt;timestamp&gt;639015716573070192&lt;/timestamp&gt;&#10;  &lt;/Property&gt;&#10;  &lt;Property Name=&quot;DataLink&quot; Version=&quot;1&quot;&gt;&#10;    &lt;data&gt;wA==&lt;/data&gt;&#10;    &lt;timestamp&gt;638699532915066524&lt;/timestamp&gt;&#10;  &lt;/Property&gt;&#10;  &lt;Property Name=&quot;LinkDataList&quot; Version=&quot;1&quot;&gt;&#10;    &lt;data&gt;kA==&lt;/data&gt;&#10;    &lt;timestamp&gt;638699532915076524&lt;/timestamp&gt;&#10;  &lt;/Property&gt;&#10;  &lt;Property Name=&quot;ExcelMirror&quot; Version=&quot;1&quot;&gt;&#10;    &lt;data&gt;yCJgY9IAAC3o/y+RxS3kUEsDBBQABgAIAAAAIQAIBc3hhwEAAAEGAAATAAgCW0NvbnRlbnRfVHlwZXNdLnhtbCCiBAIooAACAAEA/+36/3mslE1vwjAMhu+T9h+qXCca2GGaJgqHfRw3JNgPCI2hEW0SxYbBv58bPjRNQFXRS6M29fu8thMPx9uqTDYQ0DibiUHaFwnY3Gljl5n4nn30nkWCpKxWpbOQiR2gGI/u74aznQdMONpiJgoi/yIl5gVUClPnwfLOwoVKEb+GpfQqX6klyMd+/0nmzhJY6lGtIUbDN1iodUnJ+5Y/753MjRXJ6/6/GpUJ5X1pckVsVG6s/gfpucXC5KBdvq5YOkUfQGksAKgqUx8ME8MUiDgxFPIsM0CJ7aCHrFKOjMawMB4fOPULhHrnclaHuC9uRzAakokK9Kkqzl1uS/njwmru3Cq9LtK2NLFEaaWMPfq+wo8/o4zLoGMjdX5RuMEH8RkDGZ+3W4gyDUCkXQnYddmjaBO5UAH0lPj0Ljs38Fe7qeRqzhWQVC9dtz2KXuPzlZ4E55GnRoD2XThe0Tq651kIAhk4XdJzh/1E5JFzc9uhnmkadFt2vkZy1c34vcwZuIwDfPQLAAD//wMAwAPwCBNevmUCAQAA3wIAAAsACAJfcmVscy8uBgAPuAP/9//skk1LAzEQhu+C/yHMvTvbKiLSbC9F6E1k/QExmf1gN5mQpLr990ZBdKG2Hnqcr3eeeZn1ZrKjeKMQe3YSlkUJgpxm07tWwkv9uLgHEZNyRo3sSMKBImyq66v1M40q5aHY9T6KrOKihC4l/4AYdUdWxYI9uVxpOFiVchha9EoPqiVcleUdht8aUM00xc5ICDtzA6I++Lz5vDY3Ta9py3pvyaUjK5CmRM6QWfiQ2ULq8zWiVqGlJMGwfsrpiMr7ImMDHida/Z/o72vRUlJGJYWaA53m+ew4BbS8pEVzE3/cmUZ85zC8Mg+nWG4vyaL3MbE9Y85XzzcSzt6y+gAzAwHwDMJUOvWqAwAASwgAAA8AAAB4bC93b3JrYm9va+8G/////5isVl1vozgUfV9p/wNr9ZXyTQJqMspXtZG6qyrtzLxEihy4BKuAWds06Y7mv+81hDRt9qE7s1FiMMbH5/iee52bT4eyMJ5BSMarEXGubWJAlfCUVbsR+fx4aw6JIRWtUlrwCkbkBST5NP71l5s9F09bzp8MBKjkiORK1bFlySSHksprXkOFIxkXJVXYFTtL1gJoKnMAVRaWa9uhVVJWkQ4hFh/B4FnGEpjzpCmhUh2IgIIqpC9zVsserUw+AldS8dTUZsLLGiG2rGDqpQUlRpnEy13FBd0WKPvgBMZB4DfEn2Nj4/Yr4dDFUiVLBJc8U9cIbXWkL/Q7tuU4b7bgcLkHH0PyLQHPTMfwxEqEP8gqPGGFr2CO/dNoDlqr9UqMm/eDaMGJm0vGNxkr4EtnXYPW9Z+01JEqiFFQqRYpU5COyAC7fA+vD1CVaOppwwocdSPXc4g1Ptn5Xhjofuiw5gwkTMQWmJIlrgD6TTTGpFAgKqpgxiuFPjzq+lnPtdiznKPDjRX81TABmFjoL9SKLU1iupX3VOVGI4oRmcXrzxLlr6dUKF5wtZ7U9Zwqur7jCS3Wj1DWaydwPBp6fgg+9UMXtnYYRENv6GXeMMoiZ31mY3qZM//ByDTRu2Ph9nQSuvv3W4VKRNyb9V4JA++X8zsM2AN9xvChSdJjdi8xPo63qRIRO5tvjhtFvm1HphcFM9OfhQNzMptOTbwJZ0EwsaPA/Y5iRBgnnDYqPzpDQ4+Ijza4GPqDHvoRx44blr7S+GYfP6a+vmv6se9asK6BXxjs5auHdNeQOd8/6Fr3iEFrdR2+sirlezTdMMLq8XLqeqFPjH07+JWlKkfZtuuhT7tnvwPb5ahhYLu4O4puV7rcIfNAJ6hwNfMRecN43jG+xY+pmzeMrTPKbTVG6u3VqNoMWlZ1o7Dqa/JtDDBhYr2EWKZtrlj9rBQyVkGqkwUxznpHpJLxTZKjO+UGaRewEVrJZsuV4qXOS7Rpu0d6GdSWszQFfQyRcUvit6vZVXhjnQH/2yqi2unArfj+NM2Pr/yPzNMpgocH5nHRlNVp+m18dftu+jkJ1IrEE10q8NJxRyfwAh7Y34COzkZk4sTzUPtDF6kVJBzP2Becgc7kx66WjC/AQd1J1V4xrxlG0vHtycCOfNNeeIHpo1vMoe+55syfu4tgsJgvpoG2uj544//j+GnLS9yf6FqXDtqjoMkT/g9YQTalEnOzCz7yxdTuWVv9rPE/AAoHAfIEgT6Ul/MAAAC6AgAAGgAIAXhsLw0HCN0DBBkHXwEooAAB0Art/92sUk1LxDAQvQv+hzB3m3YVEdl0LyLsVesPCMm0KdsmITN+9N8bKrpdWNZLLwNvhnnvzcd29zUO4gMT9cErqIoSBHoTbO87BW/N880DCGLtrR6CRwUTEuzq66vtCw6acxO5PpLILJ4UOOb4KCUZh6OmIkT0udKGNGrOMHUyanPQHcpNWd7LtOSA+oRT7K2CtLe3IJopZuX/uUPb9gafgnkf0fMZCUk8DXkA0ejUISv4wUX2CPK8/GZNec5rwaP6DOUcq0seqjU9fIZ0IIfIRx9/KZJz5aKZu1Xv4XRC+8opv9vyLMv072bkycfV3zMCAtbiPflm/AMAALUKAAAYCgZxc2hlZXRzLwcAEDETBvL/////DJyU247aMBCG7yv1HSLfkxOQJRFhVS1C5aaqutv22jgTYmHHqW1OqvruHSckrIS0QiBwjMf+5p+DM38+SeEdQBuu6pxEfkg8qJkqeL3Nyc+31WhGPGNpXVChasjJGQx5Xnz+ND8qvTMVgPWQUJucVNY2WRAYVoGkxlcN1GgplZbU4l+9DUyjgRbtISmCOAyTQFJek46Q6XsYqiw5g6Viewm17SAaBLWo31S8MT1NsntwkurdvhkxJRtEbLjg9txCiSdZtt7WStONwLhP0YQy76TxG+Nv3Ltp1288Sc60Mqq0PpKDTvNt+GmQBpQNpNv478JEk0DDgbsCXlHxY5Ki6cCKr7Dxg7BkgLl06WzPi5z8DS+fET4jN4TXobf9I4t52yfftYfNCN+oxBq8unZb183ekmAxLzh2gIva01Dm5EuULRO33p77xeFo3s09SzevIIBZQA0R8Vz7bpTauY1rXAqdx3aDI1Jm+QFeQIicrKZ4A/60PnCKDoLBw/t5723VNjzqLqCke2FflPjNC1vlJPWjNI2j2RMCL8Yf6vgV+LayqCnxUzSwvbFKDouYN9d4WXFegmHY8ajUnzgVTAl0iaMnubu52LD01IXWuYsm7uaeXfNiLTvuRUl0AXRH0doexSIde6Vh+pRMk9iF3iHQ+AEC97WIp8cR+J5pEfgcVFzzdZeKtM9BMp5h8B9hXBnbDP4HAAD//wAAAP//tFTRboMgFP0Vw/sAkdrZqEnVLfsNw8jah9ZFXLv9/S4iDu5e1qTjBXLO8eYc7sXSHLSeun7q63IcrslYkZQk5r0/GzjtJJxnRH2YaTg9D+Opn2bgAJsAqSNe9PHNIgB8prJXu9evThulz4BxKkldKlt6b2tXRBK2AI0DNiQBoQHZpU5LdqlLphZF+1vBVwUDy6tvEfue7eQ0l0W4bjVsi1YkD/yJ2F/jFNnsndMM0W1MCxl/3XkaLiQKk/1HGFs0DpOhME7hw6SIbmOaFyiMp3EYO0XBRC2dKaDrt02Pm0a4snVY0HU2TrH6x80I6S3l8do+PSB95/U4EDi/SyBbB55REGiDGuIULtAfHLehnlOeow55GgeCAb9LIFsnDoQcNE7hOyTwhMV0+oieOvv5XX0DAAD//wAAAP//dI5BDoJADEWvMukBBBRFDMPehYkJJxikwEScTkqJiad30BDc2FX//6/pL7zp8GK4s25UA7aiId5koNh2/bIL+Y97zNI42Wdp/p0DqJpE6PEn7NE0yHO4A9USySKispi/ViiTV9545Mq+UEMOitiiEyOWnAZPLGyshDYn22jgc5NAOBZTD3g1LKO60eRCzQR+3JXeznS04kE8ie9jjyjlGwAA//8DAFBLAwQUAAYACAAAACEAfrdOPmoEAACcDwAAEzwKUnRoZW1lBgABLQQwzFdbQAr//////1J+X2n/g8U7DXdC1XREIGhXmtVK2xnts8t9aiDCTi8a9b/PsU0Ah3Q70+1Ik7yA+Xz8+Vy+Y199eGwIus97WnftRjMvDA3lbdpldVtutM+fEn2tIcpwm2HStflGe8qp9uH699+u8CWr8iZHML+ll3ijVYztL1crmsIwphfdPm/hW9H1DWbw2perrMcPYLchK8swvFWD61ZDLW7A7N9FUac5+sRNatdH4zsCry2jfCAl/Q03nSszBDa7MzmC9uVtRHp0j8lGM8RPW11frfDlACBsiUvEb8ANgOzOWthzHNfxwtGeABC2xO38nbfzRnsCgNMUdrFc23F8K3IG7AwkH8/Yjv3YNhX8zL694By6/K/gBUjadxb4JInAawpegCTeXeDdbbCNVfsCJPHeAu8bYez4in0Bqkjd3i0j6Hp2dNztCCk68sdZeOA6iW8NxicURH/MHL5E0bVMyaObvOxkyjX4S9cn8J3jCGZ1i9jTPi9wCgkqYOjzn+hjXVaML4MvczwDyKGUngzB+ordpm5fX+THzE8WYbFpf2K3jbpZWWaiaIqakBv2RPKPVGyYdqTOEhgUgRCVNhbTvoLHwbUKruyxmIP6jv1bs+qmwntwlilWKOlguqRo31GoSTEsBCI/sS1cfmj+6jJZvqbJ61f6gWI2jRvuOA4BYhLt+VPejuZF5ZdCO44E+NwfITFbTCVhnyHhHwchCv9FQuzsXVgEZ1isufljqI5RHF0B1MaoQBUhzFXedaRWIppikmc8TlI2j9HlwXnXSL/kTDLPAAOaxJABU6QDzvXF7fHdyVT7jkgrJGbpppKYpWGFs3zIznlzec9YB1NIFXrcFcdqmGj4658Ray4iJ9pA2rlSkBY9bDTPduGskOL9RitALOGx2UPu0LbUECYlHCZS1suCf4uy7HvKYkwr6XAhOlINmprlPSJ1s9H49sdsIK3QEMHNtEAQfllyAcjKr0YOgq4GOS+KPGXzsM9GRPMTAFB4qRVnv4rpbwfzmd0Bwn1TZQ/olhz6fzCkmOub3IFZTRm0GunNrO5nQjbl30ljGmT3zEGRr4XJvsJDR5mLuYQLER3piDe5adHlwIGKC9T3oRHelrzB/u+u+3qr5ruZiebUMxVV4V3zvJj+vCY/YzU1UYWVlG5xwKKT1gVHrYNEPdslXum639EQZtSmxRRqnPFShrlmD6MqtXc8EMw84b3gt7FHnPXEWzs/zDvNWt4gjudKUQbiIji/q3W3X0A8Yjg6Hwij8qz8yHoMhz559payASXzyIbSgCd06OuN9tVwQyey3Eg31u5Od2zH0NduaOuh69rmzjWNeGs9Q2NhVWO68hKa4KYmT8NVVIwvrqNNnfYd7Qp2kXbNqhPXzZUgLq6jpvXydRTVIDpfPSsJ7GDr6YEdJroTb9d6EHlbPfYiP07iyF0HybOG7gXYCe3I8XZr3TOjSHc8g9NfB7rvWFbo+OF654TPwzEGdi7FZPAFuFfwuv4GChIB0uu6caJ6BQAAUhgAAA3NCGBzdHlsZXOVBP///////2rsWdtu2zgQfV9g/0HQu6OLLcUybBe5CSiQvaBxgX2lJcrmhiINikrsFv33HZKSRadx46rpdnexdpDwMjwcDofDw8n0zbakzgMWFeFs5gZnvutglvGcsNXMfb9IB2PXqSRiOaKc4Zm7w5X7Zv7zT9NK7ii+W2MsHYBg1cxdS7mZeF6VrXGJqjO+wQx6Ci5KJKEqVl61ERjllRpUUi/0/dgrEWGuQZiU2SkgJRL39WaQ8XKDJFkSSuROY7lOmU3erhgXaElB1W0wQpmzDWIROlsBP0k7ke75bK6SZIJXvJBngO3xoiAZ/lzlxEs8lHVIgN4PKYg8PzxY/1b0RBp5Aj8QtYV7vUTSEyveYyXufFpwJisn4zWTM3cE6Mqmk3vGH1mqusBlGqn5tPrgPCAKLYHrzacZp1w4EnwBtkK3MFRiI3GHVxw7798quQKVhO5Me6gatP80giWB3VSNnlLEqDOfLpXUyZNdCILoszOdBCpWy5mbpr7+KJhuGSciv6KqWuMK7EAotbbFNMyncCAkFiyFXqcpL3YbsD+Ds2vMCF0vSq8E2gVhdPqAilOSKz9YXeldb2x2Eauvglk2HYTleIvzmRuPNLqlsNrjU5Q7Mte1/nztXHpKsOeSixxiYOvoyqdN03xKcSFhBYKs1uqv5Bu1Hi4lxIj5NCdoxRmiykXbEU0BYDNM6Z2Kk38UB9jbwmF1mZbyLZgCIq5y7rYINmiKBs9UFL6NZrAt2HNQ+ethnW2xxz82OgD9GqVC17GV2o920GZDdyogqKPe1GBMV7ugZMVKbATmU9RWnTUX5AMMVIFD29hVt5EkmWrIYAA2539bHF+fpeHw+2qonKGHgqBVa0LY7ZNN+HcZ7Ttva0+jgVb/cL+zNPyxfqdDAwQDK+IcxJt95HDU5TVzf1WcjMJt3px+Z1kTKgl7JtYAZr61opcPcQYa9lexubh9FXiJVa6kIPfNJa47a9PZXkSveCd+XSxxJN7Kd1wCdVSEF47jo0CbBTTqSrUWhN0veEpMXfFVoMK/qetBCag4rJffxwYZh+uPVbZZYF7McstwvJaUMFukWqOcP1oiT0ypwqWOFEZkiSqsEDSVegWSZNOxjkZoNvaqllfUQF0PsCN/1pUkxe4WVfIWVtJ/Y36cUxoqc5SPtSSm5UUNYepIjPccM3re3kfC6/dw9P/t+UqBo6WKhkfCAxs44syVa3gLP3k5GZ5s5GyO2TsI/ScD8Qn2RLXkzUMUCLqi733MaV61NlbzMNVPl4ND++RsX6Xqe/TV066gJb9f8gkIkXBZQ6wc+GejJBnHYRzH5/75MBr7+gnttSjzacevvw2xw+lvtiYZYG7RI3Y7fLceiZNBOEzjm1exZWzZMhwl43AUBePo3I+CYU9bvox4mi37u1p6rr4vmufl4POyo7Un6V/otorHAbuVKlmoH+kWZXZyXKCaysW+c+Z25V9wTuoS2H8j9Tt54FJDzNyufKsyBkEMAb2bouHfuNzwRyycbI2ErFxnowA0zdGiumTl3EQyqQlkCj6aJJTvD3w/COAXlFL46F9t36eDCW8o5N+YdKROAz2uOcV6HaC7If+JcpNOwUP5NbBfLN7xx734+EviBRGVhAxQXUIessHXbngMnwLDW8CVSq8gUbIfojNGXjcGAo61SfMpcObbCpKB8NepBQG73FyeJ9c3aTgY+5fjwWiIo0ESXV4PotHV5fV1mvihf/XJSv5+Q+pX56shFRGMJhWFBLFoXKdxhbuubeZaFeMM+kiC2rbuSRj7F1EAOzn0g8EoRuPBOB5GgzQKwut4dHkTpZGle9Qzret7QWCSzUr5aCJJqZ8Jh+ov7FZweah+YRFeuxNe98+A+V8ApQUB0971AqrWAAAASgEAABSlBbFoYXJlZFN0cmluZ6wFJmSQsBXwteRus61QRZIUKRQPguLHwWO6O24CySTNzFr7742HIqzH93l4X5jRm+8UxRdUChmNXC46KQD7PAQcjXx/213dSkHscHAxIxh5ApIbe3mhiVi0LpKRnrncKUW9h+RokQtgM5+5Jsct1lFRqeAG8gCcolp13VolF1CKPk/IRt5IMWE4TLA9Z6spWM1297Faa8VWq998ZtfLOXvOR6jidSolnubuBRCObh+B5uYxjJ7bqXP+kBOI+7YVHPb/a0/sof51VPuF/QEsDQxIC9JBv/hg2QAAAMoBAAAjCAEHeg8CuBFRc2hlZXRTCwG2Ef/ErJHBTsMwDEDvSPxD5DtJuwNCaOkuCGlXGB/gpW4b0TpRbBD7e4J2odMkLpws2/Lzk73dfS2z+aQiMbGH1jZgiEPqI48e3g7Pdw9gRJF7nBOThxMJ7Lrbm+0Lzah1SKaYxVQKi4dJNT86J2GiBcWmTFw7QyoLak3L6DKGdxzJbZrm3pXfDOhWTLPvPZR9vwFzOOW6+W92GoYY6CmFj4VYr6xwiseZKhDLSOrB2nNFzqG1VRbcdY/2Pz1yiaxUXkm1HlpWRhc9d5G39hj5R9KtPtB9AxoBAdJhruZHiAEAAAAoAAAnGgGwcHJpbnRlclNldHQkAgwQAPb/KDEuYmlu7Jq/SsNQFMa/Y6JN6VAfQqiLoiWCuBV10y4iOGQpxkHwH1rEMe4ZnPtOzi7uvoAP4LmpCS1JhXhbm+J32vTShJx+95dz7p9DAwR4RIhzbGMT17jEbdYGOMYR2tjFjl7t4gB5ExfuO9ZazbdnR1DHoOF7IQQ1nC1BW8DRzw78gnttTxnv+iMT7eRwv0jyDJSkLo0iGgmMEqgTBwlMILA6IzLOQhB/wobq7OBeZ50eriw1D8feKIrUzwsHYuacIVAmDk5xg76GYl9D8UKXRPO2Lexh/PhJUdrTvG77XDBLuXbuVY6PW/GAtF2icsSZ0gNupn4k1CQUk4jZu3C9n5DP8IvZhXzbb56JqIMKWE01aD/GG/Pd98wWa9AY0bi84ianJdkNmYufrdePUmMfZwsSIAEDAPE3KEOAu59/Hy/zL5gwZRefgAwLuFPriH11WTzEcczYIoGUACc7xgIJkMAfEHCqUY0u21PBA+60bN/T/w1lts6IIQESqBaBLw4QKgMAXh+lChvRTskBAAAdBO8DYnRhYmxlcwcAAd0C8//mnFPLbtswELwX6D8QvNuUotRohchB68KAgaCHOvkAWlpZRPkQyHUio+i/dykpdiPnYJQHPUbcmZ1Z8e6+M5o9gw/K2YKn84QzsKWrlN0X/OlxPfvMWUBpK6mdhYIfIfD75ccPdyh3GhhV21DwBrHNhQhlA0aGuWvB0pfaeSORXv1ehNaDrEIDgEaLmyRZCCOV5QNDbsprSIz0vw7trHSmlah2Sis89lycmTLf7K3zsauCd551Pnsl7/wFuVGld8HVOCcy4epalXDRY3orPDyrGM2ZKvtPrsWJi/pSFWVNnD4/xMffybhmdF/FSzJb0+ovr9/+cGalIXOPcgdaww1nlQqtlscfE9hDXfCvab5acNZQ6uB/upeVO1gsOM0XHUodCNo27oWGTtBp1/eu3lBDn2hXTPKb81Q9grd8OUx95fTB2MDKgTJ7i5/NZZfu0mRw11vsnaWDv5O7bSs1AoUz7Snj4o1+rxNn7K/Syd7VofqpTsxVohxNp++p0pYrVelHj2vijuqnqknUEX3oY7yj2S0eNWxs7c7T19CDD2rf4Bc6njTGtfIBh8J+oBF7kBdQHDp61QKdWYo47hqKTug/fSz/AgAA//8DAFBLAwQUAAYACAAAACEAPv5WHJwBAAD5AgAAEQAIAWRvY1Byb3BzL2NvcmVXIQ+GFvL//4h8Ut9P2zAQfp/E/2D5aXtI7aSwlagNEpmQNq0SUotAvHn2tRgS27KPhfz3c5I2NNPEm+++H7777OXVW12RP+CDtmZF0xmnBIy0Spv9it5tb5IFJQGFUaKyBla0hUCvirNPS+lyaT3ceuvAo4ZAopMJuXQr+oTocsaCfIJahFlkmAjurK8FxtLvmRPyReyBZZx/ZTWgUAIF6wwTNzrSg6WSo6V79VVvoCSDCmowGFg6S9k7F8HX4b+CHjlh1hpbF3c6jHvqreQAjuy3oEdi0zSzZt6PEedP2cP616ZfNdGmy0oCLZZK5qixgmLJ3o/xFF5/P4PEoT0WEZAeBFpf1Nr2kmPdJf0CbWO9ClE1qaJMQZBeO4zvN3hOGpFdiYDr+KA7Deq6La6FR1tZJD9tgB35XG425Ed5T9blHbndlF/6G/7RxGX67IYZQZGYRj5kd0Tu5+X37Q0tMp6eJylP5nzLeZ4t8vPssVtnou/SGRr1YbAPHbOLJM2S9Ns2necXi5xfnjgeDYr+QwqEvfXtEJOcVpPPWvwFmwYB2OMKtUvNAQAA7gMAABDTAj9hcHDSAvn//7mcU8Fu2zAMvQ/YPxi+N3LaohgCWcWQbuiAdgsatztzMm0LlSVBYrxkXz/ZbhIH7QZsN5KPIJ8en/j1ttVJhz4oa/J0PsvSBI20pTJ1nj4Wn88+pEkgMCVoazBPdxjSa/H+HV9569CTwpDEESbkaUPkFowF2WALYRZhE5HK+hYopr5mtqqUxBsrNy0aYudZdsVwS2hKLM/cYWA6Tlx09L9DSyt7fuGp2LlIWPACW6eBUHB2DD86p5UEik8X90p6G2xFyaetRM3ZFOSR8hrlxivaiYyzacrXEjQu4zZRgQ7I2bHAbxF6JVegfBC8o0WHkqxPgvoVtbxMkx8QsOeYpx14BYYi175tTIZYu0BefLf+OTSIFDiLDWNxCKe901hdivnQEIO/No6zvkKLZfIApsZ/WXH+9oqe4/jWuPtUhUKRxvCtWoGnN0S5mIoyUBslGVl+MW5DUwUOWnhT30GgB/vzT/D+8EurN615JeNwmd4fp/zuwUCNPgKHaGlbB2YnWigxUSYZbc3Zvs7vlHkOj66wN73lXmxxWuTrBjyW0UkH2xwK/DY6wut+yLLpD1Lue14DPPr0afy+Yn41yy6y6M9JjbPjRxW/AdYFAdhaSdxwvQEAAO8FAAATAwNvY3VzdG9tBgP59f+otJRRa9swFIXfB/sPRu+qJdmK7WCnNHEKhXUE2u1hL0GWrhKDLRlbyRbG/nuVbW3IYDA8DHq5SBx953LvyW+/tU1whH6orSkQvSEoACOtqs2uQJ+e73GKgsEJo0RjDRToBAO6Xbx/l29620HvahgCL2GGAu2d6+ZhOMg9tGK48dfG32jbt8L5st+FVutaQmnloQXjQkbILJSHwdkWd29y6Jfe/OjGSiorz3TD5+dT53EX+W/xU6BbV6sCfS/5qiw54ZitsxWmhC5xFmUJJikhbMlW99nd+gcKuvNjhgIjWm/98elhs/0gKmi2gnLBuBAYsjjGMeUKV4lIcEz0rMpoSqpZtV0bUTWg/P9HN2+6r4PrF64/QB5e6jx8ZftPymgs5RO4Uji4omSEcUwZpklAo3mU+PNlEup4LPUjuL29bu2mr491AztQk6Dysagf/fBcdfdfhmcSC7PRM1I7eLjuNkCVKgIpjvjPDVARFkLO/BrFMiKZFpqLSUwkY03cSecz7g8bTCdpqlOKpdJ+kSPhHZCswhJorDikVczpJDZ8rI5LlZU1zofnsnbnZLskCfkbZnhJ6sULxwpGAQItAPgYCicqDAEA8ABbQ29udGVudF9UeXBlc10GAwxBAAqoJghAAELAAwAA8Q1cLnJlbHM5AAyuIwYCAC3zBrwjDD0AChQgBjsAQQAAygo9AAJ5AAhDAA+FAAIMKR4GAgAh/QxIAABCAAGwDiFzLwcAAdoLDI4ADD0aBgIAIS8RRgABRRoCBgAPQQACDOMVBgIAIcoVQQAG8RUMfAAMeRAGAgAibxs7AAyHEAxCAAyzDwYCACF3HEIABwQBAlcBC8EPDFEADOoOBgIAIZEdUQAL6A4MEABcMS5iaW5VAAxyDQYCACFeH1UAAXkNCIANDEIACrkLBkAAbQAAWSEAAMcLDD8ACiUJADcABAIAJywkPwADMwkMPgAKYAYEOgAAAgAnLyc+AAZuBkBQSwUGHwDgDgAOAKkDAAAlKgAAAAA=&lt;/data&gt;&#10;    &lt;timestamp&gt;639015766893712332&lt;/timestamp&gt;&#10;  &lt;/Property&gt;&#10;  &lt;Property Name=&quot;Waterfall&quot; Version=&quot;1&quot;&gt;&#10;    &lt;data&gt;kpCQ&lt;/data&gt;&#10;    &lt;timestamp&gt;638699532915096524&lt;/timestamp&gt;&#10;  &lt;/Property&gt;&#10;  &lt;Property Name=&quot;MarkersData&quot; Version=&quot;1&quot;&gt;&#10;    &lt;data&gt;x3Nj0gAAATXzCpSCAZbR79II0v9uPxLKAAAAAMCU///C/wIWADezm4UWAGOakpMBAcIbAAoxAE+SkwECGgAGHwMaAAYfBBoABh8FGgAFFQKCAAqdADWSkwKCAA0aAAWCAA0aAAWCAA0aAAWCAAcaAFD/wv/Cwg==&lt;/data&gt;&#10;    &lt;timestamp&gt;638699532915106524&lt;/timestamp&gt;&#10;  &lt;/Property&gt;&#10;  &lt;Property Name=&quot;ChartStyleStatusInformations&quot; Version=&quot;1&quot;&gt;&#10;    &lt;data&gt;k8PDwg==&lt;/data&gt;&#10;    &lt;timestamp&gt;638699532915116524&lt;/timestamp&gt;&#10;  &lt;/Property&gt;&#10;  &lt;Property Name=&quot;PointAndSeriesAdditionStylesDefinitions&quot; Version=&quot;1&quot;&gt;&#10;    &lt;data&gt;x3pj0gAAARv5BpKakpMBAcKXwMDNA+fAwMDAkpMBAg8AGgIeABoCHgAaAx4AGgMeABoEHgAaBB4AGgUeABgFHgDwAYUBkgGXwMAAl9L/AAAAAMoFAK8A/8LCwMDAApICGgAEPwOSAxoABD8EkgQaAAQ+BZIFGgBQwsLAwMA=&lt;/data&gt;&#10;    &lt;timestamp&gt;639015765919662097&lt;/timestamp&gt;&#10;  &lt;/Property&gt;&#10;  &lt;Property Name=&quot;CategoryAxisDataProperty&quot; Version=&quot;1&quot;&gt;&#10;    &lt;data&gt;yAENY9IAAAJs8A6TkpbcAELEEKOkceTkUw5IinKnfvHwguTCw8PSAAEAEMoFABcADADzBcLD/qRGWTMxAQPAA50AwtL/HR0dJgChwqVBcmlhbMtAJjUAogDCwsLCwMLClMsPAC8AAAkACAFUAPAFykFVQyrKQdUPkMpCUlebyj/X/MNFAAFfAAU9AAeNAAJ5ABEBIAASwg0ABC8AARQABwUAn0FHF03ZLuKAiwMABWDvu7/igIvbAAUiAEEAkZICmQDyAMLAw8ABwMDDAZAAwwDDwzQB/wFB2nvegxSuQqXQFzBxFHi5NAENLzI2NAE/JzI2NAFAQVFeazQBH8A0AV4sMjY0ASgyNjQBUADDw8MB&lt;/data&gt;&#10;    &lt;timestamp&gt;639136943133462577&lt;/timestamp&gt;&#10;  &lt;/Property&gt;&#10;  &lt;Property Name=&quot;AdditionalAxisData&quot; Version=&quot;1&quot;&gt;&#10;    &lt;data&gt;xytj0gAAAFZDnJTLAAEADwkACD/CwsIeAAjwA8PDw5WQ0gAAAAAAAMoAAAAAkA==&lt;/data&gt;&#10;    &lt;timestamp&gt;638699532915146524&lt;/timestamp&gt;&#10;  &lt;/Property&gt;&#10;  &lt;Property Name=&quot;ExcelColorModeDataProperty&quot; Version=&quot;2&quot;&gt;&#10;    &lt;data&gt;x5Bj0gAAAPn0BJPCwtwAG5KSAADS/6amppKSAAEJABQCCQAUAwkAFAQJABMFCQD0BQEA0v/d3d2SkgEB0gD///+SkgECCQAUAwkAFAQJABMFCQAUAjYAFAI2ABQCNgAUAjYAFAI2ABQCNgAUAzYAFAM2ABQDNgAUBBsAFAQbABQEGwAUBRsAFAUbAHAFAtIA////&lt;/data&gt;&#10;    &lt;timestamp&gt;639015717555232803&lt;/timestamp&gt;&#10;  &lt;/Property&gt;&#10;  &lt;Property Name=&quot;ColorIndices&quot; Version=&quot;2&quot;&gt;&#10;    &lt;data&gt;x1Vj0gAAAJ74A5OalAEB0v9uPxKU///C/5QBAg0AGAMNABgEDQAXBQ0AcgIB0v+zm4VBACgCAg0AGAMNABgEDQAWBQ0AJ5KTggDQkwLS/7ObhZT//8L/kA==&lt;/data&gt;&#10;    &lt;timestamp&gt;638699532915166524&lt;/timestamp&gt;&#10;  &lt;/Property&gt;&#10;  &lt;Property Name=&quot;DataLabels&quot; Version=&quot;10&quot;&gt;&#10;    &lt;data&gt;yAcmY9IAACX88BuSgQGUwJrcACfD3ABCxBAgSWnAjXBlQ5ZmmjuevUDKwsPC0v92ggoAygABABDSBQACDADyAcPC/qACAsADnQDC0v////8WALEAwqVBcmlhbMtAJCsA8QkAwsLCwsDDw5TLP/atWsAAAADLP+IkSKAJAAwSAPAGoMpBVPEVykIGC5bKQf7VT8pCi5KxQQABfQASy1EACYUAAnUAEQEgABLCDQAELwABFAAHBQCTQThe+6AAkMLAAQD3CpDcAFTEEGJp6Hh72VZKg8WHZnJSO9DDw8LkABcADACAwsP+wAEAwAHwAACGAAJuADUAwsCYAACqAEXAwsKUEQAPCQAIF8CaAABOAAEPAABBAAEJAAU5AFLS/4aHjSIATwDKPoDrABNDwKABkOUAJsDACgABAgAVklsABQkADxMAACEBAR0B/wFw3a6r3ujLSq443f0pbeSKHQF+BToBDx0BW/AEkstAVaKy1lB3+stAQ0EZPLbeYOYC4cDAoQqmOTA0LDcxwsLDbwEFAgDxIQHR7/QBwsLCkceNZNmEbWlvLkNvbW1vbi5Qb3dlclBvaW50Lk1hbmFnZWQuRGF0YQUAYUNoYXJ0cwsAUkxhYmVsCwDwDC5CdWlsZGVyLlRleHRVbml0LlNlcGFyYXRvcg4AAD4ALywgYgAPoJaQAMLAwKCSxBBGAQgCAB/AFAABBSIE/wH8Ocx/d9FUSKnUCflOPk8WIgRi3xxJBspAxYLdykKaDeU3AwABzwABSwMCPQMPIgQo/wE43voc0X0VSocv+LK2hi5xBQN+DyIEaf8Bsyd9uaWzR0qN6k+QZMoubx0BfgAJAgMIAi8+gAgCEw8/BTH0BJLLQFgkBNZ5wE3LQCmsJRb6wlIiBI2nMTA4NCwwOCMEHwIjBLbxAVy+TurVrB9LrZ0IwEFjPPEjBDLa3riMAwieAwlFCDMdHR0iAA9FCDWfQg9qp8pDDKftIwRL/wGFd2SQdfZKSJBoUgkslAI/BgN+DyMEaf8BuXYYTKwAQUG8BODQRrBIJR0Bfg8jBGd+Y60r8XySv0UIbTM2Myw4NiIEAEUIHwJFCLL/Afg1TO37MbZKlClqOXqlw7MiBGYBRQhPQyO56iIES/8BeCukj0gFFU2qBM823b1w8gUDfg8iBGn/AYSqzfBuUH9BrmrAW5AavkAdAX4PIgRnfWaPa6QU9rpFCE+mNDE4RAgFDyIEs/EB6av9ZRN4kUKH97zqZ14GMSIEM1xmCCIIB5kPAEQIHwGJEEPfAxXTykG6pdHKQyfxKCIES/8BgYaU3YG+bE6rws17Ub79xQUDV0FAAZqmIwvhykHovY/KQzxBhMLCw8ITAAUlEA8iBEBQQGeIMIAIEkBAPx4cCQAIEwDwDz0XsegAAAABAdwAVMQQ279yFpqHKEe/CqlkqKekOA0CAJUDDg0CD6YRQihAQB0BFMNiEg8dAUsT6B0BAwoBDx0BAgAVAG4KfFTSmvhECG8xMTcsOTRECAIfA4kQsvABELdoNULrLUuuFoI52TWqnRUCDyIEXgCrFJ8+OieOykNKhagiBEv/AZCpAmFpt3VGpx+kRo564rYiBFcAawMBDwQGBQAP6wAAD6sUZb7AkstAa2jjYFpONigHbTI3NiwzNwYDAGwPDwYDs/EBQww6qoUXc0KkeDkFJOhzKwYDBs4JDygHVwJsDz80tqQbAgAAQQIDrAUBQwIPjxMo/wHRyDQiCGEnTadCkhr5T1ItBgNc7z6bIgDKQiZ2h8pDSwjlCwZTMWlqzjkZUkBEztDUCwYxaWEcQxkEEwADKAfwAbvIl+1kAhNIvURB9fU8ZqsNAgd8AQcNAg8oB0cPHQFdGsEKAQ8dAQKvkstAaKMryDQ/iigHAT4wLDYiBF8B0e/0BCgHsvAB2rm4WH7mjUq/2HrNjJjZ3xUCB6wFBxUCD0oLSAAoB59BS0eZykNiLT0iBEv/AX//pP4x8/ZFt5b0lYmM0OYiBFzvQI/0y8pBk7uLykN7NBJKC1PwB29mgjSQ49nLQDJ3clG6Xc6Sy0Bv9nf6AwATACZxaEoL8AHnnyqTcsRGSZjLa2aSeofhDQIAKAADngUHDQIPIgRHAh0BP3+zuD8FUzBwKzteDAUKAQ8dAQKtkstAbl3V6UMqLLEXf6YxNDcsMDVECAIPIgSz/wGE3c7lYlgLTIf+uoz3WaHbMgMIP8L+oAUfAQ+wFyqRQBoEdso9zMzNHAgBBQAPIgQ1TkATnhD1H/8ByzAKcdruiUKF5Sf+CD6lI/AACA/1H9olwJLTDgUJAALZHi3AwP8CACEHHwUhB4T/AplX6whMo3lLmZxe31YJYzXA5h4BBdIe/wFV0nNhIEJZT5CeIT+Zdu9CDwIID/8Csv8BeQv5uBLBNE+gzku9roCf+/AACA//Av8IAEIOD/8CqFAAwMLDwg==&lt;/data&gt;&#10;    &lt;timestamp&gt;639136943133402769&lt;/timestamp&gt;&#10;  &lt;/Property&gt;&#10;  &lt;Property Name=&quot;PointAndSeriesStyleDefinitions&quot; Version=&quot;2&quot;&gt;&#10;    &lt;data&gt;x1Zj0gAAAHvwApKQhQGVAZIAl9L/Q7qbAMoAAQCR/8LCwMDAApUCGAA5YdK5GAAxA5UDGAA5UlNXGAAxBJUEGAA5hoeNGAAxBZUFGAA0z8/RGABQwsLAwMA=&lt;/data&gt;&#10;    &lt;timestamp&gt;639015766674244942&lt;/timestamp&gt;&#10;  &lt;/Property&gt;&#10;  &lt;Property Name=&quot;NumberFormats&quot; Version=&quot;2&quot;&gt;&#10;    &lt;data&gt;x9Bj0gAAAe3zFJKJvU51bWJlckZvcm1hdElkUHJpbWFyeUNhdGVnb3J52SQwAQAQLQgACwUABAIA/wbZJEFyaXRobWV0aWNPcGVyYXRpb25MAAD/HTllODFlNDQxLTU3NTAtNGJmYy1iZTZhLTExZTI0MTg3NzIxZr5QZXJjZW50kQAET6IwJbWyAAIPqgATH7ypAAkPoQATH7ahAANKojAlt5kAYVNlY29uZFgABCkBC0ABAQ8ABAIAH76bAAIHRQAPnQARG7idAAQ/AFB5ojAlwA==&lt;/data&gt;&#10;    &lt;timestamp&gt;638699532915186524&lt;/timestamp&gt;&#10;  &lt;/Property&gt;&#10;  &lt;Property Name=&quot;GlobalChartSettings&quot; Version=&quot;5&quot;&gt;&#10;    &lt;data&gt;x85j0gAAATXwGNwAEMOQAQABAgPCk8LcAELEEHIqVxwqzbVMi48s0TGWATrDw8LSAAEAEMoFABcADADzAcLD/qABAMABnQDC0v8dHR0iAKHCpUFyaWFsy0AmMQCiAMLCwsLAw8OUyw8ALwAACQAIsaDKQBoEdso9zMzNTQABBQAAQQABCQAFOQAHhQACdQARASAAEsINAAQvAAEUAAcFAIRAE54QoACQwAEAJZCSUQAOCQDwDQKWqEluZmluZW9uAQEBoALKQ1UxAMpDB5jVw8A=&lt;/data&gt;&#10;    &lt;timestamp&gt;639136943133463213&lt;/timestamp&gt;&#10;  &lt;/Property&gt;&#10;  &lt;Property Name=&quot;LegendData&quot; Version=&quot;3&quot;&gt;&#10;    &lt;data&gt;yAPdY9IAABDd8BCYlZYBwtwAQsQQoauVs1EBK0avp5ULgGBlWsLDw9IAAQAQygUAFwAMAPMNwsP+rFBvd2VyIFN1cHBseQECwAOdAMLS/x0dHS4AocKlQXJpYWzLQCI9AKIAwsLCwsDCwpTLDwAvAAAJAAgJXADxBMpBLnynykJgKvrKQqnC7MpCG+xNAAFnAAVFABDSUwADewABGgARAQYAEsITAAQvAAEUAAYFAG/A2TbigIsDAAVo77u/77u/5wAFKgBJAJGSA6UA8hjCwMDAAcDAwMCQ3ABSxBAnHMa4Kt8PTKa+ihTJaD4ewsPC0v9DupuOAAhKAbjDw/7AAQDAAZ0AwsMAJcLA2gAPOQEZ8AbAykEt4UjKQWq87spCqcyiykGieYpBAAH0ADHLQCQmAWMA0v////+MAD/KP4AtARQwoAGQ4gABAgAGCgABAgD5CgHA3ABUxBCf787PtTA8Qo6Y9hpb8zLnw8PVAAfhAC/CwvcAOwDYAAHkAAYFAAb3AAAdAAACAAeAAAL9AA8kAhIP9wAIFZKlAQUJAA8TAABSAQHDlgJiA/8BrGEy33tcbkSeo7KSQTD97WIDCr+qUmVuZXdhYmxlc2ADPAdaAANeAzNH7v1eAz/zYxs6ATUl2TQxAw4JAAJeAwbjAAUiAEcAkZIDoQALWgPxAcTmlpG/krxEn5Ddw9wcaedaAzJh0rn5AQ9aA1hGQs4LfSkBD1oDTf8B+OUR31W3hUSxahBxnM2leVoD9xIDWgP/AXMthHIhxD9DnYj5HDaTO9ZaAwqfqExpZ2h0aW5nWAM8BVgAAlYDn0H+dgvKQsuSgbQGOxUyKwMOCQACVgME3wAFIAAAVAMFnQALUgPxAYraXz19HQxHr5v5ChGsicxSAz9SU1dSA1o/y5w3rAZc/wEmd99n8CPdTrq1KNnrGpJlUgP3EgRSA/8B1CFRH+igMked6v5ntWmqoFIDCu+vSG9tZSBBcHBsaWFuY7EGPgxfAAJgA0NCjmCEYAMPtgY5FTk3Aw4JAAJgAwvtAAUnAABnAwyrAAtuA/EBsIJkAP+g6U6uWcMXM88/RG4DP4aHjW4DXg/ABlv/AWUT/0l+y/VPi81mxWEWvrZuA/cSBW4D/wGCJBj8OAOvSpw6pwXTNOTmbgMKj6VPdGhlcgEBdQ06AlUAAloDn0G1whTKQu1iFm4NOxUvKgMOCQACWgMB2QAFHQBCAJGSA5cAC0YD8QH1peH8P8kFQYqIc+M+23GwRgM/z8/RRgNaP+1rzLQGXP8B3f3Me23P60itwmkhINfS3EYD9i4FwngNUAAAAQAA&lt;/data&gt;&#10;    &lt;timestamp&gt;639136943133464676&lt;/timestamp&gt;&#10;  &lt;/Property&gt;&#10;  &lt;Property Name=&quot;SeriesLabels&quot; Version=&quot;5&quot;&gt;&#10;    &lt;data&gt;kZA=&lt;/data&gt;&#10;    &lt;timestamp&gt;639015758428951529&lt;/timestamp&gt;&#10;  &lt;/Property&gt;&#10;  &lt;Property Name=&quot;PlotOrder&quot; Version=&quot;0&quot;&gt;&#10;    &lt;data&gt;kZA=&lt;/data&gt;&#10;    &lt;timestamp&gt;638699532915200374&lt;/timestamp&gt;&#10;  &lt;/Property&gt;&#10;  &lt;Property Name=&quot;Overlays&quot; Version=&quot;10&quot;&gt;&#10;    &lt;data&gt;yARaY9IAAA678QuTyALnZNlWZW1wb3dlci5DaGFydHMuRGF0YQUAAxAAc092ZXJsYXkZAJNDb2x1bW5TdW0XAAAuAC8sIEMAAPEJnMQQ0DGXQiSTb0mxLheLNZ/viMPLQCYAAQDxDsDAAf/cAFLEEAlU9xmB1rhAtbQOp/A2dtrCw8PSIgARygYAUtL/////DADyBMPD/qMwLjkBAcADnQDD0v8dHR0ZAIUAwqVBcmlhbF0AkcLCwsLAw8OUy0MANgAAAAkAWEAGrVrAEgAAUwDwBcpBVUMqykGSFw/KQlJXm8pDIlyQRAABdwAFPAAl0gCLAAJ4ABEBIAASwg0ABC8AARQABwUAn0FHF03ZLeKAiwMACzUwLjkhADEAkZKXALnCwMPCAcDAwAGQwAEA8BwBkADCksQQmVfrCEyjeUuZnF7fVgljNcCRyAEZZNmEbWlvLkNvbW1vbi5Q1wHRUG9pbnQuTWFuYWdlZNgBAQUAA90BAL8BUkxhYmVsCwDwDC5CdWlsZGVyLlRleHRVbml0LlNlcGFyYXRvcg4AAC4ALywgYgAPf5aRx4lk2YApAA8PiwAaX1ZhbHVlhwAaYJAAwsDAwgUAH6DrAkz4Aag3wkNOHx5Iu+DeqqLCYCLrAhIC6wL/AWbRq5DZ7i5OsXE7TnsYDpnrAg0fNusCPxc26wKfQVFea8pDAye76wJeHDbrAh826wL/PV8I4GTZWJMFAAhuAwO/BQP3A7NHcm93dGhBcnJvdxkAAusDD0UAAPEK3AAmxBB1/3/wK3lJToWgZ68HDAUPw8tAJGsFPwDAwIcE/wsB9QbxAWGfzQHUF6BAnhPosZyLiDMKBAXpBgv1BnCkKzAuMgEC9gYfwvYGAgN5AQDHAwH2BgXkBg8JAAcBVADwBcpBjsEcykHMVKnKQfSfcspDO59yRQABvgYyy7/w0AEP9wYkVThe+9ku6AMPCQAFANsABRwAAPgGAZkAAL0HPwHAAfkGAA/4BgL5CdwAVMQQFI6z+ae950CTGUMX5/saQMLDwkgIAc0AAdoAgMLD/qABAMABTwEGFgAFRQgBEwAAEAAARQgvwsJFCAEBIAAIRQhhoMpBLT7kXgCmykGeAADKQ0hkvUsBAHEIAAIACL4BP8o/QEIIEyfAoAAIGZAJCIDAkstAaQyXoIsAIkAzZgAIEwCRPpPuQAAAAAEBIgH/AVnpCyUJ/RpAqyu+tSimxwAiAWZPQkGwRyIBYUtINgjgIgEQTTwBACIBX8LAwMACQQn/DDHAw8N+AgFNAv8BchEpRLgxhUS26kwxWOuI8U0CXAC1AVPKQjvof28DPxlqnW8DUz9jLVNvAwYDggMDbwP/AR6UFxf2MxRLuW88SsKhJFoiAWFwQXxUqcpCbZEEcTifcsPCwsKkBBLLKwQPkQRMA1wDUZLLQGcTiAQFEwAhAQK4BEWTUlK6NgEHEgADOQAgxBCjAAgCAMDDw8KT/wLDk/8Bw8I=&lt;/data&gt;&#10;    &lt;timestamp&gt;639136943133459542&lt;/timestamp&gt;&#10;  &lt;/Property&gt;&#10;  &lt;Property Name=&quot;AxesData&quot; Version=&quot;5&quot;&gt;&#10;    &lt;data&gt;yAH9Y9IAAAeE8wORk9wAFwIBwsLDwsLClJIAywABAPELwtwAQsQQyh3IheNfu02GXNYieOo0hMPDwtIhABHKBgAHDADzAcLC/qABAcABnQDC0v8dHR0iAKHCpUFyaWFsy0AmMQCVAMLCwsLAw8OUaAAPCQAI8QGgykAaBHbKPczMzcpAgAAABQAAQQABWwAFOQAHhQACdQARASAAEsINAAQvAAEUAAcFAIRAE54QoACQwAEAH5CTABJiwMDAw8PD4QACYADC0e/SlMo/AAAAAcOXGAABZQByAP/CwpLEEPUABgIA8RvAkcgBGWTZhG1pby5Db21tb24uUG93ZXJQb2ludC5NYW5hZ2VkLkRhdGEFAGFDaGFydHMLAFJMYWJlbAsA8AwuQnVpbGRlci5UZXh0VW5pdC5TZXBhcmF0b3IOAAA+AC8sIGIAD3+WkceJZNmAKQAPAYAAD4sAFV9WYWx1ZYcAGmCQAMLAwMIFABCgjAIhAsIBAA6MAv8BlAhA99aEwkq1YTSgwauai4wCFAB9AQKTAVDCwMtAKA8AARYCD4cCGAAyAAFDAAGCAgEFAACkAAETAA+HAisfwIMCJgCUAAOWAC8AwGoC/yMQAfYEPsPCw2oC/wGZk0BesdH/ToqxsSlvQph0agIUD/YETS9Dh28CLQ/2BP9/UADCwMCg&lt;/data&gt;&#10;    &lt;timestamp&gt;639136943133461867&lt;/timestamp&gt;&#10;  &lt;/Property&gt;&#10;  &lt;Property Name=&quot;DataLabels&quot; Version=&quot;11&quot;&gt;&#10;    &lt;data&gt;yAeFY9IAACuv8BuSgQGUwJrcACfD3ABCxBAgSWnAjXBlQ5ZmmjuevUDKwsPC0v92ggoAygABABDSBQACDADyAcPC/qACAsADnQDC0v////8WALEAwqVBcmlhbMtAJCsA8QkAwsLCwsDDw5TLP/atWsAAAADLP+IkSKAJAAwSAPAMpjkwNCw3McpBVPEVykIGC5bKQf7VT8pCi5KxRwABgwASy1cACYsAAnsAEQEgABLCDQAELwABFAAHBQCTQThe+6AAkMLAAQD3CpDcAFTEEGJp6Hh72VZKg8WHZnJSO9DDw8LqABcADACAwsP+wAEAwAH2AACGAAJuADUAwsCYAACqAEXAwsKUEQAPCQAIF8CaAABOAAEPAABBAAEJAAU5AFLS/4aHjSIATwDKPoDrABNDwKABkOUAJsDACgABAgAVklsABQkADxMAACEBAR0B/wFw3a6r3ujLSq443f0pbeSKHQF+BToBDx0BW/AEkstAVaKy1lB3+stAQ0EZPLbeYOwCQ8DAoQrJAjHCwsNvAQUCAPEiAdHv9AHCwsKRyAEZZNmEbWlvLkNvbW1vbi5Qb3dlclBvaW50Lk1hbmFnZWQuRGF0YQUAYUNoYXJ0cwsAUkxhYmVsCwDwDC5CdWlsZGVyLlRleHRVbml0LlNlcGFyYXRvcg4AAD4ALywgYgAPf5aRx4lk2YApAA8BgAAPiwAVX1ZhbHVlhwAaYJAAwsDAwgUAQKCSxBDTAQgCAB/AFAABBbUE/wH8Ocx/d9FUSKnUCflOPk8WtQRag6cxMDg0LDA4tgTfHEkGykDFgt3KQpoN5csDAAHWAAHfAwLRAw+2BCj/ATje+hzRfRVKhy/4sraGLnGZA34PtgRp/wGzJ325pbNHSo3qT5Bkyi5vHQF+AAkCAwgCLz6ACAITD9MFMfQEkstAWCQE1nnATctAKawlFvrCUrYEBMoCDbcEHwK3BP9E8QFcvk7q1awfS62dCMBBYzzxtwQy2t64GQQIKwQJbAkzHR0dIgAPbAkqYzM2Myw4NrYEAGwJn0IPaqfKQwyn7bYES/8BhXdkkHX2SkiQaFIJLJQCP5kDfg+2BGn/Abl2GEysAEFBvATg0EawSCUdAX4PtgRnfmOtK/F8kr9sCQLJAg21BABsCR8CbAn/QP8B+DVM7fsxtkqUKWo5eqXDs7UEWzY0MThrCQC1BAFrCU9DI7nqtQRL/wF4K6SPSAUVTaoEzzbdvXDymAN+D7UEaf8BhKrN8G5Qf0GuasBbkBq+QB0Bfg+1BGd9Zo9rpBT2umsJA8kCDbUEAGoJD7UE/0HxAemr/WUTeJFCh/e86mdeBjHWEjNcZghICQfgEQBqCR8B1hI8YzExNyw5NGoJ3wMV08pBuqXRykMn8Si1BEv/AYGGlN2BvmxOq8LNe1G+/cWYA1dBQAGaptwM4cpB6L2PykM8QYTCwsPCEwAFchIPtQRAUEBniDCAWxRAQD8eHAkACBMA8A89F7HoAAAAAQHcAFTEENu/chaahyhHvwqpZKinpDgTAgAoBA4TAg/zE0IoQEAdARTDrxQPHQFLE+gdAQMKAQ8dAQIAFQBuCnxU0pr4agkCyQINtQQAagkfA9YS/0DwARC3aDVC6y1LrhaCOdk1qp2iAg+1BFdjMjc2LDM3tQQAagmfPjonjspDSoWotQRL/wGQqQJhabd1RqcfpEaOeuK2tQRXAP4DAaIEBgUAD+sAAA+LF2W+wJLLQGto42BaTjZOCAKtAQ2ZAwBOCA+ZA/9B8QFDDDqqhRdzQqR4OQUk6HMrmQMGgQsPTghONDAsNpkDAE4IArgRPzS2pK4CAADUAgPSBgHWAg9uFij/AdHINCIIYSdNp0KSGvlPUi2ZA1zvPpsiAMpCJnaHykNLCOUxB1MxaWrOshxSQETO0NQxBzFpYRy8HAQTAANOCPABu8iX7WQCE0i9REH19TxmqxMCB3wBBxMCD04IRw8dAV0awQoBDx0BAq+Sy0BooyvIND+KTggBAMkCDbUEXwHR7/QETgj/QPAB2rm4WH7mjUq/2HrNjJjZ36ICB8wGB6ICDwMNQlc0NywwNU4In0FLR5nKQ2ItPbUES/8Bf/+k/jHz9kW3lvSViYzQ5rUEXO9Aj/TLykGTu4vKQ3s0EgMNU/AHb2aCNJDj2ctAMndyUbpdzpLLQG/2d40EABMAJnFoAw3wAeefKpNyxEZJmMtrZpJ6h+ETAgAoAAMxBgcTAg+1BEcCHQE/f7O40gVTMHArOxcOBQoBDx0BAq2Sy0BuXdXpQyosIxsDyQINtQQAagkPtQT/Qf8BhN3O5WJYC0yH/rqM91mh278DCD/C/qCYIwEPIhsosaDKQBoEdso9zMzNPAkBBQAPrwQ1TkATnhCIJP8ByzAKcdruiUKF5Sf+CD6lI/AACA+IJNolwJIZEQUJAAJsIy3AwIwDAEEIHwVBCP8S/wKZV+sITKN5S5mcXt9WCWM1wHkjAQVlI/8BVdJzYSBCWU+QniE/mXbvQpwCCA+MA7L/AXkL+bgSwTRPoM5Lva6An/vwAAgPjAP/CAAYBw+MA/82UADAwsPC&lt;/data&gt;&#10;    &lt;timestamp&gt;639136943133412769&lt;/timestamp&gt;&#10;  &lt;/Property&gt;&#10;  &lt;Property Name=&quot;Overlays&quot; Version=&quot;11&quot;&gt;&#10;    &lt;data&gt;yARZY9IAAA888QuTyAMSZNlWZW1wb3dlci5DaGFydHMuRGF0YQUAAxAAc092ZXJsYXkZAJNDb2x1bW5TdW0XAAAuAC8sIEMAAPEJnMQQ0DGXQiSTb0mxLheLNZ/viMPLQCYAAQDxDsDAAf/cAFLEEAlU9xmB1rhAtbQOp/A2dtrCw8PSIgARygYAUtL/////DACPw8P+2S3igIsDAAs1MC45IQDCAQHAA50Aw9L/HR0dRACFAMKlQXJpYWyIAJHCwsLCwMLClMtuADYAAAAJAFhABq1awBIA8AmjMC45ykFVQyrKQZIXD8pCUlebykMiXJBEAAGiAAU8ACXSALYAAngAEQEgABLCDQAELwABFAAHBQBPQUcXTeIAHDEAkZKXALnCwMPCAcDAwAGQwAEA8BwBkADCksQQmVfrCEyjeUuZnF7fVgljNcCRyAEZZNmEbWlvLkNvbW1vbi5QAgLRUG9pbnQuTWFuYWdlZAMCAQUAAwgCAOoBUkxhYmVsCwDwDC5CdWlsZGVyLlRleHRVbml0LlNlcGFyYXRvcg4AAC4ALywgYgAPf5aRx4lk2YApAA8PiwAaX1ZhbHVlhwAaYJAAwsDAwgUAH6AWA0z4Aag3wkNOHx5Iu+DeqqLCYCIWAxICFgP/AWbRq5DZ7i5OsXE7TnsYDpkWAy8fNhYDSBc2FgOfQVFea8pDAye7FgNeBuIAAxYDHzYWA/89XwkLZNlY6QUACJkDAxUGAyIEs0dyb3d0aEFycm93GQACFgQPRQAA8QrcACbEEHX/f/AreUlOhaBnrwcMBQ/Dy0AklgU/AMDAsgT/CwFLB/EBYZ/NAdQXoECeE+ixnIuIMzUEBT8HDEsHFS4RBA8JAAVFKzAuMhwAIAECTAcfwkwHAgOkAQDyA0bAw8OUOgcPCQAHEKRdAPAFykGOwRzKQcxUqcpB9J9yykM7n3JFAAEUBzLLv/D7AQ9NByQ/OF775AAdADgEAZkAf8LAw8MBwAFPBwAPTgcC+QncAFTEEBSOs/mnvedAkxlDF+f7GkDCw8LJCAHNAAHaAIDCw/6gAQDAAU8BBhYABZsIARMAABAAD5sIBwEgAAibCGGgykEtPuReAKbKQZ4AAMpDSGS9SwEAxwgAAgAIvgE/yj9AmAgTJ8CgVggZkF8IgMCSy0BpDJegiwAiQDNmAAgTAJE+k+5AAAAAAQEiAf8BWekLJQn9GkCrK761KKbHACIBZk9CQbBHIgFhS0g2COAiARBNPAEAIgFfwsDAwAKXCf8MMcDDw34CAU0C/wFyESlEuDGFRLbqTDFY64jxTQJcALUBU8pCO+h/bwM/GWqdbwNTP2MtU28DBgOCAwNvA/8BHpQXF/YzFEu5bzxKwqEkWiIBYXBBfFSpykJtkQRxOJ9yw8LCwqQEEssrBA+RBEwDXANRkstAZxOIBAUTACEBArgERZNSUro2AQcSAAM5ACDEEKMACAIAwMPDwpP/AsOT/wHDwg==&lt;/data&gt;&#10;    &lt;timestamp&gt;639136943133469542&lt;/timestamp&gt;&#10;  &lt;/Property&gt;&#10;  &lt;Property Name=&quot;AxesData&quot; Version=&quot;6&quot;&gt;&#10;    &lt;data&gt;yAHuY9IAAAeE8wORk9wAFwIBwsLDwsLClJIAywABAPELwtwAQsQQyh3IheNfu02GXNYieOo0hMPDwtIhABHKBgAHDADzAcLC/qABAcABnQDC0v8dHR0iAKHCpUFyaWFsy0AmMQCVAMLCwsLAw8OUaAAPCQAI8QGgykAaBHbKPczMzcpAgAAABQAAQQABWwAFOQAHhQACdQARASAAEsINAAQvAAEUAAcFAIRAE54QoACQwAEAH5CTABJiwMDAw8PD4QACYADC0e/SlMo/AAAAAcOXGAABZQByAP/CwpLEEPUABgIA8RvAkcgBGWTZhG1pby5Db21tb24uUG93ZXJQb2ludC5NYW5hZ2VkLkRhdGEFAGFDaGFydHMLAFJMYWJlbAsA8AwuQnVpbGRlci5UZXh0VW5pdC5TZXBhcmF0b3IOAAA+AC8sIGIAD3+WkceJZNmAKQAPAYAAD4sAFV9WYWx1ZYcAGmCQAMLAwMIFABCgjAIhAsIBAA6MAv8BlAhA99aEwkq1YTSgwauai4wCFAB9AQKTAVDCwMtAKA8AARYCD4cCFhHAPgACBQAPhwI9H8CDAiYAxgADlgAvAMBqAv8jEAH2BD7DwsNqAv8BmZNAXrHR/06KsbEpb0KYdGoCFA/2BE0vQ4f2BP+/UADCwMCg&lt;/data&gt;&#10;    &lt;timestamp&gt;639136943133471867&lt;/timestamp&gt;&#10;  &lt;/Property&gt;&#10;  &lt;Property Name=&quot;CategoryAxisDataProperty&quot; Version=&quot;2&quot;&gt;&#10;    &lt;data&gt;yAEOY9IAAALC8A6TkpbcAELEEKOkceTkUw5IinKnfvHwguTCw8PSAAEAEMoFABcADACPwsP+2S7igIsDAAWl77u/4oCLRlkzMSIAwwEDwAOdAMLS/x0dHVEAocKlQXJpYWzLQCZgAKIAwsLCwsDCwpTLDwAvAAAJAAgQpF0A8AXKQVVDKspB1Q+QykJSV5vKP9f8w0UAAV8ABT0AB7gAAnkAEQEgABLCDQAELwABFAAHBQBPQUcXTeQAHUEAkZICmQDyAMLAw8ABwMDDAZAAwwDDw18B/wFB2nvegxSuQqXQFzBxFHi5XwEvLzI2XwFIJzI2XwFAQVFea18BH8BfAV4H5AADXwEoMjZfAVAAw8PDAQ==&lt;/data&gt;&#10;    &lt;timestamp&gt;639136943133472577&lt;/timestamp&gt;&#10;  &lt;/Property&gt;&#10;  &lt;Property Name=&quot;GlobalChartSettings&quot; Version=&quot;6&quot;&gt;&#10;    &lt;data&gt;x85j0gAAATXwGNwAEMOQAQABAgPCk8LcAELEEHIqVxwqzbVMi48s0TGWATrDw8LSAAEAEMoFABcADADzAcLD/qABAMABnQDC0v8dHR0iAKHCpUFyaWFsy0AmMQCiAMLCwsLAw8OUyw8ALwAACQAIsaDKQBoEdso9zMzNTQABBQAAQQABCQAFOQAHhQACdQARASAAEsINAAQvAAEUAAcFAIRAE54QoACQwAEAJZCSUQAOCQDwDQKWqEluZmluZW9uAQEBoALKQ1UxAMpDB5jVw8A=&lt;/data&gt;&#10;    &lt;timestamp&gt;639136943133473213&lt;/timestamp&gt;&#10;  &lt;/Property&gt;&#10;  &lt;Property Name=&quot;LegendData&quot; Version=&quot;4&quot;&gt;&#10;    &lt;data&gt;yAPYY9IAABG08BCYlZYBwtwAQsQQoauVs1EBK0avp5ULgGBlWsLDw9IAAQAQygUAFwAMAI/Cw/7ZNuKAiwMABfUD77u/77u/UG93ZXIgU3VwcGx5KgDDAQLAA50AwtL/HR0dWQChwqVBcmlhbMtAImgAogDCwsLCwMLClMsPAC8AAAkACBisZQDxBMpBLnynykJgKvrKQqnC7MpCG+xNAAFnAAVFABDSUwADewABGgARAQYAEsITAAQvAAEUAAYFAB/A8AAlSQCRkgOlAPIYwsDAwAHAwMDAkNwAUsQQJxzGuCrfD0ymvooUyWg+HsLDwtL/Q7qbjgAIdQG4w8P+wAEAwAGdAMLDACXCwNoADzkBGfAGwMpBLeFIykFqvO7KQqnMospBonmKQQAB9AAxy0AkJgFjANL/////jAA/yj+ALQEUMKABkOIAAQIABgoAAQIA+QoBwNwAVMQQn+/Oz7UwPEKOmPYaW/My58PD1QAH4QAvwsL3ADsA2AAB5AAGBQAG9wAAHQAAAgAHgAAC/QAPJAISD/cACBWSpQEFCQAPEwAAUgEBw5YCjQP/AaxhMt97XG5EnqOykkEw/e2NAwsfNI0DDqVSZW5ld2FibGVzKwAPiwM8FqpjAAOJAzNH7v2JAz/zYxtlATUP7AAjRwCRkgOhAAuFA/EBxOaWkb+SvESfkN3D3Bxp54UDMmHSuSQCD4UDWEZCzgt9KQEPhQNN/wH45RHfVbeFRLFqEHGczaV5hQP3EgOFA/8Bcy2EciHEP0OdiPkcNpM71oUDCxUyWgMOCQACEgeFTGlnaHRpbmcgAA+DAzwUqGEAAoEDn0H+dgvKQsuSgQoHOw/oACAAfwMFnQALfQPxAYraXz19HQxHr5v5ChGsicx9Az9SU1d9A1o/y5w3Agdc/wEmd99n8CPdTrq1KNnrGpJlfQP3EgR9A/8B1CFRH+igMked6v5ntWmqoH0DCxU5VAMOCQACfQPfSG9tZSBBcHBsaWFuYwcHRxuvaAACiwNDQo5ghIsDDwwHOQ/2ACcAkgMMqwALmQPxAbCCZAD/oOlOrlnDFzPPP0SZAz+Gh42ZA14PFgdb/wFlE/9Jfsv1T4vNZsVhFr62mQP3EgWZA/8BgiQY/DgDr0qcOqcF0zTk5pkDCx4vkAMFEgACmQNVT3RoZXIUAC8BASEOOhGlXgAChQOfQbXCFMpC7WIWGg47D+IAHQB7AwKXAAtxA/EB9aXh/D/JBUGKiHPjPttxsHEDP8/P0XEDWj/ta8wKB1z/Ad39zHttz+tIrcJpISDX0txxA/YuBcIkDlAAAAEAAA==&lt;/data&gt;&#10;    &lt;timestamp&gt;639136943133474676&lt;/timestamp&gt;&#10;  &lt;/Property&gt;&#10;  &lt;Property Name=&quot;SeriesLabels&quot; Version=&quot;6&quot;&gt;&#10;    &lt;data&gt;kZA=&lt;/data&gt;&#10;    &lt;timestamp&gt;639136943133475426&lt;/timestamp&gt;&#10;  &lt;/Property&gt;&#10;  &lt;Property Name=&quot;FreeLine&quot; Version=&quot;0&quot;&gt;&#10;    &lt;data&gt;kZA=&lt;/data&gt;&#10;    &lt;timestamp&gt;639136943133477175&lt;/timestamp&gt;&#10;  &lt;/Property&gt;&#10;&lt;/Properties&gt;"/>
  <p:tag name="EMPOWER_CHARTS_DATA_ID" val="2C160474316A4D46B7935BC8BB3A5015"/>
  <p:tag name="EMPOWER_DATA_LAST_WRITE" val="639136943135607193"/>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tQnsvz7zQ2PZZOM2pKJxNg"/>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0JM+kKA5VpLm6evJ2MndnsEAAAAAAADAAAAAAADAAAAAwADAAQA////////BQAAAAMAEAALhMZxl2Aft0CnRR/J6GL11wQAAAABAAMAAAACAAMAAAAEAAMAAAAAAP///////wMAAAAAAP///////wMAAAAAAP///////wQAAQD///////8FAAAABAAQAAv5VeKhK4S6S5aPT7KaxLj7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kz6QoDlWkubp68nYyd2ewREYXRhAAUAAAAAAk5hbWUADQAAAExpbmtEYXRhTGlzdAAQVmVyc2lvbgABAAAACUxhc3RXcml0ZQB6fqbsjwEAAAABAP////9hAGEAAAAFX2lkABAAAAAEhMZxl2Aft0CnRR/J6GL11wREYXRhAAUAAAAAAk5hbWUADQAAAExpbmtEYXRhTGlzdAAQVmVyc2lvbgAAAAAACUxhc3RXcml0ZQB5fqbsjwEAAAACAP////9wAHAAAAAFX2lkABAAAAAE+VXioSuEukuWj0+ymsS4+wNEYXRhABYAAAACUGVyc29uYWxJZAABAAAAAAACTmFtZQALAAAAUGVyc29uYWxJZAAQVmVyc2lvbgAAAAAACUxhc3RXcml0ZQClfqbs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DAP///////wUAAAADAP///////wUAAAADAP///////////////////////////////////////////////////////////////////////////////////////////////////////////////////////////////////////////////////////////////////////////////////////////////////////////////////////////////////////////////////////////////////////////////////////////////////////////////////////////////////////////////////////////////////////////////////////////////////////////////////////////////////////////////////////////////wEAIAH///////////////8AAA7///////8FAAAABAD///////////////////////////////////////////////////////////////////////////////////////////////////////////////////////////////////////////////////////////////////////////////////////////////////////////////////////////////////////////////////////////////////////////////////////////////////////////////////////////////////////////////////////////////////////////////////////////////////////////////////////////////////////////////////////////////////////////////////////////////////////////////////////8CAAEBAwAAAAIA////////DgAGTGlua0RhdGFMaXN0XzEEAAAAAAAFAAAAAwAFAAAABAADAAQBAwAAAAMA////////DgAGTGlua0RhdGFMaXN0XzAEAAAAAQAFAAAAAAAFAAAAAgAFAAAAAAAFAAAABAAFAAAAAAAFAAAABAAFAAAAAAD///////8EAAMBAwAAAAQA////////DAAGUGVyc29uYWxJZF8wBAAAAAIABQAAAAI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32590855167745"/>
  <p:tag name="EMPOWERCHARTSPROPERTIES_B_LENGTH" val="24576"/>
  <p:tag name="DOWN_MIGRATION_INITIAL_LAYOUT_REQUIRED" val="9.2.99"/>
  <p:tag name="RUNTIME_ID" val="f93ead24-9565-4a5b-bc7f-c9c87202853f"/>
</p:tagLst>
</file>

<file path=ppt/tags/tag22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MBAQEBAQEBAQEBAQEBAQMAAAAAAAAAAwAAAAMAAAAA/////wUAtgsAAAAAAAAAAAAAIAD///////////////8AAAD///////////////8DAAAAAgD///////8DAAAAAgD///////8DAAAAAgD///////8DAAAABAD///////8DAAAABAD///////8DAAAABAD///////8DAAAABAD///////////////////////////////////////////////////////////////////////////////////////////////////////////////////////////////////////////////////////////////////////////////////////////////////////////////////////////////////////////////////////////////////////////////////////////////////////////////////////////////////////////////////////////////////////////////////////////////////////////////8BACAA////////////////AAAO////////AwAAAAMA////////////////////////////////////////////////////////////////////////////////////////////////////////////////////////////////////////////////////////////////////////////////////////////////////////////////////////////////////////////////////////////////////////////////////////////////////////////////////////////////////////////////////////////////////////////////////////////////////////////////////////////////////////////////////////////////////////////////////////////////////////////////////////AgADAP///////wUAAAACABAAC/3QRYG8bWdPtHO42zSnf4YEAAAAAAADAAAAAAADAAAABAADAAAAAAADAAAABAADAAAAAAADAAAABAADAAEA////////BQAAAAMAEAALQF9H5ZDPIUaQ0ravcDppnAQAAAABAAMAAAAEAAMAAAABAAQABwD///////8FAAAABAAQAAsrEMShiDy0QbFYwjStnAH7BAAAAAIAAwAAAAIAAwAAAAMAAwAAAAIA////////AwAAAAI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gbxtZ0+0c7jbNKd/hgREYXRhAAUAAAAAAk5hbWUADQAAAExpbmtEYXRhTGlzdAAQVmVyc2lvbgAAAAAACUxhc3RXcml0ZQCWOkppkgEAAAABAP////9hAGEAAAAFX2lkABAAAAAEQF9H5ZDPIUaQ0ravcDppnAREYXRhAAUAAAAAAk5hbWUADQAAAExpbmtEYXRhTGlzdAAQVmVyc2lvbgABAAAACUxhc3RXcml0ZQDUOkppkgEAAAACAP////9wAHAAAAAFX2lkABAAAAAEKxDEoYg8tEGxWMI0rZwB+wNEYXRhABYAAAACUGVyc29uYWxJZAABAAAAAAACTmFtZQALAAAAUGVyc29uYWxJZAAQVmVyc2lvbgAAAAAACUxhc3RXcml0ZQALO0pp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9401254937980"/>
  <p:tag name="EMPOWERCHARTSPROPERTIES_B_LENGTH" val="24576"/>
  <p:tag name="DOWN_MIGRATION_INITIAL_LAYOUT_REQUIRED" val="9.2.99"/>
  <p:tag name="RUNTIME_ID" val="9b1972c6-d263-46b6-beb8-820b2ffac04b"/>
</p:tagLst>
</file>

<file path=ppt/tags/tag22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BAD///////////////////////////////////////////////////////////////////////////////////////////////////////////////////////////////////////////////////////////////////////////////////////////////////////////////////////////////////////////////////////////////////////////////////////////////////////////////////////////////////////////////////////////////////////////////////////////////////////////////////////////////////////////////////////////////////////////////8BACAA////////////////AAAO////////AwAAAAQA////////////////////////////////////////////////////////////////////////////////////////////////////////////////////////////////////////////////////////////////////////////////////////////////////////////////////////////////////////////////////////////////////////////////////////////////////////////////////////////////////////////////////////////////////////////////////////////////////////////////////////////////////////////////////////////////////////////////////////////////////////////////////////AgACAP///////wUAAAACABAAC7YU5jX2HppMgc9xuRdz3qYEAAAAAAADAAAAAAADAAAAAwADAAAAAAADAAAAAwADAAIA////////BQAAAAMAEAALbIAYpYC2RUGCPmEj5RQfVwQAAAABAAMAAAACAAMAAAAEAAMAAAACAAMAAAAEAAQAAwD///////8FAAAABAAQAAuEV0TxIevdS431mgNqQpXH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hTmNfYemkyBz3G5F3PepgREYXRhAAUAAAAAAk5hbWUADQAAAExpbmtEYXRhTGlzdAAQVmVyc2lvbgABAAAACUxhc3RXcml0ZQCBO0ppkgEAAAABAP////9hAGEAAAAFX2lkABAAAAAEbIAYpYC2RUGCPmEj5RQfVwREYXRhAAUAAAAAAk5hbWUADQAAAExpbmtEYXRhTGlzdAAQVmVyc2lvbgAAAAAACUxhc3RXcml0ZQB8O0ppkgEAAAACAP////9wAHAAAAAFX2lkABAAAAAEhFdE8SHr3UuN9ZoDakKVxwNEYXRhABYAAAACUGVyc29uYWxJZAABAAAAAAACTmFtZQALAAAAUGVyc29uYWxJZAAQVmVyc2lvbgAAAAAACUxhc3RXcml0ZQDAO0pp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EAP///////////////////////////////////////////////////////////////////////////////////////////////////////////////////////////////////////////////////////////////////////////////////////////////////////////////////////////////////////////////////////////////////////////////////////////////////////////////////////////////////////////////////////////////////////////////////////////////////////////////////////////////////////////////////////////////////////////////wEAIAH///////////////8AAA7///////8FAAAABAD///////////////////////////////////////////////////////////////////////////////////////////////////////////////////////////////////////////////////////////////////////////////////////////////////////////////////////////////////////////////////////////////////////////////////////////////////////////////////////////////////////////////////////////////////////////////////////////////////////////////////////////////////////////////////////////////////////////////////////////////////////////////////////8CAAIBAwAAAAIA////////DgAGTGlua0RhdGFMaXN0XzEEAAAAAAAFAAAAAwAFAAAABAAFAAAAAwAFAAAABAADAAIBAwAAAAMA////////DgAGTGlua0RhdGFMaXN0XzAEAAAAAQAFAAAAAAAFAAAAAgAFAAAAAAAFAAAAAgAEAAMBAwAAAAQA////////DAAGUGVyc29uYWxJZF8wBAAAAAIABQAAAAIABQAAAAEABQAAAAI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9401256756523"/>
  <p:tag name="EMPOWERCHARTSPROPERTIES_B_LENGTH" val="24576"/>
  <p:tag name="DOWN_MIGRATION_INITIAL_LAYOUT_REQUIRED" val="9.2.99"/>
  <p:tag name="RUNTIME_ID" val="2e8fbb6b-9915-402c-9f76-a9a055816f57"/>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wUA/gsAAAAAAAAAAAAAIAD///////////////8AAAD///////////////8DAAAAAgD///////8DAAAABAD///////8DAAAABAD///////////////////////////////////////////////////////////////////////////////////////////////////////////////////////////////////////////////////////////////////////////////////////////////////////////////////////////////////////////////////////////////////////////////////////////////////////////////////////////////////////////////////////////////////////////////////////////////////////////////////////////////////////////////////////////////////////////////8BACAA////////////////AAAO////////AwAAAAMA////////////////////////////////////////////////////////////////////////////////////////////////////////////////////////////////////////////////////////////////////////////////////////////////////////////////////////////////////////////////////////////////////////////////////////////////////////////////////////////////////////////////////////////////////////////////////////////////////////////////////////////////////////////////////////////////////////////////////////////////////////////////////////AgABAP///////wUAAAACABAACzMT8QFX3VJKs+u20zJlpnAEAAAAAAADAAAAAAADAAAABAADAAEA////////BQAAAAMAEAALFnkP0QywcUmXqgLdUP1xiwQAAAABAAMAAAAEAAMAAAABAAQAAwD///////8FAAAABAAQAAsp8BUMaPglTJa594gIvN7BBAAAAAI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xPxAVfdUkqz67bTMmWmcAREYXRhAAUAAAAAAk5hbWUADQAAAExpbmtEYXRhTGlzdAAQVmVyc2lvbgABAAAACUxhc3RXcml0ZQA4f/d7jgEAAAABAP////9hAGEAAAAFX2lkABAAAAAEFnkP0QywcUmXqgLdUP1xiwREYXRhAAUAAAAAAk5hbWUADQAAAExpbmtEYXRhTGlzdAAQVmVyc2lvbgAAAAAACUxhc3RXcml0ZQAof/d7jgEAAAACAP////9wAHAAAAAFX2lkABAAAAAEKfAVDGj4JUyWufeICLzewQNEYXRhABYAAAACUGVyc29uYWxJZAABAAAAAAACTmFtZQALAAAAUGVyc29uYWxJZAAQVmVyc2lvbgAAAAAACUxhc3RXcml0ZQBcf/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36014027834"/>
  <p:tag name="EMPOWERCHARTSPROPERTIES_B_LENGTH" val="24576"/>
  <p:tag name="DOWN_MIGRATION_INITIAL_LAYOUT_REQUIRED" val="9.2.99"/>
  <p:tag name="RUNTIME_ID" val="739ba552-954e-4e08-a7c6-4dba97877a46"/>
</p:tagLst>
</file>

<file path=ppt/tags/tag231.xml><?xml version="1.0" encoding="utf-8"?>
<p:tagLst xmlns:a="http://schemas.openxmlformats.org/drawingml/2006/main" xmlns:r="http://schemas.openxmlformats.org/officeDocument/2006/relationships" xmlns:p="http://schemas.openxmlformats.org/presentationml/2006/main">
  <p:tag name="MIO_GUID" val="8068e8bb-e0a1-4a61-9aa1-7209e796c62d"/>
  <p:tag name="MIO_EK" val="653"/>
  <p:tag name="MIO_EKGUID" val="6ce53475-d8bb-48c2-98db-9328a48947ab"/>
  <p:tag name="MIO_UPDATE" val="True"/>
  <p:tag name="MIO_VERSION" val="21.06.2021 12:26:24"/>
  <p:tag name="MIO_DBID" val="FDE84254-54DB-49E3-9A0E-CDE72035D530"/>
  <p:tag name="MIO_LASTDOWNLOADED" val="04.11.2022 15:39:23.108"/>
  <p:tag name="MIO_OBJECTNAME" val="00 Plain textbox"/>
  <p:tag name="MIO_LASTEDITORNAME" val="Verena Kohl"/>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AgD///////8DAAAAAgD///////////////////////////////////////////////////////////////////////////////////////////////////////////////////////////////////////////////////////////////////////////////////////////////////////////////////////////////////////////////////////////////////////////////////////////////////////////////////////////////////////////////////////////////////////////////////////////////////////////////////////////////////////////////////////////////////////////////8BACAA////////////////AAAO////////AwAAAAMA////////////////////////////////////////////////////////////////////////////////////////////////////////////////////////////////////////////////////////////////////////////////////////////////////////////////////////////////////////////////////////////////////////////////////////////////////////////////////////////////////////////////////////////////////////////////////////////////////////////////////////////////////////////////////////////////////////////////////////////////////////////////////////AgADAP///////wUAAAACABAAC4wy22sDF6lHi5MTFHrKAicEAAAAAAADAAAABAADAAAAAwADAAAAAAADAAAAAwADAAAAAAD///////8DAAIA////////BQAAAAMAEAALLsp5vwBDekeHSTMulMp0PQQAAAABAAMAAAACAAMAAAABAAMAAAACAP///////wQAAQD///////8FAAAABAAQAAv5QfZpjLHhSK5bFyKjD3tG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DLbawMXqUeLkxMUesoCJwREYXRhAAUAAAAAAk5hbWUADQAAAExpbmtEYXRhTGlzdAAQVmVyc2lvbgAAAAAACUxhc3RXcml0ZQBXrsB7jgEAAAABAP////9hAGEAAAAFX2lkABAAAAAELsp5vwBDekeHSTMulMp0PQREYXRhAAUAAAAAAk5hbWUADQAAAExpbmtEYXRhTGlzdAAQVmVyc2lvbgABAAAACUxhc3RXcml0ZQBYrsB7jgEAAAACAP////9wAHAAAAAFX2lkABAAAAAE+UH2aYyx4UiuWxciow97RgNEYXRhABYAAAACUGVyc29uYWxJZAABAAAAAAACTmFtZQALAAAAUGVyc29uYWxJZAAQVmVyc2lvbgAAAAAACUxhc3RXcml0ZQB4rsB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AwAFAAAAAAD///////8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0089904256"/>
  <p:tag name="EMPOWERCHARTSPROPERTIES_B_LENGTH" val="24576"/>
  <p:tag name="DOWN_MIGRATION_INITIAL_LAYOUT_REQUIRED" val="9.2.99"/>
  <p:tag name="RUNTIME_ID" val="78b1c48a-bcae-4e22-aec2-425008459a6b"/>
</p:tagLst>
</file>

<file path=ppt/tags/tag2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AgD///////8DAAAAAgD///////////////////////////////////////////////////////////////////////////////////////////////////////////////////////////////////////////////////////////////////////////////////////////////////////////////////////////////////////////////////////////////////////////////////////////////////////////////////////////////////////////////////////////////////////////////////////////////////////////////////////////////////////////////////////////////////////////////8BACAA////////////////AAAO////////AwAAAAMA////////////////////////////////////////////////////////////////////////////////////////////////////////////////////////////////////////////////////////////////////////////////////////////////////////////////////////////////////////////////////////////////////////////////////////////////////////////////////////////////////////////////////////////////////////////////////////////////////////////////////////////////////////////////////////////////////////////////////////////////////////////////////////AgADAP///////wUAAAACABAAC35A/7zwUMNJs1Kd62toagEEAAAAAAADAAAABAADAAAAAwADAAAAAAADAAAAAwADAAAAAAD///////8DAAIA////////BQAAAAMAEAALQ3rFwTjg+Eilo/5y3WBnYQQAAAABAAMAAAACAAMAAAABAAMAAAACAP///////wQAAQD///////8FAAAABAAQAAvFVFUbRhukQ6UDy60dx2KA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kD/vPBQw0mzUp3ra2hqAQREYXRhAAUAAAAAAk5hbWUADQAAAExpbmtEYXRhTGlzdAAQVmVyc2lvbgAAAAAACUxhc3RXcml0ZQCZpsV7jgEAAAABAP////9hAGEAAAAFX2lkABAAAAAEQ3rFwTjg+Eilo/5y3WBnYQREYXRhAAUAAAAAAk5hbWUADQAAAExpbmtEYXRhTGlzdAAQVmVyc2lvbgABAAAACUxhc3RXcml0ZQCZpsV7jgEAAAACAP////9wAHAAAAAFX2lkABAAAAAExVRVG0YbpEOlA8utHcdigANEYXRhABYAAAACUGVyc29uYWxJZAABAAAAAAACTmFtZQALAAAAUGVyc29uYWxJZAAQVmVyc2lvbgAAAAAACUxhc3RXcml0ZQC8ps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AwAFAAAAAAD///////8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46783464"/>
  <p:tag name="EMPOWERCHARTSPROPERTIES_B_LENGTH" val="24576"/>
  <p:tag name="DOWN_MIGRATION_INITIAL_LAYOUT_REQUIRED" val="9.2.99"/>
  <p:tag name="RUNTIME_ID" val="857895cf-474f-4be5-bdd8-1ccb507a421d"/>
</p:tagLst>
</file>

<file path=ppt/tags/tag23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0f6Sz+CBfBPiJ4tpQaRNo4EAAAAAAADAAAAAAADAAAAAwADAAEA////////BQAAAAMAEAALQmkaeu9sZEm4ie0AepTruwQAAAABAAMAAAACAAMAAAAEAAQAAQD///////8FAAAABAAQAAttih26BzUpSqbXfxY/sNGT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pLP4IF8E+Ini2lBpE2jgREYXRhAAUAAAAAAk5hbWUADQAAAExpbmtEYXRhTGlzdAAQVmVyc2lvbgAAAAAACUxhc3RXcml0ZQBGo8V7jgEAAAABAP////9hAGEAAAAFX2lkABAAAAAEQmkaeu9sZEm4ie0AepTruwREYXRhAAUAAAAAAk5hbWUADQAAAExpbmtEYXRhTGlzdAAQVmVyc2lvbgABAAAACUxhc3RXcml0ZQBJo8V7jgEAAAACAP////9wAHAAAAAFX2lkABAAAAAEbYodugc1KUqm138WP7DRkwNEYXRhABYAAAACUGVyc29uYWxJZAABAAAAAAACTmFtZQALAAAAUGVyc29uYWxJZAAQVmVyc2lvbgAAAAAACUxhc3RXcml0ZQBvo8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38510109"/>
  <p:tag name="EMPOWERCHARTSPROPERTIES_B_LENGTH" val="24576"/>
  <p:tag name="DOWN_MIGRATION_INITIAL_LAYOUT_REQUIRED" val="9.2.99"/>
  <p:tag name="RUNTIME_ID" val="aaa4b35a-e4c5-4a71-814e-e0058946eafb"/>
</p:tagLst>
</file>

<file path=ppt/tags/tag2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BAD///////8DAAAABAD///////////////////////////////////////////////////////////////////////////////////////////////////////////////////////////////////////////////////////////////////////////////////////////////////////////////////////////////////////////////////////////////////////////////////////////////////////////////////////////////////////////////////////////////////////////////////////////////////////////////////////////////////////////////////////////////////////////////////////////////8BACAA////////////////AAAO////////AwAAAAMA////////////////////////////////////////////////////////////////////////////////////////////////////////////////////////////////////////////////////////////////////////////////////////////////////////////////////////////////////////////////////////////////////////////////////////////////////////////////////////////////////////////////////////////////////////////////////////////////////////////////////////////////////////////////////////////////////////////////////////////////////////////////////////AgABAP///////wUAAAACABAAC5FDbbUlyGdNvyP6RGpsfs4EAAAAAAADAAAABAADAAAAAwADAAEA////////BQAAAAMAEAAL2Q5dzX23ZUePvMs0tXEnWgQAAAABAAMAAAACAAMAAAABAAQAAgD///////8FAAAABAAQAAt79Xl621KxSZwf6KOnaV2w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UNttSXIZ02/I/pEamx+zgREYXRhAAUAAAAAAk5hbWUADQAAAExpbmtEYXRhTGlzdAAQVmVyc2lvbgABAAAACUxhc3RXcml0ZQCd6cR7jgEAAAABAP////9hAGEAAAAFX2lkABAAAAAE2Q5dzX23ZUePvMs0tXEnWgREYXRhAAUAAAAAAk5hbWUADQAAAExpbmtEYXRhTGlzdAAQVmVyc2lvbgAAAAAACUxhc3RXcml0ZQCc6cR7jgEAAAACAP////9wAHAAAAAFX2lkABAAAAAEe/V5ettSsUmcH+ijp2ldsANEYXRhABYAAAACUGVyc29uYWxJZAABAAAAAAACTmFtZQALAAAAUGVyc29uYWxJZAAQVmVyc2lvbgAAAAAACUxhc3RXcml0ZQDG6c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3343427"/>
  <p:tag name="EMPOWERCHARTSPROPERTIES_B_LENGTH" val="24576"/>
  <p:tag name="DOWN_MIGRATION_INITIAL_LAYOUT_REQUIRED" val="9.2.99"/>
  <p:tag name="RUNTIME_ID" val="cb04fcf5-6e6b-4fc9-9cb8-40dea930eb01"/>
</p:tagLst>
</file>

<file path=ppt/tags/tag23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MA////////////////////////////////////////////////////////////////////////////////////////////////////////////////////////////////////////////////////////////////////////////////////////////////////////////////////////////////////////////////////////////////////////////////////////////////////////////////////////////////////////////////////////////////////////////////////////////////////////////////////////////////////////////////////////////////////////////////////////////////////////////////////////AgABAP///////wUAAAACABAAC10UPav8f65Mk9oTZ0f6CDUEAAAAAAADAAAAAAADAAAABAADAAEA////////BQAAAAMAEAALH3KNyzKU30CDmPUOFmHxUAQAAAABAAMAAAAEAAMAAAABAAQAAQD///////8FAAAABAAQAAvemIy58LECTqzDa7W/djni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RQ9q/x/rkyT2hNnR/oINQREYXRhAAUAAAAAAk5hbWUADQAAAExpbmtEYXRhTGlzdAAQVmVyc2lvbgABAAAACUxhc3RXcml0ZQC26sR7jgEAAAABAP////9hAGEAAAAFX2lkABAAAAAEH3KNyzKU30CDmPUOFmHxUAREYXRhAAUAAAAAAk5hbWUADQAAAExpbmtEYXRhTGlzdAAQVmVyc2lvbgAAAAAACUxhc3RXcml0ZQC16sR7jgEAAAACAP////9wAHAAAAAFX2lkABAAAAAE3piMufCxAk6sw2u1v3Y54gNEYXRhABYAAAACUGVyc29uYWxJZAABAAAAAAACTmFtZQALAAAAUGVyc29uYWxJZAAQVmVyc2lvbgAAAAAACUxhc3RXcml0ZQDU6s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5781521"/>
  <p:tag name="EMPOWERCHARTSPROPERTIES_B_LENGTH" val="24576"/>
  <p:tag name="DOWN_MIGRATION_INITIAL_LAYOUT_REQUIRED" val="9.2.99"/>
  <p:tag name="RUNTIME_ID" val="0a0e5bac-4574-496d-9566-4924f6c8d7e3"/>
</p:tagLst>
</file>

<file path=ppt/tags/tag2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BAD///////8DAAAAAgD///////8DAAAAAgD///////////////////////////////////////////////////////////////////////////////////////////////////////////////////////////////////////////////////////////////////////////////////////////////////////////////////////////////////////////////////////////////////////////////////////////////////////////////////////////////////////////////////////////////////////////////////////////////////////////////////////////////////////////////////////////////////////////////8BACAA////////////////AAAO////////AwAAAAMA////////////////////////////////////////////////////////////////////////////////////////////////////////////////////////////////////////////////////////////////////////////////////////////////////////////////////////////////////////////////////////////////////////////////////////////////////////////////////////////////////////////////////////////////////////////////////////////////////////////////////////////////////////////////////////////////////////////////////////////////////////////////////////AgADAP///////wUAAAACABAAC0lj/5+jG4RIgRfqMWqbElAEAAAAAAADAAAABAADAAAAAwADAAAAAAD///////8DAAAAAAD///////8DAAEA////////BQAAAAMAEAALinpQs/JqcU2tI2HG0WqtPwQAAAABAAMAAAACAAMAAAABAAQAAQD///////8FAAAABAAQAAvv46k2oiy0SILsxqjSEmly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WP/n6MbhEiBF+oxapsSUAREYXRhAAUAAAAAAk5hbWUADQAAAExpbmtEYXRhTGlzdAAQVmVyc2lvbgAAAAAACUxhc3RXcml0ZQAs6sR7jgEAAAABAP////9hAGEAAAAFX2lkABAAAAAEinpQs/JqcU2tI2HG0WqtPwREYXRhAAUAAAAAAk5hbWUADQAAAExpbmtEYXRhTGlzdAAQVmVyc2lvbgABAAAACUxhc3RXcml0ZQA76sR7jgEAAAACAP////9wAHAAAAAFX2lkABAAAAAE7+OpNqIstEiC7Mao0hJpcgNEYXRhABYAAAACUGVyc29uYWxJZAABAAAAAAACTmFtZQALAAAAUGVyc29uYWxJZAAQVmVyc2lvbgAAAAAACUxhc3RXcml0ZQBe6s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BAA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4724153"/>
  <p:tag name="EMPOWERCHARTSPROPERTIES_B_LENGTH" val="24576"/>
  <p:tag name="DOWN_MIGRATION_INITIAL_LAYOUT_REQUIRED" val="9.2.99"/>
  <p:tag name="RUNTIME_ID" val="6cab8ec3-2983-4d95-bb1c-38400b1a85d1"/>
</p:tagLst>
</file>

<file path=ppt/tags/tag23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50dm0mTC89Ooy/zmTzJrIMEAAAAAAADAAAABAADAAAAAwADAAIA////////BQAAAAMAEAALOaye/czD6EecTZtz/h2CYQQAAAABAAMAAAACAAMAAAABAAMAAAAEAP///////wQAAgD///////8FAAAABAAQAAsd2VUv2cUvTqlR9qziajWY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R2bSZMLz06jL/OZPMmsgwREYXRhAAUAAAAAAk5hbWUADQAAAExpbmtEYXRhTGlzdAAQVmVyc2lvbgAAAAAACUxhc3RXcml0ZQAF68R7jgEAAAABAP////9hAGEAAAAFX2lkABAAAAAEOaye/czD6EecTZtz/h2CYQREYXRhAAUAAAAAAk5hbWUADQAAAExpbmtEYXRhTGlzdAAQVmVyc2lvbgABAAAACUxhc3RXcml0ZQAG68R7jgEAAAACAP////9wAHAAAAAFX2lkABAAAAAEHdlVL9nFL06pUfas4mo1mANEYXRhABYAAAACUGVyc29uYWxJZAABAAAAAAACTmFtZQALAAAAUGVyc29uYWxJZAAQVmVyc2lvbgAAAAAACUxhc3RXcml0ZQAk68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6566817"/>
  <p:tag name="EMPOWERCHARTSPROPERTIES_B_LENGTH" val="24576"/>
  <p:tag name="DOWN_MIGRATION_INITIAL_LAYOUT_REQUIRED" val="9.2.99"/>
  <p:tag name="RUNTIME_ID" val="3e15af01-4c1a-492e-bb5d-610cdc233af2"/>
</p:tagLst>
</file>

<file path=ppt/tags/tag2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BAD///////8DAAAABAD///////8DAAAABAD///////////////////////////////////////////////////////////////////////////////////////////////////////////////////////////////////////////////////////////////////////////////////////////////////////////////////////////////////////////////////////////////////////////////////////////////////////////////////////////////////////////////////////////////////////////////////////////////////////////////////////////////////////////////////////////////////////////////8BACAA////////////////AAAO////////AwAAAAMA////////////////////////////////////////////////////////////////////////////////////////////////////////////////////////////////////////////////////////////////////////////////////////////////////////////////////////////////////////////////////////////////////////////////////////////////////////////////////////////////////////////////////////////////////////////////////////////////////////////////////////////////////////////////////////////////////////////////////////////////////////////////////////AgABAP///////wUAAAACABAAC7ZsRrYLaUtGnJyjgCG+cIsEAAAAAAADAAAABAADAAAAAwADAAIA////////BQAAAAMAEAALMxxm4RXTqEmZwRwd0Wt+RgQAAAABAAMAAAACAAMAAAABAAMAAAAEAP///////wQAAwD///////8FAAAABAAQAAvYSvdQw13sTaAl3L4a/C7UBAAAAAIAAwAAAAAAAwAAAAIAAwAAAAA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mxGtgtpS0acnKOAIb5wiwREYXRhAAUAAAAAAk5hbWUADQAAAExpbmtEYXRhTGlzdAAQVmVyc2lvbgAAAAAACUxhc3RXcml0ZQCxsMV7jgEAAAABAP////9hAGEAAAAFX2lkABAAAAAEMxxm4RXTqEmZwRwd0Wt+RgREYXRhAAUAAAAAAk5hbWUADQAAAExpbmtEYXRhTGlzdAAQVmVyc2lvbgABAAAACUxhc3RXcml0ZQC4sMV7jgEAAAACAP////9wAHAAAAAFX2lkABAAAAAE2Er3UMNd7E2gJdy+Gvwu1ANEYXRhABYAAAACUGVyc29uYWxJZAABAAAAAAACTmFtZQALAAAAUGVyc29uYWxJZAAQVmVyc2lvbgAAAAAACUxhc3RXcml0ZQDasM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72758257"/>
  <p:tag name="EMPOWERCHARTSPROPERTIES_B_LENGTH" val="24576"/>
  <p:tag name="DOWN_MIGRATION_INITIAL_LAYOUT_REQUIRED" val="9.2.99"/>
  <p:tag name="RUNTIME_ID" val="5dfe3517-47b7-40e7-9aea-526b773948dd"/>
</p:tagLst>
</file>

<file path=ppt/tags/tag23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BAD///////8DAAAABAD///////8DAAAAAgD///////8DAAAAAgD///////8DAAAAAgD///////////////////////////////////////////////////////////////////////////////////////////////////////////////////////////////////////////////////////////////////////////////////////////////////////////////////////////////////////////////////////////////////////////////////////////////////////////////////////////////////////////////////////////////////////////////////////////////////////////////////////////////////////////////8BACAA////////////////AAAO////////AwAAAAMA////////////////////////////////////////////////////////////////////////////////////////////////////////////////////////////////////////////////////////////////////////////////////////////////////////////////////////////////////////////////////////////////////////////////////////////////////////////////////////////////////////////////////////////////////////////////////////////////////////////////////////////////////////////////////////////////////////////////////////////////////////////////////////AgAFAP///////wUAAAACABAAC7I9aNY4Io1NtQ0mVl5mrUUEAAAAAAADAAAABAADAAAAAwADAAAABAD///////8DAAAAAAD///////8DAAAAAAD///////8DAAAAAAD///////8DAAEA////////BQAAAAMAEAALDeoX5Rn+ukCHOt0NekLIpgQAAAABAAMAAAACAAMAAAABAAQAAgD///////8FAAAABAAQAAvXYEhDyZ26T4cFkz4WVE+S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j1o1jgijU21DSZWXmatRQREYXRhAAUAAAAAAk5hbWUADQAAAExpbmtEYXRhTGlzdAAQVmVyc2lvbgAAAAAACUxhc3RXcml0ZQDrscV7jgEAAAABAP////9hAGEAAAAFX2lkABAAAAAEDeoX5Rn+ukCHOt0NekLIpgREYXRhAAUAAAAAAk5hbWUADQAAAExpbmtEYXRhTGlzdAAQVmVyc2lvbgABAAAACUxhc3RXcml0ZQDvscV7jgEAAAACAP////9wAHAAAAAFX2lkABAAAAAE12BIQ8mduk+HBZM+FlRPkgNEYXRhABYAAAACUGVyc29uYWxJZAABAAAAAAACTmFtZQALAAAAUGVyc29uYWxJZAAQVmVyc2lvbgAAAAAACUxhc3RXcml0ZQAOss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UAAAACAP///////////////////////////////////////////////////////////////////////////////////////////////////////////////////////////////////////////////////////////////////////////////////////////////////////////////////////////////////////////////////////////////////////////////////////////////////////////////////////////////////////////////////////////////////////////////////////////////////////////////////////////////////////////////wEAIAH///////////////8AAA7///////8FAAAABAD///////////////////////////////////////////////////////////////////////////////////////////////////////////////////////////////////////////////////////////////////////////////////////////////////////////////////////////////////////////////////////////////////////////////////////////////////////////////////////////////////////////////////////////////////////////////////////////////////////////////////////////////////////////////////////////////////////////////////////////////////////////////////////8CAAUBAwAAAAIA////////DgAGTGlua0RhdGFMaXN0XzAEAAAAAAAFAAAAAAAFAAAAAwAFAAAAAAAFAAAABAAFAAAAAAD///////8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75790107"/>
  <p:tag name="EMPOWERCHARTSPROPERTIES_B_LENGTH" val="24576"/>
  <p:tag name="DOWN_MIGRATION_INITIAL_LAYOUT_REQUIRED" val="9.2.99"/>
  <p:tag name="RUNTIME_ID" val="8b566012-dcc7-48e5-9191-87b7ac7a0197"/>
</p:tagLst>
</file>

<file path=ppt/tags/tag24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AgD///////////////////////////////////////////////////////////////////////////////////////////////////////////////////////////////////////////////////////////////////////////////////////////////////////////////////////////////////////////////////////////////////////////////////////////////////////////////////////////////////////////////////////////////////////////////////////////////////////////////////////////////////////////////////////////////////////////////8BACAA////////////////AAAO////////AwAAAAQA////////////////////////////////////////////////////////////////////////////////////////////////////////////////////////////////////////////////////////////////////////////////////////////////////////////////////////////////////////////////////////////////////////////////////////////////////////////////////////////////////////////////////////////////////////////////////////////////////////////////////////////////////////////////////////////////////////////////////////////////////////////////////////AgADAP///////wUAAAACABAAC/ZBIGwfbyxAhhoOFi8023oEAAAAAAADAAAAAAADAAAAAwADAAAAAAADAAAAAwADAAAAAAD///////8DAAIA////////BQAAAAMAEAALMcoBqacqkk6gk1wajuYJgQQAAAABAAMAAAACAAMAAAAEAAMAAAACAAMAAAAEAAQAAgD///////8FAAAABAAQAAsJ2JrjVPvzT7YlMq1luqj0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kEgbB9vLECGGg4WLzTbegREYXRhAAUAAAAAAk5hbWUADQAAAExpbmtEYXRhTGlzdAAQVmVyc2lvbgAAAAAACUxhc3RXcml0ZQA86cR7jgEAAAABAP////9hAGEAAAAFX2lkABAAAAAEMcoBqacqkk6gk1wajuYJgQREYXRhAAUAAAAAAk5hbWUADQAAAExpbmtEYXRhTGlzdAAQVmVyc2lvbgABAAAACUxhc3RXcml0ZQBH6cR7jgEAAAACAP////9wAHAAAAAFX2lkABAAAAAECdia41T780+2JTKtZbqo9ANEYXRhABYAAAACUGVyc29uYWxJZAABAAAAAAACTmFtZQALAAAAUGVyc29uYWxJZAAQVmVyc2lvbgAAAAAACUxhc3RXcml0ZQBm6c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AwAFAAAAAAD///////8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2140396"/>
  <p:tag name="EMPOWERCHARTSPROPERTIES_B_LENGTH" val="24576"/>
  <p:tag name="DOWN_MIGRATION_INITIAL_LAYOUT_REQUIRED" val="9.2.99"/>
  <p:tag name="RUNTIME_ID" val="be3bb580-0978-4155-8325-d9abec81c08a"/>
</p:tagLst>
</file>

<file path=ppt/tags/tag24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5gsAAAAAAAAAAAAAIAD///////////////8AAAD///////////////8DAAAAAgD///////8DAAAAAgD///////8DAAAABAD///////////////////////////////////////////////////////////////////////////////////////////////////////////////////////////////////////////////////////////////////////////////////////////////////////////////////////////////////////////////////////////////////////////////////////////////////////////////////////////////////////////////////////////////////////////////////////////////////////////////////////////////////////////////////////////////////////////////8BACAA////////////////AAAO////////AwAAAAMA////////////////////////////////////////////////////////////////////////////////////////////////////////////////////////////////////////////////////////////////////////////////////////////////////////////////////////////////////////////////////////////////////////////////////////////////////////////////////////////////////////////////////////////////////////////////////////////////////////////////////////////////////////////////////////////////////////////////////////////////////////////////////////AgACAP///////wUAAAACABAAC/d4wzVPim5HkQ48QmqJ98sEAAAAAAADAAAAAAADAAAABAADAAAAAAADAAAABAADAAIA////////BQAAAAMAEAAL6iTjiRuTG0mWdN2GXJxS+wQAAAABAAMAAAAEAAMAAAABAAMAAAAEAP///////wQAAwD///////8FAAAABAAQAAt2BzRzn7BPRqza6Q6jkBPZBAAAAAIAAwAAAAIAAwAAAAM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3jDNU+KbkeRDjxCaon3ywREYXRhAAUAAAAAAk5hbWUADQAAAExpbmtEYXRhTGlzdAAQVmVyc2lvbgABAAAACUxhc3RXcml0ZQBT68R7jgEAAAABAP////9hAGEAAAAFX2lkABAAAAAE6iTjiRuTG0mWdN2GXJxS+wREYXRhAAUAAAAAAk5hbWUADQAAAExpbmtEYXRhTGlzdAAQVmVyc2lvbgAAAAAACUxhc3RXcml0ZQBT68R7jgEAAAACAP////9wAHAAAAAFX2lkABAAAAAEdgc0c5+wT0as2ukOo5AT2QNEYXRhABYAAAACUGVyc29uYWxJZAABAAAAAAACTmFtZQALAAAAUGVyc29uYWxJZAAQVmVyc2lvbgAAAAAACUxhc3RXcml0ZQCF68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7536543"/>
  <p:tag name="EMPOWERCHARTSPROPERTIES_B_LENGTH" val="24576"/>
  <p:tag name="DOWN_MIGRATION_INITIAL_LAYOUT_REQUIRED" val="9.2.99"/>
  <p:tag name="RUNTIME_ID" val="e504291d-0d81-40ec-9ec1-62aa75cae9f2"/>
</p:tagLst>
</file>

<file path=ppt/tags/tag24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wUA/gsAAAAAAAAAAAAAIAD///////////////8AAAD///////////////8DAAAAAgD///////8DAAAABAD///////8DAAAABAD///////////////////////////////////////////////////////////////////////////////////////////////////////////////////////////////////////////////////////////////////////////////////////////////////////////////////////////////////////////////////////////////////////////////////////////////////////////////////////////////////////////////////////////////////////////////////////////////////////////////////////////////////////////////////////////////////////////////8BACAA////////////////AAAO////////AwAAAAMA////////////////////////////////////////////////////////////////////////////////////////////////////////////////////////////////////////////////////////////////////////////////////////////////////////////////////////////////////////////////////////////////////////////////////////////////////////////////////////////////////////////////////////////////////////////////////////////////////////////////////////////////////////////////////////////////////////////////////////////////////////////////////////AgABAP///////wUAAAACABAACxSghEJQRiBDoIG24pbPF7AEAAAAAAADAAAAAAADAAAABAADAAEA////////BQAAAAMAEAAL8HbT8s3kCU+0tdAfHYRBcAQAAAABAAMAAAAEAAMAAAABAAQAAwD///////8FAAAABAAQAAuZbKt7RLa3SKJRqK/YMbb9BAAAAAI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KCEQlBGIEOggbbils8XsAREYXRhAAUAAAAAAk5hbWUADQAAAExpbmtEYXRhTGlzdAAQVmVyc2lvbgABAAAACUxhc3RXcml0ZQDQqsV7jgEAAAABAP////9hAGEAAAAFX2lkABAAAAAE8HbT8s3kCU+0tdAfHYRBcAREYXRhAAUAAAAAAk5hbWUADQAAAExpbmtEYXRhTGlzdAAQVmVyc2lvbgAAAAAACUxhc3RXcml0ZQDMqsV7jgEAAAACAP////9wAHAAAAAFX2lkABAAAAAEmWyre0S2t0iiUaiv2DG2/QNEYXRhABYAAAACUGVyc29uYWxJZAABAAAAAAACTmFtZQALAAAAUGVyc29uYWxJZAAQVmVyc2lvbgAAAAAACUxhc3RXcml0ZQD0qs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57659643"/>
  <p:tag name="EMPOWERCHARTSPROPERTIES_B_LENGTH" val="24576"/>
  <p:tag name="DOWN_MIGRATION_INITIAL_LAYOUT_REQUIRED" val="9.2.99"/>
  <p:tag name="RUNTIME_ID" val="d947f8b6-b81e-4c33-8f5a-8b2ce9be014f"/>
</p:tagLst>
</file>

<file path=ppt/tags/tag24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0ZdYD0Qf0tDklzysx3u5WUEAAAAAAADAAAAAAADAAAABAADAAEA////////BQAAAAMAEAALfrTM2OemFEaStq6e84WOEQQAAAABAAMAAAAEAAMAAAABAAQAAQD///////8FAAAABAAQAAs0jzO8BnUERriL4zOBUvg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l1gPRB/S0OSXPKzHe7lZQREYXRhAAUAAAAAAk5hbWUADQAAAExpbmtEYXRhTGlzdAAQVmVyc2lvbgABAAAACUxhc3RXcml0ZQAPrcV7jgEAAAABAP////9hAGEAAAAFX2lkABAAAAAEfrTM2OemFEaStq6e84WOEQREYXRhAAUAAAAAAk5hbWUADQAAAExpbmtEYXRhTGlzdAAQVmVyc2lvbgAAAAAACUxhc3RXcml0ZQAMrcV7jgEAAAACAP////9wAHAAAAAFX2lkABAAAAAENI8zvAZ1BEa4i+MzgVL4DwNEYXRhABYAAAACUGVyc29uYWxJZAABAAAAAAACTmFtZQALAAAAUGVyc29uYWxJZAAQVmVyc2lvbgAAAAAACUxhc3RXcml0ZQCmrc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64583417"/>
  <p:tag name="EMPOWERCHARTSPROPERTIES_B_LENGTH" val="24576"/>
  <p:tag name="DOWN_MIGRATION_INITIAL_LAYOUT_REQUIRED" val="9.2.99"/>
  <p:tag name="RUNTIME_ID" val="91644a88-0d8b-4f94-94d7-ee61b3c8cd60"/>
</p:tagLst>
</file>

<file path=ppt/tags/tag24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BAD///////8DAAAAAgD///////////////////////////////////////////////////////////////////////////////////////////////////////////////////////////////////////////////////////////////////////////////////////////////////////////////////////////////////////////////////////////////////////////////////////////////////////////////////////////////////////////////////////////////////////////////////////////////////////////////////////////////////////////////////////////////////////////////8BACAA////////////////AAAO////////AwAAAAMA////////////////////////////////////////////////////////////////////////////////////////////////////////////////////////////////////////////////////////////////////////////////////////////////////////////////////////////////////////////////////////////////////////////////////////////////////////////////////////////////////////////////////////////////////////////////////////////////////////////////////////////////////////////////////////////////////////////////////////////////////////////////////////AgADAP///////wUAAAACABAAC/Y/UNxJEEdAtuHfRTEw/twEAAAAAAADAAAABAADAAAAAwADAAAABAD///////8DAAAAAAD///////8DAAEA////////BQAAAAMAEAAL3huN+GU4mkqBJswTqHYPwgQAAAABAAMAAAACAAMAAAABAAQAAgD///////8FAAAABAAQAAtoye6Y9EyaQIKYATuR7YGh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j9Q3EkQR0C24d9FMTD+3AREYXRhAAUAAAAAAk5hbWUADQAAAExpbmtEYXRhTGlzdAAQVmVyc2lvbgABAAAACUxhc3RXcml0ZQDi6MR7jgEAAAABAP////9hAGEAAAAFX2lkABAAAAAE3huN+GU4mkqBJswTqHYPwgREYXRhAAUAAAAAAk5hbWUADQAAAExpbmtEYXRhTGlzdAAQVmVyc2lvbgAAAAAACUxhc3RXcml0ZQDh6MR7jgEAAAACAP////9wAHAAAAAFX2lkABAAAAAEaMnumPRMmkCCmAE7ke2BoQNEYXRhABYAAAACUGVyc29uYWxJZAABAAAAAAACTmFtZQALAAAAUGVyc29uYWxJZAAQVmVyc2lvbgAAAAAACUxhc3RXcml0ZQAD6c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EAIAH///////////////8AAA7///////8FAAAABAD///////////////////////////////////////////////////////////////////////////////////////////////////////////////////////////////////////////////////////////////////////////////////////////////////////////////////////////////////////////////////////////////////////////////////////////////////////////////////////////////////////////////////////////////////////////////////////////////////////////////////////////////////////////////////////////////////////////////////////////////////////////////////////8CAAMBAwAAAAIA////////DgAGTGlua0RhdGFMaXN0XzEEAAAAAAAFAAAAAwAFAAAABAAFAAAAAAAFAAAABAAFAAAAAAAFAAAABAADAAEBAwAAAAMA////////DgAGTGlua0RhdGFMaXN0XzAEAAAAAQ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1198019"/>
  <p:tag name="EMPOWERCHARTSPROPERTIES_B_LENGTH" val="24576"/>
  <p:tag name="DOWN_MIGRATION_INITIAL_LAYOUT_REQUIRED" val="9.2.99"/>
  <p:tag name="RUNTIME_ID" val="0d39ded4-9a06-44f6-a0d6-7df5072b04c5"/>
</p:tagLst>
</file>

<file path=ppt/tags/tag24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wsBAQEBAQEBAQEBAQEBAQMAAAAAAAAAAwAAAAMAAAAA/////wUAngsAAAAAAAAAAAAAIAD///////////////8AAAD///////////////8DAAAAAgD///////8DAAAAAwD///////8DAAAAAwD///////8DAAAAAwD///////8DAAAAAwD///////8DAAAAAwD///////8DAAAAAwD///////8DAAAAAwD///////8DAAAAAwD///////8DAAAAAwD///////8DAAAAAwD///////////////////////////////////////////////////////////////////////////////////////////////////////////////////////////////////////////////////////////////////////////////////////////////////////////////////////////////////////////////////////////////////////////////////////////////////////////////////////////////////////////////8BACAA////////////////AAAO////////AwAAAAQA////////////////////////////////////////////////////////////////////////////////////////////////////////////////////////////////////////////////////////////////////////////////////////////////////////////////////////////////////////////////////////////////////////////////////////////////////////////////////////////////////////////////////////////////////////////////////////////////////////////////////////////////////////////////////////////////////////////////////////////////////////////////////////AgABAP///////wUAAAACABAAC7k62GdzzPVNuWc01LagmKIEAAAAAAADAAAAAAADAAAAAwADAAsA////////BQAAAAMAEAALrjksdyQsxE24Z35r2DDHpQQAAAABAAMAAAACAAMAAAAEAAMAAAAAAP///////wMAAAAAAP///////wMAAAAAAP///////wMAAAAAAP///////wMAAAAAAP///////wMAAAAAAP///////wMAAAAAAP///////wMAAAAAAP///////wMAAAAAAP///////wMAAAAAAP///////wQAAQD///////8FAAAABAAQAAtaDDp7hbdKSbm1Z2ETDyZY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uTrYZ3PM9U25ZzTUtqCYogREYXRhAAUAAAAAAk5hbWUADQAAAExpbmtEYXRhTGlzdAAQVmVyc2lvbgABAAAACUxhc3RXcml0ZQD168R7jgEAAAABAP////9hAGEAAAAFX2lkABAAAAAErjksdyQsxE24Z35r2DDHpQREYXRhAAUAAAAAAk5hbWUADQAAAExpbmtEYXRhTGlzdAAQVmVyc2lvbgAAAAAACUxhc3RXcml0ZQC368R7jgEAAAACAP////9wAHAAAAAFX2lkABAAAAAEWgw6e4W3Skm5tWdhEw8mWANEYXRhABYAAAACUGVyc29uYWxJZAABAAAAAAACTmFtZQALAAAAUGVyc29uYWxJZAAQVmVyc2lvbgAAAAAACUxhc3RXcml0ZQAT7M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aCwAAAAAAAAAAAAAgAf///////////////wAAAP///////////////wUAAAADAP///////wUAAAADAP///////wUAAAADAP///////wUAAAADAP///////wUAAAADAP///////wUAAAADAP///////wUAAAADAP///////wUAAAADAP///////wUAAAADAP///////wUAAAADAP///////wUAAAADAP///////////////////////////////////////////////////////////////////////////////////////////////////////////////////////////////////////////////////////////////////////////////////////////////////////////////////////////////////////////////////////////////////////////////////////////////////////////////////////////////////////////////wEAIAH///////////////8AAA7///////8FAAAABAD///////////////////////////////////////////////////////////////////////////////////////////////////////////////////////////////////////////////////////////////////////////////////////////////////////////////////////////////////////////////////////////////////////////////////////////////////////////////////////////////////////////////////////////////////////////////////////////////////////////////////////////////////////////////////////////////////////////////////////////////////////////////////////8CAAEBAwAAAAIA////////DgAGTGlua0RhdGFMaXN0XzEEAAAAAAAFAAAAAwAFAAAABAADAAsBAwAAAAMA////////DgAGTGlua0RhdGFMaXN0XzAEAAAAAQAFAAAAAAAFAAAAAgAFAAAAAAAFAAAABAAFAAAAAAD///////8FAAAAAAD///////8FAAAAAAD///////8FAAAAAAD///////8FAAAAAAD///////8FAAAAAAD///////8FAAAAAAD///////8FAAAAAAD///////8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8991939"/>
  <p:tag name="EMPOWERCHARTSPROPERTIES_B_LENGTH" val="24576"/>
  <p:tag name="DOWN_MIGRATION_INITIAL_LAYOUT_REQUIRED" val="9.2.99"/>
  <p:tag name="RUNTIME_ID" val="3473a021-2564-4291-8ba5-688d9b791054"/>
</p:tagLst>
</file>

<file path=ppt/tags/tag246.xml><?xml version="1.0" encoding="utf-8"?>
<p:tagLst xmlns:a="http://schemas.openxmlformats.org/drawingml/2006/main" xmlns:r="http://schemas.openxmlformats.org/officeDocument/2006/relationships" xmlns:p="http://schemas.openxmlformats.org/presentationml/2006/main">
  <p:tag name="MIO_GUID" val="8068e8bb-e0a1-4a61-9aa1-7209e796c62d"/>
  <p:tag name="MIO_EK" val="653"/>
  <p:tag name="MIO_EKGUID" val="6ce53475-d8bb-48c2-98db-9328a48947ab"/>
  <p:tag name="MIO_UPDATE" val="True"/>
  <p:tag name="MIO_VERSION" val="21.06.2021 12:26:24"/>
  <p:tag name="MIO_DBID" val="FDE84254-54DB-49E3-9A0E-CDE72035D530"/>
  <p:tag name="MIO_LASTDOWNLOADED" val="04.11.2022 15:39:23.108"/>
  <p:tag name="MIO_OBJECTNAME" val="00 Plain textbox"/>
  <p:tag name="MIO_LASTEDITORNAME" val="Verena Kohl"/>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AgD///////8DAAAAAgD///////////////////////////////////////////////////////////////////////////////////////////////////////////////////////////////////////////////////////////////////////////////////////////////////////////////////////////////////////////////////////////////////////////////////////////////////////////////////////////////////////////////////////////////////////////////////////////////////////////////////////////////////////////////////////////////////////////////8BACAA////////////////AAAO////////AwAAAAMA////////////////////////////////////////////////////////////////////////////////////////////////////////////////////////////////////////////////////////////////////////////////////////////////////////////////////////////////////////////////////////////////////////////////////////////////////////////////////////////////////////////////////////////////////////////////////////////////////////////////////////////////////////////////////////////////////////////////////////////////////////////////////////AgADAP///////wUAAAACABAAC4wy22sDF6lHi5MTFHrKAicEAAAAAAADAAAABAADAAAAAwADAAAAAAADAAAAAwADAAAAAAD///////8DAAIA////////BQAAAAMAEAALLsp5vwBDekeHSTMulMp0PQQAAAABAAMAAAACAAMAAAABAAMAAAACAP///////wQAAQD///////8FAAAABAAQAAv5QfZpjLHhSK5bFyKjD3tG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DLbawMXqUeLkxMUesoCJwREYXRhAAUAAAAAAk5hbWUADQAAAExpbmtEYXRhTGlzdAAQVmVyc2lvbgAAAAAACUxhc3RXcml0ZQBXrsB7jgEAAAABAP////9hAGEAAAAFX2lkABAAAAAELsp5vwBDekeHSTMulMp0PQREYXRhAAUAAAAAAk5hbWUADQAAAExpbmtEYXRhTGlzdAAQVmVyc2lvbgABAAAACUxhc3RXcml0ZQBYrsB7jgEAAAACAP////9wAHAAAAAFX2lkABAAAAAE+UH2aYyx4UiuWxciow97RgNEYXRhABYAAAACUGVyc29uYWxJZAABAAAAAAACTmFtZQALAAAAUGVyc29uYWxJZAAQVmVyc2lvbgAAAAAACUxhc3RXcml0ZQB4rsB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AwAFAAAAAAD///////8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0089904256"/>
  <p:tag name="EMPOWERCHARTSPROPERTIES_B_LENGTH" val="24576"/>
  <p:tag name="DOWN_MIGRATION_INITIAL_LAYOUT_REQUIRED" val="9.2.99"/>
  <p:tag name="RUNTIME_ID" val="9cb70441-b511-466c-a56f-051db15d9c14"/>
</p:tagLst>
</file>

<file path=ppt/tags/tag24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4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4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BAD///////8DAAAAAgD///////8DAAAAAgD///////////////////////////////////////////////////////////////////////////////////////////////////////////////////////////////////////////////////////////////////////////////////////////////////////////////////////////////////////////////////////////////////////////////////////////////////////////////////////////////////////////////////////////////////////////////////////////////////////////////////////////////////////////////////////////////////////////////8BACAA////////////////AAAO////////AwAAAAMA////////////////////////////////////////////////////////////////////////////////////////////////////////////////////////////////////////////////////////////////////////////////////////////////////////////////////////////////////////////////////////////////////////////////////////////////////////////////////////////////////////////////////////////////////////////////////////////////////////////////////////////////////////////////////////////////////////////////////////////////////////////////////////AgADAP///////wUAAAACABAAC0lj/5+jG4RIgRfqMWqbElAEAAAAAAADAAAABAADAAAAAwADAAAAAAD///////8DAAAAAAD///////8DAAEA////////BQAAAAMAEAALinpQs/JqcU2tI2HG0WqtPwQAAAABAAMAAAACAAMAAAABAAQAAQD///////8FAAAABAAQAAvv46k2oiy0SILsxqjSEmly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WP/n6MbhEiBF+oxapsSUAREYXRhAAUAAAAAAk5hbWUADQAAAExpbmtEYXRhTGlzdAAQVmVyc2lvbgAAAAAACUxhc3RXcml0ZQAs6sR7jgEAAAABAP////9hAGEAAAAFX2lkABAAAAAEinpQs/JqcU2tI2HG0WqtPwREYXRhAAUAAAAAAk5hbWUADQAAAExpbmtEYXRhTGlzdAAQVmVyc2lvbgABAAAACUxhc3RXcml0ZQA76sR7jgEAAAACAP////9wAHAAAAAFX2lkABAAAAAE7+OpNqIstEiC7Mao0hJpcgNEYXRhABYAAAACUGVyc29uYWxJZAABAAAAAAACTmFtZQALAAAAUGVyc29uYWxJZAAQVmVyc2lvbgAAAAAACUxhc3RXcml0ZQBe6s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BAA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4724153"/>
  <p:tag name="EMPOWERCHARTSPROPERTIES_B_LENGTH" val="24576"/>
  <p:tag name="DOWN_MIGRATION_INITIAL_LAYOUT_REQUIRED" val="9.2.99"/>
  <p:tag name="RUNTIME_ID" val="6cab8ec3-2983-4d95-bb1c-38400b1a85d1"/>
</p:tagLst>
</file>

<file path=ppt/tags/tag25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50dm0mTC89Ooy/zmTzJrIMEAAAAAAADAAAABAADAAAAAwADAAIA////////BQAAAAMAEAALOaye/czD6EecTZtz/h2CYQQAAAABAAMAAAACAAMAAAABAAMAAAAEAP///////wQAAgD///////8FAAAABAAQAAsd2VUv2cUvTqlR9qziajWY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R2bSZMLz06jL/OZPMmsgwREYXRhAAUAAAAAAk5hbWUADQAAAExpbmtEYXRhTGlzdAAQVmVyc2lvbgAAAAAACUxhc3RXcml0ZQAF68R7jgEAAAABAP////9hAGEAAAAFX2lkABAAAAAEOaye/czD6EecTZtz/h2CYQREYXRhAAUAAAAAAk5hbWUADQAAAExpbmtEYXRhTGlzdAAQVmVyc2lvbgABAAAACUxhc3RXcml0ZQAG68R7jgEAAAACAP////9wAHAAAAAFX2lkABAAAAAEHdlVL9nFL06pUfas4mo1mANEYXRhABYAAAACUGVyc29uYWxJZAABAAAAAAACTmFtZQALAAAAUGVyc29uYWxJZAAQVmVyc2lvbgAAAAAACUxhc3RXcml0ZQAk68R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2866566817"/>
  <p:tag name="EMPOWERCHARTSPROPERTIES_B_LENGTH" val="24576"/>
  <p:tag name="DOWN_MIGRATION_INITIAL_LAYOUT_REQUIRED" val="9.2.99"/>
  <p:tag name="RUNTIME_ID" val="3e15af01-4c1a-492e-bb5d-610cdc233af2"/>
</p:tagLst>
</file>

<file path=ppt/tags/tag25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AgD///////8DAAAAAgD///////////////////////////////////////////////////////////////////////////////////////////////////////////////////////////////////////////////////////////////////////////////////////////////////////////////////////////////////////////////////////////////////////////////////////////////////////////////////////////////////////////////////////////////////////////////////////////////////////////////////////////////////////////////////////////////////////////////8BACAA////////////////AAAO////////AwAAAAMA////////////////////////////////////////////////////////////////////////////////////////////////////////////////////////////////////////////////////////////////////////////////////////////////////////////////////////////////////////////////////////////////////////////////////////////////////////////////////////////////////////////////////////////////////////////////////////////////////////////////////////////////////////////////////////////////////////////////////////////////////////////////////////AgADAP///////wUAAAACABAAC35A/7zwUMNJs1Kd62toagEEAAAAAAADAAAABAADAAAAAwADAAAAAAADAAAAAwADAAAAAAD///////8DAAIA////////BQAAAAMAEAALQ3rFwTjg+Eilo/5y3WBnYQQAAAABAAMAAAACAAMAAAABAAMAAAACAP///////wQAAQD///////8FAAAABAAQAAvFVFUbRhukQ6UDy60dx2KA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kD/vPBQw0mzUp3ra2hqAQREYXRhAAUAAAAAAk5hbWUADQAAAExpbmtEYXRhTGlzdAAQVmVyc2lvbgAAAAAACUxhc3RXcml0ZQCZpsV7jgEAAAABAP////9hAGEAAAAFX2lkABAAAAAEQ3rFwTjg+Eilo/5y3WBnYQREYXRhAAUAAAAAAk5hbWUADQAAAExpbmtEYXRhTGlzdAAQVmVyc2lvbgABAAAACUxhc3RXcml0ZQCZpsV7jgEAAAACAP////9wAHAAAAAFX2lkABAAAAAExVRVG0YbpEOlA8utHcdigANEYXRhABYAAAACUGVyc29uYWxJZAABAAAAAAACTmFtZQALAAAAUGVyc29uYWxJZAAQVmVyc2lvbgAAAAAACUxhc3RXcml0ZQC8ps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EAIAH///////////////8AAA7///////8FAAAABAD///////////////////////////////////////////////////////////////////////////////////////////////////////////////////////////////////////////////////////////////////////////////////////////////////////////////////////////////////////////////////////////////////////////////////////////////////////////////////////////////////////////////////////////////////////////////////////////////////////////////////////////////////////////////////////////////////////////////////////////////////////////////////////8CAAMBAwAAAAIA////////DgAGTGlua0RhdGFMaXN0XzAEAAAAAAAFAAAAAAAFAAAAAwAFAAAAAAAFAAAAAwAFAAAAAAD///////8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46783464"/>
  <p:tag name="EMPOWERCHARTSPROPERTIES_B_LENGTH" val="24576"/>
  <p:tag name="DOWN_MIGRATION_INITIAL_LAYOUT_REQUIRED" val="9.2.99"/>
  <p:tag name="RUNTIME_ID" val="857895cf-474f-4be5-bdd8-1ccb507a421d"/>
</p:tagLst>
</file>

<file path=ppt/tags/tag25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0f6Sz+CBfBPiJ4tpQaRNo4EAAAAAAADAAAAAAADAAAAAwADAAEA////////BQAAAAMAEAALQmkaeu9sZEm4ie0AepTruwQAAAABAAMAAAACAAMAAAAEAAQAAQD///////8FAAAABAAQAAttih26BzUpSqbXfxY/sNGT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pLP4IF8E+Ini2lBpE2jgREYXRhAAUAAAAAAk5hbWUADQAAAExpbmtEYXRhTGlzdAAQVmVyc2lvbgAAAAAACUxhc3RXcml0ZQBGo8V7jgEAAAABAP////9hAGEAAAAFX2lkABAAAAAEQmkaeu9sZEm4ie0AepTruwREYXRhAAUAAAAAAk5hbWUADQAAAExpbmtEYXRhTGlzdAAQVmVyc2lvbgABAAAACUxhc3RXcml0ZQBJo8V7jgEAAAACAP////9wAHAAAAAFX2lkABAAAAAEbYodugc1KUqm138WP7DRkwNEYXRhABYAAAACUGVyc29uYWxJZAABAAAAAAACTmFtZQALAAAAUGVyc29uYWxJZAAQVmVyc2lvbgAAAAAACUxhc3RXcml0ZQBvo8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38510109"/>
  <p:tag name="EMPOWERCHARTSPROPERTIES_B_LENGTH" val="24576"/>
  <p:tag name="DOWN_MIGRATION_INITIAL_LAYOUT_REQUIRED" val="9.2.99"/>
  <p:tag name="RUNTIME_ID" val="aaa4b35a-e4c5-4a71-814e-e0058946eafb"/>
</p:tagLst>
</file>

<file path=ppt/tags/tag25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5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5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5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5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5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5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6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6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6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6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6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6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ngsAAAAAAAAAAAAAIAD///////////////8AAAD///////////////8DAAAABAD///////8DAAAABAD///////8DAAAABAD///////8DAAAAAwD///////8DAAAAAwD///////8DAAAAAwD///////8DAAAAAwD///////////////////////////////////////////////////////////////////////////////////////////////////////////////////////////////////////////////////////////////////////////////////////////////////////////////////////////////////////////////////////////////////////////////////////////////////////////////////////////////////////////////////////////////////////////////////////////////////////////////8BACAA////////////////AAAO////////AwAAAAMA////////////////////////////////////////////////////////////////////////////////////////////////////////////////////////////////////////////////////////////////////////////////////////////////////////////////////////////////////////////////////////////////////////////////////////////////////////////////////////////////////////////////////////////////////////////////////////////////////////////////////////////////////////////////////////////////////////////////////////////////////////////////////////AgADAP///////wUAAAACABAAC/IY9uQxV+9HtD9XfoRGnzMEAAAAAAADAAAABAADAAAAAwADAAAABAADAAAAAwADAAAABAADAAAAAwADAAcA////////BQAAAAMAEAALVsqK9U9HCUGfAgCZ41RB8gQAAAABAAMAAAACAAMAAAABAAMAAAACAP///////wMAAAACAP///////wMAAAAAAP///////wMAAAAAAP///////wMAAAAAAP///////wMAAAAAAP///////wQAAwD///////8FAAAABAAQAAvF161jfvl0TZ7XHjwBBvky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j25DFX70e0P1d+hEafMwREYXRhAAUAAAAAAk5hbWUADQAAAExpbmtEYXRhTGlzdAAQVmVyc2lvbgABAAAACUxhc3RXcml0ZQA6ech7jgEAAAABAP////9hAGEAAAAFX2lkABAAAAAEVsqK9U9HCUGfAgCZ41RB8gREYXRhAAUAAAAAAk5hbWUADQAAAExpbmtEYXRhTGlzdAAQVmVyc2lvbgAAAAAACUxhc3RXcml0ZQA3ech7jgEAAAACAP////9wAHAAAAAFX2lkABAAAAAExdetY375dE2e1x48AQb5MgNEYXRhABYAAAACUGVyc29uYWxJZAABAAAAAAACTmFtZQALAAAAUGVyc29uYWxJZAAQVmVyc2lvbgAAAAAACUxhc3RXcml0ZQBYec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MBAwAAAAIA////////DgAGTGlua0RhdGFMaXN0XzEEAAAAAAAFAAAAAwAFAAAABAAFAAAAAwD///////8FAAAAAwD///////8DAAcBAwAAAAMA////////DgAGTGlua0RhdGFMaXN0XzAEAAAAAQAFAAAAAAAFAAAAAgAFAAAAAAAFAAAAAgAFAAAAAAAFAAAAAgAFAAAAAAD///////8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6676494"/>
  <p:tag name="EMPOWERCHARTSPROPERTIES_B_LENGTH" val="24576"/>
  <p:tag name="DOWN_MIGRATION_INITIAL_LAYOUT_REQUIRED" val="9.2.99"/>
  <p:tag name="RUNTIME_ID" val="4052bfa9-749a-4635-8c2d-48131fd53ea8"/>
</p:tagLst>
</file>

<file path=ppt/tags/tag26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wD///////////////////////////////////////////////////////////////////////////////////////////////////////////////////////////////////////////////////////////////////////////////////////////////////////////////////////////////////////////////////////////////////////////////////////////////////////////////////////////////////////////////////////////////////////////////////////////////////////////////////////////////////////////////////////////////////////////////////////////////8BACAA////////////////AAAO////////AwAAAAMA////////////////////////////////////////////////////////////////////////////////////////////////////////////////////////////////////////////////////////////////////////////////////////////////////////////////////////////////////////////////////////////////////////////////////////////////////////////////////////////////////////////////////////////////////////////////////////////////////////////////////////////////////////////////////////////////////////////////////////////////////////////////////////AgABAP///////wUAAAACABAAC5nAd30V8kJIv/nTjGRvCB4EAAAAAAADAAAABAADAAAAAwADAAIA////////BQAAAAMAEAALxuCiss1zjECP17ef6ln8AAQAAAABAAMAAAACAAMAAAABAAMAAAAAAP///////wQAAQD///////8FAAAABAAQAAsEUDwpLAdzTp+ajR+cfUFc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cB3fRXyQki/+dOMZG8IHgREYXRhAAUAAAAAAk5hbWUADQAAAExpbmtEYXRhTGlzdAAQVmVyc2lvbgAAAAAACUxhc3RXcml0ZQDm3Md7jgEAAAABAP////9hAGEAAAAFX2lkABAAAAAExuCiss1zjECP17ef6ln8AAREYXRhAAUAAAAAAk5hbWUADQAAAExpbmtEYXRhTGlzdAAQVmVyc2lvbgABAAAACUxhc3RXcml0ZQDn3Md7jgEAAAACAP////9wAHAAAAAFX2lkABAAAAAEBFA8KSwHc06fmo0fnH1BXANEYXRhABYAAAACUGVyc29uYWxJZAABAAAAAAACTmFtZQALAAAAUGVyc29uYWxJZAAQVmVyc2lvbgAAAAAACUxhc3RXcml0ZQAI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6501865"/>
  <p:tag name="EMPOWERCHARTSPROPERTIES_B_LENGTH" val="24576"/>
  <p:tag name="DOWN_MIGRATION_INITIAL_LAYOUT_REQUIRED" val="9.2.99"/>
  <p:tag name="RUNTIME_ID" val="61ed6999-4608-402b-a70b-a0ef19b7c048"/>
</p:tagLst>
</file>

<file path=ppt/tags/tag26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gsAAAAAAAAAAAAAIAD///////////////8AAAD///////////////8DAAAABAD///////8DAAAABAD///////////////////////////////////////////////////////////////////////////////////////////////////////////////////////////////////////////////////////////////////////////////////////////////////////////////////////////////////////////////////////////////////////////////////////////////////////////////////////////////////////////////////////////////////////////////////////////////////////////////////////////////////////////////////////////////////////////////////////////////8BACAA////////////////AAAO////////AwAAAAMA////////////////////////////////////////////////////////////////////////////////////////////////////////////////////////////////////////////////////////////////////////////////////////////////////////////////////////////////////////////////////////////////////////////////////////////////////////////////////////////////////////////////////////////////////////////////////////////////////////////////////////////////////////////////////////////////////////////////////////////////////////////////////////AgABAP///////wUAAAACABAAC29Quhp0EgNKsjq+w5NFkxUEAAAAAAADAAAABAADAAAAAwADAAIA////////BQAAAAMAEAALEBk4M85ApkGMkbI/naMdNwQAAAABAAMAAAACAAMAAAABAAMAAAAEAP///////wQAAgD///////8FAAAABAAQAAtFU8sK0EUYRYy447EeBxzU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1C6GnQSA0qyOr7Dk0WTFQREYXRhAAUAAAAAAk5hbWUADQAAAExpbmtEYXRhTGlzdAAQVmVyc2lvbgAAAAAACUxhc3RXcml0ZQDGeMh7jgEAAAABAP////9hAGEAAAAFX2lkABAAAAAEEBk4M85ApkGMkbI/naMdNwREYXRhAAUAAAAAAk5hbWUADQAAAExpbmtEYXRhTGlzdAAQVmVyc2lvbgABAAAACUxhc3RXcml0ZQDKeMh7jgEAAAACAP////9wAHAAAAAFX2lkABAAAAAERVPLCtBFGEWMuOOxHgcc1ANEYXRhABYAAAACUGVyc29uYWxJZAABAAAAAAACTmFtZQALAAAAUGVyc29uYWxJZAAQVmVyc2lvbgAAAAAACUxhc3RXcml0ZQDweM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DAP///////wUAAAAEAP///////wUAAAAEAP///////wUAAAAEAP///////////////////////////////////////////////////////////////////////////////////////////////////////////////////////////////////////////////////////////////////////////////////////////////////////////////////////////////////////////////////////////////////////////////////////////////////////////////////////////////////////////////////////////////////////////////////////////////////////////////////////////////////////////////wEAIAH///////////////8AAA7///////8FAAAABAD///////////////////////////////////////////////////////////////////////////////////////////////////////////////////////////////////////////////////////////////////////////////////////////////////////////////////////////////////////////////////////////////////////////////////////////////////////////////////////////////////////////////////////////////////////////////////////////////////////////////////////////////////////////////////////////////////////////////////////////////////////////////////////8CAAEBAwAAAAIA////////DgAGTGlua0RhdGFMaXN0XzAEAAAAAAAFAAAAAAAFAAAAAwADAAIBAwAAAAMA////////DgAGTGlua0RhdGFMaXN0XzEEAAAAAQAFAAAAAgAFAAAABAAFAAAAAAAFAAAABAAEAAUBAwAAAAQA////////DAAGUGVyc29uYWxJZF8wBAAAAAIABQAAAAMABQAAAAEABQAAAAM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5653309"/>
  <p:tag name="EMPOWERCHARTSPROPERTIES_B_LENGTH" val="24576"/>
  <p:tag name="DOWN_MIGRATION_INITIAL_LAYOUT_REQUIRED" val="9.2.99"/>
  <p:tag name="RUNTIME_ID" val="98469480-a139-4675-a642-c92545228923"/>
</p:tagLst>
</file>

<file path=ppt/tags/tag26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BAD///////8DAAAABAD///////////////////////////////////////////////////////////////////////////////////////////////////////////////////////////////////////////////////////////////////////////////////////////////////////////////////////////////////////////////////////////////////////////////////////////////////////////////////////////////////////////////////////////////////////////////////////////////////////////////////////////////////////////////////////////////////////////////8BACAA////////////////AAAO////////AwAAAAMA////////////////////////////////////////////////////////////////////////////////////////////////////////////////////////////////////////////////////////////////////////////////////////////////////////////////////////////////////////////////////////////////////////////////////////////////////////////////////////////////////////////////////////////////////////////////////////////////////////////////////////////////////////////////////////////////////////////////////////////////////////////////////////AgABAP///////wUAAAACABAAC0Hu8hFCOChGr8f5ie49iN0EAAAAAAADAAAAAAADAAAABAADAAIA////////BQAAAAMAEAAL/4BNnVYWckWOty9QUThyQgQAAAABAAMAAAAEAAMAAAABAAMAAAAEAP///////wQAAwD///////8FAAAABAAQAAtEDHQTqD8JTqgZO1AeK1bNBAAAAAIAAwAAAAIAAwAAAAMAAwAAAAA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e7yEUI4KEavx/mJ7j2I3QREYXRhAAUAAAAAAk5hbWUADQAAAExpbmtEYXRhTGlzdAAQVmVyc2lvbgABAAAACUxhc3RXcml0ZQBW3cd7jgEAAAABAP////9hAGEAAAAFX2lkABAAAAAE/4BNnVYWckWOty9QUThyQgREYXRhAAUAAAAAAk5hbWUADQAAAExpbmtEYXRhTGlzdAAQVmVyc2lvbgAAAAAACUxhc3RXcml0ZQBB3cd7jgEAAAACAP////9wAHAAAAAFX2lkABAAAAAERAx0E6g/CU6oGTtQHitWzQNEYXRhABYAAAACUGVyc29uYWxJZAABAAAAAAACTmFtZQALAAAAUGVyc29uYWxJZAAQVmVyc2lvbgAAAAAACUxhc3RXcml0ZQB83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97696102"/>
  <p:tag name="EMPOWERCHARTSPROPERTIES_B_LENGTH" val="24576"/>
  <p:tag name="DOWN_MIGRATION_INITIAL_LAYOUT_REQUIRED" val="9.2.99"/>
  <p:tag name="RUNTIME_ID" val="a050c757-70c9-4ba4-a8e9-bbdc286a78be"/>
</p:tagLst>
</file>

<file path=ppt/tags/tag26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BAD///////8DAAAAAgD///////8DAAAAAgD///////8DAAAAAgD///////8DAAAAAgD///////////////////////////////////////////////////////////////////////////////////////////////////////////////////////////////////////////////////////////////////////////////////////////////////////////////////////////////////////////////////////////////////////////////////////////////////////////////////////////////////////////////////////////////////////////////////////////////////////////////////////////////////////////////8BACAA////////////////AAAO////////AwAAAAMA////////////////////////////////////////////////////////////////////////////////////////////////////////////////////////////////////////////////////////////////////////////////////////////////////////////////////////////////////////////////////////////////////////////////////////////////////////////////////////////////////////////////////////////////////////////////////////////////////////////////////////////////////////////////////////////////////////////////////////////////////////////////////////AgAFAP///////wUAAAACABAACxchnbokNnRFvwXe4MdETXQEAAAAAAADAAAABAADAAAAAwADAAAAAAADAAAAAwADAAAAAAD///////8DAAAAAAD///////8DAAAAAAD///////8DAAIA////////BQAAAAMAEAALmC9X1h8nI0qst2L1Gg6qIAQAAAABAAMAAAACAAMAAAABAAMAAAACAP///////wQAAQD///////8FAAAABAAQAAszL6hpp/TGT6nBFA9oiM2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yGduiQ2dEW/Bd7gx0RNdAREYXRhAAUAAAAAAk5hbWUADQAAAExpbmtEYXRhTGlzdAAQVmVyc2lvbgAAAAAACUxhc3RXcml0ZQDxzMd7jgEAAAABAP////9hAGEAAAAFX2lkABAAAAAEmC9X1h8nI0qst2L1Gg6qIAREYXRhAAUAAAAAAk5hbWUADQAAAExpbmtEYXRhTGlzdAAQVmVyc2lvbgABAAAACUxhc3RXcml0ZQD0zMd7jgEAAAACAP////9wAHAAAAAFX2lkABAAAAAEMy+oaaf0xk+pwRQPaIjNswNEYXRhABYAAAACUGVyc29uYWxJZAABAAAAAAACTmFtZQALAAAAUGVyc29uYWxJZAAQVmVyc2lvbgAAAAAACUxhc3RXcml0ZQBRz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CAP///////wUAAAACAP///////wUAAAACAP///////////////////////////////////////////////////////////////////////////////////////////////////////////////////////////////////////////////////////////////////////////////////////////////////////////////////////////////////////////////////////////////////////////////////////////////////////////////////////////////////////////////////////////////////////////////////////////////////////////////////////////////////////////////wEAIAH///////////////8AAA7///////8FAAAABAD///////////////////////////////////////////////////////////////////////////////////////////////////////////////////////////////////////////////////////////////////////////////////////////////////////////////////////////////////////////////////////////////////////////////////////////////////////////////////////////////////////////////////////////////////////////////////////////////////////////////////////////////////////////////////////////////////////////////////////////////////////////////////////8CAAUBAwAAAAIA////////DgAGTGlua0RhdGFMaXN0XzAEAAAAAAAFAAAAAAAFAAAAAwAFAAAAAAAFAAAAAwAFAAAAAAAFAAAABAAFAAAAAAAFAAAABAAFAAAAAAD///////8DAAIBAwAAAAMA////////DgAGTGlua0RhdGFMaXN0XzEEAAAAAQAFAAAAAgAFAAAABAAFAAAAAgAFAAAABAAEAAQBAwAAAAQA////////DAAGUGVyc29uYWxJZF8wBAAAAAIABQAAAAMABQAAAAEABQAAAAM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56384247"/>
  <p:tag name="EMPOWERCHARTSPROPERTIES_B_LENGTH" val="24576"/>
  <p:tag name="DOWN_MIGRATION_INITIAL_LAYOUT_REQUIRED" val="9.2.99"/>
  <p:tag name="RUNTIME_ID" val="6b70095c-f2ad-4275-b3a6-42782d1037a0"/>
</p:tagLst>
</file>

<file path=ppt/tags/tag27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QBAQEBAQEBAQEBAQEBAQMAAAAAAAAAAwAAAAMAAAAA/////wUAtgsAAAAAAAAAAAAAIAD///////////////8AAAD///////////////8DAAAAAgD///////8DAAAAAgD///////8DAAAAAgD///////8DAAAAAgD///////8DAAAABAD///////8DAAAABAD///////////////////////////////////////////////////////////////////////////////////////////////////////////////////////////////////////////////////////////////////////////////////////////////////////////////////////////////////////////////////////////////////////////////////////////////////////////////////////////////////////////////////////////////////////////////////////////////////////////////////////////////8BACAA////////////////AAAO////////AwAAAAMA////////////////////////////////////////////////////////////////////////////////////////////////////////////////////////////////////////////////////////////////////////////////////////////////////////////////////////////////////////////////////////////////////////////////////////////////////////////////////////////////////////////////////////////////////////////////////////////////////////////////////////////////////////////////////////////////////////////////////////////////////////////////////////AgAEAP///////wUAAAACABAAC4e9ZqiSimtHlU8h9FMAekQEAAAAAAADAAAAAAADAAAABAADAAAAAAADAAAABAADAAAAAAADAAAABAADAAAAAAADAAAABAADAAEA////////BQAAAAMAEAALyZCssPSvR0G/1wwbStbtsAQAAAABAAMAAAAEAAMAAAABAAQABgD///////8FAAAABAAQAAvSsTCvaHhtRZt1CdXvPxwuBAAAAAIAAwAAAAIAAwAAAAMAAwAAAAIA////////AwAAAAIA////////AwAAAAI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71mqJKKa0eVTyH0UwB6RAREYXRhAAUAAAAAAk5hbWUADQAAAExpbmtEYXRhTGlzdAAQVmVyc2lvbgAAAAAACUxhc3RXcml0ZQCazcd7jgEAAAABAP////9hAGEAAAAFX2lkABAAAAAEyZCssPSvR0G/1wwbStbtsAREYXRhAAUAAAAAAk5hbWUADQAAAExpbmtEYXRhTGlzdAAQVmVyc2lvbgABAAAACUxhc3RXcml0ZQCbzcd7jgEAAAACAP////9wAHAAAAAFX2lkABAAAAAE0rEwr2h4bUWbdQnV7z8cLgNEYXRhABYAAAACUGVyc29uYWxJZAABAAAAAAACTmFtZQALAAAAUGVyc29uYWxJZAAQVmVyc2lvbgAAAAAACUxhc3RXcml0ZQC1zc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757282120"/>
  <p:tag name="EMPOWERCHARTSPROPERTIES_B_LENGTH" val="24576"/>
  <p:tag name="DOWN_MIGRATION_INITIAL_LAYOUT_REQUIRED" val="9.2.99"/>
  <p:tag name="RUNTIME_ID" val="0fa91e18-5dc3-4209-b92b-fd852f4e423f"/>
</p:tagLst>
</file>

<file path=ppt/tags/tag27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wUA5gsAAAAAAAAAAAAAIAD///////////////8AAAD///////////////8DAAAABAD///////8DAAAABAD///////8DAAAABAD///////8DAAAABAD///////////////////////////////////////////////////////////////////////////////////////////////////////////////////////////////////////////////////////////////////////////////////////////////////////////////////////////////////////////////////////////////////////////////////////////////////////////////////////////////////////////////////////////////////////////////////////////////////////////////////////////////////////////////////////////////8BACAA////////////////AAAO////////AwAAAAMA////////////////////////////////////////////////////////////////////////////////////////////////////////////////////////////////////////////////////////////////////////////////////////////////////////////////////////////////////////////////////////////////////////////////////////////////////////////////////////////////////////////////////////////////////////////////////////////////////////////////////////////////////////////////////////////////////////////////////////////////////////////////////////AgABAP///////wUAAAACABAAC50FH9Z4h1pGmGX4F07V9+cEAAAAAAADAAAABAADAAAAAwADAAIA////////BQAAAAMAEAALRNv45PvbVE6jFDRjCfCiaAQAAAABAAMAAAACAAMAAAABAAMAAAAEAP///////wQABAD///////8FAAAABAAQAAtk6aM83no8ToAjrFsLEdTMBAAAAAIAAwAAAAAAAwAAAAIAAwAAAAA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QUf1niHWkaYZfgXTtX35wREYXRhAAUAAAAAAk5hbWUADQAAAExpbmtEYXRhTGlzdAAQVmVyc2lvbgABAAAACUxhc3RXcml0ZQBeeMh7jgEAAAABAP////9hAGEAAAAFX2lkABAAAAAERNv45PvbVE6jFDRjCfCiaAREYXRhAAUAAAAAAk5hbWUADQAAAExpbmtEYXRhTGlzdAAQVmVyc2lvbgAAAAAACUxhc3RXcml0ZQBWeMh7jgEAAAACAP////9wAHAAAAAFX2lkABAAAAAEZOmjPN56PE6AI6xbCxHUzANEYXRhABYAAAACUGVyc29uYWxJZAABAAAAAAACTmFtZQALAAAAUGVyc29uYWxJZAAQVmVyc2lvbgAAAAAACUxhc3RXcml0ZQB7eM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EBAwAAAAIA////////DgAGTGlua0RhdGFMaXN0XzEEAAAAAAAFAAAAAwAFAAAABAADAAIBAwAAAAMA////////DgAGTGlua0RhdGFMaXN0XzAEAAAAAQAFAAAAAAAFAAAAAgAFAAAAAAAFAAAABAA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4462194"/>
  <p:tag name="EMPOWERCHARTSPROPERTIES_B_LENGTH" val="24576"/>
  <p:tag name="DOWN_MIGRATION_INITIAL_LAYOUT_REQUIRED" val="9.2.99"/>
  <p:tag name="RUNTIME_ID" val="9c7fb9f4-1145-4e1a-9560-0d8a39d31b62"/>
</p:tagLst>
</file>

<file path=ppt/tags/tag27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AgD///////8DAAAAAgD///////8DAAAAAgD///////8DAAAAAgD///////8DAAAAAgD///////////////////////////////////////////////////////////////////////////////////////////////////////////////////////////////////////////////////////////////////////////////////////////////////////////////////////////////////////////////////////////////////////////////////////////////////////////////////////////////////////////////////////////////////////////////////////////////////////////////////////////////////////////////8BACAA////////////////AAAO////////AwAAAAQA////////////////////////////////////////////////////////////////////////////////////////////////////////////////////////////////////////////////////////////////////////////////////////////////////////////////////////////////////////////////////////////////////////////////////////////////////////////////////////////////////////////////////////////////////////////////////////////////////////////////////////////////////////////////////////////////////////////////////////////////////////////////////////AgAFAP///////wUAAAACABAAC140IFNQMvJGvtPlsGqVGpEEAAAAAAADAAAAAAADAAAAAwADAAAAAAD///////8DAAAAAAD///////8DAAAAAAD///////8DAAAAAAD///////8DAAEA////////BQAAAAMAEAALrF8MV6+hH0SG5juDeJD1ugQAAAABAAMAAAACAAMAAAAEAAQAAQD///////8FAAAABAAQAAugYWGCCZAKQ53kJdbKxoP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jQgU1Ay8ka+0+WwapUakQREYXRhAAUAAAAAAk5hbWUADQAAAExpbmtEYXRhTGlzdAAQVmVyc2lvbgABAAAACUxhc3RXcml0ZQDW6Md7jgEAAAABAP////9hAGEAAAAFX2lkABAAAAAErF8MV6+hH0SG5juDeJD1ugREYXRhAAUAAAAAAk5hbWUADQAAAExpbmtEYXRhTGlzdAAQVmVyc2lvbgAAAAAACUxhc3RXcml0ZQDM6Md7jgEAAAACAP////9wAHAAAAAFX2lkABAAAAAEoGFhggmQCkOd5CXWysaD5wNEYXRhABYAAAACUGVyc29uYWxJZAABAAAAAAACTmFtZQALAAAAUGVyc29uYWxJZAAQVmVyc2lvbgAAAAAACUxhc3RXcml0ZQD76M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UAAAACAP///////wUAAAACAP///////////////////////////////////////////////////////////////////////////////////////////////////////////////////////////////////////////////////////////////////////////////////////////////////////////////////////////////////////////////////////////////////////////////////////////////////////////////////////////////////////////////////////////////////////////////////////////////////////////////////////////////////////////////wEAIAH///////////////8AAA7///////8FAAAABAD///////////////////////////////////////////////////////////////////////////////////////////////////////////////////////////////////////////////////////////////////////////////////////////////////////////////////////////////////////////////////////////////////////////////////////////////////////////////////////////////////////////////////////////////////////////////////////////////////////////////////////////////////////////////////////////////////////////////////////////////////////////////////////8CAAUBAwAAAAIA////////DgAGTGlua0RhdGFMaXN0XzEEAAAAAAAFAAAAAwAFAAAABAAFAAAAAAD///////8FAAAAAAD///////8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827129733"/>
  <p:tag name="EMPOWERCHARTSPROPERTIES_B_LENGTH" val="24576"/>
  <p:tag name="DOWN_MIGRATION_INITIAL_LAYOUT_REQUIRED" val="9.2.99"/>
  <p:tag name="RUNTIME_ID" val="23d1b4cb-ff60-4141-a222-f7183fd3e2b3"/>
</p:tagLst>
</file>

<file path=ppt/tags/tag27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20nRAi7Md9Cs/B5HanvzIYEAAAAAAADAAAAAAADAAAAAwADAAAAAAADAAAABAADAAEA////////BQAAAAMAEAALYJ1EVTkVEkO8bM+QpUn5RwQAAAABAAMAAAACAAMAAAAEAAQAAgD///////8FAAAABAAQAAtLC56mlKvATKi64pJhqf2X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SdECLsx30Kz8Hkdqe/MhgREYXRhAAUAAAAAAk5hbWUADQAAAExpbmtEYXRhTGlzdAAQVmVyc2lvbgAAAAAACUxhc3RXcml0ZQC5lMV7jgEAAAABAP////9hAGEAAAAFX2lkABAAAAAEYJ1EVTkVEkO8bM+QpUn5RwREYXRhAAUAAAAAAk5hbWUADQAAAExpbmtEYXRhTGlzdAAQVmVyc2lvbgABAAAACUxhc3RXcml0ZQAdlcV7jgEAAAACAP////9wAHAAAAAFX2lkABAAAAAESwueppSrwEyouuKSYan9lwNEYXRhABYAAAACUGVyc29uYWxJZAABAAAAAAACTmFtZQALAAAAUGVyc29uYWxJZAAQVmVyc2lvbgAAAAAACUxhc3RXcml0ZQA9lc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BAA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02311751"/>
  <p:tag name="EMPOWERCHARTSPROPERTIES_B_LENGTH" val="24576"/>
  <p:tag name="DOWN_MIGRATION_INITIAL_LAYOUT_REQUIRED" val="9.2.99"/>
  <p:tag name="RUNTIME_ID" val="8abc8e48-afc3-4eee-a1f8-b5918de42ae1"/>
</p:tagLst>
</file>

<file path=ppt/tags/tag27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oBAQEBAQEBAQEBAQEBAQMAAAAAAAAAAwAAAAMAAAAA/////wUAzgsAAAAAAAAAAAAAIAD///////////////8AAAD///////////////8DAAAAAgD///////8DAAAABAD///////8DAAAABAD///////8DAAAAAwD///////8DAAAAAwD///////////////////////////////////////////////////////////////////////////////////////////////////////////////////////////////////////////////////////////////////////////////////////////////////////////////////////////////////////////////////////////////////////////////////////////////////////////////////////////////////////////////////////////////////////////////////////////////////////////////////////////////////////////////8BACAA////////////////AAAO////////AwAAAAMA////////////////////////////////////////////////////////////////////////////////////////////////////////////////////////////////////////////////////////////////////////////////////////////////////////////////////////////////////////////////////////////////////////////////////////////////////////////////////////////////////////////////////////////////////////////////////////////////////////////////////////////////////////////////////////////////////////////////////////////////////////////////////////AgABAP///////wUAAAACABAAC8xnxZB5XzdMj+bThBDm5+kEAAAAAAADAAAAAAADAAAABAADAAUA////////BQAAAAMAEAALSx/h5s8IZEm6pcVAo73MkAQAAAABAAMAAAAEAAMAAAABAAMAAAAEAP///////wMAAAAEAP///////wMAAAAAAP///////wMAAAAAAP///////wQAAwD///////8FAAAABAAQAAvFNW/Yc9z9RaVijk71Sed8BAAAAAIAAwAAAAIAAwAAAAMAAwAAAAA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GfFkHlfN0yP5tOEEObn6QREYXRhAAUAAAAAAk5hbWUADQAAAExpbmtEYXRhTGlzdAAQVmVyc2lvbgAAAAAACUxhc3RXcml0ZQCmlcV7jgEAAAABAP////9hAGEAAAAFX2lkABAAAAAESx/h5s8IZEm6pcVAo73MkAREYXRhAAUAAAAAAk5hbWUADQAAAExpbmtEYXRhTGlzdAAQVmVyc2lvbgABAAAACUxhc3RXcml0ZQCnlcV7jgEAAAACAP////9wAHAAAAAFX2lkABAAAAAExTVv2HPc/UWlYo5O9UnnfANEYXRhABYAAAACUGVyc29uYWxJZAABAAAAAAACTmFtZQALAAAAUGVyc29uYWxJZAAQVmVyc2lvbgAAAAAACUxhc3RXcml0ZQDIlcV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CwAAAAAAAAAAAAAgAf///////////////wAAAP///////////////wUAAAACAP///////wUAAAADAP///////wUAAAADAP///////wUAAAADAP///////wUAAAADAP///////wUAAAAEAP///////wUAAAAEAP///////wUAAAAEAP///////wUAAAAEAP///////wUAAAAEAP///////////////////////////////////////////////////////////////////////////////////////////////////////////////////////////////////////////////////////////////////////////////////////////////////////////////////////////////////////////////////////////////////////////////////////////////////////////////////////////////////////////////////////////////wEAIAH///////////////8AAA7///////8FAAAABAD///////////////////////////////////////////////////////////////////////////////////////////////////////////////////////////////////////////////////////////////////////////////////////////////////////////////////////////////////////////////////////////////////////////////////////////////////////////////////////////////////////////////////////////////////////////////////////////////////////////////////////////////////////////////////////////////////////////////////////////////////////////////////////8CAAEBAwAAAAIA////////DgAGTGlua0RhdGFMaXN0XzAEAAAAAAAFAAAAAAAFAAAAAwADAAUBAwAAAAMA////////DgAGTGlua0RhdGFMaXN0XzEEAAAAAQAFAAAAAgAFAAAABAAFAAAAAAAFAAAABAAFAAAAAAAFAAAABAAFAAAAAAAFAAAABAAFAAAAAAAFAAAABAAEAAoBAwAAAAQA////////DAAGUGVyc29uYWxJZF8wBAAAAAIABQAAAAMABQAAAAEABQAAAAMA////////BQAAAAMA////////BQAAAAMA////////BQAAAAMA////////BQAAAAA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3303443658"/>
  <p:tag name="EMPOWERCHARTSPROPERTIES_B_LENGTH" val="24576"/>
  <p:tag name="DOWN_MIGRATION_INITIAL_LAYOUT_REQUIRED" val="9.2.99"/>
  <p:tag name="RUNTIME_ID" val="bd3e30d1-17a0-4a62-9280-a24707e00911"/>
</p:tagLst>
</file>

<file path=ppt/tags/tag27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YBAQEBAQEBAQEBAQEBAQMAAAAAAAAAAwAAAAMAAAAA/////wUACgwAAAAAAAAAAAAAIAD///////////////8AAAD///////////////8DAAAABAD///////8DAAAABAD///////////////////////////////////////////////////////////////////////////////////////////////////////////////////////////////////////////////////////////////////////////////////////////////////////////////////////////////////////////////////////////////////////////////////////////////////////////////////////////////////////////////////////////////////////////////////////////////////////////////////////////////////////////////////////////////////////////////////////////////8BACAA////////////////AAAO////////AwAAAAMA////////////////////////////////////////////////////////////////////////////////////////////////////////////////////////////////////////////////////////////////////////////////////////////////////////////////////////////////////////////////////////////////////////////////////////////////////////////////////////////////////////////////////////////////////////////////////////////////////////////////////////////////////////////////////////////////////////////////////////////////////////////////////////AgABAP///////wUAAAACABAAC45tYVycJ1hLnBql7T/PsacEAAAAAAADAAAABAADAAAAAwADAAEA////////BQAAAAMAEAALK58f0KAoqUaYF1SKERVmkwQAAAABAAMAAAACAAMAAAABAAQAAgD///////8FAAAABAAQAAve0DMnJpdrSYmd2lRMFaAi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m1hXJwnWEucGqXtP8+xpwREYXRhAAUAAAAAAk5hbWUADQAAAExpbmtEYXRhTGlzdAAQVmVyc2lvbgAAAAAACUxhc3RXcml0ZQD4d8h7jgEAAAABAP////9hAGEAAAAFX2lkABAAAAAEK58f0KAoqUaYF1SKERVmkwREYXRhAAUAAAAAAk5hbWUADQAAAExpbmtEYXRhTGlzdAAQVmVyc2lvbgABAAAACUxhc3RXcml0ZQD9d8h7jgEAAAACAP////9wAHAAAAAFX2lkABAAAAAE3tAzJyaXa0mJndpUTBWgIgNEYXRhABYAAAACUGVyc29uYWxJZAABAAAAAAACTmFtZQALAAAAUGVyc29uYWxJZAAQVmVyc2lvbgAAAAAACUxhc3RXcml0ZQAbeM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EAP///////wUAAAAEAP///////wUAAAAEAP///////wUAAAAEAP///////wUAAAAEAP///////////////////////////////////////////////////////////////////////////////////////////////////////////////////////////////////////////////////////////////////////////////////////////////////////////////////////////////////////////////////////////////////////////////////////////////////////////////////////////////////////////////////////////////////////////////////////////////////////////////////////////////wEAIAH///////////////8AAA7///////8FAAAABAD///////////////////////////////////////////////////////////////////////////////////////////////////////////////////////////////////////////////////////////////////////////////////////////////////////////////////////////////////////////////////////////////////////////////////////////////////////////////////////////////////////////////////////////////////////////////////////////////////////////////////////////////////////////////////////////////////////////////////////////////////////////////////////8CAAEBAwAAAAIA////////DgAGTGlua0RhdGFMaXN0XzAEAAAAAAAFAAAAAAAFAAAAAwADAAEBAwAAAAMA////////DgAGTGlua0RhdGFMaXN0XzEEAAAAAQAFAAAAAgAFAAAABAAEAAYBAwAAAAQA////////DAAGUGVyc29uYWxJZF8wBAAAAAIABQAAAAMABQAAAAEABQAAAAA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3490435"/>
  <p:tag name="EMPOWERCHARTSPROPERTIES_B_LENGTH" val="24576"/>
  <p:tag name="DOWN_MIGRATION_INITIAL_LAYOUT_REQUIRED" val="9.2.99"/>
  <p:tag name="RUNTIME_ID" val="3399e4ed-990d-47bc-9454-3cd7c7cb0cc4"/>
</p:tagLst>
</file>

<file path=ppt/tags/tag27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BAD///////8DAAAAAwD///////////////////////////////////////////////////////////////////////////////////////////////////////////////////////////////////////////////////////////////////////////////////////////////////////////////////////////////////////////////////////////////////////////////////////////////////////////////////////////////////////////////////////////////////////////////////////////////////////////////////////////////////////////////////////////////////////////////8BACAA////////////////AAAO////////AwAAAAMA////////////////////////////////////////////////////////////////////////////////////////////////////////////////////////////////////////////////////////////////////////////////////////////////////////////////////////////////////////////////////////////////////////////////////////////////////////////////////////////////////////////////////////////////////////////////////////////////////////////////////////////////////////////////////////////////////////////////////////////////////////////////////////AgABAP///////wUAAAACABAAC2UpIkW4GsVIh188R/uIEy0EAAAAAAADAAAAAAADAAAABAADAAMA////////BQAAAAMAEAALzESkvUfd1k6JkAP/P7gW9QQAAAABAAMAAAAEAAMAAAABAAMAAAAEAP///////wMAAAAAAP///////wQAAgD///////8FAAAABAAQAAttIf61Lgv1QZ+kparoWjRV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SkiRbgaxUiHXzxH+4gTLQREYXRhAAUAAAAAAk5hbWUADQAAAExpbmtEYXRhTGlzdAAQVmVyc2lvbgAAAAAACUxhc3RXcml0ZQBA68d7jgEAAAABAP////9hAGEAAAAFX2lkABAAAAAEzESkvUfd1k6JkAP/P7gW9QREYXRhAAUAAAAAAk5hbWUADQAAAExpbmtEYXRhTGlzdAAQVmVyc2lvbgABAAAACUxhc3RXcml0ZQBA68d7jgEAAAACAP////9wAHAAAAAFX2lkABAAAAAEbSH+tS4L9UGfpKWq6Fo0VQNEYXRhABYAAAACUGVyc29uYWxJZAABAAAAAAACTmFtZQALAAAAUGVyc29uYWxJZAAQVmVyc2lvbgAAAAAACUxhc3RXcml0ZQBl68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UAAAADAP///////////////////////////////////////////////////////////////////////////////////////////////////////////////////////////////////////////////////////////////////////////////////////////////////////////////////////////////////////////////////////////////////////////////////////////////////////////////////////////////////////////////////////////////////////////////////////////////////////////////////////////////////////////////////////////////////////////////wEAIAH///////////////8AAA7///////8FAAAABAD///////////////////////////////////////////////////////////////////////////////////////////////////////////////////////////////////////////////////////////////////////////////////////////////////////////////////////////////////////////////////////////////////////////////////////////////////////////////////////////////////////////////////////////////////////////////////////////////////////////////////////////////////////////////////////////////////////////////////////////////////////////////////////8CAAEBAwAAAAIA////////DgAGTGlua0RhdGFMaXN0XzAEAAAAAAAFAAAAAAAFAAAAAwADAAMBAwAAAAMA////////DgAGTGlua0RhdGFMaXN0XzEEAAAAAQAFAAAAAgAFAAAABAA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833384670"/>
  <p:tag name="EMPOWERCHARTSPROPERTIES_B_LENGTH" val="24576"/>
  <p:tag name="DOWN_MIGRATION_INITIAL_LAYOUT_REQUIRED" val="9.2.99"/>
  <p:tag name="RUNTIME_ID" val="4cb13443-5ca3-444e-9a0f-cfde3ce31ca4"/>
</p:tagLst>
</file>

<file path=ppt/tags/tag27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2esbGkY1mNJrcD9VaPpykUEAAAAAAADAAAAAAADAAAAAwADAAAAAAADAAAAAwADAAIA////////BQAAAAMAEAALHN1eomTj+k67sLXsgdJaEgQAAAABAAMAAAACAAMAAAAEAAMAAAACAP///////wQAAQD///////8FAAAABAAQAAtulBuj0AONRIp3v4q8Uh+h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6xsaRjWY0mtwP1Vo+nKRQREYXRhAAUAAAAAAk5hbWUADQAAAExpbmtEYXRhTGlzdAAQVmVyc2lvbgABAAAACUxhc3RXcml0ZQCSd8h7jgEAAAABAP////9hAGEAAAAFX2lkABAAAAAEHN1eomTj+k67sLXsgdJaEgREYXRhAAUAAAAAAk5hbWUADQAAAExpbmtEYXRhTGlzdAAQVmVyc2lvbgAAAAAACUxhc3RXcml0ZQCOd8h7jgEAAAACAP////9wAHAAAAAFX2lkABAAAAAEbpQbo9ADjUSKd7+KvFIfoQNEYXRhABYAAAACUGVyc29uYWxJZAABAAAAAAACTmFtZQALAAAAUGVyc29uYWxJZAAQVmVyc2lvbgAAAAAACUxhc3RXcml0ZQCxd8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EAIAH///////////////8AAA7///////8FAAAABAD///////////////////////////////////////////////////////////////////////////////////////////////////////////////////////////////////////////////////////////////////////////////////////////////////////////////////////////////////////////////////////////////////////////////////////////////////////////////////////////////////////////////////////////////////////////////////////////////////////////////////////////////////////////////////////////////////////////////////////////////////////////////////////8CAAIBAwAAAAIA////////DgAGTGlua0RhdGFMaXN0XzEEAAAAAAAFAAAAAwAFAAAABAAFAAAAAwAFAAAABAADAAIBAwAAAAMA////////DgAGTGlua0RhdGFMaXN0XzAEAAAAAQAFAAAAAAAFAAAAAg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2480162"/>
  <p:tag name="EMPOWERCHARTSPROPERTIES_B_LENGTH" val="24576"/>
  <p:tag name="DOWN_MIGRATION_INITIAL_LAYOUT_REQUIRED" val="9.2.99"/>
  <p:tag name="RUNTIME_ID" val="d9b65ce8-a610-4d04-8b3b-392e22380a5e"/>
</p:tagLst>
</file>

<file path=ppt/tags/tag27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2gsAAAAAAAAAAAAAIAD///////////////8AAAD///////////////8DAAAAAgD///////8DAAAAAwD///////8DAAAAAwD///////8DAAAAAwD///////8DAAAAAwD///////8DAAAAAwD///////////////////////////////////////////////////////////////////////////////////////////////////////////////////////////////////////////////////////////////////////////////////////////////////////////////////////////////////////////////////////////////////////////////////////////////////////////////////////////////////////////////////////////////////////////////////////////////////////////////////////////////8BACAA////////////////AAAO////////AwAAAAMA////////////////////////////////////////////////////////////////////////////////////////////////////////////////////////////////////////////////////////////////////////////////////////////////////////////////////////////////////////////////////////////////////////////////////////////////////////////////////////////////////////////////////////////////////////////////////////////////////////////////////////////////////////////////////////////////////////////////////////////////////////////////////////AgABAP///////wUAAAACABAAC+N0AggTUuVBrfrxHK42bf4EAAAAAAADAAAAAAADAAAABAADAAYA////////BQAAAAMAEAAL5ZZZgDmYOEqvYs+NxmXOqgQAAAABAAMAAAAEAAMAAAABAAMAAAAAAP///////wMAAAAAAP///////wMAAAAAAP///////wMAAAAAAP///////wMAAAAAAP///////wQAAQD///////8FAAAABAAQAAtECXI6UGlyR5iZ25CYGI0w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43QCCBNS5UGt+vEcrjZt/gREYXRhAAUAAAAAAk5hbWUADQAAAExpbmtEYXRhTGlzdAAQVmVyc2lvbgABAAAACUxhc3RXcml0ZQDk9cd7jgEAAAABAP////9hAGEAAAAFX2lkABAAAAAE5ZZZgDmYOEqvYs+NxmXOqgREYXRhAAUAAAAAAk5hbWUADQAAAExpbmtEYXRhTGlzdAAQVmVyc2lvbgAAAAAACUxhc3RXcml0ZQDk9cd7jgEAAAACAP////9wAHAAAAAFX2lkABAAAAAERAlyOlBpckeYmduQmBiNMANEYXRhABYAAAACUGVyc29uYWxJZAABAAAAAAACTmFtZQALAAAAUGVyc29uYWxJZAAQVmVyc2lvbgAAAAAACUxhc3RXcml0ZQAH9s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DAP///////wUAAAADAP///////wUAAAADAP///////wUAAAADAP///////wUAAAADAP///////////////////////////////////////////////////////////////////////////////////////////////////////////////////////////////////////////////////////////////////////////////////////////////////////////////////////////////////////////////////////////////////////////////////////////////////////////////////////////////////////////////////////////////////////////////////////////////////////////////////////////////wEAIAH///////////////8AAA7///////8FAAAABAD///////////////////////////////////////////////////////////////////////////////////////////////////////////////////////////////////////////////////////////////////////////////////////////////////////////////////////////////////////////////////////////////////////////////////////////////////////////////////////////////////////////////////////////////////////////////////////////////////////////////////////////////////////////////////////////////////////////////////////////////////////////////////////8CAAEBAwAAAAIA////////DgAGTGlua0RhdGFMaXN0XzEEAAAAAAAFAAAAAwAFAAAABAADAAYBAwAAAAMA////////DgAGTGlua0RhdGFMaXN0XzAEAAAAAQAFAAAAAAAFAAAAAgAFAAAAAAAFAAAABAAFAAAAAAD///////8FAAAAAAD///////8FAAAAAAD///////8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860568142"/>
  <p:tag name="EMPOWERCHARTSPROPERTIES_B_LENGTH" val="24576"/>
  <p:tag name="DOWN_MIGRATION_INITIAL_LAYOUT_REQUIRED" val="9.2.99"/>
  <p:tag name="RUNTIME_ID" val="ff758965-ae9a-4e52-8f3e-2d638053c82c"/>
</p:tagLst>
</file>

<file path=ppt/tags/tag27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zgsAAAAAAAAAAAAAIAD///////////////8AAAD///////////////8DAAAAAgD///////8DAAAAAgD///////8DAAAAAwD///////8DAAAAAwD///////8DAAAAAwD///////8DAAAAAwD///////////////////////////////////////////////////////////////////////////////////////////////////////////////////////////////////////////////////////////////////////////////////////////////////////////////////////////////////////////////////////////////////////////////////////////////////////////////////////////////////////////////////////////////////////////////////////////////////////////////////////////////8BACAA////////////////AAAO////////AwAAAAQA////////////////////////////////////////////////////////////////////////////////////////////////////////////////////////////////////////////////////////////////////////////////////////////////////////////////////////////////////////////////////////////////////////////////////////////////////////////////////////////////////////////////////////////////////////////////////////////////////////////////////////////////////////////////////////////////////////////////////////////////////////////////////////AgACAP///////wUAAAACABAAC47+N+bbiblAi5eg4V81qIcEAAAAAAADAAAAAAADAAAAAwADAAAAAAADAAAAAwADAAYA////////BQAAAAMAEAALuqCt+/y2H02DXM6xdir5jgQAAAABAAMAAAACAAMAAAAEAAMAAAACAP///////wMAAAAAAP///////wMAAAAAAP///////wMAAAAAAP///////wMAAAAAAP///////wQAAQD///////8FAAAABAAQAAuZH2r9Fa5ASIwcqvHbTXko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v435tuJuUCLl6DhXzWohwREYXRhAAUAAAAAAk5hbWUADQAAAExpbmtEYXRhTGlzdAAQVmVyc2lvbgAAAAAACUxhc3RXcml0ZQAbd8h7jgEAAAABAP////9hAGEAAAAFX2lkABAAAAAEuqCt+/y2H02DXM6xdir5jgREYXRhAAUAAAAAAk5hbWUADQAAAExpbmtEYXRhTGlzdAAQVmVyc2lvbgABAAAACUxhc3RXcml0ZQAod8h7jgEAAAACAP////9wAHAAAAAFX2lkABAAAAAEmR9q/RWuQEiMHKrx2015KANEYXRhABYAAAACUGVyc29uYWxJZAABAAAAAAACTmFtZQALAAAAUGVyc29uYWxJZAAQVmVyc2lvbgAAAAAACUxhc3RXcml0ZQBKd8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CAP///////wUAAAACAP///////wUAAAADAP///////wUAAAADAP///////wUAAAADAP///////wUAAAADAP///////////////////////////////////////////////////////////////////////////////////////////////////////////////////////////////////////////////////////////////////////////////////////////////////////////////////////////////////////////////////////////////////////////////////////////////////////////////////////////////////////////////////////////////////////////////////////////////////////////////////////////////wEAIAH///////////////8AAA7///////8FAAAABAD///////////////////////////////////////////////////////////////////////////////////////////////////////////////////////////////////////////////////////////////////////////////////////////////////////////////////////////////////////////////////////////////////////////////////////////////////////////////////////////////////////////////////////////////////////////////////////////////////////////////////////////////////////////////////////////////////////////////////////////////////////////////////////8CAAIBAwAAAAIA////////DgAGTGlua0RhdGFMaXN0XzAEAAAAAAAFAAAAAAAFAAAAAwAFAAAAAAAFAAAAAwADAAYBAwAAAAMA////////DgAGTGlua0RhdGFMaXN0XzEEAAAAAQAFAAAAAgAFAAAABAAFAAAAAgAFAAAABAAFAAAAAAAFAAAABAAFAAAAAAD///////8FAAAAAAD///////8FAAAAAAD///////8EAAMBAwAAAAQA////////DAAGUGVyc29uYWxJZF8wBAAAAAIABQAAAAM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1408137"/>
  <p:tag name="EMPOWERCHARTSPROPERTIES_B_LENGTH" val="24576"/>
  <p:tag name="DOWN_MIGRATION_INITIAL_LAYOUT_REQUIRED" val="9.2.99"/>
  <p:tag name="RUNTIME_ID" val="3e702b7c-6dbb-4b0d-ad58-cd493a834bd5"/>
</p:tagLst>
</file>

<file path=ppt/tags/tag28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8gsAAAAAAAAAAAAAIAD///////////////8AAAD///////////////8DAAAAAgD///////8DAAAAAgD///////////////////////////////////////////////////////////////////////////////////////////////////////////////////////////////////////////////////////////////////////////////////////////////////////////////////////////////////////////////////////////////////////////////////////////////////////////////////////////////////////////////////////////////////////////////////////////////////////////////////////////////////////////////////////////////////////////////////////////////8BACAA////////////////AAAO////////AwAAAAQA////////////////////////////////////////////////////////////////////////////////////////////////////////////////////////////////////////////////////////////////////////////////////////////////////////////////////////////////////////////////////////////////////////////////////////////////////////////////////////////////////////////////////////////////////////////////////////////////////////////////////////////////////////////////////////////////////////////////////////////////////////////////////////AgACAP///////wUAAAACABAAC8Z78QwbUZJEkRyuvXzWl38EAAAAAAADAAAAAAADAAAAAwADAAAAAAADAAAAAwADAAIA////////BQAAAAMAEAALTT2CrX3Wc0SI6FsVfv2mEAQAAAABAAMAAAACAAMAAAAEAAMAAAACAAMAAAAEAAQAAgD///////8FAAAABAAQAAu8pTzvwgEzTaT9ryayes20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nvxDBtRkkSRHK69fNaXfwREYXRhAAUAAAAAAk5hbWUADQAAAExpbmtEYXRhTGlzdAAQVmVyc2lvbgAAAAAACUxhc3RXcml0ZQAu4sd7jgEAAAABAP////9hAGEAAAAFX2lkABAAAAAETT2CrX3Wc0SI6FsVfv2mEAREYXRhAAUAAAAAAk5hbWUADQAAAExpbmtEYXRhTGlzdAAQVmVyc2lvbgABAAAACUxhc3RXcml0ZQAv4sd7jgEAAAACAP////9wAHAAAAAFX2lkABAAAAAEvKU878IBM02k/a8msnrNtANEYXRhABYAAAACUGVyc29uYWxJZAABAAAAAAACTmFtZQALAAAAUGVyc29uYWxJZAAQVmVyc2lvbgAAAAAACUxhc3RXcml0ZQBN4s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EAP///////wUAAAAEAP///////wUAAAAEAP///////////////////////////////////////////////////////////////////////////////////////////////////////////////////////////////////////////////////////////////////////////////////////////////////////////////////////////////////////////////////////////////////////////////////////////////////////////////////////////////////////////////////////////////////////////////////////////////////////////////////////////////////////////////wEAIAH///////////////8AAA7///////8FAAAABAD///////////////////////////////////////////////////////////////////////////////////////////////////////////////////////////////////////////////////////////////////////////////////////////////////////////////////////////////////////////////////////////////////////////////////////////////////////////////////////////////////////////////////////////////////////////////////////////////////////////////////////////////////////////////////////////////////////////////////////////////////////////////////////8CAAIBAwAAAAIA////////DgAGTGlua0RhdGFMaXN0XzAEAAAAAAAFAAAAAAAFAAAAAwAFAAAAAAAFAAAAAwADAAIBAwAAAAMA////////DgAGTGlua0RhdGFMaXN0XzEEAAAAAQAFAAAAAgAFAAAABAAFAAAAAgAFAAAABAAEAAUBAwAAAAQA////////DAAGUGVyc29uYWxJZF8wBAAAAAIABQAAAAMABQAAAAEABQAAAAM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809994219"/>
  <p:tag name="EMPOWERCHARTSPROPERTIES_B_LENGTH" val="24576"/>
  <p:tag name="DOWN_MIGRATION_INITIAL_LAYOUT_REQUIRED" val="9.2.99"/>
  <p:tag name="RUNTIME_ID" val="a96a4f93-983d-47e0-8b34-267a7682ce03"/>
</p:tagLst>
</file>

<file path=ppt/tags/tag28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wgsAAAAAAAAAAAAAIAD///////////////8AAAD///////////////8DAAAABAD///////8DAAAABAD///////8DAAAABAD///////8DAAAAAwD///////8DAAAAAwD///////////////////////////////////////////////////////////////////////////////////////////////////////////////////////////////////////////////////////////////////////////////////////////////////////////////////////////////////////////////////////////////////////////////////////////////////////////////////////////////////////////////////////////////////////////////////////////////////////////////////////////////////////////////8BACAA////////////////AAAO////////AwAAAAMA////////////////////////////////////////////////////////////////////////////////////////////////////////////////////////////////////////////////////////////////////////////////////////////////////////////////////////////////////////////////////////////////////////////////////////////////////////////////////////////////////////////////////////////////////////////////////////////////////////////////////////////////////////////////////////////////////////////////////////////////////////////////////////AgACAP///////wUAAAACABAAC0c5Wa/yNcZNhQIrKOsp9k0EAAAAAAADAAAABAADAAAAAwADAAAABAADAAAAAwADAAUA////////BQAAAAMAEAALbZCc1Smld0uA5KMcaVFahgQAAAABAAMAAAACAAMAAAABAAMAAAACAP///////wMAAAAEAP///////wMAAAAAAP///////wMAAAAAAP///////wQAAwD///////8FAAAABAAQAAuyoul/DsgTRapcO6VZQtT5BAAAAAIAAwAAAAAAAw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zlZr/I1xk2FAiso6yn2TQREYXRhAAUAAAAAAk5hbWUADQAAAExpbmtEYXRhTGlzdAAQVmVyc2lvbgAAAAAACUxhc3RXcml0ZQCidsh7jgEAAAABAP////9hAGEAAAAFX2lkABAAAAAEbZCc1Smld0uA5KMcaVFahgREYXRhAAUAAAAAAk5hbWUADQAAAExpbmtEYXRhTGlzdAAQVmVyc2lvbgABAAAACUxhc3RXcml0ZQCidsh7jgEAAAACAP////9wAHAAAAAFX2lkABAAAAAEsqLpfw7IE0WqXDulWULU+QNEYXRhABYAAAACUGVyc29uYWxJZAABAAAAAAACTmFtZQALAAAAUGVyc29uYWxJZAAQVmVyc2lvbgAAAAAACUxhc3RXcml0ZQDMdsh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DAP///////wUAAAADAP///////wUAAAADAP///////////////////////////////////////////////////////////////////////////////////////////////////////////////////////////////////////////////////////////////////////////////////////////////////////////////////////////////////////////////////////////////////////////////////////////////////////////////////////////////////////////////////////////////////////////////////////////////////////////////////////////////////////////////wEAIAH///////////////8AAA7///////8FAAAABAD///////////////////////////////////////////////////////////////////////////////////////////////////////////////////////////////////////////////////////////////////////////////////////////////////////////////////////////////////////////////////////////////////////////////////////////////////////////////////////////////////////////////////////////////////////////////////////////////////////////////////////////////////////////////////////////////////////////////////////////////////////////////////////8CAAIBAwAAAAIA////////DgAGTGlua0RhdGFMaXN0XzAEAAAAAAAFAAAAAAAFAAAAAwAFAAAAAAAFAAAAAwADAAUBAwAAAAMA////////DgAGTGlua0RhdGFMaXN0XzEEAAAAAQAFAAAAAgAFAAAABAAFAAAAAg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5190241508"/>
  <p:tag name="EMPOWERCHARTSPROPERTIES_B_LENGTH" val="24576"/>
  <p:tag name="DOWN_MIGRATION_INITIAL_LAYOUT_REQUIRED" val="9.2.99"/>
  <p:tag name="RUNTIME_ID" val="fa5dfe11-58a9-44e6-b905-4602fcd2cea7"/>
</p:tagLst>
</file>

<file path=ppt/tags/tag28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gsAAAAAAAAAAAAAIAD///////////////8AAAD///////////////8DAAAAAgD///////8DAAAAAgD///////////////////////////////////////////////////////////////////////////////////////////////////////////////////////////////////////////////////////////////////////////////////////////////////////////////////////////////////////////////////////////////////////////////////////////////////////////////////////////////////////////////////////////////////////////////////////////////////////////////////////////////////////////////////////////////////////////////////////////////8BACAA////////////////AAAO////////AwAAAAMA////////////////////////////////////////////////////////////////////////////////////////////////////////////////////////////////////////////////////////////////////////////////////////////////////////////////////////////////////////////////////////////////////////////////////////////////////////////////////////////////////////////////////////////////////////////////////////////////////////////////////////////////////////////////////////////////////////////////////////////////////////////////////////AgACAP///////wUAAAACABAAC+IpzATU2KFLsyeMfROw6IIEAAAAAAADAAAAAAADAAAABAADAAAAAAADAAAABAADAAEA////////BQAAAAMAEAALYFTPOMM3XEaPlYsgB7Q/0QQAAAABAAMAAAAEAAMAAAABAAQAAgD///////8FAAAABAAQAAsZI8MsXC+AS4yKb0PtT0jS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4inMBNTYoUuzJ4x9E7DoggREYXRhAAUAAAAAAk5hbWUADQAAAExpbmtEYXRhTGlzdAAQVmVyc2lvbgAAAAAACUxhc3RXcml0ZQCO5Md7jgEAAAABAP////9hAGEAAAAFX2lkABAAAAAEYFTPOMM3XEaPlYsgB7Q/0QREYXRhAAUAAAAAAk5hbWUADQAAAExpbmtEYXRhTGlzdAAQVmVyc2lvbgABAAAACUxhc3RXcml0ZQCT5Md7jgEAAAACAP////9wAHAAAAAFX2lkABAAAAAEGSPDLFwvgEuMim9D7U9I0gNEYXRhABYAAAACUGVyc29uYWxJZAABAAAAAAACTmFtZQALAAAAUGVyc29uYWxJZAAQVmVyc2lvbgAAAAAACUxhc3RXcml0ZQCy5Md7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UAAAAEAP///////////////////////////////////////////////////////////////////////////////////////////////////////////////////////////////////////////////////////////////////////////////////////////////////////////////////////////////////////////////////////////////////////////////////////////////////////////////////////////////////////////////////////////////////////////////////////////////////////////////////////////////////////////////////////////////wEAIAH///////////////8AAA7///////8FAAAABAD///////////////////////////////////////////////////////////////////////////////////////////////////////////////////////////////////////////////////////////////////////////////////////////////////////////////////////////////////////////////////////////////////////////////////////////////////////////////////////////////////////////////////////////////////////////////////////////////////////////////////////////////////////////////////////////////////////////////////////////////////////////////////////8CAAIBAwAAAAIA////////DgAGTGlua0RhdGFMaXN0XzAEAAAAAAAFAAAAAAAFAAAAAwAFAAAAAAAFAAAABAADAAEBAwAAAAMA////////DgAGTGlua0RhdGFMaXN0XzEEAAAAAQAFAAAAAgAFAAAABAAEAAQBAwAAAAQA////////DAAGUGVyc29uYWxJZF8wBAAAAAIABQAAAAMABQAAAAEABQAAAAI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70704816149193"/>
  <p:tag name="EMPOWERCHARTSPROPERTIES_B_LENGTH" val="24576"/>
  <p:tag name="DOWN_MIGRATION_INITIAL_LAYOUT_REQUIRED" val="9.2.99"/>
  <p:tag name="RUNTIME_ID" val="9dee4308-c800-4237-89eb-e4b7d4959c57"/>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2b824e4f-ace3-4729-8b12-0935539db1e7"/>
</p:tagLst>
</file>

<file path=ppt/tags/tag28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2b824e4f-ace3-4729-8b12-0935539db1e7"/>
</p:tagLst>
</file>

<file path=ppt/tags/tag28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2b824e4f-ace3-4729-8b12-0935539db1e7"/>
</p:tagLst>
</file>

<file path=ppt/tags/tag28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wUA8gsAAAAAAAAAAAAAIAD///////////////8AAAD///////////////8DAAAAAgD///////8DAAAAAgD///////8DAAAAAgD///////////////////////////////////////////////////////////////////////////////////////////////////////////////////////////////////////////////////////////////////////////////////////////////////////////////////////////////////////////////////////////////////////////////////////////////////////////////////////////////////////////////////////////////////////////////////////////////////////////////////////////////////////////////////////////////////////////////8BACAA////////////////AAAO////////AwAAAAQA////////////////////////////////////////////////////////////////////////////////////////////////////////////////////////////////////////////////////////////////////////////////////////////////////////////////////////////////////////////////////////////////////////////////////////////////////////////////////////////////////////////////////////////////////////////////////////////////////////////////////////////////////////////////////////////////////////////////////////////////////////////////////////AgADAP///////wUAAAACABAAC9WQSTxkU3tNmpqvmjQiryAEAAAAAAADAAAAAAADAAAAAwADAAAAAAADAAAAAwADAAAAAAD///////8DAAIA////////BQAAAAMAEAALLQfpXJncWEqQa0NUgY1OgQQAAAABAAMAAAACAAMAAAAEAAMAAAACAP///////wQAAQD///////8FAAAABAAQAAsuN+2/RakgT57f+eWw+mx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1ZBJPGRTe02amq+aNCKvIAREYXRhAAUAAAAAAk5hbWUADQAAAExpbmtEYXRhTGlzdAAQVmVyc2lvbgAAAAAACUxhc3RXcml0ZQCd5QifmAEAAAABAP////9hAGEAAAAFX2lkABAAAAAELQfpXJncWEqQa0NUgY1OgQREYXRhAAUAAAAAAk5hbWUADQAAAExpbmtEYXRhTGlzdAAQVmVyc2lvbgABAAAACUxhc3RXcml0ZQC95QifmAEAAAACAP////9wAHAAAAAFX2lkABAAAAAELjftv0WpIE+e3/nlsPpsZwNEYXRhABYAAAACUGVyc29uYWxJZAABAAAAAAACTmFtZQALAAAAUGVyc29uYWxJZAAQVmVyc2lvbgAAAAAACUxhc3RXcml0ZQBN5gif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UAAAACAP///////////////////////////////////////////////////////////////////////////////////////////////////////////////////////////////////////////////////////////////////////////////////////////////////////////////////////////////////////////////////////////////////////////////////////////////////////////////////////////////////////////////////////////////////////////////////////////////////////////////////////////////////////////////////////////////wEAIAH///////////////8AAA7///////8FAAAABAD///////////////////////////////////////////////////////////////////////////////////////////////////////////////////////////////////////////////////////////////////////////////////////////////////////////////////////////////////////////////////////////////////////////////////////////////////////////////////////////////////////////////////////////////////////////////////////////////////////////////////////////////////////////////////////////////////////////////////////////////////////////////////////8CAAQBAwAAAAIA////////DgAGTGlua0RhdGFMaXN0XzAEAAAAAAAFAAAAAAAFAAAAAwAFAAAAAAD///////8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06116174074497"/>
  <p:tag name="EMPOWERCHARTSPROPERTIES_B_LENGTH" val="24576"/>
  <p:tag name="DOWN_MIGRATION_INITIAL_LAYOUT_REQUIRED" val="9.2.99"/>
  <p:tag name="RUNTIME_ID" val="7ee71680-a456-448a-8607-42ff5dea1477"/>
</p:tagLst>
</file>

<file path=ppt/tags/tag28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BAD///////8DAAAABAD///////////////////////////////////////////////////////////////////////////////////////////////////////////////////////////////////////////////////////////////////////////////////////////////////////////////////////////////////////////////////////////////////////////////////////////////////////////////////////////////////////////////////////////////////////////////////////////////////////////////////////////////////////////////////////////////////////////////8BACAA////////////////AAAO////////AwAAAAMA////////////////////////////////////////////////////////////////////////////////////////////////////////////////////////////////////////////////////////////////////////////////////////////////////////////////////////////////////////////////////////////////////////////////////////////////////////////////////////////////////////////////////////////////////////////////////////////////////////////////////////////////////////////////////////////////////////////////////////////////////////////////////////AgABAP///////wUAAAACABAAC361eDd34gVAuxzjZ5FtCtAEAAAAAAADAAAABAADAAAAAwADAAIA////////BQAAAAMAEAALWEphzqL+WUC4xAZIE5OAHQQAAAABAAMAAAACAAMAAAABAAMAAAAEAP///////wQAAwD///////8FAAAABAAQAAsDPPgqDC7lQYZErSVO4XTCBAAAAAIAAwAAAAAAAwAAAAIAAwAAAAA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rV4N3fiBUC7HONnkW0K0AREYXRhAAUAAAAAAk5hbWUADQAAAExpbmtEYXRhTGlzdAAQVmVyc2lvbgABAAAACUxhc3RXcml0ZQDT9CDilQEAAAABAP////9hAGEAAAAFX2lkABAAAAAEWEphzqL+WUC4xAZIE5OAHQREYXRhAAUAAAAAAk5hbWUADQAAAExpbmtEYXRhTGlzdAAQVmVyc2lvbgAAAAAACUxhc3RXcml0ZQDI9CDilQEAAAACAP////9wAHAAAAAFX2lkABAAAAAEAzz4Kgwu5UGGRK0lTuF0wgNEYXRhABYAAAACUGVyc29uYWxJZAABAAAAAAACTmFtZQALAAAAUGVyc29uYWxJZAAQVmVyc2lvbgAAAAAACUxhc3RXcml0ZQAE9SDi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EAP///////////////////////////////////////////////////////////////////////////////////////////////////////////////////////////////////////////////////////////////////////////////////////////////////////////////////////////////////////////////////////////////////////////////////////////////////////////////////////////////////////////////////////////////////////////////////////////////////////////////////////////////////////////////////////////////////////////////wEAIAH///////////////8AAA7///////8FAAAABAD///////////////////////////////////////////////////////////////////////////////////////////////////////////////////////////////////////////////////////////////////////////////////////////////////////////////////////////////////////////////////////////////////////////////////////////////////////////////////////////////////////////////////////////////////////////////////////////////////////////////////////////////////////////////////////////////////////////////////////////////////////////////////////8CAAEBAwAAAAIA////////DgAGTGlua0RhdGFMaXN0XzEEAAAAAAAFAAAAAwAFAAAABAADAAIBAwAAAAMA////////DgAGTGlua0RhdGFMaXN0XzAEAAAAAQAFAAAAAAAFAAAAAgAFAAAAAAAFAAAABAAEAAMBAwAAAAQA////////DAAGUGVyc29uYWxJZF8wBAAAAAIABQAAAAI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788523656111471"/>
  <p:tag name="EMPOWERCHARTSPROPERTIES_B_LENGTH" val="24576"/>
  <p:tag name="DOWN_MIGRATION_INITIAL_LAYOUT_REQUIRED" val="9.2.99"/>
  <p:tag name="RUNTIME_ID" val="9d9247ad-1bf0-41ee-aefb-081aa6f1dc62"/>
</p:tagLst>
</file>

<file path=ppt/tags/tag28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wUA8gsAAAAAAAAAAAAAIAD///////////////8AAAD///////////////8DAAAAAgD///////8DAAAAAgD///////8DAAAAAgD///////////////////////////////////////////////////////////////////////////////////////////////////////////////////////////////////////////////////////////////////////////////////////////////////////////////////////////////////////////////////////////////////////////////////////////////////////////////////////////////////////////////////////////////////////////////////////////////////////////////////////////////////////////////////////////////////////////////8BACAA////////////////AAAO////////AwAAAAQA////////////////////////////////////////////////////////////////////////////////////////////////////////////////////////////////////////////////////////////////////////////////////////////////////////////////////////////////////////////////////////////////////////////////////////////////////////////////////////////////////////////////////////////////////////////////////////////////////////////////////////////////////////////////////////////////////////////////////////////////////////////////////////AgADAP///////wUAAAACABAAC9WQSTxkU3tNmpqvmjQiryAEAAAAAAADAAAAAAADAAAAAwADAAAAAAADAAAAAwADAAAAAAD///////8DAAIA////////BQAAAAMAEAALLQfpXJncWEqQa0NUgY1OgQQAAAABAAMAAAACAAMAAAAEAAMAAAACAP///////wQAAQD///////8FAAAABAAQAAsuN+2/RakgT57f+eWw+mx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1ZBJPGRTe02amq+aNCKvIAREYXRhAAUAAAAAAk5hbWUADQAAAExpbmtEYXRhTGlzdAAQVmVyc2lvbgAAAAAACUxhc3RXcml0ZQCd5QifmAEAAAABAP////9hAGEAAAAFX2lkABAAAAAELQfpXJncWEqQa0NUgY1OgQREYXRhAAUAAAAAAk5hbWUADQAAAExpbmtEYXRhTGlzdAAQVmVyc2lvbgABAAAACUxhc3RXcml0ZQC95QifmAEAAAACAP////9wAHAAAAAFX2lkABAAAAAELjftv0WpIE+e3/nlsPpsZwNEYXRhABYAAAACUGVyc29uYWxJZAABAAAAAAACTmFtZQALAAAAUGVyc29uYWxJZAAQVmVyc2lvbgAAAAAACUxhc3RXcml0ZQBN5gif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UAAAACAP///////////////////////////////////////////////////////////////////////////////////////////////////////////////////////////////////////////////////////////////////////////////////////////////////////////////////////////////////////////////////////////////////////////////////////////////////////////////////////////////////////////////////////////////////////////////////////////////////////////////////////////////////////////////////////////////wEAIAH///////////////8AAA7///////8FAAAABAD///////////////////////////////////////////////////////////////////////////////////////////////////////////////////////////////////////////////////////////////////////////////////////////////////////////////////////////////////////////////////////////////////////////////////////////////////////////////////////////////////////////////////////////////////////////////////////////////////////////////////////////////////////////////////////////////////////////////////////////////////////////////////////8CAAQBAwAAAAIA////////DgAGTGlua0RhdGFMaXN0XzAEAAAAAAAFAAAAAAAFAAAAAwAFAAAAAAD///////8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06116174074497"/>
  <p:tag name="EMPOWERCHARTSPROPERTIES_B_LENGTH" val="24576"/>
  <p:tag name="DOWN_MIGRATION_INITIAL_LAYOUT_REQUIRED" val="9.2.99"/>
  <p:tag name="RUNTIME_ID" val="3e21d5be-61c2-4b81-843b-ebdcc5b346eb"/>
</p:tagLst>
</file>

<file path=ppt/tags/tag29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wUAzgsAAAAAAAAAAAAAIAD///////////////8AAAD///////////////8DAAAAAgD///////8DAAAAAwD///////8DAAAABAD///////8DAAAABAD///////8DAAAABAD///////8DAAAABAD///////////////////////////////////////////////////////////////////////////////////////////////////////////////////////////////////////////////////////////////////////////////////////////////////////////////////////////////////////////////////////////////////////////////////////////////////////////////////////////////////////////////////////////////////////////////////////////////////////////////////////////////8BACAA////////////////AAAO////////AwAAAAQA////////////////////////////////////////////////////////////////////////////////////////////////////////////////////////////////////////////////////////////////////////////////////////////////////////////////////////////////////////////////////////////////////////////////////////////////////////////////////////////////////////////////////////////////////////////////////////////////////////////////////////////////////////////////////////////////////////////////////////////////////////////////////////AgABAP///////wUAAAACABAAC2DhpiT1sEhPmCTmmmcU5wsEAAAAAAADAAAAAAADAAAAAwADAAIA////////BQAAAAMAEAALCCwqLIJYI0iI9vpeX1vDbwQAAAABAAMAAAACAAMAAAAEAAMAAAAAAAMAAAAEAAQABgD///////8FAAAABAAQAAtqouf7FcE4Q5unSFhoX75kBAAAAAIAAwAAAAMAAwAAAAE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OGmJPWwSE+YJOaaZxTnCwREYXRhAAUAAAAAAk5hbWUADQAAAExpbmtEYXRhTGlzdAAQVmVyc2lvbgAAAAAACUxhc3RXcml0ZQBd7s7OmQEAAAABAP////9hAGEAAAAFX2lkABAAAAAECCwqLIJYI0iI9vpeX1vDbwREYXRhAAUAAAAAAk5hbWUADQAAAExpbmtEYXRhTGlzdAAQVmVyc2lvbgABAAAACUxhc3RXcml0ZQBe7s7OmQEAAAACAP////9wAHAAAAAFX2lkABAAAAAEaqLn+xXBOEObp0hYaF++ZANEYXRhABYAAAACUGVyc29uYWxJZAABAAAAAAACTmFtZQALAAAAUGVyc29uYWxJZAAQVmVyc2lvbgAAAAAACUxhc3RXcml0ZQAV787O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UAAAADAP///////////////////////////////////////////////////////////////////////////////////////////////////////////////////////////////////////////////////////////////////////////////////////////////////////////////////////////////////////////////////////////////////////////////////////////////////////////////////////////////////////////////////////////////////////////////////////////////////////////////////////////////////////////////////////////////////////////////wEAIAH///////////////8AAA7///////8FAAAABAD///////////////////////////////////////////////////////////////////////////////////////////////////////////////////////////////////////////////////////////////////////////////////////////////////////////////////////////////////////////////////////////////////////////////////////////////////////////////////////////////////////////////////////////////////////////////////////////////////////////////////////////////////////////////////////////////////////////////////////////////////////////////////////8CAAEBAwAAAAIA////////DgAGTGlua0RhdGFMaXN0XzAEAAAAAAAFAAAAAAAFAAAAAwADAAMBAwAAAAMA////////DgAGTGlua0RhdGFMaXN0XzEEAAAAAQAFAAAAAgAFAAAABAA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57080922669895"/>
  <p:tag name="EMPOWERCHARTSPROPERTIES_B_LENGTH" val="24576"/>
  <p:tag name="DOWN_MIGRATION_INITIAL_LAYOUT_REQUIRED" val="9.2.99"/>
  <p:tag name="RUNTIME_ID" val="be9e0bb7-7904-48c0-ac5d-61952c878f0f"/>
</p:tagLst>
</file>

<file path=ppt/tags/tag29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2b824e4f-ace3-4729-8b12-0935539db1e7"/>
</p:tagLst>
</file>

<file path=ppt/tags/tag29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2b824e4f-ace3-4729-8b12-0935539db1e7"/>
</p:tagLst>
</file>

<file path=ppt/tags/tag29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01arTLmJfBKqVgk5tTXKykEAAAAAAADAAAAAAADAAAAAwADAAIA////////BQAAAAMAEAALBiKKbo+Fk0+VKafHhybJ+QQAAAABAAMAAAACAAMAAAAEAAMAAAAAAP///////wQAAQD///////8FAAAABAAQAAuTBzKt+IhKQa9y19JF3K7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qtMuYl8EqpWCTm1NcrKQREYXRhAAUAAAAAAk5hbWUADQAAAExpbmtEYXRhTGlzdAAQVmVyc2lvbgAAAAAACUxhc3RXcml0ZQClFy8bjwEAAAABAP////9hAGEAAAAFX2lkABAAAAAEBiKKbo+Fk0+VKafHhybJ+QREYXRhAAUAAAAAAk5hbWUADQAAAExpbmtEYXRhTGlzdAAQVmVyc2lvbgABAAAACUxhc3RXcml0ZQCnFy8bjwEAAAACAP////9wAHAAAAAFX2lkABAAAAAEkwcyrfiISkGvctfSRdyu4gNEYXRhABYAAAACUGVyc29uYWxJZAABAAAAAAACTmFtZQALAAAAUGVyc29uYWxJZAAQVmVyc2lvbgAAAAAACUxhc3RXcml0ZQAAGC8b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7448223121140"/>
  <p:tag name="EMPOWERCHARTSPROPERTIES_B_LENGTH" val="24576"/>
  <p:tag name="DOWN_MIGRATION_INITIAL_LAYOUT_REQUIRED" val="9.2.99"/>
  <p:tag name="RUNTIME_ID" val="b2dc065b-3291-4e1f-8ab5-828bfcdc1e89"/>
</p:tagLst>
</file>

<file path=ppt/tags/tag29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01arTLmJfBKqVgk5tTXKykEAAAAAAADAAAAAAADAAAAAwADAAIA////////BQAAAAMAEAALBiKKbo+Fk0+VKafHhybJ+QQAAAABAAMAAAACAAMAAAAEAAMAAAAAAP///////wQAAQD///////8FAAAABAAQAAuTBzKt+IhKQa9y19JF3K7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qtMuYl8EqpWCTm1NcrKQREYXRhAAUAAAAAAk5hbWUADQAAAExpbmtEYXRhTGlzdAAQVmVyc2lvbgAAAAAACUxhc3RXcml0ZQClFy8bjwEAAAABAP////9hAGEAAAAFX2lkABAAAAAEBiKKbo+Fk0+VKafHhybJ+QREYXRhAAUAAAAAAk5hbWUADQAAAExpbmtEYXRhTGlzdAAQVmVyc2lvbgABAAAACUxhc3RXcml0ZQCnFy8bjwEAAAACAP////9wAHAAAAAFX2lkABAAAAAEkwcyrfiISkGvctfSRdyu4gNEYXRhABYAAAACUGVyc29uYWxJZAABAAAAAAACTmFtZQALAAAAUGVyc29uYWxJZAAQVmVyc2lvbgAAAAAACUxhc3RXcml0ZQAAGC8b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7448223121140"/>
  <p:tag name="EMPOWERCHARTSPROPERTIES_B_LENGTH" val="24576"/>
  <p:tag name="DOWN_MIGRATION_INITIAL_LAYOUT_REQUIRED" val="9.2.99"/>
  <p:tag name="RUNTIME_ID" val="d7af683b-bf5d-4203-99b7-602535365755"/>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x1ATQj7ag1Kn+gwvYisRwkEAAAAAAADAAAAAAADAAAABAADAAIA////////BQAAAAMAEAALRPKckNrU/0aKr05wEZ/CswQAAAABAAMAAAAEAAMAAAABAAMAAAAAAP///////wQAAQD///////8FAAAABAAQAAuBmdVytaxbRo7TOwXhkqzt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BNCPtqDUqf6DC9iKxHCQREYXRhAAUAAAAAAk5hbWUADQAAAExpbmtEYXRhTGlzdAAQVmVyc2lvbgAAAAAACUxhc3RXcml0ZQDaGT3zjgEAAAABAP////9hAGEAAAAFX2lkABAAAAAERPKckNrU/0aKr05wEZ/CswREYXRhAAUAAAAAAk5hbWUADQAAAExpbmtEYXRhTGlzdAAQVmVyc2lvbgABAAAACUxhc3RXcml0ZQDbGT3zjgEAAAACAP////9wAHAAAAAFX2lkABAAAAAEgZnVcrWsW0aO0zsF4ZKs7QNEYXRhABYAAAACUGVyc29uYWxJZAABAAAAAAACTmFtZQALAAAAUGVyc29uYWxJZAAQVmVyc2lvbgAAAAAACUxhc3RXcml0ZQARGj3zj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0746517073500"/>
  <p:tag name="EMPOWERCHARTSPROPERTIES_B_LENGTH" val="24576"/>
  <p:tag name="DOWN_MIGRATION_INITIAL_LAYOUT_REQUIRED" val="9.2.99"/>
  <p:tag name="RUNTIME_ID" val="6f5fdbcb-4eea-41f2-b5a2-e7752021ef37"/>
</p:tagLst>
</file>

<file path=ppt/tags/tag29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01arTLmJfBKqVgk5tTXKykEAAAAAAADAAAAAAADAAAAAwADAAIA////////BQAAAAMAEAALBiKKbo+Fk0+VKafHhybJ+QQAAAABAAMAAAACAAMAAAAEAAMAAAAAAP///////wQAAQD///////8FAAAABAAQAAuTBzKt+IhKQa9y19JF3K7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qtMuYl8EqpWCTm1NcrKQREYXRhAAUAAAAAAk5hbWUADQAAAExpbmtEYXRhTGlzdAAQVmVyc2lvbgAAAAAACUxhc3RXcml0ZQClFy8bjwEAAAABAP////9hAGEAAAAFX2lkABAAAAAEBiKKbo+Fk0+VKafHhybJ+QREYXRhAAUAAAAAAk5hbWUADQAAAExpbmtEYXRhTGlzdAAQVmVyc2lvbgABAAAACUxhc3RXcml0ZQCnFy8bjwEAAAACAP////9wAHAAAAAFX2lkABAAAAAEkwcyrfiISkGvctfSRdyu4gNEYXRhABYAAAACUGVyc29uYWxJZAABAAAAAAACTmFtZQALAAAAUGVyc29uYWxJZAAQVmVyc2lvbgAAAAAACUxhc3RXcml0ZQAAGC8b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7448223121140"/>
  <p:tag name="EMPOWERCHARTSPROPERTIES_B_LENGTH" val="24576"/>
  <p:tag name="DOWN_MIGRATION_INITIAL_LAYOUT_REQUIRED" val="9.2.99"/>
  <p:tag name="RUNTIME_ID" val="d7af683b-bf5d-4203-99b7-602535365755"/>
</p:tagLst>
</file>

<file path=ppt/tags/tag29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5gsAAAAAAAAAAAAAIAD///////////////8AAAD///////////////8DAAAAAgD///////8DAAAABAD///////8DAAAABAD///////8DAAAABAD///////8DAAAABAD///////////////////////////////////////////////////////////////////////////////////////////////////////////////////////////////////////////////////////////////////////////////////////////////////////////////////////////////////////////////////////////////////////////////////////////////////////////////////////////////////////////////////////////////////////////////////////////////////////////////////////////////////////////////8BACAA////////////////AAAO////////AwAAAAQA////////////////////////////////////////////////////////////////////////////////////////////////////////////////////////////////////////////////////////////////////////////////////////////////////////////////////////////////////////////////////////////////////////////////////////////////////////////////////////////////////////////////////////////////////////////////////////////////////////////////////////////////////////////////////////////////////////////////////////////////////////////////////////AgABAP///////wUAAAACABAACyXmoRsfsxdIini7QtAR2W8EAAAAAAADAAAAAAADAAAAAwADAAEA////////BQAAAAMAEAALC6OYziN3XE+ymfEZ4UWSFwQAAAABAAMAAAACAAMAAAAEAAQABQD///////8FAAAABAAQAAtH1W/jD3asTKdZ5fOINf8FBAAAAAIAAwAAAAMAAwAAAAE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eahGx+zF0iKeLtC0BHZbwREYXRhAAUAAAAAAk5hbWUADQAAAExpbmtEYXRhTGlzdAAQVmVyc2lvbgAAAAAACUxhc3RXcml0ZQCH8p6okAEAAAABAP////9hAGEAAAAFX2lkABAAAAAEC6OYziN3XE+ymfEZ4UWSFwREYXRhAAUAAAAAAk5hbWUADQAAAExpbmtEYXRhTGlzdAAQVmVyc2lvbgABAAAACUxhc3RXcml0ZQCK8p6okAEAAAACAP////9wAHAAAAAFX2lkABAAAAAER9Vv4w92rEynWeXziDX/BQNEYXRhABYAAAACUGVyc29uYWxJZAABAAAAAAACTmFtZQALAAAAUGVyc29uYWxJZAAQVmVyc2lvbgAAAAAACUxhc3RXcml0ZQC08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6198223"/>
  <p:tag name="EMPOWERCHARTSPROPERTIES_B_LENGTH" val="24576"/>
  <p:tag name="DOWN_MIGRATION_INITIAL_LAYOUT_REQUIRED" val="9.2.99"/>
  <p:tag name="RUNTIME_ID" val="71337d98-3349-4609-987d-1bd0ceda19fb"/>
</p:tagLst>
</file>

<file path=ppt/tags/tag29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gD///////8DAAAAAgD///////////////////////////////////////////////////////////////////////////////////////////////////////////////////////////////////////////////////////////////////////////////////////////////////////////////////////////////////////////////////////////////////////////////////////////////////////////////////////////////////////////////////////////////////////////////////////////////////////////////////////////////////////////////////////////////8BACAA////////////////AAAO////////AwAAAAMA////////////////////////////////////////////////////////////////////////////////////////////////////////////////////////////////////////////////////////////////////////////////////////////////////////////////////////////////////////////////////////////////////////////////////////////////////////////////////////////////////////////////////////////////////////////////////////////////////////////////////////////////////////////////////////////////////////////////////////////////////////////////////////AgAEAP///////wUAAAACABAAC4FfCyD8tYNIrnuukT6cnAIEAAAAAAADAAAAAAADAAAABAADAAAAAAADAAAABAADAAAAAAD///////8DAAAAAAD///////8DAAEA////////BQAAAAMAEAALJ6C+1BeT9EiBbSUeXiNhvQQAAAABAAMAAAAEAAMAAAABAAQAAgD///////8FAAAABAAQAAtY0k3C5NhYS6Ybzc6e4Dem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V8LIPy1g0iue66RPpycAgREYXRhAAUAAAAAAk5hbWUADQAAAExpbmtEYXRhTGlzdAAQVmVyc2lvbgAAAAAACUxhc3RXcml0ZQAdkJ6okAEAAAABAP////9hAGEAAAAFX2lkABAAAAAEJ6C+1BeT9EiBbSUeXiNhvQREYXRhAAUAAAAAAk5hbWUADQAAAExpbmtEYXRhTGlzdAAQVmVyc2lvbgABAAAACUxhc3RXcml0ZQAfkJ6okAEAAAACAP////9wAHAAAAAFX2lkABAAAAAEWNJNwuTYWEumG83OnuA3pgNEYXRhABYAAAACUGVyc29uYWxJZAABAAAAAAACTmFtZQALAAAAUGVyc29uYWxJZAAQVmVyc2lvbgAAAAAACUxhc3RXcml0ZQBMkJ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EAIAH///////////////8AAA7///////8FAAAABAD///////////////////////////////////////////////////////////////////////////////////////////////////////////////////////////////////////////////////////////////////////////////////////////////////////////////////////////////////////////////////////////////////////////////////////////////////////////////////////////////////////////////////////////////////////////////////////////////////////////////////////////////////////////////////////////////////////////////////////////////////////////////////////8CAAQBAwAAAAIA////////DgAGTGlua0RhdGFMaXN0XzAEAAAAAAAFAAAAAAAFAAAAAwAFAAAAAAAFAAAABAAFAAAAAAAFAAAABAAFAAAAAAD///////8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23538845"/>
  <p:tag name="EMPOWERCHARTSPROPERTIES_B_LENGTH" val="24576"/>
  <p:tag name="DOWN_MIGRATION_INITIAL_LAYOUT_REQUIRED" val="9.2.99"/>
  <p:tag name="RUNTIME_ID" val="98bb3bc7-6500-4123-83a6-4c6a27216eee"/>
</p:tagLst>
</file>

<file path=ppt/tags/tag30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qgsAAAAAAAAAAAAAIAD///////////////8AAAD///////////////8DAAAAAgD///////8DAAAAAgD///////8DAAAAAgD///////8DAAAABAD///////8DAAAAAwD///////////////////////////////////////////////////////////////////////////////////////////////////////////////////////////////////////////////////////////////////////////////////////////////////////////////////////////////////////////////////////////////////////////////////////////////////////////////////////////////////////////////////////////////////////////////////////////////////////////////////////////////////////////////8BACAA////////////////AAAO////////AwAAAAMA////////////////////////////////////////////////////////////////////////////////////////////////////////////////////////////////////////////////////////////////////////////////////////////////////////////////////////////////////////////////////////////////////////////////////////////////////////////////////////////////////////////////////////////////////////////////////////////////////////////////////////////////////////////////////////////////////////////////////////////////////////////////////////AgADAP///////wUAAAACABAAC1tKuSfIQSlPn7g0x6jA1vUEAAAAAAADAAAAAAADAAAABAADAAAAAAADAAAABAADAAAAAAADAAAABAADAAUA////////BQAAAAMAEAALcIdpr03QYE+M/hI7rSN7RAQAAAABAAMAAAAEAAMAAAABAAMAAAAEAP///////wMAAAAEAP///////wMAAAAEAP///////wMAAAAAAP///////wQABAD///////8FAAAABAAQAAuYg1F01EhHS6tyEoxKXvyKBAAAAAIAAwAAAAIAAwAAAAMAAwAAAAIAAwAAAAM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0q5J8hBKU+fuDTHqMDW9QREYXRhAAUAAAAAAk5hbWUADQAAAExpbmtEYXRhTGlzdAAQVmVyc2lvbgAAAAAACUxhc3RXcml0ZQBS9Z6okAEAAAABAP////9hAGEAAAAFX2lkABAAAAAEcIdpr03QYE+M/hI7rSN7RAREYXRhAAUAAAAAAk5hbWUADQAAAExpbmtEYXRhTGlzdAAQVmVyc2lvbgABAAAACUxhc3RXcml0ZQBU9Z6okAEAAAACAP////9wAHAAAAAFX2lkABAAAAAEmINRdNRIR0urchKMSl78igNEYXRhABYAAAACUGVyc29uYWxJZAABAAAAAAACTmFtZQALAAAAUGVyc29uYWxJZAAQVmVyc2lvbgAAAAAACUxhc3RXcml0ZQB+9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CAP///////wUAAAADAP///////wUAAAADAP///////////////////////////////////////////////////////////////////////////////////////////////////////////////////////////////////////////////////////////////////////////////////////////////////////////////////////////////////////////////////////////////////////////////////////////////////////////////////////////////////////////////////////////////////////////////////////////////////////////////////////////////////////////////wEAIAH///////////////8AAA7///////8FAAAABAD///////////////////////////////////////////////////////////////////////////////////////////////////////////////////////////////////////////////////////////////////////////////////////////////////////////////////////////////////////////////////////////////////////////////////////////////////////////////////////////////////////////////////////////////////////////////////////////////////////////////////////////////////////////////////////////////////////////////////////////////////////////////////////8CAAMBAwAAAAIA////////DgAGTGlua0RhdGFMaXN0XzAEAAAAAAAFAAAAAAAFAAAAAwAFAAAAAAAFAAAAAwAFAAAAAAAFAAAAAwADAAUBAwAAAAMA////////DgAGTGlua0RhdGFMaXN0XzEEAAAAAQAFAAAAAgAFAAAABAAFAAAAAgD///////8FAAAAAg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2589433"/>
  <p:tag name="EMPOWERCHARTSPROPERTIES_B_LENGTH" val="24576"/>
  <p:tag name="DOWN_MIGRATION_INITIAL_LAYOUT_REQUIRED" val="9.2.99"/>
  <p:tag name="RUNTIME_ID" val="c6da7be8-e174-4444-9985-7f20eda0f613"/>
</p:tagLst>
</file>

<file path=ppt/tags/tag30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568ca995-30e6-41a4-985c-d2749a0083df"/>
</p:tagLst>
</file>

<file path=ppt/tags/tag30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BAD///////////////////////////////////////////////////////////////////////////////////////////////////////////////////////////////////////////////////////////////////////////////////////////////////////////////////////////////////////////////////////////////////////////////////////////////////////////////////////////////////////////////////////////////////////////////////////////////////////////////////////////////////////////////////////////////////////////////////////////////8BACAA////////////////AAAO////////AwAAAAQA////////////////////////////////////////////////////////////////////////////////////////////////////////////////////////////////////////////////////////////////////////////////////////////////////////////////////////////////////////////////////////////////////////////////////////////////////////////////////////////////////////////////////////////////////////////////////////////////////////////////////////////////////////////////////////////////////////////////////////////////////////////////////////AgABAP///////wUAAAACABAAC8J9G26yKW1BtG/l9h687nEEAAAAAAADAAAAAAADAAAAAwADAAEA////////BQAAAAMAEAALRNLBqXoQZUaKSrTQ1GlzqQQAAAABAAMAAAACAAMAAAAEAAQAAgD///////8FAAAABAAQAAt8nCOwYGf4Qa+ZQ4dhUsGd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n0bbrIpbUG0b+X2HrzucQREYXRhAAUAAAAAAk5hbWUADQAAAExpbmtEYXRhTGlzdAAQVmVyc2lvbgABAAAACUxhc3RXcml0ZQBe756okAEAAAABAP////9hAGEAAAAFX2lkABAAAAAERNLBqXoQZUaKSrTQ1GlzqQREYXRhAAUAAAAAAk5hbWUADQAAAExpbmtEYXRhTGlzdAAQVmVyc2lvbgAAAAAACUxhc3RXcml0ZQBe756okAEAAAACAP////9wAHAAAAAFX2lkABAAAAAEfJwjsGBn+EGvmUOHYVLBnQNEYXRhABYAAAACUGVyc29uYWxJZAABAAAAAAACTmFtZQALAAAAUGVyc29uYWxJZAAQVmVyc2lvbgAAAAAACUxhc3RXcml0ZQDY75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CAP///////////////////////////////////////////////////////////////////////////////////////////////////////////////////////////////////////////////////////////////////////////////////////////////////////////////////////////////////////////////////////////////////////////////////////////////////////////////////////////////////////////////////////////////////////////////////////////////////////////////////////////////////////////////////////////////////////////////////////////////wEAIAH///////////////8AAA7///////8FAAAABAD///////////////////////////////////////////////////////////////////////////////////////////////////////////////////////////////////////////////////////////////////////////////////////////////////////////////////////////////////////////////////////////////////////////////////////////////////////////////////////////////////////////////////////////////////////////////////////////////////////////////////////////////////////////////////////////////////////////////////////////////////////////////////////8CAAIBAwAAAAIA////////DgAGTGlua0RhdGFMaXN0XzEEAAAAAAAFAAAAAwAFAAAABAAFAAAAAAAFAAAABAADAAEBAwAAAAMA////////DgAGTGlua0RhdGFMaXN0XzAEAAAAAQ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68180467"/>
  <p:tag name="EMPOWERCHARTSPROPERTIES_B_LENGTH" val="24576"/>
  <p:tag name="DOWN_MIGRATION_INITIAL_LAYOUT_REQUIRED" val="9.2.99"/>
  <p:tag name="RUNTIME_ID" val="440d00dd-08f7-415b-8876-212213e0b5ad"/>
</p:tagLst>
</file>

<file path=ppt/tags/tag30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z0l71fJZChLuZKtvxDDjWUEAAAAAAADAAAABAADAAAAAwADAAIA////////BQAAAAMAEAALbpn56sRlHE2y9PFyRSeKoQQAAAABAAMAAAACAAMAAAABAAMAAAAEAP///////wQAAgD///////8FAAAABAAQAAsAqhk6WbXlSJTiJMGGnc2L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PSXvV8lkKEu5kq2/EMONZQREYXRhAAUAAAAAAk5hbWUADQAAAExpbmtEYXRhTGlzdAAQVmVyc2lvbgAAAAAACUxhc3RXcml0ZQCj8J6okAEAAAABAP////9hAGEAAAAFX2lkABAAAAAEbpn56sRlHE2y9PFyRSeKoQREYXRhAAUAAAAAAk5hbWUADQAAAExpbmtEYXRhTGlzdAAQVmVyc2lvbgABAAAACUxhc3RXcml0ZQCm8J6okAEAAAACAP////9wAHAAAAAFX2lkABAAAAAEAKoZOlm15UiU4iTBhp3NiwNEYXRhABYAAAACUGVyc29uYWxJZAABAAAAAAACTmFtZQALAAAAUGVyc29uYWxJZAAQVmVyc2lvbgAAAAAACUxhc3RXcml0ZQDO8J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0664958"/>
  <p:tag name="EMPOWERCHARTSPROPERTIES_B_LENGTH" val="24576"/>
  <p:tag name="DOWN_MIGRATION_INITIAL_LAYOUT_REQUIRED" val="9.2.99"/>
  <p:tag name="RUNTIME_ID" val="9072d05f-7e12-4ed8-9ef9-3637d0b24151"/>
</p:tagLst>
</file>

<file path=ppt/tags/tag30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3TiSgehOctGuCXpxYclywkEAAAAAAADAAAAAAADAAAAAwADAAIA////////BQAAAAMAEAALvGHg7bw2sECYk+A5O1P1BwQAAAABAAMAAAACAAMAAAAEAAMAAAAAAP///////wQAAQD///////8FAAAABAAQAAunst/y2G0gR56Pwicja1KV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OJKB6E5y0a4JenFhyXLCQREYXRhAAUAAAAAAk5hbWUADQAAAExpbmtEYXRhTGlzdAAQVmVyc2lvbgAAAAAACUxhc3RXcml0ZQAC+J6okAEAAAABAP////9hAGEAAAAFX2lkABAAAAAEvGHg7bw2sECYk+A5O1P1BwREYXRhAAUAAAAAAk5hbWUADQAAAExpbmtEYXRhTGlzdAAQVmVyc2lvbgABAAAACUxhc3RXcml0ZQAH+J6okAEAAAACAP////9wAHAAAAAFX2lkABAAAAAEp7Lf8thtIEeej8InI2tSlQNEYXRhABYAAAACUGVyc29uYWxJZAABAAAAAAACTmFtZQALAAAAUGVyc29uYWxJZAAQVmVyc2lvbgAAAAAACUxhc3RXcml0ZQAw+J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9503812"/>
  <p:tag name="EMPOWERCHARTSPROPERTIES_B_LENGTH" val="24576"/>
  <p:tag name="DOWN_MIGRATION_INITIAL_LAYOUT_REQUIRED" val="9.2.99"/>
  <p:tag name="RUNTIME_ID" val="3661d2f8-6f58-49c0-8585-dc98c214d15d"/>
</p:tagLst>
</file>

<file path=ppt/tags/tag30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wUA2gsAAAAAAAAAAAAAIAD///////////////8AAAD///////////////8DAAAAAgD///////8DAAAAAwD///////8DAAAAAwD///////8DAAAAAwD///////8DAAAAAwD///////8DAAAAAwD///////////////////////////////////////////////////////////////////////////////////////////////////////////////////////////////////////////////////////////////////////////////////////////////////////////////////////////////////////////////////////////////////////////////////////////////////////////////////////////////////////////////////////////////////////////////////////////////////////////////////////////////8BACAA////////////////AAAO////////AwAAAAMA////////////////////////////////////////////////////////////////////////////////////////////////////////////////////////////////////////////////////////////////////////////////////////////////////////////////////////////////////////////////////////////////////////////////////////////////////////////////////////////////////////////////////////////////////////////////////////////////////////////////////////////////////////////////////////////////////////////////////////////////////////////////////////AgABAP///////wUAAAACABAACwKNHG0dXWBBvqE+wvTo8/kEAAAAAAADAAAAAAADAAAABAADAAYA////////BQAAAAMAEAALTsQ+/jVUM0ev/zTnC9PFNQQAAAABAAMAAAAEAAMAAAABAAMAAAAAAP///////wMAAAAAAP///////wMAAAAAAP///////wMAAAAAAP///////wMAAAAAAP///////wQAAQD///////8FAAAABAAQAAswSXTq0WifQbzCCI6N9GR7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o0cbR1dYEG+oT7C9Ojz+QREYXRhAAUAAAAAAk5hbWUADQAAAExpbmtEYXRhTGlzdAAQVmVyc2lvbgAAAAAACUxhc3RXcml0ZQDI9Z6okAEAAAABAP////9hAGEAAAAFX2lkABAAAAAETsQ+/jVUM0ev/zTnC9PFNQREYXRhAAUAAAAAAk5hbWUADQAAAExpbmtEYXRhTGlzdAAQVmVyc2lvbgABAAAACUxhc3RXcml0ZQDQ9Z6okAEAAAACAP////9wAHAAAAAFX2lkABAAAAAEMEl06tFon0G8wgiOjfRkewNEYXRhABYAAAACUGVyc29uYWxJZAABAAAAAAACTmFtZQALAAAAUGVyc29uYWxJZAAQVmVyc2lvbgAAAAAACUxhc3RXcml0ZQAV9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4144526"/>
  <p:tag name="EMPOWERCHARTSPROPERTIES_B_LENGTH" val="24576"/>
  <p:tag name="DOWN_MIGRATION_INITIAL_LAYOUT_REQUIRED" val="9.2.99"/>
  <p:tag name="RUNTIME_ID" val="1323c846-a8e9-49ed-ba6a-c881f8345552"/>
</p:tagLst>
</file>

<file path=ppt/tags/tag30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c170de2-67ad-4cef-ab95-841e8d5bd9c0"/>
</p:tagLst>
</file>

<file path=ppt/tags/tag30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b708e22c-3e28-42f5-8dcf-504a406d1620"/>
</p:tagLst>
</file>

<file path=ppt/tags/tag30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91041b35-4eb5-4aa9-9e58-8ea19f871043"/>
</p:tagLst>
</file>

<file path=ppt/tags/tag30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f14ebed2-bcac-4870-a728-baa3475fed46"/>
</p:tagLst>
</file>

<file path=ppt/tags/tag3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AgD///////8DAAAAAwD///////8DAAAAAwD///////8DAAAAAwD///////8DAAAAAwD///////////////////////////////////////////////////////////////////////////////////////////////////////////////////////////////////////////////////////////////////////////////////////////////////////////////////////////////////////////////////////////////////////////////////////////////////////////////////////////////////////////////////////////////////////////////////////////////////////////////////////////////////////////////8BACAA////////////////AAAO////////AwAAAAQA////////////////////////////////////////////////////////////////////////////////////////////////////////////////////////////////////////////////////////////////////////////////////////////////////////////////////////////////////////////////////////////////////////////////////////////////////////////////////////////////////////////////////////////////////////////////////////////////////////////////////////////////////////////////////////////////////////////////////////////////////////////////////////AgABAP///////wUAAAACABAAC83mwxCKs5lLlOXNZ1DJdeAEAAAAAAADAAAAAAADAAAAAwADAAUA////////BQAAAAMAEAALcGQPHA9fakqC3PpvIMpdTQQAAAABAAMAAAACAAMAAAAEAAMAAAAAAAMAAAAEAAMAAAAAAP///////wMAAAAAAP///////wMAAAAAAP///////wQAAgD///////8FAAAABAAQAAsyLI/QKVJtQYSb19jlD3N6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ebDEIqzmUuU5c1nUMl14AREYXRhAAUAAAAAAk5hbWUADQAAAExpbmtEYXRhTGlzdAAQVmVyc2lvbgAAAAAACUxhc3RXcml0ZQD/V5uokAEAAAABAP////9hAGEAAAAFX2lkABAAAAAEcGQPHA9fakqC3PpvIMpdTQREYXRhAAUAAAAAAk5hbWUADQAAAExpbmtEYXRhTGlzdAAQVmVyc2lvbgABAAAACUxhc3RXcml0ZQACWJuokAEAAAACAP////9wAHAAAAAFX2lkABAAAAAEMiyP0ClSbUGEm9fY5Q9zegNEYXRhABYAAAACUGVyc29uYWxJZAABAAAAAAACTmFtZQALAAAAUGVyc29uYWxJZAAQVmVyc2lvbgAAAAAACUxhc3RXcml0ZQA3WJ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DAP///////wUAAAADAP///////wUAAAADAP///////wUAAAADAP///////////////////////////////////////////////////////////////////////////////////////////////////////////////////////////////////////////////////////////////////////////////////////////////////////////////////////////////////////////////////////////////////////////////////////////////////////////////////////////////////////////////////////////////////////////////////////////////////////////////////////////////////////////////wEAIAH///////////////8AAA7///////8FAAAABAD///////////////////////////////////////////////////////////////////////////////////////////////////////////////////////////////////////////////////////////////////////////////////////////////////////////////////////////////////////////////////////////////////////////////////////////////////////////////////////////////////////////////////////////////////////////////////////////////////////////////////////////////////////////////////////////////////////////////////////////////////////////////////////8CAAEBAwAAAAIA////////DgAGTGlua0RhdGFMaXN0XzAEAAAAAAAFAAAAAAAFAAAAAwADAAUBAwAAAAMA////////DgAGTGlua0RhdGFMaXN0XzEEAAAAAQAFAAAAAgAFAAAABAA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13986922"/>
  <p:tag name="EMPOWERCHARTSPROPERTIES_B_LENGTH" val="24576"/>
  <p:tag name="DOWN_MIGRATION_INITIAL_LAYOUT_REQUIRED" val="9.2.99"/>
  <p:tag name="RUNTIME_ID" val="d05b3b86-4716-4d44-9649-ea2ae33ea133"/>
</p:tagLst>
</file>

<file path=ppt/tags/tag3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AwD///////////////////////////////////////////////////////////////////////////////////////////////////////////////////////////////////////////////////////////////////////////////////////////////////////////////////////////////////////////////////////////////////////////////////////////////////////////////////////////////////////////////////////////////////////////////////////////////////////////////////////////////////////////////////////////////////////////////8BACAA////////////////AAAO////////AwAAAAQA////////////////////////////////////////////////////////////////////////////////////////////////////////////////////////////////////////////////////////////////////////////////////////////////////////////////////////////////////////////////////////////////////////////////////////////////////////////////////////////////////////////////////////////////////////////////////////////////////////////////////////////////////////////////////////////////////////////////////////////////////////////////////////AgACAP///////wUAAAACABAAC9Do2Yd3G4dKmdhs/zea6ioEAAAAAAADAAAAAAADAAAAAwADAAAAAAADAAAAAwADAAMA////////BQAAAAMAEAALs1NA5kjRRE+dUiLa5/v5DgQAAAABAAMAAAACAAMAAAAEAAMAAAACAAMAAAAEAAMAAAAAAP///////wQAAgD///////8FAAAABAAQAAuD6CTrO0BpS6Dnibr2pl3s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0OjZh3cbh0qZ2Gz/N5rqKgREYXRhAAUAAAAAAk5hbWUADQAAAExpbmtEYXRhTGlzdAAQVmVyc2lvbgAAAAAACUxhc3RXcml0ZQAJWZuokAEAAAABAP////9hAGEAAAAFX2lkABAAAAAEs1NA5kjRRE+dUiLa5/v5DgREYXRhAAUAAAAAAk5hbWUADQAAAExpbmtEYXRhTGlzdAAQVmVyc2lvbgABAAAACUxhc3RXcml0ZQAMWZuokAEAAAACAP////9wAHAAAAAFX2lkABAAAAAEg+gk6ztAaUug54m69qZd7ANEYXRhABYAAAACUGVyc29uYWxJZAABAAAAAAACTmFtZQALAAAAUGVyc29uYWxJZAAQVmVyc2lvbgAAAAAACUxhc3RXcml0ZQA8WZ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DAP///////////////////////////////////////////////////////////////////////////////////////////////////////////////////////////////////////////////////////////////////////////////////////////////////////////////////////////////////////////////////////////////////////////////////////////////////////////////////////////////////////////////////////////////////////////////////////////////////////////////////////////////////////////////////////////////////////////////wEAIAH///////////////8AAA7///////8FAAAABAD///////////////////////////////////////////////////////////////////////////////////////////////////////////////////////////////////////////////////////////////////////////////////////////////////////////////////////////////////////////////////////////////////////////////////////////////////////////////////////////////////////////////////////////////////////////////////////////////////////////////////////////////////////////////////////////////////////////////////////////////////////////////////////8CAAIBAwAAAAIA////////DgAGTGlua0RhdGFMaXN0XzAEAAAAAAAFAAAAAAAFAAAAAwAFAAAAAAAFAAAAAwADAAMBAwAAAAMA////////DgAGTGlua0RhdGFMaXN0XzEEAAAAAQAFAAAAAgAFAAAABAAFAAAAAgAFAAAABAA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16519981"/>
  <p:tag name="EMPOWERCHARTSPROPERTIES_B_LENGTH" val="24576"/>
  <p:tag name="DOWN_MIGRATION_INITIAL_LAYOUT_REQUIRED" val="9.2.99"/>
  <p:tag name="RUNTIME_ID" val="23e08fe8-621e-4b1a-b371-fce3ab2d322f"/>
</p:tagLst>
</file>

<file path=ppt/tags/tag3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23pNDxxX79MpK0Es21FqQcEAAAAAAADAAAAAAADAAAAAwADAAEA////////BQAAAAMAEAAL0d4EPl54lUGwh/IyqaOp1AQAAAABAAMAAAACAAMAAAAEAAQAAQD///////8FAAAABAAQAAvQVrryIFdTQYYYcje1ALf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k0PHFfv0ykrQSzbUWpBwREYXRhAAUAAAAAAk5hbWUADQAAAExpbmtEYXRhTGlzdAAQVmVyc2lvbgAAAAAACUxhc3RXcml0ZQCHWZuokAEAAAABAP////9hAGEAAAAFX2lkABAAAAAE0d4EPl54lUGwh/IyqaOp1AREYXRhAAUAAAAAAk5hbWUADQAAAExpbmtEYXRhTGlzdAAQVmVyc2lvbgABAAAACUxhc3RXcml0ZQCKWZuokAEAAAACAP////9wAHAAAAAFX2lkABAAAAAE0Fa68iBXU0GGGHI3tQC36QNEYXRhABYAAAACUGVyc29uYWxJZAABAAAAAAACTmFtZQALAAAAUGVyc29uYWxJZAAQVmVyc2lvbgAAAAAACUxhc3RXcml0ZQC1WZ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17737898"/>
  <p:tag name="EMPOWERCHARTSPROPERTIES_B_LENGTH" val="24576"/>
  <p:tag name="DOWN_MIGRATION_INITIAL_LAYOUT_REQUIRED" val="9.2.99"/>
  <p:tag name="RUNTIME_ID" val="ef070faf-cf2e-4fef-9c78-af6a1fbda704"/>
</p:tagLst>
</file>

<file path=ppt/tags/tag31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x/AMiZqZMREthNy31+FfP4EAAAAAAADAAAAAAADAAAAAwADAAEA////////BQAAAAMAEAALDLJla+MAj02m0useE689RQQAAAABAAMAAAACAAMAAAAEAAQAAQD///////8FAAAABAAQAAtxKyLSaCuWTpDe4c7PJC0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8AyJmpkxES2E3LfX4V8/gREYXRhAAUAAAAAAk5hbWUADQAAAExpbmtEYXRhTGlzdAAQVmVyc2lvbgABAAAACUxhc3RXcml0ZQANWpuokAEAAAABAP////9hAGEAAAAFX2lkABAAAAAEDLJla+MAj02m0useE689RQREYXRhAAUAAAAAAk5hbWUADQAAAExpbmtEYXRhTGlzdAAQVmVyc2lvbgAAAAAACUxhc3RXcml0ZQAJWpuokAEAAAACAP////9wAHAAAAAFX2lkABAAAAAEcSsi0mgrlk6Q3uHOzyQtKgNEYXRhABYAAAACUGVyc29uYWxJZAABAAAAAAACTmFtZQALAAAAUGVyc29uYWxJZAAQVmVyc2lvbgAAAAAACUxhc3RXcml0ZQA7Wp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19118127"/>
  <p:tag name="EMPOWERCHARTSPROPERTIES_B_LENGTH" val="24576"/>
  <p:tag name="DOWN_MIGRATION_INITIAL_LAYOUT_REQUIRED" val="9.2.99"/>
  <p:tag name="RUNTIME_ID" val="571a2ac5-136b-45ef-a6e6-ed6c9cf73bf5"/>
</p:tagLst>
</file>

<file path=ppt/tags/tag31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gD///////8DAAAAAgD///////8DAAAAAgD///////8DAAAAAgD///////////////////////////////////////////////////////////////////////////////////////////////////////////////////////////////////////////////////////////////////////////////////////////////////////////////////////////////////////////////////////////////////////////////////////////////////////////////////////////////////////////////////////////////////////////////////////////////////////////////////////////////////////////////8BACAA////////////////AAAO////////AwAAAAMA////////////////////////////////////////////////////////////////////////////////////////////////////////////////////////////////////////////////////////////////////////////////////////////////////////////////////////////////////////////////////////////////////////////////////////////////////////////////////////////////////////////////////////////////////////////////////////////////////////////////////////////////////////////////////////////////////////////////////////////////////////////////////////AgAFAP///////wUAAAACABAACx2iM0JnEI5IiCNaxrZfsE4EAAAAAAADAAAABAADAAAAAwADAAAAAAD///////8DAAAAAAD///////8DAAAAAAD///////8DAAAAAAD///////8DAAEA////////BQAAAAMAEAALIf4R2qRR5UWc/xCjnOGjWwQAAAABAAMAAAACAAMAAAABAAQAAQD///////8FAAAABAAQAAvD2ZUWGWtSQqSQdLQo6OEf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aIzQmcQjkiII1rGtl+wTgREYXRhAAUAAAAAAk5hbWUADQAAAExpbmtEYXRhTGlzdAAQVmVyc2lvbgAAAAAACUxhc3RXcml0ZQCTWpuokAEAAAABAP////9hAGEAAAAFX2lkABAAAAAEIf4R2qRR5UWc/xCjnOGjWwREYXRhAAUAAAAAAk5hbWUADQAAAExpbmtEYXRhTGlzdAAQVmVyc2lvbgABAAAACUxhc3RXcml0ZQCaWpuokAEAAAACAP////9wAHAAAAAFX2lkABAAAAAEw9mVFhlrUkKkkHS0KOjhHwNEYXRhABYAAAACUGVyc29uYWxJZAABAAAAAAACTmFtZQALAAAAUGVyc29uYWxJZAAQVmVyc2lvbgAAAAAACUxhc3RXcml0ZQDJWp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UAAAACAP///////////////////////////////////////////////////////////////////////////////////////////////////////////////////////////////////////////////////////////////////////////////////////////////////////////////////////////////////////////////////////////////////////////////////////////////////////////////////////////////////////////////////////////////////////////////////////////////////////////////////////////////////////////////wEAIAH///////////////8AAA7///////8FAAAABAD///////////////////////////////////////////////////////////////////////////////////////////////////////////////////////////////////////////////////////////////////////////////////////////////////////////////////////////////////////////////////////////////////////////////////////////////////////////////////////////////////////////////////////////////////////////////////////////////////////////////////////////////////////////////////////////////////////////////////////////////////////////////////////8CAAUBAwAAAAIA////////DgAGTGlua0RhdGFMaXN0XzAEAAAAAAAFAAAAAAAFAAAAAwAFAAAAAAAFAAAABAAFAAAAAAD///////8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20581959"/>
  <p:tag name="EMPOWERCHARTSPROPERTIES_B_LENGTH" val="24576"/>
  <p:tag name="DOWN_MIGRATION_INITIAL_LAYOUT_REQUIRED" val="9.2.99"/>
  <p:tag name="RUNTIME_ID" val="aa61cf69-d368-4ead-99ce-9210656bbaed"/>
</p:tagLst>
</file>

<file path=ppt/tags/tag31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AgD///////8DAAAAAwD///////8DAAAAAwD///////8DAAAAAwD///////8DAAAAAwD///////////////////////////////////////////////////////////////////////////////////////////////////////////////////////////////////////////////////////////////////////////////////////////////////////////////////////////////////////////////////////////////////////////////////////////////////////////////////////////////////////////////////////////////////////////////////////////////////////////////////////////////////////////////8BACAA////////////////AAAO////////AwAAAAQA////////////////////////////////////////////////////////////////////////////////////////////////////////////////////////////////////////////////////////////////////////////////////////////////////////////////////////////////////////////////////////////////////////////////////////////////////////////////////////////////////////////////////////////////////////////////////////////////////////////////////////////////////////////////////////////////////////////////////////////////////////////////////////AgABAP///////wUAAAACABAAC83mwxCKs5lLlOXNZ1DJdeAEAAAAAAADAAAAAAADAAAAAwADAAUA////////BQAAAAMAEAALcGQPHA9fakqC3PpvIMpdTQQAAAABAAMAAAACAAMAAAAEAAMAAAAAAAMAAAAEAAMAAAAAAP///////wMAAAAAAP///////wMAAAAAAP///////wQAAgD///////8FAAAABAAQAAsyLI/QKVJtQYSb19jlD3N6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ebDEIqzmUuU5c1nUMl14AREYXRhAAUAAAAAAk5hbWUADQAAAExpbmtEYXRhTGlzdAAQVmVyc2lvbgAAAAAACUxhc3RXcml0ZQD/V5uokAEAAAABAP////9hAGEAAAAFX2lkABAAAAAEcGQPHA9fakqC3PpvIMpdTQREYXRhAAUAAAAAAk5hbWUADQAAAExpbmtEYXRhTGlzdAAQVmVyc2lvbgABAAAACUxhc3RXcml0ZQACWJuokAEAAAACAP////9wAHAAAAAFX2lkABAAAAAEMiyP0ClSbUGEm9fY5Q9zegNEYXRhABYAAAACUGVyc29uYWxJZAABAAAAAAACTmFtZQALAAAAUGVyc29uYWxJZAAQVmVyc2lvbgAAAAAACUxhc3RXcml0ZQA3WJ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DAP///////wUAAAADAP///////wUAAAADAP///////wUAAAADAP///////////////////////////////////////////////////////////////////////////////////////////////////////////////////////////////////////////////////////////////////////////////////////////////////////////////////////////////////////////////////////////////////////////////////////////////////////////////////////////////////////////////////////////////////////////////////////////////////////////////////////////////////////////////wEAIAH///////////////8AAA7///////8FAAAABAD///////////////////////////////////////////////////////////////////////////////////////////////////////////////////////////////////////////////////////////////////////////////////////////////////////////////////////////////////////////////////////////////////////////////////////////////////////////////////////////////////////////////////////////////////////////////////////////////////////////////////////////////////////////////////////////////////////////////////////////////////////////////////////8CAAEBAwAAAAIA////////DgAGTGlua0RhdGFMaXN0XzAEAAAAAAAFAAAAAAAFAAAAAwADAAUBAwAAAAMA////////DgAGTGlua0RhdGFMaXN0XzEEAAAAAQAFAAAAAgAFAAAABAA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13986922"/>
  <p:tag name="EMPOWERCHARTSPROPERTIES_B_LENGTH" val="24576"/>
  <p:tag name="DOWN_MIGRATION_INITIAL_LAYOUT_REQUIRED" val="9.2.99"/>
  <p:tag name="RUNTIME_ID" val="b9141074-9acf-402d-aeb9-82ab0ff60d3b"/>
</p:tagLst>
</file>

<file path=ppt/tags/tag31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5gsAAAAAAAAAAAAAIAD///////////////8AAAD///////////////8DAAAAAgD///////8DAAAABAD///////8DAAAABAD///////8DAAAABAD///////8DAAAABAD///////////////////////////////////////////////////////////////////////////////////////////////////////////////////////////////////////////////////////////////////////////////////////////////////////////////////////////////////////////////////////////////////////////////////////////////////////////////////////////////////////////////////////////////////////////////////////////////////////////////////////////////////////////////8BACAA////////////////AAAO////////AwAAAAQA////////////////////////////////////////////////////////////////////////////////////////////////////////////////////////////////////////////////////////////////////////////////////////////////////////////////////////////////////////////////////////////////////////////////////////////////////////////////////////////////////////////////////////////////////////////////////////////////////////////////////////////////////////////////////////////////////////////////////////////////////////////////////////AgABAP///////wUAAAACABAACyXmoRsfsxdIini7QtAR2W8EAAAAAAADAAAAAAADAAAAAwADAAEA////////BQAAAAMAEAALC6OYziN3XE+ymfEZ4UWSFwQAAAABAAMAAAACAAMAAAAEAAQABQD///////8FAAAABAAQAAtH1W/jD3asTKdZ5fOINf8FBAAAAAIAAwAAAAMAAwAAAAE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eahGx+zF0iKeLtC0BHZbwREYXRhAAUAAAAAAk5hbWUADQAAAExpbmtEYXRhTGlzdAAQVmVyc2lvbgAAAAAACUxhc3RXcml0ZQCH8p6okAEAAAABAP////9hAGEAAAAFX2lkABAAAAAEC6OYziN3XE+ymfEZ4UWSFwREYXRhAAUAAAAAAk5hbWUADQAAAExpbmtEYXRhTGlzdAAQVmVyc2lvbgABAAAACUxhc3RXcml0ZQCK8p6okAEAAAACAP////9wAHAAAAAFX2lkABAAAAAER9Vv4w92rEynWeXziDX/BQNEYXRhABYAAAACUGVyc29uYWxJZAABAAAAAAACTmFtZQALAAAAUGVyc29uYWxJZAAQVmVyc2lvbgAAAAAACUxhc3RXcml0ZQC08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6198223"/>
  <p:tag name="EMPOWERCHARTSPROPERTIES_B_LENGTH" val="24576"/>
  <p:tag name="DOWN_MIGRATION_INITIAL_LAYOUT_REQUIRED" val="9.2.99"/>
  <p:tag name="RUNTIME_ID" val="5e771113-547c-4bec-9202-2f7e373bff6a"/>
</p:tagLst>
</file>

<file path=ppt/tags/tag31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gD///////8DAAAAAgD///////////////////////////////////////////////////////////////////////////////////////////////////////////////////////////////////////////////////////////////////////////////////////////////////////////////////////////////////////////////////////////////////////////////////////////////////////////////////////////////////////////////////////////////////////////////////////////////////////////////////////////////////////////////////////////////8BACAA////////////////AAAO////////AwAAAAMA////////////////////////////////////////////////////////////////////////////////////////////////////////////////////////////////////////////////////////////////////////////////////////////////////////////////////////////////////////////////////////////////////////////////////////////////////////////////////////////////////////////////////////////////////////////////////////////////////////////////////////////////////////////////////////////////////////////////////////////////////////////////////////AgAEAP///////wUAAAACABAAC4FfCyD8tYNIrnuukT6cnAIEAAAAAAADAAAAAAADAAAABAADAAAAAAADAAAABAADAAAAAAD///////8DAAAAAAD///////8DAAEA////////BQAAAAMAEAALJ6C+1BeT9EiBbSUeXiNhvQQAAAABAAMAAAAEAAMAAAABAAQAAgD///////8FAAAABAAQAAtY0k3C5NhYS6Ybzc6e4Dem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V8LIPy1g0iue66RPpycAgREYXRhAAUAAAAAAk5hbWUADQAAAExpbmtEYXRhTGlzdAAQVmVyc2lvbgAAAAAACUxhc3RXcml0ZQAdkJ6okAEAAAABAP////9hAGEAAAAFX2lkABAAAAAEJ6C+1BeT9EiBbSUeXiNhvQREYXRhAAUAAAAAAk5hbWUADQAAAExpbmtEYXRhTGlzdAAQVmVyc2lvbgABAAAACUxhc3RXcml0ZQAfkJ6okAEAAAACAP////9wAHAAAAAFX2lkABAAAAAEWNJNwuTYWEumG83OnuA3pgNEYXRhABYAAAACUGVyc29uYWxJZAABAAAAAAACTmFtZQALAAAAUGVyc29uYWxJZAAQVmVyc2lvbgAAAAAACUxhc3RXcml0ZQBMkJ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EAIAH///////////////8AAA7///////8FAAAABAD///////////////////////////////////////////////////////////////////////////////////////////////////////////////////////////////////////////////////////////////////////////////////////////////////////////////////////////////////////////////////////////////////////////////////////////////////////////////////////////////////////////////////////////////////////////////////////////////////////////////////////////////////////////////////////////////////////////////////////////////////////////////////////8CAAQBAwAAAAIA////////DgAGTGlua0RhdGFMaXN0XzAEAAAAAAAFAAAAAAAFAAAAAwAFAAAAAAAFAAAABAAFAAAAAAAFAAAABAAFAAAAAAD///////8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23538845"/>
  <p:tag name="EMPOWERCHARTSPROPERTIES_B_LENGTH" val="24576"/>
  <p:tag name="DOWN_MIGRATION_INITIAL_LAYOUT_REQUIRED" val="9.2.99"/>
  <p:tag name="RUNTIME_ID" val="ccf2c995-747e-422a-bd43-63d55b3eb718"/>
</p:tagLst>
</file>

<file path=ppt/tags/tag3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qgsAAAAAAAAAAAAAIAD///////////////8AAAD///////////////8DAAAAAgD///////8DAAAAAgD///////8DAAAAAgD///////8DAAAABAD///////8DAAAAAwD///////////////////////////////////////////////////////////////////////////////////////////////////////////////////////////////////////////////////////////////////////////////////////////////////////////////////////////////////////////////////////////////////////////////////////////////////////////////////////////////////////////////////////////////////////////////////////////////////////////////////////////////////////////////8BACAA////////////////AAAO////////AwAAAAMA////////////////////////////////////////////////////////////////////////////////////////////////////////////////////////////////////////////////////////////////////////////////////////////////////////////////////////////////////////////////////////////////////////////////////////////////////////////////////////////////////////////////////////////////////////////////////////////////////////////////////////////////////////////////////////////////////////////////////////////////////////////////////////AgADAP///////wUAAAACABAAC1tKuSfIQSlPn7g0x6jA1vUEAAAAAAADAAAAAAADAAAABAADAAAAAAADAAAABAADAAAAAAADAAAABAADAAUA////////BQAAAAMAEAALcIdpr03QYE+M/hI7rSN7RAQAAAABAAMAAAAEAAMAAAABAAMAAAAEAP///////wMAAAAEAP///////wMAAAAEAP///////wMAAAAAAP///////wQABAD///////8FAAAABAAQAAuYg1F01EhHS6tyEoxKXvyKBAAAAAIAAwAAAAIAAwAAAAMAAwAAAAIAAwAAAAM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0q5J8hBKU+fuDTHqMDW9QREYXRhAAUAAAAAAk5hbWUADQAAAExpbmtEYXRhTGlzdAAQVmVyc2lvbgAAAAAACUxhc3RXcml0ZQBS9Z6okAEAAAABAP////9hAGEAAAAFX2lkABAAAAAEcIdpr03QYE+M/hI7rSN7RAREYXRhAAUAAAAAAk5hbWUADQAAAExpbmtEYXRhTGlzdAAQVmVyc2lvbgABAAAACUxhc3RXcml0ZQBU9Z6okAEAAAACAP////9wAHAAAAAFX2lkABAAAAAEmINRdNRIR0urchKMSl78igNEYXRhABYAAAACUGVyc29uYWxJZAABAAAAAAACTmFtZQALAAAAUGVyc29uYWxJZAAQVmVyc2lvbgAAAAAACUxhc3RXcml0ZQB+9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CAP///////wUAAAADAP///////wUAAAADAP///////////////////////////////////////////////////////////////////////////////////////////////////////////////////////////////////////////////////////////////////////////////////////////////////////////////////////////////////////////////////////////////////////////////////////////////////////////////////////////////////////////////////////////////////////////////////////////////////////////////////////////////////////////////wEAIAH///////////////8AAA7///////8FAAAABAD///////////////////////////////////////////////////////////////////////////////////////////////////////////////////////////////////////////////////////////////////////////////////////////////////////////////////////////////////////////////////////////////////////////////////////////////////////////////////////////////////////////////////////////////////////////////////////////////////////////////////////////////////////////////////////////////////////////////////////////////////////////////////////8CAAMBAwAAAAIA////////DgAGTGlua0RhdGFMaXN0XzAEAAAAAAAFAAAAAAAFAAAAAwAFAAAAAAAFAAAAAwAFAAAAAAAFAAAAAwADAAUBAwAAAAMA////////DgAGTGlua0RhdGFMaXN0XzEEAAAAAQAFAAAAAgAFAAAABAAFAAAAAgD///////8FAAAAAg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2589433"/>
  <p:tag name="EMPOWERCHARTSPROPERTIES_B_LENGTH" val="24576"/>
  <p:tag name="DOWN_MIGRATION_INITIAL_LAYOUT_REQUIRED" val="9.2.99"/>
  <p:tag name="RUNTIME_ID" val="efa4b5c1-8fcc-40b1-86eb-045935e7765d"/>
</p:tagLst>
</file>

<file path=ppt/tags/tag31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01arTLmJfBKqVgk5tTXKykEAAAAAAADAAAAAAADAAAAAwADAAIA////////BQAAAAMAEAALBiKKbo+Fk0+VKafHhybJ+QQAAAABAAMAAAACAAMAAAAEAAMAAAAAAP///////wQAAQD///////8FAAAABAAQAAuTBzKt+IhKQa9y19JF3K7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qtMuYl8EqpWCTm1NcrKQREYXRhAAUAAAAAAk5hbWUADQAAAExpbmtEYXRhTGlzdAAQVmVyc2lvbgAAAAAACUxhc3RXcml0ZQClFy8bjwEAAAABAP////9hAGEAAAAFX2lkABAAAAAEBiKKbo+Fk0+VKafHhybJ+QREYXRhAAUAAAAAAk5hbWUADQAAAExpbmtEYXRhTGlzdAAQVmVyc2lvbgABAAAACUxhc3RXcml0ZQCnFy8bjwEAAAACAP////9wAHAAAAAFX2lkABAAAAAEkwcyrfiISkGvctfSRdyu4gNEYXRhABYAAAACUGVyc29uYWxJZAABAAAAAAACTmFtZQALAAAAUGVyc29uYWxJZAAQVmVyc2lvbgAAAAAACUxhc3RXcml0ZQAAGC8b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7448223121140"/>
  <p:tag name="EMPOWERCHARTSPROPERTIES_B_LENGTH" val="24576"/>
  <p:tag name="DOWN_MIGRATION_INITIAL_LAYOUT_REQUIRED" val="9.2.99"/>
  <p:tag name="RUNTIME_ID" val="b2dc065b-3291-4e1f-8ab5-828bfcdc1e89"/>
</p:tagLst>
</file>

<file path=ppt/tags/tag32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gD///////8DAAAAAgD///////8DAAAAAgD///////8DAAAAAgD///////////////////////////////////////////////////////////////////////////////////////////////////////////////////////////////////////////////////////////////////////////////////////////////////////////////////////////////////////////////////////////////////////////////////////////////////////////////////////////////////////////////////////////////////////////////////////////////////////////////////////////////////////////////8BACAA////////////////AAAO////////AwAAAAMA////////////////////////////////////////////////////////////////////////////////////////////////////////////////////////////////////////////////////////////////////////////////////////////////////////////////////////////////////////////////////////////////////////////////////////////////////////////////////////////////////////////////////////////////////////////////////////////////////////////////////////////////////////////////////////////////////////////////////////////////////////////////////////AgAFAP///////wUAAAACABAACx2iM0JnEI5IiCNaxrZfsE4EAAAAAAADAAAABAADAAAAAwADAAAAAAD///////8DAAAAAAD///////8DAAAAAAD///////8DAAAAAAD///////8DAAEA////////BQAAAAMAEAALIf4R2qRR5UWc/xCjnOGjWwQAAAABAAMAAAACAAMAAAABAAQAAQD///////8FAAAABAAQAAvD2ZUWGWtSQqSQdLQo6OEf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aIzQmcQjkiII1rGtl+wTgREYXRhAAUAAAAAAk5hbWUADQAAAExpbmtEYXRhTGlzdAAQVmVyc2lvbgAAAAAACUxhc3RXcml0ZQCTWpuokAEAAAABAP////9hAGEAAAAFX2lkABAAAAAEIf4R2qRR5UWc/xCjnOGjWwREYXRhAAUAAAAAAk5hbWUADQAAAExpbmtEYXRhTGlzdAAQVmVyc2lvbgABAAAACUxhc3RXcml0ZQCaWpuokAEAAAACAP////9wAHAAAAAFX2lkABAAAAAEw9mVFhlrUkKkkHS0KOjhHwNEYXRhABYAAAACUGVyc29uYWxJZAABAAAAAAACTmFtZQALAAAAUGVyc29uYWxJZAAQVmVyc2lvbgAAAAAACUxhc3RXcml0ZQDJWpu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UAAAACAP///////////////////////////////////////////////////////////////////////////////////////////////////////////////////////////////////////////////////////////////////////////////////////////////////////////////////////////////////////////////////////////////////////////////////////////////////////////////////////////////////////////////////////////////////////////////////////////////////////////////////////////////////////////////wEAIAH///////////////8AAA7///////8FAAAABAD///////////////////////////////////////////////////////////////////////////////////////////////////////////////////////////////////////////////////////////////////////////////////////////////////////////////////////////////////////////////////////////////////////////////////////////////////////////////////////////////////////////////////////////////////////////////////////////////////////////////////////////////////////////////////////////////////////////////////////////////////////////////////////8CAAUBAwAAAAIA////////DgAGTGlua0RhdGFMaXN0XzAEAAAAAAAFAAAAAAAFAAAAAwAFAAAAAAAFAAAABAAFAAAAAAD///////8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4720581959"/>
  <p:tag name="EMPOWERCHARTSPROPERTIES_B_LENGTH" val="24576"/>
  <p:tag name="DOWN_MIGRATION_INITIAL_LAYOUT_REQUIRED" val="9.2.99"/>
  <p:tag name="RUNTIME_ID" val="7bc719ca-7e71-42b7-a360-18bfe2c924c4"/>
</p:tagLst>
</file>

<file path=ppt/tags/tag32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qgsAAAAAAAAAAAAAIAD///////////////8AAAD///////////////8DAAAAAgD///////8DAAAAAgD///////8DAAAAAgD///////8DAAAABAD///////8DAAAAAwD///////////////////////////////////////////////////////////////////////////////////////////////////////////////////////////////////////////////////////////////////////////////////////////////////////////////////////////////////////////////////////////////////////////////////////////////////////////////////////////////////////////////////////////////////////////////////////////////////////////////////////////////////////////////8BACAA////////////////AAAO////////AwAAAAMA////////////////////////////////////////////////////////////////////////////////////////////////////////////////////////////////////////////////////////////////////////////////////////////////////////////////////////////////////////////////////////////////////////////////////////////////////////////////////////////////////////////////////////////////////////////////////////////////////////////////////////////////////////////////////////////////////////////////////////////////////////////////////////AgADAP///////wUAAAACABAAC1tKuSfIQSlPn7g0x6jA1vUEAAAAAAADAAAAAAADAAAABAADAAAAAAADAAAABAADAAAAAAADAAAABAADAAUA////////BQAAAAMAEAALcIdpr03QYE+M/hI7rSN7RAQAAAABAAMAAAAEAAMAAAABAAMAAAAEAP///////wMAAAAEAP///////wMAAAAEAP///////wMAAAAAAP///////wQABAD///////8FAAAABAAQAAuYg1F01EhHS6tyEoxKXvyKBAAAAAIAAwAAAAIAAwAAAAMAAwAAAAIAAwAAAAM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0q5J8hBKU+fuDTHqMDW9QREYXRhAAUAAAAAAk5hbWUADQAAAExpbmtEYXRhTGlzdAAQVmVyc2lvbgAAAAAACUxhc3RXcml0ZQBS9Z6okAEAAAABAP////9hAGEAAAAFX2lkABAAAAAEcIdpr03QYE+M/hI7rSN7RAREYXRhAAUAAAAAAk5hbWUADQAAAExpbmtEYXRhTGlzdAAQVmVyc2lvbgABAAAACUxhc3RXcml0ZQBU9Z6okAEAAAACAP////9wAHAAAAAFX2lkABAAAAAEmINRdNRIR0urchKMSl78igNEYXRhABYAAAACUGVyc29uYWxJZAABAAAAAAACTmFtZQALAAAAUGVyc29uYWxJZAAQVmVyc2lvbgAAAAAACUxhc3RXcml0ZQB+9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CAP///////wUAAAADAP///////wUAAAADAP///////////////////////////////////////////////////////////////////////////////////////////////////////////////////////////////////////////////////////////////////////////////////////////////////////////////////////////////////////////////////////////////////////////////////////////////////////////////////////////////////////////////////////////////////////////////////////////////////////////////////////////////////////////////wEAIAH///////////////8AAA7///////8FAAAABAD///////////////////////////////////////////////////////////////////////////////////////////////////////////////////////////////////////////////////////////////////////////////////////////////////////////////////////////////////////////////////////////////////////////////////////////////////////////////////////////////////////////////////////////////////////////////////////////////////////////////////////////////////////////////////////////////////////////////////////////////////////////////////////8CAAMBAwAAAAIA////////DgAGTGlua0RhdGFMaXN0XzAEAAAAAAAFAAAAAAAFAAAAAwAFAAAAAAAFAAAAAwAFAAAAAAAFAAAAAwADAAUBAwAAAAMA////////DgAGTGlua0RhdGFMaXN0XzEEAAAAAQAFAAAAAgAFAAAABAAFAAAAAgD///////8FAAAAAg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2589433"/>
  <p:tag name="EMPOWERCHARTSPROPERTIES_B_LENGTH" val="24576"/>
  <p:tag name="DOWN_MIGRATION_INITIAL_LAYOUT_REQUIRED" val="9.2.99"/>
  <p:tag name="RUNTIME_ID" val="fee32df4-efb5-43f9-ab1c-895b1772b322"/>
</p:tagLst>
</file>

<file path=ppt/tags/tag3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d353212e-42dd-4417-bffe-78d69708a4d9"/>
</p:tagLst>
</file>

<file path=ppt/tags/tag32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gD///////////////////////////////////////////////////////////////////////////////////////////////////////////////////////////////////////////////////////////////////////////////////////////////////////////////////////////////////////////////////////////////////////////////////////////////////////////////////////////////////////////////////////////////////////////////////////////////////////////////////////////////////////////////////////////////////////////////////////////////8BACAA////////////////AAAO////////AwAAAAMA////////////////////////////////////////////////////////////////////////////////////////////////////////////////////////////////////////////////////////////////////////////////////////////////////////////////////////////////////////////////////////////////////////////////////////////////////////////////////////////////////////////////////////////////////////////////////////////////////////////////////////////////////////////////////////////////////////////////////////////////////////////////////////AgACAP///////wUAAAACABAACzDxKWx7/spPujdoDbDV1fMEAAAAAAADAAAABAADAAAAAwADAAAAAAD///////8DAAEA////////BQAAAAMAEAALVu5M2usMS0aAV44SHaNs+QQAAAABAAMAAAACAAMAAAABAAQAAQD///////8FAAAABAAQAAuK4MFibW3WSLbLp/RFPJc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PEpbHv+yk+6N2gNsNXV8wREYXRhAAUAAAAAAk5hbWUADQAAAExpbmtEYXRhTGlzdAAQVmVyc2lvbgAAAAAACUxhc3RXcml0ZQC6kJ6okAEAAAABAP////9hAGEAAAAFX2lkABAAAAAEVu5M2usMS0aAV44SHaNs+QREYXRhAAUAAAAAAk5hbWUADQAAAExpbmtEYXRhTGlzdAAQVmVyc2lvbgABAAAACUxhc3RXcml0ZQDGkJ6okAEAAAACAP////9wAHAAAAAFX2lkABAAAAAEiuDBYm1t1ki2y6f0RTyXHQNEYXRhABYAAAACUGVyc29uYWxJZAABAAAAAAACTmFtZQALAAAAUGVyc29uYWxJZAAQVmVyc2lvbgAAAAAACUxhc3RXcml0ZQD0kJ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25253653"/>
  <p:tag name="EMPOWERCHARTSPROPERTIES_B_LENGTH" val="24576"/>
  <p:tag name="DOWN_MIGRATION_INITIAL_LAYOUT_REQUIRED" val="9.2.99"/>
  <p:tag name="RUNTIME_ID" val="add768bd-c329-4da3-a0ae-b2a7dec8cd43"/>
</p:tagLst>
</file>

<file path=ppt/tags/tag32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qgsAAAAAAAAAAAAAIAD///////////////8AAAD///////////////8DAAAABAD///////8DAAAAAgD///////8DAAAAAgD///////8DAAAAAgD///////8DAAAAAgD///////8DAAAAAgD///////8DAAAAAgD///////8DAAAAAgD///////////////////////////////////////////////////////////////////////////////////////////////////////////////////////////////////////////////////////////////////////////////////////////////////////////////////////////////////////////////////////////////////////////////////////////////////////////////////////////////////////////////////////////////////////////////////////////////8BACAA////////////////AAAO////////AwAAAAMA////////////////////////////////////////////////////////////////////////////////////////////////////////////////////////////////////////////////////////////////////////////////////////////////////////////////////////////////////////////////////////////////////////////////////////////////////////////////////////////////////////////////////////////////////////////////////////////////////////////////////////////////////////////////////////////////////////////////////////////////////////////////////////AgAIAP///////wUAAAACABAAC49JokXkWL1OoNnMos4RPzkEAAAAAAADAAAABAADAAAAAwADAAAAAAADAAAAAwADAAAAAAADAAAAAwADAAAAAAD///////8DAAAAAAD///////8DAAAAAAD///////8DAAAAAAD///////8DAAAAAAD///////8DAAMA////////BQAAAAMAEAALsjwKyF8ffEavk1WOguyJVwQAAAABAAMAAAACAAMAAAABAAMAAAACAP///////wMAAAACAP///////wQAAQD///////8FAAAABAAQAAuUQA8hXJmYTpU6Of9OGnew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0miReRYvU6g2cyizhE/OQREYXRhAAUAAAAAAk5hbWUADQAAAExpbmtEYXRhTGlzdAAQVmVyc2lvbgABAAAACUxhc3RXcml0ZQAflZ6okAEAAAABAP////9hAGEAAAAFX2lkABAAAAAEsjwKyF8ffEavk1WOguyJVwREYXRhAAUAAAAAAk5hbWUADQAAAExpbmtEYXRhTGlzdAAQVmVyc2lvbgAAAAAACUxhc3RXcml0ZQAdlZ6okAEAAAACAP////9wAHAAAAAFX2lkABAAAAAElEAPIVyZmE6VOjn/Thp3sANEYXRhABYAAAACUGVyc29uYWxJZAABAAAAAAACTmFtZQALAAAAUGVyc29uYWxJZAAQVmVyc2lvbgAAAAAACUxhc3RXcml0ZQBLl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CwAAAAAAAAAAAAAgAf///////////////wAAAP///////////////wUAAAADAP///////wUAAAADAP///////wUAAAADAP///////wUAAAACAP///////wUAAAACAP///////wUAAAACAP///////wUAAAACAP///////wUAAAACAP///////////////////////////////////////////////////////////////////////////////////////////////////////////////////////////////////////////////////////////////////////////////////////////////////////////////////////////////////////////////////////////////////////////////////////////////////////////////////////////////////////////////////////////////////////////////////////////////wEAIAH///////////////8AAA7///////8FAAAABAD///////////////////////////////////////////////////////////////////////////////////////////////////////////////////////////////////////////////////////////////////////////////////////////////////////////////////////////////////////////////////////////////////////////////////////////////////////////////////////////////////////////////////////////////////////////////////////////////////////////////////////////////////////////////////////////////////////////////////////////////////////////////////////8CAAgBAwAAAAIA////////DgAGTGlua0RhdGFMaXN0XzEEAAAAAAAFAAAAAwAFAAAABAAFAAAAAwAFAAAABAAFAAAAAwAFAAAABAAFAAAAAAAFAAAABAAFAAAAAAAFAAAABAAFAAAAAAD///////8FAAAAAAD///////8FAAAAAAD///////8DAAMBAwAAAAMA////////DgAGTGlua0RhdGFMaXN0XzAEAAAAAQAFAAAAAAAFAAAAAgAFAAAAAAAFAAAAAgAFAAAAAAAFAAAAAgAEAAUBAwAAAAQA////////DAAGUGVyc29uYWxJZF8wBAAAAAIABQAAAAIABQAAAAEABQAAAAI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36385411"/>
  <p:tag name="EMPOWERCHARTSPROPERTIES_B_LENGTH" val="24576"/>
  <p:tag name="DOWN_MIGRATION_INITIAL_LAYOUT_REQUIRED" val="9.2.99"/>
  <p:tag name="RUNTIME_ID" val="2bf493db-7dcf-4bc8-8f4d-654c58767d3d"/>
</p:tagLst>
</file>

<file path=ppt/tags/tag32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5gsAAAAAAAAAAAAAIAD///////////////8AAAD///////////////8DAAAAAgD///////8DAAAABAD///////8DAAAABAD///////8DAAAABAD///////8DAAAABAD///////////////////////////////////////////////////////////////////////////////////////////////////////////////////////////////////////////////////////////////////////////////////////////////////////////////////////////////////////////////////////////////////////////////////////////////////////////////////////////////////////////////////////////////////////////////////////////////////////////////////////////////////////////////8BACAA////////////////AAAO////////AwAAAAQA////////////////////////////////////////////////////////////////////////////////////////////////////////////////////////////////////////////////////////////////////////////////////////////////////////////////////////////////////////////////////////////////////////////////////////////////////////////////////////////////////////////////////////////////////////////////////////////////////////////////////////////////////////////////////////////////////////////////////////////////////////////////////////AgABAP///////wUAAAACABAACyXmoRsfsxdIini7QtAR2W8EAAAAAAADAAAAAAADAAAAAwADAAEA////////BQAAAAMAEAALC6OYziN3XE+ymfEZ4UWSFwQAAAABAAMAAAACAAMAAAAEAAQABQD///////8FAAAABAAQAAtH1W/jD3asTKdZ5fOINf8FBAAAAAIAAwAAAAMAAwAAAAE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eahGx+zF0iKeLtC0BHZbwREYXRhAAUAAAAAAk5hbWUADQAAAExpbmtEYXRhTGlzdAAQVmVyc2lvbgAAAAAACUxhc3RXcml0ZQCH8p6okAEAAAABAP////9hAGEAAAAFX2lkABAAAAAEC6OYziN3XE+ymfEZ4UWSFwREYXRhAAUAAAAAAk5hbWUADQAAAExpbmtEYXRhTGlzdAAQVmVyc2lvbgABAAAACUxhc3RXcml0ZQCK8p6okAEAAAACAP////9wAHAAAAAFX2lkABAAAAAER9Vv4w92rEynWeXziDX/BQNEYXRhABYAAAACUGVyc29uYWxJZAABAAAAAAACTmFtZQALAAAAUGVyc29uYWxJZAAQVmVyc2lvbgAAAAAACUxhc3RXcml0ZQC08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6198223"/>
  <p:tag name="EMPOWERCHARTSPROPERTIES_B_LENGTH" val="24576"/>
  <p:tag name="DOWN_MIGRATION_INITIAL_LAYOUT_REQUIRED" val="9.2.99"/>
  <p:tag name="RUNTIME_ID" val="71337d98-3349-4609-987d-1bd0ceda19fb"/>
</p:tagLst>
</file>

<file path=ppt/tags/tag32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5gsAAAAAAAAAAAAAIAD///////////////8AAAD///////////////8DAAAAAgD///////8DAAAABAD///////8DAAAABAD///////8DAAAABAD///////8DAAAABAD///////////////////////////////////////////////////////////////////////////////////////////////////////////////////////////////////////////////////////////////////////////////////////////////////////////////////////////////////////////////////////////////////////////////////////////////////////////////////////////////////////////////////////////////////////////////////////////////////////////////////////////////////////////////8BACAA////////////////AAAO////////AwAAAAQA////////////////////////////////////////////////////////////////////////////////////////////////////////////////////////////////////////////////////////////////////////////////////////////////////////////////////////////////////////////////////////////////////////////////////////////////////////////////////////////////////////////////////////////////////////////////////////////////////////////////////////////////////////////////////////////////////////////////////////////////////////////////////////AgABAP///////wUAAAACABAACyXmoRsfsxdIini7QtAR2W8EAAAAAAADAAAAAAADAAAAAwADAAEA////////BQAAAAMAEAALC6OYziN3XE+ymfEZ4UWSFwQAAAABAAMAAAACAAMAAAAEAAQABQD///////8FAAAABAAQAAtH1W/jD3asTKdZ5fOINf8FBAAAAAIAAwAAAAMAAwAAAAE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eahGx+zF0iKeLtC0BHZbwREYXRhAAUAAAAAAk5hbWUADQAAAExpbmtEYXRhTGlzdAAQVmVyc2lvbgAAAAAACUxhc3RXcml0ZQCH8p6okAEAAAABAP////9hAGEAAAAFX2lkABAAAAAEC6OYziN3XE+ymfEZ4UWSFwREYXRhAAUAAAAAAk5hbWUADQAAAExpbmtEYXRhTGlzdAAQVmVyc2lvbgABAAAACUxhc3RXcml0ZQCK8p6okAEAAAACAP////9wAHAAAAAFX2lkABAAAAAER9Vv4w92rEynWeXziDX/BQNEYXRhABYAAAACUGVyc29uYWxJZAABAAAAAAACTmFtZQALAAAAUGVyc29uYWxJZAAQVmVyc2lvbgAAAAAACUxhc3RXcml0ZQC08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6198223"/>
  <p:tag name="EMPOWERCHARTSPROPERTIES_B_LENGTH" val="24576"/>
  <p:tag name="DOWN_MIGRATION_INITIAL_LAYOUT_REQUIRED" val="9.2.99"/>
  <p:tag name="RUNTIME_ID" val="ebaac55e-0b67-4490-8e28-0695247ce4e1"/>
</p:tagLst>
</file>

<file path=ppt/tags/tag32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5gsAAAAAAAAAAAAAIAD///////////////8AAAD///////////////8DAAAAAgD///////8DAAAABAD///////8DAAAABAD///////8DAAAABAD///////8DAAAABAD///////////////////////////////////////////////////////////////////////////////////////////////////////////////////////////////////////////////////////////////////////////////////////////////////////////////////////////////////////////////////////////////////////////////////////////////////////////////////////////////////////////////////////////////////////////////////////////////////////////////////////////////////////////////8BACAA////////////////AAAO////////AwAAAAQA////////////////////////////////////////////////////////////////////////////////////////////////////////////////////////////////////////////////////////////////////////////////////////////////////////////////////////////////////////////////////////////////////////////////////////////////////////////////////////////////////////////////////////////////////////////////////////////////////////////////////////////////////////////////////////////////////////////////////////////////////////////////////////AgABAP///////wUAAAACABAACyXmoRsfsxdIini7QtAR2W8EAAAAAAADAAAAAAADAAAAAwADAAEA////////BQAAAAMAEAALC6OYziN3XE+ymfEZ4UWSFwQAAAABAAMAAAACAAMAAAAEAAQABQD///////8FAAAABAAQAAtH1W/jD3asTKdZ5fOINf8FBAAAAAIAAwAAAAMAAwAAAAE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eahGx+zF0iKeLtC0BHZbwREYXRhAAUAAAAAAk5hbWUADQAAAExpbmtEYXRhTGlzdAAQVmVyc2lvbgAAAAAACUxhc3RXcml0ZQCH8p6okAEAAAABAP////9hAGEAAAAFX2lkABAAAAAEC6OYziN3XE+ymfEZ4UWSFwREYXRhAAUAAAAAAk5hbWUADQAAAExpbmtEYXRhTGlzdAAQVmVyc2lvbgABAAAACUxhc3RXcml0ZQCK8p6okAEAAAACAP////9wAHAAAAAFX2lkABAAAAAER9Vv4w92rEynWeXziDX/BQNEYXRhABYAAAACUGVyc29uYWxJZAABAAAAAAACTmFtZQALAAAAUGVyc29uYWxJZAAQVmVyc2lvbgAAAAAACUxhc3RXcml0ZQC08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76198223"/>
  <p:tag name="EMPOWERCHARTSPROPERTIES_B_LENGTH" val="24576"/>
  <p:tag name="DOWN_MIGRATION_INITIAL_LAYOUT_REQUIRED" val="9.2.99"/>
  <p:tag name="RUNTIME_ID" val="ebaac55e-0b67-4490-8e28-0695247ce4e1"/>
</p:tagLst>
</file>

<file path=ppt/tags/tag32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wUA2gsAAAAAAAAAAAAAIAD///////////////8AAAD///////////////8DAAAAAgD///////8DAAAAAwD///////8DAAAAAwD///////8DAAAAAwD///////8DAAAAAwD///////8DAAAAAwD///////////////////////////////////////////////////////////////////////////////////////////////////////////////////////////////////////////////////////////////////////////////////////////////////////////////////////////////////////////////////////////////////////////////////////////////////////////////////////////////////////////////////////////////////////////////////////////////////////////////////////////////8BACAA////////////////AAAO////////AwAAAAMA////////////////////////////////////////////////////////////////////////////////////////////////////////////////////////////////////////////////////////////////////////////////////////////////////////////////////////////////////////////////////////////////////////////////////////////////////////////////////////////////////////////////////////////////////////////////////////////////////////////////////////////////////////////////////////////////////////////////////////////////////////////////////////AgABAP///////wUAAAACABAACwKNHG0dXWBBvqE+wvTo8/kEAAAAAAADAAAAAAADAAAABAADAAYA////////BQAAAAMAEAALTsQ+/jVUM0ev/zTnC9PFNQQAAAABAAMAAAAEAAMAAAABAAMAAAAAAP///////wMAAAAAAP///////wMAAAAAAP///////wMAAAAAAP///////wMAAAAAAP///////wQAAQD///////8FAAAABAAQAAswSXTq0WifQbzCCI6N9GR7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o0cbR1dYEG+oT7C9Ojz+QREYXRhAAUAAAAAAk5hbWUADQAAAExpbmtEYXRhTGlzdAAQVmVyc2lvbgAAAAAACUxhc3RXcml0ZQDI9Z6okAEAAAABAP////9hAGEAAAAFX2lkABAAAAAETsQ+/jVUM0ev/zTnC9PFNQREYXRhAAUAAAAAAk5hbWUADQAAAExpbmtEYXRhTGlzdAAQVmVyc2lvbgABAAAACUxhc3RXcml0ZQDQ9Z6okAEAAAACAP////9wAHAAAAAFX2lkABAAAAAEMEl06tFon0G8wgiOjfRkewNEYXRhABYAAAACUGVyc29uYWxJZAABAAAAAAACTmFtZQALAAAAUGVyc29uYWxJZAAQVmVyc2lvbgAAAAAACUxhc3RXcml0ZQAV9p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7084144526"/>
  <p:tag name="EMPOWERCHARTSPROPERTIES_B_LENGTH" val="24576"/>
  <p:tag name="DOWN_MIGRATION_INITIAL_LAYOUT_REQUIRED" val="9.2.99"/>
  <p:tag name="RUNTIME_ID" val="87441c02-08ea-4dc1-8731-e65117313bdc"/>
</p:tagLst>
</file>

<file path=ppt/tags/tag33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9b6ecec5-2dc6-4249-8fed-86f6f93b5fb8"/>
</p:tagLst>
</file>

<file path=ppt/tags/tag33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qgsAAAAAAAAAAAAAIAD///////////////8AAAD///////////////8DAAAABAD///////8DAAAAAgD///////8DAAAAAgD///////8DAAAAAgD///////8DAAAAAgD///////8DAAAAAgD///////8DAAAAAgD///////8DAAAAAgD///////////////////////////////////////////////////////////////////////////////////////////////////////////////////////////////////////////////////////////////////////////////////////////////////////////////////////////////////////////////////////////////////////////////////////////////////////////////////////////////////////////////////////////////////////////////////////////////8BACAA////////////////AAAO////////AwAAAAMA////////////////////////////////////////////////////////////////////////////////////////////////////////////////////////////////////////////////////////////////////////////////////////////////////////////////////////////////////////////////////////////////////////////////////////////////////////////////////////////////////////////////////////////////////////////////////////////////////////////////////////////////////////////////////////////////////////////////////////////////////////////////////////AgAIAP///////wUAAAACABAAC49JokXkWL1OoNnMos4RPzkEAAAAAAADAAAABAADAAAAAwADAAAAAAADAAAAAwADAAAAAAADAAAAAwADAAAAAAD///////8DAAAAAAD///////8DAAAAAAD///////8DAAAAAAD///////8DAAAAAAD///////8DAAMA////////BQAAAAMAEAALsjwKyF8ffEavk1WOguyJVwQAAAABAAMAAAACAAMAAAABAAMAAAACAP///////wMAAAACAP///////wQAAQD///////8FAAAABAAQAAuUQA8hXJmYTpU6Of9OGnew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0miReRYvU6g2cyizhE/OQREYXRhAAUAAAAAAk5hbWUADQAAAExpbmtEYXRhTGlzdAAQVmVyc2lvbgABAAAACUxhc3RXcml0ZQAflZ6okAEAAAABAP////9hAGEAAAAFX2lkABAAAAAEsjwKyF8ffEavk1WOguyJVwREYXRhAAUAAAAAAk5hbWUADQAAAExpbmtEYXRhTGlzdAAQVmVyc2lvbgAAAAAACUxhc3RXcml0ZQAdlZ6okAEAAAACAP////9wAHAAAAAFX2lkABAAAAAElEAPIVyZmE6VOjn/Thp3sANEYXRhABYAAAACUGVyc29uYWxJZAABAAAAAAACTmFtZQALAAAAUGVyc29uYWxJZAAQVmVyc2lvbgAAAAAACUxhc3RXcml0ZQBLl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CwAAAAAAAAAAAAAgAf///////////////wAAAP///////////////wUAAAADAP///////wUAAAADAP///////wUAAAADAP///////wUAAAACAP///////wUAAAACAP///////wUAAAACAP///////wUAAAACAP///////wUAAAACAP///////////////////////////////////////////////////////////////////////////////////////////////////////////////////////////////////////////////////////////////////////////////////////////////////////////////////////////////////////////////////////////////////////////////////////////////////////////////////////////////////////////////////////////////////////////////////////////////wEAIAH///////////////8AAA7///////8FAAAABAD///////////////////////////////////////////////////////////////////////////////////////////////////////////////////////////////////////////////////////////////////////////////////////////////////////////////////////////////////////////////////////////////////////////////////////////////////////////////////////////////////////////////////////////////////////////////////////////////////////////////////////////////////////////////////////////////////////////////////////////////////////////////////////8CAAgBAwAAAAIA////////DgAGTGlua0RhdGFMaXN0XzEEAAAAAAAFAAAAAwAFAAAABAAFAAAAAwAFAAAABAAFAAAAAwAFAAAABAAFAAAAAAAFAAAABAAFAAAAAAAFAAAABAAFAAAAAAD///////8FAAAAAAD///////8FAAAAAAD///////8DAAMBAwAAAAMA////////DgAGTGlua0RhdGFMaXN0XzAEAAAAAQAFAAAAAAAFAAAAAgAFAAAAAAAFAAAAAgAFAAAAAAAFAAAAAgAEAAUBAwAAAAQA////////DAAGUGVyc29uYWxJZF8wBAAAAAIABQAAAAIABQAAAAEABQAAAAI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36385411"/>
  <p:tag name="EMPOWERCHARTSPROPERTIES_B_LENGTH" val="24576"/>
  <p:tag name="DOWN_MIGRATION_INITIAL_LAYOUT_REQUIRED" val="9.2.99"/>
  <p:tag name="RUNTIME_ID" val="6dd0385b-ef8d-4e83-9a52-af0eb530bbcd"/>
</p:tagLst>
</file>

<file path=ppt/tags/tag3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qgsAAAAAAAAAAAAAIAD///////////////8AAAD///////////////8DAAAABAD///////8DAAAAAgD///////8DAAAAAgD///////8DAAAAAgD///////8DAAAAAgD///////8DAAAAAgD///////8DAAAAAgD///////8DAAAAAgD///////////////////////////////////////////////////////////////////////////////////////////////////////////////////////////////////////////////////////////////////////////////////////////////////////////////////////////////////////////////////////////////////////////////////////////////////////////////////////////////////////////////////////////////////////////////////////////////8BACAA////////////////AAAO////////AwAAAAMA////////////////////////////////////////////////////////////////////////////////////////////////////////////////////////////////////////////////////////////////////////////////////////////////////////////////////////////////////////////////////////////////////////////////////////////////////////////////////////////////////////////////////////////////////////////////////////////////////////////////////////////////////////////////////////////////////////////////////////////////////////////////////////AgAIAP///////wUAAAACABAAC49JokXkWL1OoNnMos4RPzkEAAAAAAADAAAABAADAAAAAwADAAAAAAADAAAAAwADAAAAAAADAAAAAwADAAAAAAD///////8DAAAAAAD///////8DAAAAAAD///////8DAAAAAAD///////8DAAAAAAD///////8DAAMA////////BQAAAAMAEAALsjwKyF8ffEavk1WOguyJVwQAAAABAAMAAAACAAMAAAABAAMAAAACAP///////wMAAAACAP///////wQAAQD///////8FAAAABAAQAAuUQA8hXJmYTpU6Of9OGnew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0miReRYvU6g2cyizhE/OQREYXRhAAUAAAAAAk5hbWUADQAAAExpbmtEYXRhTGlzdAAQVmVyc2lvbgABAAAACUxhc3RXcml0ZQAflZ6okAEAAAABAP////9hAGEAAAAFX2lkABAAAAAEsjwKyF8ffEavk1WOguyJVwREYXRhAAUAAAAAAk5hbWUADQAAAExpbmtEYXRhTGlzdAAQVmVyc2lvbgAAAAAACUxhc3RXcml0ZQAdlZ6okAEAAAACAP////9wAHAAAAAFX2lkABAAAAAElEAPIVyZmE6VOjn/Thp3sANEYXRhABYAAAACUGVyc29uYWxJZAABAAAAAAACTmFtZQALAAAAUGVyc29uYWxJZAAQVmVyc2lvbgAAAAAACUxhc3RXcml0ZQBLlZ6o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CwAAAAAAAAAAAAAgAf///////////////wAAAP///////////////wUAAAADAP///////wUAAAADAP///////wUAAAADAP///////wUAAAACAP///////wUAAAACAP///////wUAAAACAP///////wUAAAACAP///////wUAAAACAP///////////////////////////////////////////////////////////////////////////////////////////////////////////////////////////////////////////////////////////////////////////////////////////////////////////////////////////////////////////////////////////////////////////////////////////////////////////////////////////////////////////////////////////////////////////////////////////////wEAIAH///////////////8AAA7///////8FAAAABAD///////////////////////////////////////////////////////////////////////////////////////////////////////////////////////////////////////////////////////////////////////////////////////////////////////////////////////////////////////////////////////////////////////////////////////////////////////////////////////////////////////////////////////////////////////////////////////////////////////////////////////////////////////////////////////////////////////////////////////////////////////////////////////8CAAgBAwAAAAIA////////DgAGTGlua0RhdGFMaXN0XzEEAAAAAAAFAAAAAwAFAAAABAAFAAAAAwAFAAAABAAFAAAAAwAFAAAABAAFAAAAAAAFAAAABAAFAAAAAAAFAAAABAAFAAAAAAD///////8FAAAAAAD///////8FAAAAAAD///////8DAAMBAwAAAAMA////////DgAGTGlua0RhdGFMaXN0XzAEAAAAAQAFAAAAAAAFAAAAAgAFAAAAAAAFAAAAAgAFAAAAAAAFAAAAAgAEAAUBAwAAAAQA////////DAAGUGVyc29uYWxJZF8wBAAAAAIABQAAAAIABQAAAAEABQAAAAI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4126836385411"/>
  <p:tag name="EMPOWERCHARTSPROPERTIES_B_LENGTH" val="24576"/>
  <p:tag name="DOWN_MIGRATION_INITIAL_LAYOUT_REQUIRED" val="9.2.99"/>
  <p:tag name="RUNTIME_ID" val="2bf493db-7dcf-4bc8-8f4d-654c58767d3d"/>
</p:tagLst>
</file>

<file path=ppt/tags/tag33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3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4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gD///////////////////////////////////////////////////////////////////////////////////////////////////////////////////////////////////////////////////////////////////////////////////////////////////////////////////////////////////////////////////////////////////////////////////////////////////////////////////////////////////////////////////////////////////////////////////////////////////////////////////////////////////////////////////////////////8BACAA////////////////AAAO////////AwAAAAMA////////////////////////////////////////////////////////////////////////////////////////////////////////////////////////////////////////////////////////////////////////////////////////////////////////////////////////////////////////////////////////////////////////////////////////////////////////////////////////////////////////////////////////////////////////////////////////////////////////////////////////////////////////////////////////////////////////////////////////////////////////////////////////AgAEAP///////wUAAAACABAACwXnsHWx6vlMhuLJzq0N94YEAAAAAAADAAAABAADAAAAAwADAAAAAAADAAAAAwADAAAAAAADAAAAAwADAAAAAAD///////8DAAMA////////BQAAAAMAEAALwt4pe8OIpUqpQukKsT2xMQQAAAABAAMAAAACAAMAAAABAAMAAAACAP///////wMAAAACAP///////wQAAQD///////8FAAAABAAQAAsIpEE+xLMBR6/RVgzPk9U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eewdbHq+UyG4snOrQ33hgREYXRhAAUAAAAAAk5hbWUADQAAAExpbmtEYXRhTGlzdAAQVmVyc2lvbgABAAAACUxhc3RXcml0ZQDM//VEkgEAAAABAP////9hAGEAAAAFX2lkABAAAAAEwt4pe8OIpUqpQukKsT2xMQREYXRhAAUAAAAAAk5hbWUADQAAAExpbmtEYXRhTGlzdAAQVmVyc2lvbgAAAAAACUxhc3RXcml0ZQDG//VEkgEAAAACAP////9wAHAAAAAFX2lkABAAAAAECKRBPsSzAUev0VYMz5PVMwNEYXRhABYAAAACUGVyc29uYWxJZAABAAAAAAACTmFtZQALAAAAUGVyc29uYWxJZAAQVmVyc2lvbgAAAAAACUxhc3RXcml0ZQD+//VE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CAP///////////////////////////////////////////////////////////////////////////////////////////////////////////////////////////////////////////////////////////////////////////////////////////////////////////////////////////////////////////////////////////////////////////////////////////////////////////////////////////////////////////////////////////////////////////////////////////////////////////////////////////////////////////////////////////////wEAIAH///////////////8AAA7///////8FAAAABAD///////////////////////////////////////////////////////////////////////////////////////////////////////////////////////////////////////////////////////////////////////////////////////////////////////////////////////////////////////////////////////////////////////////////////////////////////////////////////////////////////////////////////////////////////////////////////////////////////////////////////////////////////////////////////////////////////////////////////////////////////////////////////////8CAAQBAwAAAAIA////////DgAGTGlua0RhdGFMaXN0XzEEAAAAAAAFAAAAAwAFAAAABAAFAAAAAwAFAAAABAAFAAAAAwAFAAAABAAFAAAAAAD///////8DAAMBAwAAAAMA////////DgAGTGlua0RhdGFMaXN0XzAEAAAAAQ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33306255754023"/>
  <p:tag name="EMPOWERCHARTSPROPERTIES_B_LENGTH" val="24576"/>
  <p:tag name="DOWN_MIGRATION_INITIAL_LAYOUT_REQUIRED" val="9.2.99"/>
  <p:tag name="RUNTIME_ID" val="aef440fe-cf62-4225-9125-b7dda6dcba63"/>
</p:tagLst>
</file>

<file path=ppt/tags/tag34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gD///////8DAAAAAgD///////8DAAAAAgD///////8DAAAAAgD///////////////////////////////////////////////////////////////////////////////////////////////////////////////////////////////////////////////////////////////////////////////////////////////////////////////////////////////////////////////////////////////////////////////////////////////////////////////////////////////////////////////////////////////////////////////////////////////////////////////////////////////////////////////8BACAA////////////////AAAO////////AwAAAAMA////////////////////////////////////////////////////////////////////////////////////////////////////////////////////////////////////////////////////////////////////////////////////////////////////////////////////////////////////////////////////////////////////////////////////////////////////////////////////////////////////////////////////////////////////////////////////////////////////////////////////////////////////////////////////////////////////////////////////////////////////////////////////////AgAFAP///////wUAAAACABAAC0epCY5Md8dOg/IQpI14pw4EAAAAAAADAAAABAADAAAAAwADAAAAAAD///////8DAAAAAAD///////8DAAAAAAD///////8DAAAAAAD///////8DAAEA////////BQAAAAMAEAALmPXEk3GRv0q7nFVh6jcm9AQAAAABAAMAAAACAAMAAAABAAQAAQD///////8FAAAABAAQAAsXiaMAY0OPSaqhNzfGu2eF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6kJjkx3x06D8hCkjXinDgREYXRhAAUAAAAAAk5hbWUADQAAAExpbmtEYXRhTGlzdAAQVmVyc2lvbgABAAAACUxhc3RXcml0ZQDXAJ0WjwEAAAABAP////9hAGEAAAAFX2lkABAAAAAEmPXEk3GRv0q7nFVh6jcm9AREYXRhAAUAAAAAAk5hbWUADQAAAExpbmtEYXRhTGlzdAAQVmVyc2lvbgAAAAAACUxhc3RXcml0ZQDLAJ0WjwEAAAACAP////9wAHAAAAAFX2lkABAAAAAEF4mjAGNDj0mqoTc3xrtnhQNEYXRhABYAAAACUGVyc29uYWxJZAABAAAAAAACTmFtZQALAAAAUGVyc29uYWxJZAAQVmVyc2lvbgAAAAAACUxhc3RXcml0ZQACAZ0W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UAAAACAP///////wUAAAACAP///////////////////////////////////////////////////////////////////////////////////////////////////////////////////////////////////////////////////////////////////////////////////////////////////////////////////////////////////////////////////////////////////////////////////////////////////////////////////////////////////////////////////////////////////////////////////////////////////////////////////////////////////////////////wEAIAH///////////////8AAA7///////8FAAAABAD///////////////////////////////////////////////////////////////////////////////////////////////////////////////////////////////////////////////////////////////////////////////////////////////////////////////////////////////////////////////////////////////////////////////////////////////////////////////////////////////////////////////////////////////////////////////////////////////////////////////////////////////////////////////////////////////////////////////////////////////////////////////////////8CAAUBAwAAAAIA////////DgAGTGlua0RhdGFMaXN0XzEEAAAAAAAFAAAAAwAFAAAABAAFAAAAAAD///////8FAAAAAAD///////8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6681393111685"/>
  <p:tag name="EMPOWERCHARTSPROPERTIES_B_LENGTH" val="24576"/>
  <p:tag name="DOWN_MIGRATION_INITIAL_LAYOUT_REQUIRED" val="9.2.99"/>
  <p:tag name="RUNTIME_ID" val="b95f0a2a-1c80-4ecc-8c98-0ea1069d88d5"/>
</p:tagLst>
</file>

<file path=ppt/tags/tag34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QBAQEBAQEBAQEBAQEBAQMAAAAAAAAAAwAAAAMAAAAA/////wUAegsAAAAAAAAAAAAAIAD///////////////8AAAD///////////////8DAAAAAgD///////8DAAAAAgD///////8DAAAAAgD///////8DAAAAAgD///////8DAAAABAD///////8DAAAABAD///////8DAAAABAD///////8DAAAABAD///////////////////////////////////////////////////////////////////////////////////////////////////////////////////////////////////////////////////////////////////////////////////////////////////////////////////////////////////////////////////////////////////////////////////////////////////////////////////////////////////////////////////////////////////////////////////////////////8BACAA////////////////AAAO////////AwAAAAMA////////////////////////////////////////////////////////////////////////////////////////////////////////////////////////////////////////////////////////////////////////////////////////////////////////////////////////////////////////////////////////////////////////////////////////////////////////////////////////////////////////////////////////////////////////////////////////////////////////////////////////////////////////////////////////////////////////////////////////////////////////////////////////AgAEAP///////wUAAAACABAACyU70y7I1zxChAajd6u/iFEEAAAAAAADAAAAAAADAAAABAADAAAAAAADAAAABAADAAAAAAADAAAABAADAAAAAAADAAAABAADAAQA////////BQAAAAMAEAALapTK+l7VFkuCUySFFiQQYgQAAAABAAMAAAAEAAMAAAABAAMAAAAEAP///////wMAAAAEAP///////wMAAAAEAP///////wQACAD///////8FAAAABAAQAAvA0qCmSgOQTrn5mapS3GbrBAAAAAIAAwAAAAIAAwAAAAMAAwAAAAIAAwAAAAMAAwAAAAIAAwAAAAMAAwAAAAI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TvTLsjXPEKEBqN3q7+IUQREYXRhAAUAAAAAAk5hbWUADQAAAExpbmtEYXRhTGlzdAAQVmVyc2lvbgABAAAACUxhc3RXcml0ZQB504YHjwEAAAABAP////9hAGEAAAAFX2lkABAAAAAEapTK+l7VFkuCUySFFiQQYgREYXRhAAUAAAAAAk5hbWUADQAAAExpbmtEYXRhTGlzdAAQVmVyc2lvbgAAAAAACUxhc3RXcml0ZQB304YHjwEAAAACAP////9wAHAAAAAFX2lkABAAAAAEwNKgpkoDkE65+ZmqUtxm6wNEYXRhABYAAAACUGVyc29uYWxJZAABAAAAAAACTmFtZQALAAAAUGVyc29uYWxJZAAQVmVyc2lvbgAAAAAACUxhc3RXcml0ZQCj04YH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EAIAH///////////////8AAA7///////8FAAAABAD///////////////////////////////////////////////////////////////////////////////////////////////////////////////////////////////////////////////////////////////////////////////////////////////////////////////////////////////////////////////////////////////////////////////////////////////////////////////////////////////////////////////////////////////////////////////////////////////////////////////////////////////////////////////////////////////////////////////////////////////////////////////////////8CAAQBAwAAAAIA////////DgAGTGlua0RhdGFMaXN0XzEEAAAAAAAFAAAAAwAFAAAABAAFAAAAAwAFAAAABAAFAAAAAwAFAAAABAAFAAAAAwD///////8DAAQBAwAAAAMA////////DgAGTGlua0RhdGFMaXN0XzAEAAAAAQAFAAAAAAAFAAAAAg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4150276588753"/>
  <p:tag name="EMPOWERCHARTSPROPERTIES_B_LENGTH" val="24576"/>
  <p:tag name="DOWN_MIGRATION_INITIAL_LAYOUT_REQUIRED" val="9.2.99"/>
  <p:tag name="RUNTIME_ID" val="a8bb2c59-3b8e-4441-b285-738c02a0838b"/>
</p:tagLst>
</file>

<file path=ppt/tags/tag34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gD///////8DAAAAAgD///////8DAAAAAgD///////8DAAAAAgD///////////////////////////////////////////////////////////////////////////////////////////////////////////////////////////////////////////////////////////////////////////////////////////////////////////////////////////////////////////////////////////////////////////////////////////////////////////////////////////////////////////////////////////////////////////////////////////////////////////////////////////////////////////////8BACAA////////////////AAAO////////AwAAAAMA////////////////////////////////////////////////////////////////////////////////////////////////////////////////////////////////////////////////////////////////////////////////////////////////////////////////////////////////////////////////////////////////////////////////////////////////////////////////////////////////////////////////////////////////////////////////////////////////////////////////////////////////////////////////////////////////////////////////////////////////////////////////////////AgAFAP///////wUAAAACABAAC0epCY5Md8dOg/IQpI14pw4EAAAAAAADAAAABAADAAAAAwADAAAAAAD///////8DAAAAAAD///////8DAAAAAAD///////8DAAAAAAD///////8DAAEA////////BQAAAAMAEAALmPXEk3GRv0q7nFVh6jcm9AQAAAABAAMAAAACAAMAAAABAAQAAQD///////8FAAAABAAQAAsXiaMAY0OPSaqhNzfGu2eF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6kJjkx3x06D8hCkjXinDgREYXRhAAUAAAAAAk5hbWUADQAAAExpbmtEYXRhTGlzdAAQVmVyc2lvbgABAAAACUxhc3RXcml0ZQDXAJ0WjwEAAAABAP////9hAGEAAAAFX2lkABAAAAAEmPXEk3GRv0q7nFVh6jcm9AREYXRhAAUAAAAAAk5hbWUADQAAAExpbmtEYXRhTGlzdAAQVmVyc2lvbgAAAAAACUxhc3RXcml0ZQDLAJ0WjwEAAAACAP////9wAHAAAAAFX2lkABAAAAAEF4mjAGNDj0mqoTc3xrtnhQNEYXRhABYAAAACUGVyc29uYWxJZAABAAAAAAACTmFtZQALAAAAUGVyc29uYWxJZAAQVmVyc2lvbgAAAAAACUxhc3RXcml0ZQACAZ0W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UAAAACAP///////wUAAAACAP///////////////////////////////////////////////////////////////////////////////////////////////////////////////////////////////////////////////////////////////////////////////////////////////////////////////////////////////////////////////////////////////////////////////////////////////////////////////////////////////////////////////////////////////////////////////////////////////////////////////////////////////////////////////wEAIAH///////////////8AAA7///////8FAAAABAD///////////////////////////////////////////////////////////////////////////////////////////////////////////////////////////////////////////////////////////////////////////////////////////////////////////////////////////////////////////////////////////////////////////////////////////////////////////////////////////////////////////////////////////////////////////////////////////////////////////////////////////////////////////////////////////////////////////////////////////////////////////////////////8CAAUBAwAAAAIA////////DgAGTGlua0RhdGFMaXN0XzEEAAAAAAAFAAAAAwAFAAAABAAFAAAAAAD///////8FAAAAAAD///////8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6681393111685"/>
  <p:tag name="EMPOWERCHARTSPROPERTIES_B_LENGTH" val="24576"/>
  <p:tag name="DOWN_MIGRATION_INITIAL_LAYOUT_REQUIRED" val="9.2.99"/>
  <p:tag name="RUNTIME_ID" val="2ba4a501-ef68-4887-b390-867427641cac"/>
</p:tagLst>
</file>

<file path=ppt/tags/tag34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QBAQEBAQEBAQEBAQEBAQMAAAAAAAAAAwAAAAMAAAAA/////wUAegsAAAAAAAAAAAAAIAD///////////////8AAAD///////////////8DAAAAAgD///////8DAAAAAgD///////8DAAAAAgD///////8DAAAAAgD///////8DAAAABAD///////8DAAAABAD///////8DAAAABAD///////8DAAAABAD///////////////////////////////////////////////////////////////////////////////////////////////////////////////////////////////////////////////////////////////////////////////////////////////////////////////////////////////////////////////////////////////////////////////////////////////////////////////////////////////////////////////////////////////////////////////////////////////8BACAA////////////////AAAO////////AwAAAAMA////////////////////////////////////////////////////////////////////////////////////////////////////////////////////////////////////////////////////////////////////////////////////////////////////////////////////////////////////////////////////////////////////////////////////////////////////////////////////////////////////////////////////////////////////////////////////////////////////////////////////////////////////////////////////////////////////////////////////////////////////////////////////////AgAEAP///////wUAAAACABAACyU70y7I1zxChAajd6u/iFEEAAAAAAADAAAAAAADAAAABAADAAAAAAADAAAABAADAAAAAAADAAAABAADAAAAAAADAAAABAADAAQA////////BQAAAAMAEAALapTK+l7VFkuCUySFFiQQYgQAAAABAAMAAAAEAAMAAAABAAMAAAAEAP///////wMAAAAEAP///////wMAAAAEAP///////wQACAD///////8FAAAABAAQAAvA0qCmSgOQTrn5mapS3GbrBAAAAAIAAwAAAAIAAwAAAAMAAwAAAAIAAwAAAAMAAwAAAAIAAwAAAAMAAwAAAAI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TvTLsjXPEKEBqN3q7+IUQREYXRhAAUAAAAAAk5hbWUADQAAAExpbmtEYXRhTGlzdAAQVmVyc2lvbgABAAAACUxhc3RXcml0ZQB504YHjwEAAAABAP////9hAGEAAAAFX2lkABAAAAAEapTK+l7VFkuCUySFFiQQYgREYXRhAAUAAAAAAk5hbWUADQAAAExpbmtEYXRhTGlzdAAQVmVyc2lvbgAAAAAACUxhc3RXcml0ZQB304YHjwEAAAACAP////9wAHAAAAAFX2lkABAAAAAEwNKgpkoDkE65+ZmqUtxm6wNEYXRhABYAAAACUGVyc29uYWxJZAABAAAAAAACTmFtZQALAAAAUGVyc29uYWxJZAAQVmVyc2lvbgAAAAAACUxhc3RXcml0ZQCj04YH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EAIAH///////////////8AAA7///////8FAAAABAD///////////////////////////////////////////////////////////////////////////////////////////////////////////////////////////////////////////////////////////////////////////////////////////////////////////////////////////////////////////////////////////////////////////////////////////////////////////////////////////////////////////////////////////////////////////////////////////////////////////////////////////////////////////////////////////////////////////////////////////////////////////////////////8CAAQBAwAAAAIA////////DgAGTGlua0RhdGFMaXN0XzEEAAAAAAAFAAAAAwAFAAAABAAFAAAAAwAFAAAABAAFAAAAAwAFAAAABAAFAAAAAwD///////8DAAQBAwAAAAMA////////DgAGTGlua0RhdGFMaXN0XzAEAAAAAQAFAAAAAAAFAAAAAg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4150276588753"/>
  <p:tag name="EMPOWERCHARTSPROPERTIES_B_LENGTH" val="24576"/>
  <p:tag name="DOWN_MIGRATION_INITIAL_LAYOUT_REQUIRED" val="9.2.99"/>
  <p:tag name="RUNTIME_ID" val="3931fe5b-9705-450b-8555-b972090adb88"/>
</p:tagLst>
</file>

<file path=ppt/tags/tag34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gD///////8DAAAAAgD///////8DAAAAAgD///////8DAAAAAgD///////////////////////////////////////////////////////////////////////////////////////////////////////////////////////////////////////////////////////////////////////////////////////////////////////////////////////////////////////////////////////////////////////////////////////////////////////////////////////////////////////////////////////////////////////////////////////////////////////////////////////////////////////////////8BACAA////////////////AAAO////////AwAAAAMA////////////////////////////////////////////////////////////////////////////////////////////////////////////////////////////////////////////////////////////////////////////////////////////////////////////////////////////////////////////////////////////////////////////////////////////////////////////////////////////////////////////////////////////////////////////////////////////////////////////////////////////////////////////////////////////////////////////////////////////////////////////////////////AgAFAP///////wUAAAACABAAC0epCY5Md8dOg/IQpI14pw4EAAAAAAADAAAABAADAAAAAwADAAAAAAD///////8DAAAAAAD///////8DAAAAAAD///////8DAAAAAAD///////8DAAEA////////BQAAAAMAEAALmPXEk3GRv0q7nFVh6jcm9AQAAAABAAMAAAACAAMAAAABAAQAAQD///////8FAAAABAAQAAsXiaMAY0OPSaqhNzfGu2eF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6kJjkx3x06D8hCkjXinDgREYXRhAAUAAAAAAk5hbWUADQAAAExpbmtEYXRhTGlzdAAQVmVyc2lvbgABAAAACUxhc3RXcml0ZQDXAJ0WjwEAAAABAP////9hAGEAAAAFX2lkABAAAAAEmPXEk3GRv0q7nFVh6jcm9AREYXRhAAUAAAAAAk5hbWUADQAAAExpbmtEYXRhTGlzdAAQVmVyc2lvbgAAAAAACUxhc3RXcml0ZQDLAJ0WjwEAAAACAP////9wAHAAAAAFX2lkABAAAAAEF4mjAGNDj0mqoTc3xrtnhQNEYXRhABYAAAACUGVyc29uYWxJZAABAAAAAAACTmFtZQALAAAAUGVyc29uYWxJZAAQVmVyc2lvbgAAAAAACUxhc3RXcml0ZQACAZ0W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UAAAACAP///////wUAAAACAP///////////////////////////////////////////////////////////////////////////////////////////////////////////////////////////////////////////////////////////////////////////////////////////////////////////////////////////////////////////////////////////////////////////////////////////////////////////////////////////////////////////////////////////////////////////////////////////////////////////////////////////////////////////////wEAIAH///////////////8AAA7///////8FAAAABAD///////////////////////////////////////////////////////////////////////////////////////////////////////////////////////////////////////////////////////////////////////////////////////////////////////////////////////////////////////////////////////////////////////////////////////////////////////////////////////////////////////////////////////////////////////////////////////////////////////////////////////////////////////////////////////////////////////////////////////////////////////////////////////8CAAUBAwAAAAIA////////DgAGTGlua0RhdGFMaXN0XzEEAAAAAAAFAAAAAwAFAAAABAAFAAAAAAD///////8FAAAAAAD///////8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6681393111685"/>
  <p:tag name="EMPOWERCHARTSPROPERTIES_B_LENGTH" val="24576"/>
  <p:tag name="DOWN_MIGRATION_INITIAL_LAYOUT_REQUIRED" val="9.2.99"/>
  <p:tag name="RUNTIME_ID" val="5f2cfc73-5cd7-449d-8b0a-260ffb5f762c"/>
</p:tagLst>
</file>

<file path=ppt/tags/tag34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QBAQEBAQEBAQEBAQEBAQMAAAAAAAAAAwAAAAMAAAAA/////wUAegsAAAAAAAAAAAAAIAD///////////////8AAAD///////////////8DAAAAAgD///////8DAAAAAgD///////8DAAAAAgD///////8DAAAAAgD///////8DAAAABAD///////8DAAAABAD///////8DAAAABAD///////8DAAAABAD///////////////////////////////////////////////////////////////////////////////////////////////////////////////////////////////////////////////////////////////////////////////////////////////////////////////////////////////////////////////////////////////////////////////////////////////////////////////////////////////////////////////////////////////////////////////////////////////8BACAA////////////////AAAO////////AwAAAAMA////////////////////////////////////////////////////////////////////////////////////////////////////////////////////////////////////////////////////////////////////////////////////////////////////////////////////////////////////////////////////////////////////////////////////////////////////////////////////////////////////////////////////////////////////////////////////////////////////////////////////////////////////////////////////////////////////////////////////////////////////////////////////////AgAEAP///////wUAAAACABAACyU70y7I1zxChAajd6u/iFEEAAAAAAADAAAAAAADAAAABAADAAAAAAADAAAABAADAAAAAAADAAAABAADAAAAAAADAAAABAADAAQA////////BQAAAAMAEAALapTK+l7VFkuCUySFFiQQYgQAAAABAAMAAAAEAAMAAAABAAMAAAAEAP///////wMAAAAEAP///////wMAAAAEAP///////wQACAD///////8FAAAABAAQAAvA0qCmSgOQTrn5mapS3GbrBAAAAAIAAwAAAAIAAwAAAAMAAwAAAAIAAwAAAAMAAwAAAAIAAwAAAAMAAwAAAAI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TvTLsjXPEKEBqN3q7+IUQREYXRhAAUAAAAAAk5hbWUADQAAAExpbmtEYXRhTGlzdAAQVmVyc2lvbgABAAAACUxhc3RXcml0ZQB504YHjwEAAAABAP////9hAGEAAAAFX2lkABAAAAAEapTK+l7VFkuCUySFFiQQYgREYXRhAAUAAAAAAk5hbWUADQAAAExpbmtEYXRhTGlzdAAQVmVyc2lvbgAAAAAACUxhc3RXcml0ZQB304YHjwEAAAACAP////9wAHAAAAAFX2lkABAAAAAEwNKgpkoDkE65+ZmqUtxm6wNEYXRhABYAAAACUGVyc29uYWxJZAABAAAAAAACTmFtZQALAAAAUGVyc29uYWxJZAAQVmVyc2lvbgAAAAAACUxhc3RXcml0ZQCj04YH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EAIAH///////////////8AAA7///////8FAAAABAD///////////////////////////////////////////////////////////////////////////////////////////////////////////////////////////////////////////////////////////////////////////////////////////////////////////////////////////////////////////////////////////////////////////////////////////////////////////////////////////////////////////////////////////////////////////////////////////////////////////////////////////////////////////////////////////////////////////////////////////////////////////////////////8CAAQBAwAAAAIA////////DgAGTGlua0RhdGFMaXN0XzEEAAAAAAAFAAAAAwAFAAAABAAFAAAAAwAFAAAABAAFAAAAAwAFAAAABAAFAAAAAwD///////8DAAQBAwAAAAMA////////DgAGTGlua0RhdGFMaXN0XzAEAAAAAQAFAAAAAAAFAAAAAg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4150276588753"/>
  <p:tag name="EMPOWERCHARTSPROPERTIES_B_LENGTH" val="24576"/>
  <p:tag name="DOWN_MIGRATION_INITIAL_LAYOUT_REQUIRED" val="9.2.99"/>
  <p:tag name="RUNTIME_ID" val="ce4b1ffc-a53b-4a1d-9762-e70035627b96"/>
</p:tagLst>
</file>

<file path=ppt/tags/tag34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QBAQEBAQEBAQEBAQEBAQMAAAAAAAAAAwAAAAMAAAAA/////wUAegsAAAAAAAAAAAAAIAD///////////////8AAAD///////////////8DAAAAAgD///////8DAAAAAgD///////8DAAAAAgD///////8DAAAAAgD///////8DAAAABAD///////8DAAAABAD///////8DAAAABAD///////8DAAAABAD///////////////////////////////////////////////////////////////////////////////////////////////////////////////////////////////////////////////////////////////////////////////////////////////////////////////////////////////////////////////////////////////////////////////////////////////////////////////////////////////////////////////////////////////////////////////////////////////8BACAA////////////////AAAO////////AwAAAAMA////////////////////////////////////////////////////////////////////////////////////////////////////////////////////////////////////////////////////////////////////////////////////////////////////////////////////////////////////////////////////////////////////////////////////////////////////////////////////////////////////////////////////////////////////////////////////////////////////////////////////////////////////////////////////////////////////////////////////////////////////////////////////////AgAEAP///////wUAAAACABAACyU70y7I1zxChAajd6u/iFEEAAAAAAADAAAAAAADAAAABAADAAAAAAADAAAABAADAAAAAAADAAAABAADAAAAAAADAAAABAADAAQA////////BQAAAAMAEAALapTK+l7VFkuCUySFFiQQYgQAAAABAAMAAAAEAAMAAAABAAMAAAAEAP///////wMAAAAEAP///////wMAAAAEAP///////wQACAD///////8FAAAABAAQAAvA0qCmSgOQTrn5mapS3GbrBAAAAAIAAwAAAAIAAwAAAAMAAwAAAAIAAwAAAAMAAwAAAAIAAwAAAAMAAwAAAAI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TvTLsjXPEKEBqN3q7+IUQREYXRhAAUAAAAAAk5hbWUADQAAAExpbmtEYXRhTGlzdAAQVmVyc2lvbgABAAAACUxhc3RXcml0ZQB504YHjwEAAAABAP////9hAGEAAAAFX2lkABAAAAAEapTK+l7VFkuCUySFFiQQYgREYXRhAAUAAAAAAk5hbWUADQAAAExpbmtEYXRhTGlzdAAQVmVyc2lvbgAAAAAACUxhc3RXcml0ZQB304YHjwEAAAACAP////9wAHAAAAAFX2lkABAAAAAEwNKgpkoDkE65+ZmqUtxm6wNEYXRhABYAAAACUGVyc29uYWxJZAABAAAAAAACTmFtZQALAAAAUGVyc29uYWxJZAAQVmVyc2lvbgAAAAAACUxhc3RXcml0ZQCj04YHj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EAIAH///////////////8AAA7///////8FAAAABAD///////////////////////////////////////////////////////////////////////////////////////////////////////////////////////////////////////////////////////////////////////////////////////////////////////////////////////////////////////////////////////////////////////////////////////////////////////////////////////////////////////////////////////////////////////////////////////////////////////////////////////////////////////////////////////////////////////////////////////////////////////////////////////8CAAQBAwAAAAIA////////DgAGTGlua0RhdGFMaXN0XzEEAAAAAAAFAAAAAwAFAAAABAAFAAAAAwAFAAAABAAFAAAAAwAFAAAABAAFAAAAAwD///////8DAAQBAwAAAAMA////////DgAGTGlua0RhdGFMaXN0XzAEAAAAAQAFAAAAAAAFAAAAAgAFAAAAAAAFAAAAAg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494150276588753"/>
  <p:tag name="EMPOWERCHARTSPROPERTIES_B_LENGTH" val="24576"/>
  <p:tag name="DOWN_MIGRATION_INITIAL_LAYOUT_REQUIRED" val="9.2.99"/>
  <p:tag name="RUNTIME_ID" val="ce4b1ffc-a53b-4a1d-9762-e70035627b96"/>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QA////////////////////////////////////////////////////////////////////////////////////////////////////////////////////////////////////////////////////////////////////////////////////////////////////////////////////////////////////////////////////////////////////////////////////////////////////////////////////////////////////////////////////////////////////////////////////////////////////////////////////////////////////////////////////////////////////////////////////////////////////////////////////////AgABAP///////wUAAAACABAAC/cjJVsUfAtItrLiJKTQF0YEAAAAAAADAAAAAAADAAAAAwADAAEA////////BQAAAAMAEAAL/P4bZKENpkqy4jgHe7T0QwQAAAABAAMAAAACAAMAAAAEAAQAAQD///////8FAAAABAAQAAuzUrD7I3U0SI387/0KPez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yMlWxR8C0i2suIkpNAXRgREYXRhAAUAAAAAAk5hbWUADQAAAExpbmtEYXRhTGlzdAAQVmVyc2lvbgABAAAACUxhc3RXcml0ZQAIO/5ykgEAAAABAP////9hAGEAAAAFX2lkABAAAAAE/P4bZKENpkqy4jgHe7T0QwREYXRhAAUAAAAAAk5hbWUADQAAAExpbmtEYXRhTGlzdAAQVmVyc2lvbgAAAAAACUxhc3RXcml0ZQAGO/5ykgEAAAACAP////9wAHAAAAAFX2lkABAAAAAEs1Kw+yN1NEiN/O/9Cj3s3ANEYXRhABYAAAACUGVyc29uYWxJZAABAAAAAAACTmFtZQALAAAAUGVyc29uYWxJZAAQVmVyc2lvbgAAAAAACUxhc3RXcml0ZQBFO/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9895962"/>
  <p:tag name="EMPOWERCHARTSPROPERTIES_B_LENGTH" val="24576"/>
  <p:tag name="DOWN_MIGRATION_INITIAL_LAYOUT_REQUIRED" val="9.2.99"/>
  <p:tag name="RUNTIME_ID" val="89d0d7cd-3a42-44cf-ad20-eb7aa5f9f0a3"/>
</p:tagLst>
</file>

<file path=ppt/tags/tag35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QA////////////////////////////////////////////////////////////////////////////////////////////////////////////////////////////////////////////////////////////////////////////////////////////////////////////////////////////////////////////////////////////////////////////////////////////////////////////////////////////////////////////////////////////////////////////////////////////////////////////////////////////////////////////////////////////////////////////////////////////////////////////////////////AgABAP///////wUAAAACABAAC2+R9nAF7OhJlFhZ5WrdYEcEAAAAAAADAAAAAAADAAAAAwADAAEA////////BQAAAAMAEAAL7UMsi4jBIEiLmwLZRv7BbAQAAAABAAMAAAACAAMAAAAEAAQAAgD///////8FAAAABAAQAAtmtwSZ1XpbT6dbu4hlSF5n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5H2cAXs6EmUWFnlat1gRwREYXRhAAUAAAAAAk5hbWUADQAAAExpbmtEYXRhTGlzdAAQVmVyc2lvbgABAAAACUxhc3RXcml0ZQD6OP5ykgEAAAABAP////9hAGEAAAAFX2lkABAAAAAE7UMsi4jBIEiLmwLZRv7BbAREYXRhAAUAAAAAAk5hbWUADQAAAExpbmtEYXRhTGlzdAAQVmVyc2lvbgAAAAAACUxhc3RXcml0ZQD2OP5ykgEAAAACAP////9wAHAAAAAFX2lkABAAAAAEZrcEmdV6W0+nW7uIZUheZwNEYXRhABYAAAACUGVyc29uYWxJZAABAAAAAAACTmFtZQALAAAAUGVyc29uYWxJZAAQVmVyc2lvbgAAAAAACUxhc3RXcml0ZQA+O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4662052"/>
  <p:tag name="EMPOWERCHARTSPROPERTIES_B_LENGTH" val="24576"/>
  <p:tag name="DOWN_MIGRATION_INITIAL_LAYOUT_REQUIRED" val="9.2.99"/>
  <p:tag name="RUNTIME_ID" val="8a9e9023-25df-42a2-9ddb-fd00ed135767"/>
</p:tagLst>
</file>

<file path=ppt/tags/tag35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BAD///////////////////////////////////////////////////////////////////////////////////////////////////////////////////////////////////////////////////////////////////////////////////////////////////////////////////////////////////////////////////////////////////////////////////////////////////////////////////////////////////////////////////////////////////////////////////////////////////////////////////////////////////////////////////////////////////////////////////////////////////////////////8BACAA////////////////AAAO////////AwAAAAMA////////////////////////////////////////////////////////////////////////////////////////////////////////////////////////////////////////////////////////////////////////////////////////////////////////////////////////////////////////////////////////////////////////////////////////////////////////////////////////////////////////////////////////////////////////////////////////////////////////////////////////////////////////////////////////////////////////////////////////////////////////////////////////AgABAP///////wUAAAACABAAC/7G/l7Cxv9HrmYDJFhBVH4EAAAAAAADAAAABAADAAAAAwADAAEA////////BQAAAAMAEAALkX92dwz68EuEFfd+oeH8mAQAAAABAAMAAAACAAMAAAABAAQAAQD///////8FAAAABAAQAAtEXTIuXnt9RaW/pUQFATCT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b+XsLG/0euZgMkWEFUfgREYXRhAAUAAAAAAk5hbWUADQAAAExpbmtEYXRhTGlzdAAQVmVyc2lvbgABAAAACUxhc3RXcml0ZQD2W/5ykgEAAAABAP////9hAGEAAAAFX2lkABAAAAAEkX92dwz68EuEFfd+oeH8mAREYXRhAAUAAAAAAk5hbWUADQAAAExpbmtEYXRhTGlzdAAQVmVyc2lvbgAAAAAACUxhc3RXcml0ZQD0W/5ykgEAAAACAP////9wAHAAAAAFX2lkABAAAAAERF0yLl57fUWlv6VEBQEwkwNEYXRhABYAAAACUGVyc29uYWxJZAABAAAAAAACTmFtZQALAAAAUGVyc29uYWxJZAAQVmVyc2lvbgAAAAAACUxhc3RXcml0ZQAjX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53906940"/>
  <p:tag name="EMPOWERCHARTSPROPERTIES_B_LENGTH" val="24576"/>
  <p:tag name="DOWN_MIGRATION_INITIAL_LAYOUT_REQUIRED" val="9.2.99"/>
  <p:tag name="RUNTIME_ID" val="1341bc4b-b5a9-4dc5-bfe1-4ef84be519e3"/>
</p:tagLst>
</file>

<file path=ppt/tags/tag35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QA////////////////////////////////////////////////////////////////////////////////////////////////////////////////////////////////////////////////////////////////////////////////////////////////////////////////////////////////////////////////////////////////////////////////////////////////////////////////////////////////////////////////////////////////////////////////////////////////////////////////////////////////////////////////////////////////////////////////////////////////////////////////////////AgABAP///////wUAAAACABAAC8GLs1mSkPdAj/UbB3FxVLUEAAAAAAADAAAAAAADAAAAAwADAAEA////////BQAAAAMAEAALSxtCn61LjUyYYYqiN4/Q2AQAAAABAAMAAAACAAMAAAAEAAQAAgD///////8FAAAABAAQAAvj3Hb7B1b+SZrIPqmqhkG0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YuzWZKQ90CP9RsHcXFUtQREYXRhAAUAAAAAAk5hbWUADQAAAExpbmtEYXRhTGlzdAAQVmVyc2lvbgAAAAAACUxhc3RXcml0ZQBJWv5ykgEAAAABAP////9hAGEAAAAFX2lkABAAAAAESxtCn61LjUyYYYqiN4/Q2AREYXRhAAUAAAAAAk5hbWUADQAAAExpbmtEYXRhTGlzdAAQVmVyc2lvbgABAAAACUxhc3RXcml0ZQBNWv5ykgEAAAACAP////9wAHAAAAAFX2lkABAAAAAE49x2+wdW/kmayD6pqoZBtANEYXRhABYAAAACUGVyc29uYWxJZAABAAAAAAACTmFtZQALAAAAUGVyc29uYWxJZAAQVmVyc2lvbgAAAAAACUxhc3RXcml0ZQB6W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49649791"/>
  <p:tag name="EMPOWERCHARTSPROPERTIES_B_LENGTH" val="24576"/>
  <p:tag name="DOWN_MIGRATION_INITIAL_LAYOUT_REQUIRED" val="9.2.99"/>
  <p:tag name="RUNTIME_ID" val="89d515c2-8dfa-4307-a77f-f34c43d043da"/>
</p:tagLst>
</file>

<file path=ppt/tags/tag35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AgD///////8DAAAAAgD///////8DAAAAAgD///////8DAAAAAgD///////8DAAAAAgD///////////////////////////////////////////////////////////////////////////////////////////////////////////////////////////////////////////////////////////////////////////////////////////////////////////////////////////////////////////////////////////////////////////////////////////////////////////////////////////////////////////////////////////////////////////////////////////////////////////////////////////////////////////////8BACAA////////////////AAAO////////AwAAAAQA////////////////////////////////////////////////////////////////////////////////////////////////////////////////////////////////////////////////////////////////////////////////////////////////////////////////////////////////////////////////////////////////////////////////////////////////////////////////////////////////////////////////////////////////////////////////////////////////////////////////////////////////////////////////////////////////////////////////////////////////////////////////////////AgAFAP///////wUAAAACABAACzLjEyFUbmdIsMwNwKFPQ88EAAAAAAADAAAAAAADAAAAAwADAAAAAAADAAAAAwADAAAAAAD///////8DAAAAAAD///////8DAAAAAAD///////8DAAIA////////BQAAAAMAEAALGGuAJ99wq0OPhXqGEXGqEQQAAAABAAMAAAACAAMAAAAEAAMAAAACAP///////wQAAQD///////8FAAAABAAQAAtKW7pvm165RqBJSUdrZKP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uMTIVRuZ0iwzA3AoU9DzwREYXRhAAUAAAAAAk5hbWUADQAAAExpbmtEYXRhTGlzdAAQVmVyc2lvbgABAAAACUxhc3RXcml0ZQAOMv5ykgEAAAABAP////9hAGEAAAAFX2lkABAAAAAEGGuAJ99wq0OPhXqGEXGqEQREYXRhAAUAAAAAAk5hbWUADQAAAExpbmtEYXRhTGlzdAAQVmVyc2lvbgAAAAAACUxhc3RXcml0ZQACMv5ykgEAAAACAP////9wAHAAAAAFX2lkABAAAAAESlu6b5teuUagSUlHa2SjxANEYXRhABYAAAACUGVyc29uYWxJZAABAAAAAAACTmFtZQALAAAAUGVyc29uYWxJZAAQVmVyc2lvbgAAAAAACUxhc3RXcml0ZQBbM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DAP///////wUAAAACAP///////wUAAAACAP///////wUAAAACAP///////////////////////////////////////////////////////////////////////////////////////////////////////////////////////////////////////////////////////////////////////////////////////////////////////////////////////////////////////////////////////////////////////////////////////////////////////////////////////////////////////////////////////////////////////////////////////////////////////////////////////////////////////////////wEAIAH///////////////8AAA7///////8FAAAABAD///////////////////////////////////////////////////////////////////////////////////////////////////////////////////////////////////////////////////////////////////////////////////////////////////////////////////////////////////////////////////////////////////////////////////////////////////////////////////////////////////////////////////////////////////////////////////////////////////////////////////////////////////////////////////////////////////////////////////////////////////////////////////////8CAAUBAwAAAAIA////////DgAGTGlua0RhdGFMaXN0XzEEAAAAAAAFAAAAAwAFAAAABAAFAAAAAwD///////8FAAAAAAD///////8FAAAAAAD///////8FAAAAAA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47071008"/>
  <p:tag name="EMPOWERCHARTSPROPERTIES_B_LENGTH" val="24576"/>
  <p:tag name="DOWN_MIGRATION_INITIAL_LAYOUT_REQUIRED" val="9.2.99"/>
  <p:tag name="RUNTIME_ID" val="5b86bcd1-64e6-4b56-a194-a29a71628175"/>
</p:tagLst>
</file>

<file path=ppt/tags/tag35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7c2e0f4f-2b33-46db-a8a1-a8adfec4fdd8"/>
</p:tagLst>
</file>

<file path=ppt/tags/tag35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7b5c3c4c-4f29-40ba-a7e2-9d125f85c81d"/>
</p:tagLst>
</file>

<file path=ppt/tags/tag356.xml><?xml version="1.0" encoding="utf-8"?>
<p:tagLst xmlns:a="http://schemas.openxmlformats.org/drawingml/2006/main" xmlns:r="http://schemas.openxmlformats.org/officeDocument/2006/relationships" xmlns:p="http://schemas.openxmlformats.org/presentationml/2006/main">
  <p:tag name="RUNTIME_ID" val="80861ce8-df0e-4a41-99f0-950592a38fa7"/>
</p:tagLst>
</file>

<file path=ppt/tags/tag35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dac023ce-13ce-4bdb-a27c-f4bbbf0b2838"/>
</p:tagLst>
</file>

<file path=ppt/tags/tag35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00d1efb8-848f-41bc-9e7a-123eee5060b8"/>
</p:tagLst>
</file>

<file path=ppt/tags/tag35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62ec3856-c652-4916-b5f2-f1de5882388c"/>
</p:tagLst>
</file>

<file path=ppt/tags/tag36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4e633b6f-a55e-40f9-9898-014603673cb7"/>
</p:tagLst>
</file>

<file path=ppt/tags/tag36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MA////////////////////////////////////////////////////////////////////////////////////////////////////////////////////////////////////////////////////////////////////////////////////////////////////////////////////////////////////////////////////////////////////////////////////////////////////////////////////////////////////////////////////////////////////////////////////////////////////////////////////////////////////////////////////////////////////////////////////////////////////////////////////////AgADAP///////wUAAAACABAAC76RBin6SLFCjNPLyENUCsIEAAAAAAADAAAAAAADAAAABAADAAAAAAD///////8DAAAAAAD///////8DAAEA////////BQAAAAMAEAALjSrHewqnz0mdt7N0/Nm/2gQAAAABAAMAAAAEAAMAAAABAAQAAQD///////8FAAAABAAQAAsl8F9Ie9pYTL8ZUW1I2Fp8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pEGKfpIsUKM08vIQ1QKwgREYXRhAAUAAAAAAk5hbWUADQAAAExpbmtEYXRhTGlzdAAQVmVyc2lvbgAAAAAACUxhc3RXcml0ZQCtO/5ykgEAAAABAP////9hAGEAAAAFX2lkABAAAAAEjSrHewqnz0mdt7N0/Nm/2gREYXRhAAUAAAAAAk5hbWUADQAAAExpbmtEYXRhTGlzdAAQVmVyc2lvbgABAAAACUxhc3RXcml0ZQCwO/5ykgEAAAACAP////9wAHAAAAAFX2lkABAAAAAEJfBfSHvaWEy/GVFtSNhafANEYXRhABYAAAACUGVyc29uYWxJZAABAAAAAAACTmFtZQALAAAAUGVyc29uYWxJZAAQVmVyc2lvbgAAAAAACUxhc3RXcml0ZQA+P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72364601"/>
  <p:tag name="EMPOWERCHARTSPROPERTIES_B_LENGTH" val="24576"/>
  <p:tag name="DOWN_MIGRATION_INITIAL_LAYOUT_REQUIRED" val="9.2.99"/>
  <p:tag name="RUNTIME_ID" val="22a4adb1-d2bb-42c1-8c0b-a81a6a08f48c"/>
</p:tagLst>
</file>

<file path=ppt/tags/tag36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MA////////////////////////////////////////////////////////////////////////////////////////////////////////////////////////////////////////////////////////////////////////////////////////////////////////////////////////////////////////////////////////////////////////////////////////////////////////////////////////////////////////////////////////////////////////////////////////////////////////////////////////////////////////////////////////////////////////////////////////////////////////////////////////AgADAP///////wUAAAACABAAC76RBin6SLFCjNPLyENUCsIEAAAAAAADAAAAAAADAAAABAADAAAAAAD///////8DAAAAAAD///////8DAAEA////////BQAAAAMAEAALjSrHewqnz0mdt7N0/Nm/2gQAAAABAAMAAAAEAAMAAAABAAQAAQD///////8FAAAABAAQAAsl8F9Ie9pYTL8ZUW1I2Fp8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pEGKfpIsUKM08vIQ1QKwgREYXRhAAUAAAAAAk5hbWUADQAAAExpbmtEYXRhTGlzdAAQVmVyc2lvbgAAAAAACUxhc3RXcml0ZQCtO/5ykgEAAAABAP////9hAGEAAAAFX2lkABAAAAAEjSrHewqnz0mdt7N0/Nm/2gREYXRhAAUAAAAAAk5hbWUADQAAAExpbmtEYXRhTGlzdAAQVmVyc2lvbgABAAAACUxhc3RXcml0ZQCwO/5ykgEAAAACAP////9wAHAAAAAFX2lkABAAAAAEJfBfSHvaWEy/GVFtSNhafANEYXRhABYAAAACUGVyc29uYWxJZAABAAAAAAACTmFtZQALAAAAUGVyc29uYWxJZAAQVmVyc2lvbgAAAAAACUxhc3RXcml0ZQA+P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72364601"/>
  <p:tag name="EMPOWERCHARTSPROPERTIES_B_LENGTH" val="24576"/>
  <p:tag name="DOWN_MIGRATION_INITIAL_LAYOUT_REQUIRED" val="9.2.99"/>
  <p:tag name="RUNTIME_ID" val="294368d1-4092-43db-99ad-f20ae7f6f723"/>
</p:tagLst>
</file>

<file path=ppt/tags/tag36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3j9hRYCa4lEpWbrfu0lgIkEAAAAAAADAAAAAAADAAAABAADAAIA////////BQAAAAMAEAALLNbO+SaGD064cHgXEHfslwQAAAABAAMAAAAEAAMAAAABAAMAAAAAAP///////wQAAQD///////8FAAAABAAQAAs+e0M5GuBMSLV6klI9Ku2Y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P2FFgJriUSlZut+7SWAiQREYXRhAAUAAAAAAk5hbWUADQAAAExpbmtEYXRhTGlzdAAQVmVyc2lvbgABAAAACUxhc3RXcml0ZQDVMv5ykgEAAAABAP////9hAGEAAAAFX2lkABAAAAAELNbO+SaGD064cHgXEHfslwREYXRhAAUAAAAAAk5hbWUADQAAAExpbmtEYXRhTGlzdAAQVmVyc2lvbgAAAAAACUxhc3RXcml0ZQDUMv5ykgEAAAACAP////9wAHAAAAAFX2lkABAAAAAEPntDORrgTEi1epJSPSrtmANEYXRhABYAAAACUGVyc29uYWxJZAABAAAAAAACTmFtZQALAAAAUGVyc29uYWxJZAAQVmVyc2lvbgAAAAAACUxhc3RXcml0ZQAUM/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48973447"/>
  <p:tag name="EMPOWERCHARTSPROPERTIES_B_LENGTH" val="24576"/>
  <p:tag name="DOWN_MIGRATION_INITIAL_LAYOUT_REQUIRED" val="9.2.99"/>
  <p:tag name="RUNTIME_ID" val="bbd3e990-168a-43f4-8064-a17e3a71feec"/>
</p:tagLst>
</file>

<file path=ppt/tags/tag36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1trGhlpSmJEqZESzQFgD0AEAAAAAAADAAAAAAADAAAABAADAAEA////////BQAAAAMAEAALN534vORh4ECOXqGh0d965wQAAAABAAMAAAAEAAMAAAABAAQAAQD///////8FAAAABAAQAAsZTxV0z9sQTajrzRdqwZ2w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2saGWlKYkSpkRLNAWAPQAREYXRhAAUAAAAAAk5hbWUADQAAAExpbmtEYXRhTGlzdAAQVmVyc2lvbgABAAAACUxhc3RXcml0ZQCNM/5ykgEAAAABAP////9hAGEAAAAFX2lkABAAAAAEN534vORh4ECOXqGh0d965wREYXRhAAUAAAAAAk5hbWUADQAAAExpbmtEYXRhTGlzdAAQVmVyc2lvbgAAAAAACUxhc3RXcml0ZQCMM/5ykgEAAAACAP////9wAHAAAAAFX2lkABAAAAAEGU8VdM/bEE2o680XasGdsANEYXRhABYAAAACUGVyc29uYWxJZAABAAAAAAACTmFtZQALAAAAUGVyc29uYWxJZAAQVmVyc2lvbgAAAAAACUxhc3RXcml0ZQDRM/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50998437"/>
  <p:tag name="EMPOWERCHARTSPROPERTIES_B_LENGTH" val="24576"/>
  <p:tag name="DOWN_MIGRATION_INITIAL_LAYOUT_REQUIRED" val="9.2.99"/>
  <p:tag name="RUNTIME_ID" val="e0a950b0-d2bf-4105-b0f2-c78d2d6b48a1"/>
</p:tagLst>
</file>

<file path=ppt/tags/tag36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MA////////////////////////////////////////////////////////////////////////////////////////////////////////////////////////////////////////////////////////////////////////////////////////////////////////////////////////////////////////////////////////////////////////////////////////////////////////////////////////////////////////////////////////////////////////////////////////////////////////////////////////////////////////////////////////////////////////////////////////////////////////////////////////AgADAP///////wUAAAACABAAC9c99iRc1clAuSykPcJubn4EAAAAAAADAAAAAAADAAAABAADAAAAAAADAAAAAwADAAAAAAD///////8DAAIA////////BQAAAAMAEAALHgT1mCjUPEu/VM8oLX4bfQQAAAABAAMAAAAEAAMAAAABAAMAAAACAP///////wQAAQD///////8FAAAABAAQAAu47Y10/tvVTICJ8dLWF39d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1z32JFzVyUC5LKQ9wm5ufgREYXRhAAUAAAAAAk5hbWUADQAAAExpbmtEYXRhTGlzdAAQVmVyc2lvbgABAAAACUxhc3RXcml0ZQBVNP5ykgEAAAABAP////9hAGEAAAAFX2lkABAAAAAEHgT1mCjUPEu/VM8oLX4bfQREYXRhAAUAAAAAAk5hbWUADQAAAExpbmtEYXRhTGlzdAAQVmVyc2lvbgAAAAAACUxhc3RXcml0ZQBONP5ykgEAAAACAP////9wAHAAAAAFX2lkABAAAAAEuO2NdP7b1UyAifHS1hd/XQNEYXRhABYAAAACUGVyc29uYWxJZAABAAAAAAACTmFtZQALAAAAUGVyc29uYWxJZAAQVmVyc2lvbgAAAAAACUxhc3RXcml0ZQCSN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CAP///////////////////////////////////////////////////////////////////////////////////////////////////////////////////////////////////////////////////////////////////////////////////////////////////////////////////////////////////////////////////////////////////////////////////////////////////////////////////////////////////////////////////////////////////////////////////////////////////////////////////////////////////////////////////////////////////////////////wEAIAH///////////////8AAA7///////8FAAAABAD///////////////////////////////////////////////////////////////////////////////////////////////////////////////////////////////////////////////////////////////////////////////////////////////////////////////////////////////////////////////////////////////////////////////////////////////////////////////////////////////////////////////////////////////////////////////////////////////////////////////////////////////////////////////////////////////////////////////////////////////////////////////////////8CAAMBAwAAAAIA////////DgAGTGlua0RhdGFMaXN0XzEEAAAAAAAFAAAAAwAFAAAABAAFAAAAAwAFAAAABAAFAAAAAAD///////8DAAIBAwAAAAMA////////DgAGTGlua0RhdGFMaXN0XzAEAAAAAQAFAAAAAAAFAAAAAg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52784462"/>
  <p:tag name="EMPOWERCHARTSPROPERTIES_B_LENGTH" val="24576"/>
  <p:tag name="DOWN_MIGRATION_INITIAL_LAYOUT_REQUIRED" val="9.2.99"/>
  <p:tag name="RUNTIME_ID" val="bada4081-7403-4276-a5ca-a3cc3b0735c4"/>
</p:tagLst>
</file>

<file path=ppt/tags/tag36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gD///////////////////////////////////////////////////////////////////////////////////////////////////////////////////////////////////////////////////////////////////////////////////////////////////////////////////////////////////////////////////////////////////////////////////////////////////////////////////////////////////////////////////////////////////////////////////////////////////////////////////////////////////////////////////////////////////////////////////////////////8BACAA////////////////AAAO////////AwAAAAMA////////////////////////////////////////////////////////////////////////////////////////////////////////////////////////////////////////////////////////////////////////////////////////////////////////////////////////////////////////////////////////////////////////////////////////////////////////////////////////////////////////////////////////////////////////////////////////////////////////////////////////////////////////////////////////////////////////////////////////////////////////////////////////AgACAP///////wUAAAACABAAC/nMTVPyjU1HoBr9/rtk0dMEAAAAAAADAAAAAAADAAAABAADAAAAAAD///////8DAAEA////////BQAAAAMAEAALxSlyrz4O8kiVDxWCp0+blAQAAAABAAMAAAAEAAMAAAABAAQAAQD///////8FAAAABAAQAAs+3dyb5wUmToA/tj/ZNPtZ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xNU/KNTUegGv3+u2TR0wREYXRhAAUAAAAAAk5hbWUADQAAAExpbmtEYXRhTGlzdAAQVmVyc2lvbgAAAAAACUxhc3RXcml0ZQDiNf5ykgEAAAABAP////9hAGEAAAAFX2lkABAAAAAExSlyrz4O8kiVDxWCp0+blAREYXRhAAUAAAAAAk5hbWUADQAAAExpbmtEYXRhTGlzdAAQVmVyc2lvbgABAAAACUxhc3RXcml0ZQDkNf5ykgEAAAACAP////9wAHAAAAAFX2lkABAAAAAEPt3cm+cFJk6AP7Y/2TT7WQNEYXRhABYAAAACUGVyc29uYWxJZAABAAAAAAACTmFtZQALAAAAUGVyc29uYWxJZAAQVmVyc2lvbgAAAAAACUxhc3RXcml0ZQAxN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58325956"/>
  <p:tag name="EMPOWERCHARTSPROPERTIES_B_LENGTH" val="24576"/>
  <p:tag name="DOWN_MIGRATION_INITIAL_LAYOUT_REQUIRED" val="9.2.99"/>
  <p:tag name="RUNTIME_ID" val="92abc5f0-4cbe-468e-8aa2-8a36ed29527f"/>
</p:tagLst>
</file>

<file path=ppt/tags/tag36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2gsAAAAAAAAAAAAAIAD///////////////8AAAD///////////////8DAAAAAgD///////8DAAAAAwD///////8DAAAABAD///////8DAAAABAD///////8DAAAABAD///////////////////////////////////////////////////////////////////////////////////////////////////////////////////////////////////////////////////////////////////////////////////////////////////////////////////////////////////////////////////////////////////////////////////////////////////////////////////////////////////////////////////////////////////////////////////////////////////////////////////////////////////////////////8BACAA////////////////AAAO////////AwAAAAQA////////////////////////////////////////////////////////////////////////////////////////////////////////////////////////////////////////////////////////////////////////////////////////////////////////////////////////////////////////////////////////////////////////////////////////////////////////////////////////////////////////////////////////////////////////////////////////////////////////////////////////////////////////////////////////////////////////////////////////////////////////////////////////AgABAP///////wUAAAACABAACw2sgxjAXXtEoC4q6CIwk6gEAAAAAAADAAAAAAADAAAAAwADAAIA////////BQAAAAMAEAALuVSmS5gvsUCKUG2BRfk96AQAAAABAAMAAAACAAMAAAAEAAMAAAAAAAMAAAAEAAQABQD///////8FAAAABAAQAAtWc8jsQ93uSrMWICVlstPbBAAAAAIAAwAAAAMAAwAAAAE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ayDGMBde0SgLiroIjCTqAREYXRhAAUAAAAAAk5hbWUADQAAAExpbmtEYXRhTGlzdAAQVmVyc2lvbgABAAAACUxhc3RXcml0ZQBqN/5ykgEAAAABAP////9hAGEAAAAFX2lkABAAAAAEuVSmS5gvsUCKUG2BRfk96AREYXRhAAUAAAAAAk5hbWUADQAAAExpbmtEYXRhTGlzdAAQVmVyc2lvbgAAAAAACUxhc3RXcml0ZQA2N/5ykgEAAAACAP////9wAHAAAAAFX2lkABAAAAAEVnPI7EPd7kqzFiAlZbLT2wNEYXRhABYAAAACUGVyc29uYWxJZAABAAAAAAACTmFtZQALAAAAUGVyc29uYWxJZAAQVmVyc2lvbgAAAAAACUxhc3RXcml0ZQCyN/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EAP///////wUAAAAEAP///////////////////////////////////////////////////////////////////////////////////////////////////////////////////////////////////////////////////////////////////////////////////////////////////////////////////////////////////////////////////////////////////////////////////////////////////////////////////////////////////////////////////////////////////////////////////////////////////////////////////////////////////////////////////////////////wEAIAH///////////////8AAA7///////8FAAAABAD///////////////////////////////////////////////////////////////////////////////////////////////////////////////////////////////////////////////////////////////////////////////////////////////////////////////////////////////////////////////////////////////////////////////////////////////////////////////////////////////////////////////////////////////////////////////////////////////////////////////////////////////////////////////////////////////////////////////////////////////////////////////////////8CAAEBAwAAAAIA////////DgAGTGlua0RhdGFMaXN0XzEEAAAAAAAFAAAAAwAFAAAABAADAAIBAwAAAAMA////////DgAGTGlua0RhdGFMaXN0XzAEAAAAAQAFAAAAAAAFAAAAAgAFAAAAAAAFAAAABAAEAAQBAwAAAAQA////////DAAGUGVyc29uYWxJZF8wBAAAAAIABQAAAAIABQAAAAEABQAAAAM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0819890"/>
  <p:tag name="EMPOWERCHARTSPROPERTIES_B_LENGTH" val="24576"/>
  <p:tag name="DOWN_MIGRATION_INITIAL_LAYOUT_REQUIRED" val="9.2.99"/>
  <p:tag name="RUNTIME_ID" val="dd51dde0-fa9a-4506-a1ca-b03224349c1b"/>
</p:tagLst>
</file>

<file path=ppt/tags/tag36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b4d4f160-51df-4bab-9d7f-2f159d7357b1"/>
</p:tagLst>
</file>

<file path=ppt/tags/tag36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92865949-1638-486b-bb0e-a0f91d54e1c9"/>
</p:tagLst>
</file>

<file path=ppt/tags/tag37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ed78def6-9209-47a4-895b-ce1f4131337f"/>
</p:tagLst>
</file>

<file path=ppt/tags/tag37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e255c9eb-90a3-4010-bb1a-9ab6d8decd36"/>
</p:tagLst>
</file>

<file path=ppt/tags/tag37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97226475-33c2-441f-8883-d9723802dbd1"/>
</p:tagLst>
</file>

<file path=ppt/tags/tag37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wD///////8DAAAAAwD///////////////////////////////////////////////////////////////////////////////////////////////////////////////////////////////////////////////////////////////////////////////////////////////////////////////////////////////////////////////////////////////////////////////////////////////////////////////////////////////////////////////////////////////////////////////////////////////////////////////////////////////////////////////////////////////8BACAA////////////////AAAO////////AwAAAAMA////////////////////////////////////////////////////////////////////////////////////////////////////////////////////////////////////////////////////////////////////////////////////////////////////////////////////////////////////////////////////////////////////////////////////////////////////////////////////////////////////////////////////////////////////////////////////////////////////////////////////////////////////////////////////////////////////////////////////////////////////////////////////////AgABAP///////wUAAAACABAAC7Lby3si9c5JhQ+aMXLEi+8EAAAAAAADAAAABAADAAAAAwADAAQA////////BQAAAAMAEAALvO4ImG1m70eqDcmcXaoTGgQAAAABAAMAAAACAAMAAAABAAMAAAAEAP///////wMAAAAAAP///////wMAAAAAAP///////wQAAgD///////8FAAAABAAQAAsA420nbTT0QaDAEFY67rwy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tvLeyL1zkmFD5oxcsSL7wREYXRhAAUAAAAAAk5hbWUADQAAAExpbmtEYXRhTGlzdAAQVmVyc2lvbgAAAAAACUxhc3RXcml0ZQCcSP5ykgEAAAABAP////9hAGEAAAAFX2lkABAAAAAEvO4ImG1m70eqDcmcXaoTGgREYXRhAAUAAAAAAk5hbWUADQAAAExpbmtEYXRhTGlzdAAQVmVyc2lvbgABAAAACUxhc3RXcml0ZQCeSP5ykgEAAAACAP////9wAHAAAAAFX2lkABAAAAAEAONtJ2009EGgwBBWOu68MgNEYXRhABYAAAACUGVyc29uYWxJZAABAAAAAAACTmFtZQALAAAAUGVyc29uYWxJZAAQVmVyc2lvbgAAAAAACUxhc3RXcml0ZQDaS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04601214"/>
  <p:tag name="EMPOWERCHARTSPROPERTIES_B_LENGTH" val="24576"/>
  <p:tag name="DOWN_MIGRATION_INITIAL_LAYOUT_REQUIRED" val="9.2.99"/>
  <p:tag name="RUNTIME_ID" val="8f8269a1-60b9-4910-8edf-5fb8f76a0f6d"/>
</p:tagLst>
</file>

<file path=ppt/tags/tag37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MA////////////////////////////////////////////////////////////////////////////////////////////////////////////////////////////////////////////////////////////////////////////////////////////////////////////////////////////////////////////////////////////////////////////////////////////////////////////////////////////////////////////////////////////////////////////////////////////////////////////////////////////////////////////////////////////////////////////////////////////////////////////////////////AgADAP///////wUAAAACABAACyjLeXS2w5lJpJ9SWJ6Gw0sEAAAAAAADAAAAAAADAAAABAADAAAAAAADAAAABAADAAAAAAD///////8DAAEA////////BQAAAAMAEAALU5/M7QmGN0iSFryuAstB8gQAAAABAAMAAAAEAAMAAAABAAQAAgD///////8FAAAABAAQAAuy60O7s5HkS6XDOr95R01H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Mt5dLbDmUmkn1JYnobDSwREYXRhAAUAAAAAAk5hbWUADQAAAExpbmtEYXRhTGlzdAAQVmVyc2lvbgABAAAACUxhc3RXcml0ZQBDSf5ykgEAAAABAP////9hAGEAAAAFX2lkABAAAAAEU5/M7QmGN0iSFryuAstB8gREYXRhAAUAAAAAAk5hbWUADQAAAExpbmtEYXRhTGlzdAAQVmVyc2lvbgAAAAAACUxhc3RXcml0ZQBBSf5ykgEAAAACAP////9wAHAAAAAFX2lkABAAAAAEsutDu7OR5Eulwzq/eUdNRwNEYXRhABYAAAACUGVyc29uYWxJZAABAAAAAAACTmFtZQALAAAAUGVyc29uYWxJZAAQVmVyc2lvbgAAAAAACUxhc3RXcml0ZQB8S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CAP///////wUAAAACAP///////////////////////////////////////////////////////////////////////////////////////////////////////////////////////////////////////////////////////////////////////////////////////////////////////////////////////////////////////////////////////////////////////////////////////////////////////////////////////////////////////////////////////////////////////////////////////////////////////////////////////////////////////////////////////////////////////////////wEAIAH///////////////8AAA7///////8FAAAABAD///////////////////////////////////////////////////////////////////////////////////////////////////////////////////////////////////////////////////////////////////////////////////////////////////////////////////////////////////////////////////////////////////////////////////////////////////////////////////////////////////////////////////////////////////////////////////////////////////////////////////////////////////////////////////////////////////////////////////////////////////////////////////////8CAAMBAwAAAAIA////////DgAGTGlua0RhdGFMaXN0XzEEAAAAAAAFAAAAAwAFAAAABAAFAAAAAAAFAAAABAAFAAAAAAD///////8DAAEBAwAAAAMA////////DgAGTGlua0RhdGFMaXN0XzAEAAAAAQ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06201675"/>
  <p:tag name="EMPOWERCHARTSPROPERTIES_B_LENGTH" val="24576"/>
  <p:tag name="DOWN_MIGRATION_INITIAL_LAYOUT_REQUIRED" val="9.2.99"/>
  <p:tag name="RUNTIME_ID" val="0520139d-f012-4b0a-9e1a-de600b596e66"/>
</p:tagLst>
</file>

<file path=ppt/tags/tag37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2gsAAAAAAAAAAAAAIAD///////////////8AAAD///////////////8DAAAABAD///////8DAAAAAgD///////8DAAAAAwD///////8DAAAAAwD///////8DAAAAAwD///////////////////////////////////////////////////////////////////////////////////////////////////////////////////////////////////////////////////////////////////////////////////////////////////////////////////////////////////////////////////////////////////////////////////////////////////////////////////////////////////////////////////////////////////////////////////////////////////////////////////////////////////////////////8BACAA////////////////AAAO////////AwAAAAMA////////////////////////////////////////////////////////////////////////////////////////////////////////////////////////////////////////////////////////////////////////////////////////////////////////////////////////////////////////////////////////////////////////////////////////////////////////////////////////////////////////////////////////////////////////////////////////////////////////////////////////////////////////////////////////////////////////////////////////////////////////////////////////AgACAP///////wUAAAACABAAC3MWKU1YdANDqNZP7ljVjAEEAAAAAAADAAAABAADAAAAAwADAAAAAAADAAAAAwADAAUA////////BQAAAAMAEAALc5t4/xyDV0q/bMvQUlACGQQAAAABAAMAAAACAAMAAAABAAMAAAACAP///////wMAAAAAAP///////wMAAAAAAP///////wMAAAAAAP///////wQAAQD///////8FAAAABAAQAAtQQuId96cxT6JTUIZQ/pJl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xYpTVh0A0Oo1k/uWNWMAQREYXRhAAUAAAAAAk5hbWUADQAAAExpbmtEYXRhTGlzdAAQVmVyc2lvbgAAAAAACUxhc3RXcml0ZQDdSf5ykgEAAAABAP////9hAGEAAAAFX2lkABAAAAAEc5t4/xyDV0q/bMvQUlACGQREYXRhAAUAAAAAAk5hbWUADQAAAExpbmtEYXRhTGlzdAAQVmVyc2lvbgABAAAACUxhc3RXcml0ZQDgSf5ykgEAAAACAP////9wAHAAAAAFX2lkABAAAAAEUELiHfenMU+iU1CGUP6SZQNEYXRhABYAAAACUGVyc29uYWxJZAABAAAAAAACTmFtZQALAAAAUGVyc29uYWxJZAAQVmVyc2lvbgAAAAAACUxhc3RXcml0ZQAdS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DAP///////wUAAAADAP///////wUAAAADAP///////////////////////////////////////////////////////////////////////////////////////////////////////////////////////////////////////////////////////////////////////////////////////////////////////////////////////////////////////////////////////////////////////////////////////////////////////////////////////////////////////////////////////////////////////////////////////////////////////////////////////////////////////////////wEAIAH///////////////8AAA7///////8FAAAABAD///////////////////////////////////////////////////////////////////////////////////////////////////////////////////////////////////////////////////////////////////////////////////////////////////////////////////////////////////////////////////////////////////////////////////////////////////////////////////////////////////////////////////////////////////////////////////////////////////////////////////////////////////////////////////////////////////////////////////////////////////////////////////////8CAAIBAwAAAAIA////////DgAGTGlua0RhdGFMaXN0XzAEAAAAAAAFAAAAAAAFAAAAAwAFAAAAAAAFAAAAAwADAAUBAwAAAAMA////////DgAGTGlua0RhdGFMaXN0XzEEAAAAAQAFAAAAAgAFAAAABAAFAAAAAg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07871971"/>
  <p:tag name="EMPOWERCHARTSPROPERTIES_B_LENGTH" val="24576"/>
  <p:tag name="DOWN_MIGRATION_INITIAL_LAYOUT_REQUIRED" val="9.2.99"/>
  <p:tag name="RUNTIME_ID" val="60215d0b-1931-4540-9e91-ee9d31b78950"/>
</p:tagLst>
</file>

<file path=ppt/tags/tag37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wUA2gsAAAAAAAAAAAAAIAD///////////////8AAAD///////////////8DAAAABAD///////8DAAAABAD///////8DAAAABAD///////8DAAAABAD///////8DAAAABAD///////////////////////////////////////////////////////////////////////////////////////////////////////////////////////////////////////////////////////////////////////////////////////////////////////////////////////////////////////////////////////////////////////////////////////////////////////////////////////////////////////////////////////////////////////////////////////////////////////////////////////////////////////////////8BACAA////////////////AAAO////////AwAAAAMA////////////////////////////////////////////////////////////////////////////////////////////////////////////////////////////////////////////////////////////////////////////////////////////////////////////////////////////////////////////////////////////////////////////////////////////////////////////////////////////////////////////////////////////////////////////////////////////////////////////////////////////////////////////////////////////////////////////////////////////////////////////////////////AgABAP///////wUAAAACABAAC0fa6hukrYNIuOzUpdlPpfoEAAAAAAADAAAABAADAAAAAwADAAIA////////BQAAAAMAEAALvUNJQn4ZC0OJuDOsgOZcGQQAAAABAAMAAAACAAMAAAABAAMAAAAEAP///////wQABQD///////8FAAAABAAQAAub1BgUcdfHRL/TzcNDcQ8iBAAAAAIAAwAAAAAAAwAAAAIAAwAAAAA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9rqG6Stg0i47NSl2U+l+gREYXRhAAUAAAAAAk5hbWUADQAAAExpbmtEYXRhTGlzdAAQVmVyc2lvbgABAAAACUxhc3RXcml0ZQCHSv5ykgEAAAABAP////9hAGEAAAAFX2lkABAAAAAEvUNJQn4ZC0OJuDOsgOZcGQREYXRhAAUAAAAAAk5hbWUADQAAAExpbmtEYXRhTGlzdAAQVmVyc2lvbgAAAAAACUxhc3RXcml0ZQB/Sv5ykgEAAAACAP////9wAHAAAAAFX2lkABAAAAAEm9QYFHHXx0S/083DQ3EPIgNEYXRhABYAAAACUGVyc29uYWxJZAABAAAAAAACTmFtZQALAAAAUGVyc29uYWxJZAAQVmVyc2lvbgAAAAAACUxhc3RXcml0ZQC3S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09303540"/>
  <p:tag name="EMPOWERCHARTSPROPERTIES_B_LENGTH" val="24576"/>
  <p:tag name="DOWN_MIGRATION_INITIAL_LAYOUT_REQUIRED" val="9.2.99"/>
  <p:tag name="RUNTIME_ID" val="66f70105-2de3-4ec7-89fc-dd9ce7b0bdef"/>
</p:tagLst>
</file>

<file path=ppt/tags/tag37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zEoUXEcu5AgqdloXZ8+8wEAAAAAAADAAAABAADAAAAAwADAAAABAD///////8DAAAAAAD///////8DAAAAAAD///////8DAAEA////////BQAAAAMAEAALoLtkrcJqYUGzrfbFfxikNQQAAAABAAMAAAACAAMAAAABAAQAAgD///////8FAAAABAAQAAutA2cb4Mw4TLMkZ9q83f+d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MShRcRy7kCCp2Whdnz7zAREYXRhAAUAAAAAAk5hbWUADQAAAExpbmtEYXRhTGlzdAAQVmVyc2lvbgAAAAAACUxhc3RXcml0ZQAIS/5ykgEAAAABAP////9hAGEAAAAFX2lkABAAAAAEoLtkrcJqYUGzrfbFfxikNQREYXRhAAUAAAAAAk5hbWUADQAAAExpbmtEYXRhTGlzdAAQVmVyc2lvbgABAAAACUxhc3RXcml0ZQAKS/5ykgEAAAACAP////9wAHAAAAAFX2lkABAAAAAErQNnG+DMOEyzJGfavN3/nQNEYXRhABYAAAACUGVyc29uYWxJZAABAAAAAAACTmFtZQALAAAAUGVyc29uYWxJZAAQVmVyc2lvbgAAAAAACUxhc3RXcml0ZQA7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0667167"/>
  <p:tag name="EMPOWERCHARTSPROPERTIES_B_LENGTH" val="24576"/>
  <p:tag name="DOWN_MIGRATION_INITIAL_LAYOUT_REQUIRED" val="9.2.99"/>
  <p:tag name="RUNTIME_ID" val="40ac3f26-7759-4fae-a89b-fd162e2399c0"/>
</p:tagLst>
</file>

<file path=ppt/tags/tag37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BAD///////8DAAAAAwD///////8DAAAAAwD///////8DAAAAAwD///////8DAAAAAwD///////////////////////////////////////////////////////////////////////////////////////////////////////////////////////////////////////////////////////////////////////////////////////////////////////////////////////////////////////////////////////////////////////////////////////////////////////////////////////////////////////////////////////////////////////////////////////////////////////////////////////////////////////////////8BACAA////////////////AAAO////////AwAAAAMA////////////////////////////////////////////////////////////////////////////////////////////////////////////////////////////////////////////////////////////////////////////////////////////////////////////////////////////////////////////////////////////////////////////////////////////////////////////////////////////////////////////////////////////////////////////////////////////////////////////////////////////////////////////////////////////////////////////////////////////////////////////////////////AgABAP///////wUAAAACABAAC35y1VpIjsxLp18QXKtik1QEAAAAAAADAAAABAADAAAAAwADAAUA////////BQAAAAMAEAALt8Om89Ukt0WHbeAbapHq2AQAAAABAAMAAAACAAMAAAABAAMAAAAAAP///////wMAAAAAAP///////wMAAAAAAP///////wMAAAAAAP///////wQAAQD///////8FAAAABAAQAAviA8MD7k5WR6RwjFefhak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nLVWkiOzEunXxBcq2KTVAREYXRhAAUAAAAAAk5hbWUADQAAAExpbmtEYXRhTGlzdAAQVmVyc2lvbgAAAAAACUxhc3RXcml0ZQCZS/5ykgEAAAABAP////9hAGEAAAAFX2lkABAAAAAEt8Om89Ukt0WHbeAbapHq2AREYXRhAAUAAAAAAk5hbWUADQAAAExpbmtEYXRhTGlzdAAQVmVyc2lvbgABAAAACUxhc3RXcml0ZQCdS/5ykgEAAAACAP////9wAHAAAAAFX2lkABAAAAAE4gPDA+5OVkekcIxXn4WpGQNEYXRhABYAAAACUGVyc29uYWxJZAABAAAAAAACTmFtZQALAAAAUGVyc29uYWxJZAAQVmVyc2lvbgAAAAAACUxhc3RXcml0ZQDa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DAP///////wUAAAADAP///////wUAAAADAP///////wUAAAADAP///////////////////////////////////////////////////////////////////////////////////////////////////////////////////////////////////////////////////////////////////////////////////////////////////////////////////////////////////////////////////////////////////////////////////////////////////////////////////////////////////////////////////////////////////////////////////////////////////////////////////////////////////////////////wEAIAH///////////////8AAA7///////8FAAAABAD///////////////////////////////////////////////////////////////////////////////////////////////////////////////////////////////////////////////////////////////////////////////////////////////////////////////////////////////////////////////////////////////////////////////////////////////////////////////////////////////////////////////////////////////////////////////////////////////////////////////////////////////////////////////////////////////////////////////////////////////////////////////////////8CAAEBAwAAAAIA////////DgAGTGlua0RhdGFMaXN0XzAEAAAAAAAFAAAAAAAFAAAAAwADAAUBAwAAAAMA////////DgAGTGlua0RhdGFMaXN0XzEEAAAAAQAFAAAAAgAFAAAABAAFAAAAAAAFAAAABAAFAAAAAAAFAAAABAAFAAAAAAD///////8FAAAAAAD///////8EAAMBAwAAAAQA////////DAAGUGVyc29uYWxJZF8wBAAAAAIABQAAAAM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2220955"/>
  <p:tag name="EMPOWERCHARTSPROPERTIES_B_LENGTH" val="24576"/>
  <p:tag name="DOWN_MIGRATION_INITIAL_LAYOUT_REQUIRED" val="9.2.99"/>
  <p:tag name="RUNTIME_ID" val="948c9f41-e04a-4853-b2f4-d5dd96b8ee8e"/>
</p:tagLst>
</file>

<file path=ppt/tags/tag37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zgsAAAAAAAAAAAAAIAD///////////////8AAAD///////////////8DAAAAAgD///////8DAAAAAgD///////8DAAAAAwD///////8DAAAAAwD///////8DAAAAAwD///////8DAAAAAwD///////////////////////////////////////////////////////////////////////////////////////////////////////////////////////////////////////////////////////////////////////////////////////////////////////////////////////////////////////////////////////////////////////////////////////////////////////////////////////////////////////////////////////////////////////////////////////////////////////////////////////////////8BACAA////////////////AAAO////////AwAAAAQA////////////////////////////////////////////////////////////////////////////////////////////////////////////////////////////////////////////////////////////////////////////////////////////////////////////////////////////////////////////////////////////////////////////////////////////////////////////////////////////////////////////////////////////////////////////////////////////////////////////////////////////////////////////////////////////////////////////////////////////////////////////////////////AgACAP///////wUAAAACABAAC2yq0DSpcOBMntrO/Eh39WsEAAAAAAADAAAAAAADAAAAAwADAAAAAAADAAAAAwADAAYA////////BQAAAAMAEAALs4rbfd+m0kGq5fwBQZK7hQQAAAABAAMAAAACAAMAAAAEAAMAAAACAP///////wMAAAAAAP///////wMAAAAAAP///////wMAAAAAAP///////wMAAAAAAP///////wQAAQD///////8FAAAABAAQAAsg8TmLzybhTJoAsql1q86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KrQNKlw4Eye2s78SHf1awREYXRhAAUAAAAAAk5hbWUADQAAAExpbmtEYXRhTGlzdAAQVmVyc2lvbgAAAAAACUxhc3RXcml0ZQAtTP5ykgEAAAABAP////9hAGEAAAAFX2lkABAAAAAEs4rbfd+m0kGq5fwBQZK7hQREYXRhAAUAAAAAAk5hbWUADQAAAExpbmtEYXRhTGlzdAAQVmVyc2lvbgABAAAACUxhc3RXcml0ZQAvTP5ykgEAAAACAP////9wAHAAAAAFX2lkABAAAAAEIPE5i88m4UyaALKpdavOqQNEYXRhABYAAAACUGVyc29uYWxJZAABAAAAAAACTmFtZQALAAAAUGVyc29uYWxJZAAQVmVyc2lvbgAAAAAACUxhc3RXcml0ZQBdT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DAP///////wUAAAADAP///////wUAAAADAP///////wUAAAADAP///////////////////////////////////////////////////////////////////////////////////////////////////////////////////////////////////////////////////////////////////////////////////////////////////////////////////////////////////////////////////////////////////////////////////////////////////////////////////////////////////////////////////////////////////////////////////////////////////////////////////////////////wEAIAH///////////////8AAA7///////8FAAAABAD///////////////////////////////////////////////////////////////////////////////////////////////////////////////////////////////////////////////////////////////////////////////////////////////////////////////////////////////////////////////////////////////////////////////////////////////////////////////////////////////////////////////////////////////////////////////////////////////////////////////////////////////////////////////////////////////////////////////////////////////////////////////////////8CAAIBAwAAAAIA////////DgAGTGlua0RhdGFMaXN0XzAEAAAAAAAFAAAAAAAFAAAAAwAFAAAAAAAFAAAAAwADAAYBAwAAAAMA////////DgAGTGlua0RhdGFMaXN0XzEEAAAAAQAFAAAAAgAFAAAABAAFAAAAAgD///////8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3507171"/>
  <p:tag name="EMPOWERCHARTSPROPERTIES_B_LENGTH" val="24576"/>
  <p:tag name="DOWN_MIGRATION_INITIAL_LAYOUT_REQUIRED" val="9.2.99"/>
  <p:tag name="RUNTIME_ID" val="6a7752c1-3c45-4070-9d2e-8ac62576e747"/>
</p:tagLst>
</file>

<file path=ppt/tags/tag38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BAD///////8DAAAABAD///////////////////////////////////////////////////////////////////////////////////////////////////////////////////////////////////////////////////////////////////////////////////////////////////////////////////////////////////////////////////////////////////////////////////////////////////////////////////////////////////////////////////////////////////////////////////////////////////////////////////////////////////////////////////////////////////////////////////////////////8BACAA////////////////AAAO////////AwAAAAMA////////////////////////////////////////////////////////////////////////////////////////////////////////////////////////////////////////////////////////////////////////////////////////////////////////////////////////////////////////////////////////////////////////////////////////////////////////////////////////////////////////////////////////////////////////////////////////////////////////////////////////////////////////////////////////////////////////////////////////////////////////////////////////AgABAP///////wUAAAACABAACxCovk/XMz1OnHpeOdG3M+UEAAAAAAADAAAABAADAAAAAwADAAEA////////BQAAAAMAEAALg4EpbNWyzUelpLtUMWMBYAQAAAABAAMAAAACAAMAAAABAAQAAgD///////8FAAAABAAQAAsQrEEGSxO0RYeVrjfxIbTo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Ki+T9czPU6cel450bcz5QREYXRhAAUAAAAAAk5hbWUADQAAAExpbmtEYXRhTGlzdAAQVmVyc2lvbgABAAAACUxhc3RXcml0ZQAjTf5ykgEAAAABAP////9hAGEAAAAFX2lkABAAAAAEg4EpbNWyzUelpLtUMWMBYAREYXRhAAUAAAAAAk5hbWUADQAAAExpbmtEYXRhTGlzdAAQVmVyc2lvbgAAAAAACUxhc3RXcml0ZQAiTf5ykgEAAAACAP////9wAHAAAAAFX2lkABAAAAAEEKxBBksTtEWHla438SG06ANEYXRhABYAAAACUGVyc29uYWxJZAABAAAAAAACTmFtZQALAAAAUGVyc29uYWxJZAAQVmVyc2lvbgAAAAAACUxhc3RXcml0ZQBRT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5962790"/>
  <p:tag name="EMPOWERCHARTSPROPERTIES_B_LENGTH" val="24576"/>
  <p:tag name="DOWN_MIGRATION_INITIAL_LAYOUT_REQUIRED" val="9.2.99"/>
  <p:tag name="RUNTIME_ID" val="965a42c2-0230-45ad-b8df-35e3a77236c5"/>
</p:tagLst>
</file>

<file path=ppt/tags/tag38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wgsAAAAAAAAAAAAAIAD///////////////8AAAD///////////////8DAAAAAgD///////8DAAAAAgD///////8DAAAAAgD///////8DAAAAAgD///////8DAAAABAD///////////////////////////////////////////////////////////////////////////////////////////////////////////////////////////////////////////////////////////////////////////////////////////////////////////////////////////////////////////////////////////////////////////////////////////////////////////////////////////////////////////////////////////////////////////////////////////////////////////////////////////////////////////////8BACAA////////////////AAAO////////AwAAAAQA////////////////////////////////////////////////////////////////////////////////////////////////////////////////////////////////////////////////////////////////////////////////////////////////////////////////////////////////////////////////////////////////////////////////////////////////////////////////////////////////////////////////////////////////////////////////////////////////////////////////////////////////////////////////////////////////////////////////////////////////////////////////////////AgAEAP///////wUAAAACABAAC1waywiDxjxMtvpebLsNPUcEAAAAAAADAAAAAAADAAAAAwADAAAAAAADAAAABAADAAAAAAADAAAABAADAAAAAAADAAAABAADAAEA////////BQAAAAMAEAAL+eoAF4ZVnUOb/RnNGKu8DQQAAAABAAMAAAACAAMAAAAEAAQABQD///////8FAAAABAAQAAtUmYeBIxlfTaBTxw15ymdlBAAAAAIAAwAAAAMAAwAAAAEAAwAAAAIA////////AwAAAAI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BrLCIPGPEy2+l5suw09RwREYXRhAAUAAAAAAk5hbWUADQAAAExpbmtEYXRhTGlzdAAQVmVyc2lvbgAAAAAACUxhc3RXcml0ZQAFTv5ykgEAAAABAP////9hAGEAAAAFX2lkABAAAAAE+eoAF4ZVnUOb/RnNGKu8DQREYXRhAAUAAAAAAk5hbWUADQAAAExpbmtEYXRhTGlzdAAQVmVyc2lvbgABAAAACUxhc3RXcml0ZQCpTv5ykgEAAAACAP////9wAHAAAAAFX2lkABAAAAAEVJmHgSMZX02gU8cNecpnZQNEYXRhABYAAAACUGVyc29uYWxJZAABAAAAAAACTmFtZQALAAAAUGVyc29uYWxJZAAQVmVyc2lvbgAAAAAACUxhc3RXcml0ZQDaT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EAIAH///////////////8AAA7///////8FAAAABAD///////////////////////////////////////////////////////////////////////////////////////////////////////////////////////////////////////////////////////////////////////////////////////////////////////////////////////////////////////////////////////////////////////////////////////////////////////////////////////////////////////////////////////////////////////////////////////////////////////////////////////////////////////////////////////////////////////////////////////////////////////////////////////8CAAQBAwAAAAIA////////DgAGTGlua0RhdGFMaXN0XzAEAAAAAAAFAAAAAAAFAAAAAwAFAAAAAAAFAAAABAAFAAAAAAAFAAAABAAFAAAAAAD///////8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9895395"/>
  <p:tag name="EMPOWERCHARTSPROPERTIES_B_LENGTH" val="24576"/>
  <p:tag name="DOWN_MIGRATION_INITIAL_LAYOUT_REQUIRED" val="9.2.99"/>
  <p:tag name="RUNTIME_ID" val="d4185cbd-07cd-4cc2-b827-4c67c8987dfd"/>
</p:tagLst>
</file>

<file path=ppt/tags/tag38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BAD///////8DAAAAAwD///////////////////////////////////////////////////////////////////////////////////////////////////////////////////////////////////////////////////////////////////////////////////////////////////////////////////////////////////////////////////////////////////////////////////////////////////////////////////////////////////////////////////////////////////////////////////////////////////////////////////////////////////////////////////////////////////////////////8BACAA////////////////AAAO////////AwAAAAMA////////////////////////////////////////////////////////////////////////////////////////////////////////////////////////////////////////////////////////////////////////////////////////////////////////////////////////////////////////////////////////////////////////////////////////////////////////////////////////////////////////////////////////////////////////////////////////////////////////////////////////////////////////////////////////////////////////////////////////////////////////////////////////AgABAP///////wUAAAACABAAC5rg5ovcDLpFtc9NL5r5g6YEAAAAAAADAAAABAADAAAAAwADAAMA////////BQAAAAMAEAALOmx65Ki3TEyIdw6y90d0dgQAAAABAAMAAAACAAMAAAABAAMAAAAEAP///////wMAAAAAAP///////wQAAgD///////8FAAAABAAQAAtHMFKCIsifSaUrnPs+hCdR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uDmi9wMukW1z00vmvmDpgREYXRhAAUAAAAAAk5hbWUADQAAAExpbmtEYXRhTGlzdAAQVmVyc2lvbgABAAAACUxhc3RXcml0ZQAtT/5ykgEAAAABAP////9hAGEAAAAFX2lkABAAAAAEOmx65Ki3TEyIdw6y90d0dgREYXRhAAUAAAAAAk5hbWUADQAAAExpbmtEYXRhTGlzdAAQVmVyc2lvbgAAAAAACUxhc3RXcml0ZQArT/5ykgEAAAACAP////9wAHAAAAAFX2lkABAAAAAERzBSgiLIn0mlK5z7PoQnUQNEYXRhABYAAAACUGVyc29uYWxJZAABAAAAAAACTmFtZQALAAAAUGVyc29uYWxJZAAQVmVyc2lvbgAAAAAACUxhc3RXcml0ZQBjT/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DAP///////////////////////////////////////////////////////////////////////////////////////////////////////////////////////////////////////////////////////////////////////////////////////////////////////////////////////////////////////////////////////////////////////////////////////////////////////////////////////////////////////////////////////////////////////////////////////////////////////////////////////////////////////////////////////////////////////////////wEAIAH///////////////8AAA7///////8FAAAABAD///////////////////////////////////////////////////////////////////////////////////////////////////////////////////////////////////////////////////////////////////////////////////////////////////////////////////////////////////////////////////////////////////////////////////////////////////////////////////////////////////////////////////////////////////////////////////////////////////////////////////////////////////////////////////////////////////////////////////////////////////////////////////////8CAAEBAwAAAAIA////////DgAGTGlua0RhdGFMaXN0XzEEAAAAAAAFAAAAAwAFAAAABAADAAMBAwAAAAMA////////DgAGTGlua0RhdGFMaXN0XzAEAAAAAQAFAAAAAAAFAAAAAgAFAAAAAAAFAAAABAA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1320907"/>
  <p:tag name="EMPOWERCHARTSPROPERTIES_B_LENGTH" val="24576"/>
  <p:tag name="DOWN_MIGRATION_INITIAL_LAYOUT_REQUIRED" val="9.2.99"/>
  <p:tag name="RUNTIME_ID" val="dc2af579-cd0b-4f63-b52a-96a1729db01e"/>
</p:tagLst>
</file>

<file path=ppt/tags/tag38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gsAAAAAAAAAAAAAIAD///////////////8AAAD///////////////8DAAAAAgD///////8DAAAAAgD///////////////////////////////////////////////////////////////////////////////////////////////////////////////////////////////////////////////////////////////////////////////////////////////////////////////////////////////////////////////////////////////////////////////////////////////////////////////////////////////////////////////////////////////////////////////////////////////////////////////////////////////////////////////////////////////////////////////////////////////8BACAA////////////////AAAO////////AwAAAAMA////////////////////////////////////////////////////////////////////////////////////////////////////////////////////////////////////////////////////////////////////////////////////////////////////////////////////////////////////////////////////////////////////////////////////////////////////////////////////////////////////////////////////////////////////////////////////////////////////////////////////////////////////////////////////////////////////////////////////////////////////////////////////////AgACAP///////wUAAAACABAAC2VYFIW6fFtArAeOttpFaBQEAAAAAAADAAAAAAADAAAABAADAAAAAAADAAAAAwADAAIA////////BQAAAAMAEAAL2Sm91Day60SY0sOP1GiD4wQAAAABAAMAAAAEAAMAAAABAAMAAAACAP///////wQAAQD///////8FAAAABAAQAAuUo7O9LEP1QLBTCtkg1clC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VgUhbp8W0CsB4622kVoFAREYXRhAAUAAAAAAk5hbWUADQAAAExpbmtEYXRhTGlzdAAQVmVyc2lvbgAAAAAACUxhc3RXcml0ZQDMT/5ykgEAAAABAP////9hAGEAAAAFX2lkABAAAAAE2Sm91Day60SY0sOP1GiD4wREYXRhAAUAAAAAAk5hbWUADQAAAExpbmtEYXRhTGlzdAAQVmVyc2lvbgABAAAACUxhc3RXcml0ZQDNT/5ykgEAAAACAP////9wAHAAAAAFX2lkABAAAAAElKOzvSxD9UCwUwrZINXJQgNEYXRhABYAAAACUGVyc29uYWxJZAABAAAAAAACTmFtZQALAAAAUGVyc29uYWxJZAAQVmVyc2lvbgAAAAAACUxhc3RXcml0ZQAJU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2910226"/>
  <p:tag name="EMPOWERCHARTSPROPERTIES_B_LENGTH" val="24576"/>
  <p:tag name="DOWN_MIGRATION_INITIAL_LAYOUT_REQUIRED" val="9.2.99"/>
  <p:tag name="RUNTIME_ID" val="7fe3410b-f585-4ba6-9dc9-7ae552e6cd61"/>
</p:tagLst>
</file>

<file path=ppt/tags/tag38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MBAQEBAQEBAQEBAQEBAQMAAAAAAAAAAwAAAAMAAAAA/////wUA8gsAAAAAAAAAAAAAIAD///////////////8AAAD///////////////8DAAAABAD///////8DAAAABAD///////8DAAAABAD///////8DAAAABAD///////////////////////////////////////////////////////////////////////////////////////////////////////////////////////////////////////////////////////////////////////////////////////////////////////////////////////////////////////////////////////////////////////////////////////////////////////////////////////////////////////////////////////////////////////////////////////////////////////////////////////////////////////////////////////////////8BACAA////////////////AAAO////////AwAAAAMA////////////////////////////////////////////////////////////////////////////////////////////////////////////////////////////////////////////////////////////////////////////////////////////////////////////////////////////////////////////////////////////////////////////////////////////////////////////////////////////////////////////////////////////////////////////////////////////////////////////////////////////////////////////////////////////////////////////////////////////////////////////////////////AgABAP///////wUAAAACABAACwk8QmovPRlPhmucIYLTtIQEAAAAAAADAAAABAADAAAAAwADAAEA////////BQAAAAMAEAAL18d66eLHgUyqB4DnzuV8ZQQAAAABAAMAAAACAAMAAAABAAQABAD///////8FAAAABAAQAAufHgxogsAyQ6X43Uw0SKC9BAAAAAIAAwAAAAAAAwAAAAI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TxCai89GU+Ga5whgtO0hAREYXRhAAUAAAAAAk5hbWUADQAAAExpbmtEYXRhTGlzdAAQVmVyc2lvbgABAAAACUxhc3RXcml0ZQBtUP5ykgEAAAABAP////9hAGEAAAAFX2lkABAAAAAE18d66eLHgUyqB4DnzuV8ZQREYXRhAAUAAAAAAk5hbWUADQAAAExpbmtEYXRhTGlzdAAQVmVyc2lvbgAAAAAACUxhc3RXcml0ZQBqUP5ykgEAAAACAP////9wAHAAAAAFX2lkABAAAAAEnx4MaILAMkOl+N1MNEigvQNEYXRhABYAAAACUGVyc29uYWxJZAABAAAAAAACTmFtZQALAAAAUGVyc29uYWxJZAAQVmVyc2lvbgAAAAAACUxhc3RXcml0ZQCdU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4384055"/>
  <p:tag name="EMPOWERCHARTSPROPERTIES_B_LENGTH" val="24576"/>
  <p:tag name="DOWN_MIGRATION_INITIAL_LAYOUT_REQUIRED" val="9.2.99"/>
  <p:tag name="RUNTIME_ID" val="42e2a32b-7a78-4479-8dc6-aa6224b7284d"/>
</p:tagLst>
</file>

<file path=ppt/tags/tag38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tgsAAAAAAAAAAAAAIAD///////////////8AAAD///////////////8DAAAAAgD///////8DAAAAAwD///////8DAAAAAwD///////8DAAAAAwD///////8DAAAAAwD///////8DAAAAAwD///////8DAAAAAwD///////8DAAAAAwD///////////////////////////////////////////////////////////////////////////////////////////////////////////////////////////////////////////////////////////////////////////////////////////////////////////////////////////////////////////////////////////////////////////////////////////////////////////////////////////////////////////////////////////////////////////////////////////////8BACAA////////////////AAAO////////AwAAAAQA////////////////////////////////////////////////////////////////////////////////////////////////////////////////////////////////////////////////////////////////////////////////////////////////////////////////////////////////////////////////////////////////////////////////////////////////////////////////////////////////////////////////////////////////////////////////////////////////////////////////////////////////////////////////////////////////////////////////////////////////////////////////////////AgABAP///////wUAAAACABAAC9Z9SgcLBqFLpK7cRbp8UYMEAAAAAAADAAAAAAADAAAAAwADAAgA////////BQAAAAMAEAALGUnDnCqVl0esYJ6vNAnDkwQAAAABAAMAAAACAAMAAAAEAAMAAAAAAAMAAAAEAAMAAAAAAP///////wMAAAAAAP///////wMAAAAAAP///////wMAAAAAAP///////wMAAAAAAP///////wMAAAAAAP///////wQAAgD///////8FAAAABAAQAAv/4HjbqAaFTY5WvdBsJHA9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1n1KBwsGoUukrtxFunxRgwREYXRhAAUAAAAAAk5hbWUADQAAAExpbmtEYXRhTGlzdAAQVmVyc2lvbgABAAAACUxhc3RXcml0ZQAAUf5ykgEAAAABAP////9hAGEAAAAFX2lkABAAAAAEGUnDnCqVl0esYJ6vNAnDkwREYXRhAAUAAAAAAk5hbWUADQAAAExpbmtEYXRhTGlzdAAQVmVyc2lvbgAAAAAACUxhc3RXcml0ZQD9UP5ykgEAAAACAP////9wAHAAAAAFX2lkABAAAAAE/+B426gGhU2OVr3QbCRwPQNEYXRhABYAAAACUGVyc29uYWxJZAABAAAAAAACTmFtZQALAAAAUGVyc29uYWxJZAAQVmVyc2lvbgAAAAAACUxhc3RXcml0ZQA5U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UAAAADAP///////////////////////////////////////////////////////////////////////////////////////////////////////////////////////////////////////////////////////////////////////////////////////////////////////////////////////////////////////////////////////////////////////////////////////////////////////////////////////////////////////////////////////////////////////////////////////////////wEAIAH///////////////8AAA7///////8FAAAABAD///////////////////////////////////////////////////////////////////////////////////////////////////////////////////////////////////////////////////////////////////////////////////////////////////////////////////////////////////////////////////////////////////////////////////////////////////////////////////////////////////////////////////////////////////////////////////////////////////////////////////////////////////////////////////////////////////////////////////////////////////////////////////////8CAAEBAwAAAAIA////////DgAGTGlua0RhdGFMaXN0XzEEAAAAAAAFAAAAAwAFAAAABAADAAgBAwAAAAMA////////DgAGTGlua0RhdGFMaXN0XzAEAAAAAQAFAAAAAAAFAAAAAgAFAAAAAAAFAAAABAAFAAAAAAD///////8FAAAAAAD///////8FAAAAAAD///////8FAAAAAAD///////8FAAAAAAD///////8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5942482"/>
  <p:tag name="EMPOWERCHARTSPROPERTIES_B_LENGTH" val="24576"/>
  <p:tag name="DOWN_MIGRATION_INITIAL_LAYOUT_REQUIRED" val="9.2.99"/>
  <p:tag name="RUNTIME_ID" val="ffe82baa-4b4b-414d-ac7d-620fef397f55"/>
</p:tagLst>
</file>

<file path=ppt/tags/tag38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0AO+gWsJ1FPljjNK5vJCUMEAAAAAAADAAAAAAADAAAAAwADAAAAAAADAAAABAADAAEA////////BQAAAAMAEAALOppJUY4dVE+x74fQPgZZ0QQAAAABAAMAAAACAAMAAAAEAAQAAgD///////8FAAAABAAQAAtpSQ1a0HbwS4a49VJH0EUo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A76BawnUU+WOM0rm8kJQwREYXRhAAUAAAAAAk5hbWUADQAAAExpbmtEYXRhTGlzdAAQVmVyc2lvbgABAAAACUxhc3RXcml0ZQCZUf5ykgEAAAABAP////9hAGEAAAAFX2lkABAAAAAEOppJUY4dVE+x74fQPgZZ0QREYXRhAAUAAAAAAk5hbWUADQAAAExpbmtEYXRhTGlzdAAQVmVyc2lvbgAAAAAACUxhc3RXcml0ZQCUUf5ykgEAAAACAP////9wAHAAAAAFX2lkABAAAAAEaUkNWtB28EuGuPVSR9BFKANEYXRhABYAAAACUGVyc29uYWxJZAABAAAAAAACTmFtZQALAAAAUGVyc29uYWxJZAAQVmVyc2lvbgAAAAAACUxhc3RXcml0ZQDYU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7598988"/>
  <p:tag name="EMPOWERCHARTSPROPERTIES_B_LENGTH" val="24576"/>
  <p:tag name="DOWN_MIGRATION_INITIAL_LAYOUT_REQUIRED" val="9.2.99"/>
  <p:tag name="RUNTIME_ID" val="b798b530-8bc7-4d5c-93d7-3b07d4727f34"/>
</p:tagLst>
</file>

<file path=ppt/tags/tag38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AgD///////8DAAAAAgD///////8DAAAAAgD///////8DAAAAAwD///////////////////////////////////////////////////////////////////////////////////////////////////////////////////////////////////////////////////////////////////////////////////////////////////////////////////////////////////////////////////////////////////////////////////////////////////////////////////////////////////////////////////////////////////////////////////////////////////////////////////////////////////////////////////////////////8BACAA////////////////AAAO////////AwAAAAQA////////////////////////////////////////////////////////////////////////////////////////////////////////////////////////////////////////////////////////////////////////////////////////////////////////////////////////////////////////////////////////////////////////////////////////////////////////////////////////////////////////////////////////////////////////////////////////////////////////////////////////////////////////////////////////////////////////////////////////////////////////////////////////AgADAP///////wUAAAACABAAC2HnNoH8tU5AmIX3TNqA2AoEAAAAAAADAAAAAAADAAAAAwADAAAAAAADAAAAAwADAAAAAAADAAAAAwADAAQA////////BQAAAAMAEAALxOflg7m9vUGsJeLhptKDygQAAAABAAMAAAACAAMAAAAEAAMAAAACAP///////wMAAAACAP///////wMAAAAAAP///////wQAAQD///////8FAAAABAAQAAvRDubkG935QKxIgtmAjdY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ec2gfy1TkCYhfdM2oDYCgREYXRhAAUAAAAAAk5hbWUADQAAAExpbmtEYXRhTGlzdAAQVmVyc2lvbgABAAAACUxhc3RXcml0ZQA9Uv5ykgEAAAABAP////9hAGEAAAAFX2lkABAAAAAExOflg7m9vUGsJeLhptKDygREYXRhAAUAAAAAAk5hbWUADQAAAExpbmtEYXRhTGlzdAAQVmVyc2lvbgAAAAAACUxhc3RXcml0ZQA3Uv5ykgEAAAACAP////9wAHAAAAAFX2lkABAAAAAE0Q7m5Bvd+UCsSILZgI3WBANEYXRhABYAAAACUGVyc29uYWxJZAABAAAAAAACTmFtZQALAAAAUGVyc29uYWxJZAAQVmVyc2lvbgAAAAAACUxhc3RXcml0ZQBqU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DAP///////////////////////////////////////////////////////////////////////////////////////////////////////////////////////////////////////////////////////////////////////////////////////////////////////////////////////////////////////////////////////////////////////////////////////////////////////////////////////////////////////////////////////////////////////////////////////////////////////////////////////////////////////////////////////////////wEAIAH///////////////8AAA7///////8FAAAABAD///////////////////////////////////////////////////////////////////////////////////////////////////////////////////////////////////////////////////////////////////////////////////////////////////////////////////////////////////////////////////////////////////////////////////////////////////////////////////////////////////////////////////////////////////////////////////////////////////////////////////////////////////////////////////////////////////////////////////////////////////////////////////////8CAAMBAwAAAAIA////////DgAGTGlua0RhdGFMaXN0XzEEAAAAAAAFAAAAAwAFAAAABAAFAAAAAwAFAAAABAAFAAAAAwAFAAAABAADAAQBAwAAAAMA////////DgAGTGlua0RhdGFMaXN0XzAEAAAAAQAFAAAAAAAFAAAAAgAFAAAAAAAFAAAAAgAFAAAAAAAFAAAAAgAFAAAAAAD///////8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9008569"/>
  <p:tag name="EMPOWERCHARTSPROPERTIES_B_LENGTH" val="24576"/>
  <p:tag name="DOWN_MIGRATION_INITIAL_LAYOUT_REQUIRED" val="9.2.99"/>
  <p:tag name="RUNTIME_ID" val="61ae3759-a0b1-4bf4-9f56-2adbd1fe9055"/>
</p:tagLst>
</file>

<file path=ppt/tags/tag38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AgD///////8DAAAAAgD///////////////////////////////////////////////////////////////////////////////////////////////////////////////////////////////////////////////////////////////////////////////////////////////////////////////////////////////////////////////////////////////////////////////////////////////////////////////////////////////////////////////////////////////////////////////////////////////////////////////////////////////////////////////////////////////////////////////8BACAA////////////////AAAO////////AwAAAAMA////////////////////////////////////////////////////////////////////////////////////////////////////////////////////////////////////////////////////////////////////////////////////////////////////////////////////////////////////////////////////////////////////////////////////////////////////////////////////////////////////////////////////////////////////////////////////////////////////////////////////////////////////////////////////////////////////////////////////////////////////////////////////////AgADAP///////wUAAAACABAACyF0OrZvmX9KjPk5IIrmYCoEAAAAAAADAAAABAADAAAAAwADAAAAAAADAAAAAwADAAAAAAADAAAAAwADAAMA////////BQAAAAMAEAALZ0P9vwFFJkOpXoXc8k12JQQAAAABAAMAAAACAAMAAAABAAMAAAACAP///////wMAAAACAP///////wQAAQD///////8FAAAABAAQAAsGpfNzzvVaRLhY+PPVvNDR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XQ6tm+Zf0qM+TkgiuZgKgREYXRhAAUAAAAAAk5hbWUADQAAAExpbmtEYXRhTGlzdAAQVmVyc2lvbgAAAAAACUxhc3RXcml0ZQDFUv5ykgEAAAABAP////9hAGEAAAAFX2lkABAAAAAEZ0P9vwFFJkOpXoXc8k12JQREYXRhAAUAAAAAAk5hbWUADQAAAExpbmtEYXRhTGlzdAAQVmVyc2lvbgABAAAACUxhc3RXcml0ZQDGUv5ykgEAAAACAP////9wAHAAAAAFX2lkABAAAAAEBqXzc871WkS4WPjz1bzQ0QNEYXRhABYAAAACUGVyc29uYWxJZAABAAAAAAACTmFtZQALAAAAUGVyc29uYWxJZAAQVmVyc2lvbgAAAAAACUxhc3RXcml0ZQDyU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EAIAH///////////////8AAA7///////8FAAAABAD///////////////////////////////////////////////////////////////////////////////////////////////////////////////////////////////////////////////////////////////////////////////////////////////////////////////////////////////////////////////////////////////////////////////////////////////////////////////////////////////////////////////////////////////////////////////////////////////////////////////////////////////////////////////////////////////////////////////////////////////////////////////////////8CAAMBAwAAAAIA////////DgAGTGlua0RhdGFMaXN0XzAEAAAAAAAFAAAAAAAFAAAAAwAFAAAAAAAFAAAAAwAFAAAAAAAFAAAAAwADAAMBAwAAAAMA////////DgAGTGlua0RhdGFMaXN0XzEEAAAAAQAFAAAAAgAFAAAABAAFAAAAAgAFAAAABAAFAAAAAg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1548735"/>
  <p:tag name="EMPOWERCHARTSPROPERTIES_B_LENGTH" val="24576"/>
  <p:tag name="DOWN_MIGRATION_INITIAL_LAYOUT_REQUIRED" val="9.2.99"/>
  <p:tag name="RUNTIME_ID" val="5e6f85eb-60fd-416d-9d94-61ffbba2b4ae"/>
</p:tagLst>
</file>

<file path=ppt/tags/tag38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8RtfgogKWVGnfD5YP8Qxd8EAAAAAAADAAAAAAADAAAAAwADAAEA////////BQAAAAMAEAALpxtMIW8uvE6znK1TN2FyYQQAAAABAAMAAAACAAMAAAAEAAQAAQD///////8FAAAABAAQAAslpZG1Ht+ETZwMLJlEPFE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G1+CiApZUad8Plg/xDF3wREYXRhAAUAAAAAAk5hbWUADQAAAExpbmtEYXRhTGlzdAAQVmVyc2lvbgAAAAAACUxhc3RXcml0ZQDyU/5ykgEAAAABAP////9hAGEAAAAFX2lkABAAAAAEpxtMIW8uvE6znK1TN2FyYQREYXRhAAUAAAAAAk5hbWUADQAAAExpbmtEYXRhTGlzdAAQVmVyc2lvbgABAAAACUxhc3RXcml0ZQD9U/5ykgEAAAACAP////9wAHAAAAAFX2lkABAAAAAEJaWRtR7fhE2cDCyZRDxRHQNEYXRhABYAAAACUGVyc29uYWxJZAABAAAAAAACTmFtZQALAAAAUGVyc29uYWxJZAAQVmVyc2lvbgAAAAAACUxhc3RXcml0ZQBD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3745113"/>
  <p:tag name="EMPOWERCHARTSPROPERTIES_B_LENGTH" val="24576"/>
  <p:tag name="DOWN_MIGRATION_INITIAL_LAYOUT_REQUIRED" val="9.2.99"/>
  <p:tag name="RUNTIME_ID" val="b88ede33-b1ae-4e23-af1d-ceb8cf1cd4ac"/>
</p:tagLst>
</file>

<file path=ppt/tags/tag39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551dbfb6-b11b-4225-84e7-de5873463767"/>
</p:tagLst>
</file>

<file path=ppt/tags/tag39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ae64e8fb-8552-41da-a322-6d41abd83bb1"/>
</p:tagLst>
</file>

<file path=ppt/tags/tag39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330a0d5b-edbf-4f1d-a414-39288a0249ee"/>
</p:tagLst>
</file>

<file path=ppt/tags/tag39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54ace12d-d0f6-4ea2-ac49-e8a655f1e716"/>
</p:tagLst>
</file>

<file path=ppt/tags/tag39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90204c06-a518-4ec9-bd90-f1b26d868798"/>
</p:tagLst>
</file>

<file path=ppt/tags/tag39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999d758a-b7a6-40a5-a591-812f0267d88b"/>
</p:tagLst>
</file>

<file path=ppt/tags/tag39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ebfcf0a0-a4e2-42cf-ac69-be5eb523e2fe"/>
</p:tagLst>
</file>

<file path=ppt/tags/tag39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3bdbd6df-3935-416b-bbe9-0c701c450afd"/>
</p:tagLst>
</file>

<file path=ppt/tags/tag39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d15dbec4-c133-4590-b763-a672aed8963f"/>
</p:tagLst>
</file>

<file path=ppt/tags/tag39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7a2f1840-19cc-4f2d-8c96-5dfa34e0240d"/>
</p:tagLst>
</file>

<file path=ppt/tags/tag40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62tsGVWzPxJjmYu+DGOsQgEAAAAAAADAAAAAAADAAAAAwADAAEA////////BQAAAAMAEAALpTgU2oMPEkWgD7yOhG58ygQAAAABAAMAAAACAAMAAAAEAAQAAQD///////8FAAAABAAQAAts7G72oaKtTZ+bn8OIKsQ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a2wZVbM/EmOZi74MY6xCAREYXRhAAUAAAAAAk5hbWUADQAAAExpbmtEYXRhTGlzdAAQVmVyc2lvbgAAAAAACUxhc3RXcml0ZQC5QP5ykgEAAAABAP////9hAGEAAAAFX2lkABAAAAAEpTgU2oMPEkWgD7yOhG58ygREYXRhAAUAAAAAAk5hbWUADQAAAExpbmtEYXRhTGlzdAAQVmVyc2lvbgABAAAACUxhc3RXcml0ZQC/QP5ykgEAAAACAP////9wAHAAAAAFX2lkABAAAAAEbOxu9qGirU2fm5/DiCrEKgNEYXRhABYAAAACUGVyc29uYWxJZAABAAAAAAACTmFtZQALAAAAUGVyc29uYWxJZAAQVmVyc2lvbgAAAAAACUxhc3RXcml0ZQDyQ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84279266"/>
  <p:tag name="EMPOWERCHARTSPROPERTIES_B_LENGTH" val="24576"/>
  <p:tag name="DOWN_MIGRATION_INITIAL_LAYOUT_REQUIRED" val="9.2.99"/>
  <p:tag name="RUNTIME_ID" val="18c718f6-eb5f-4899-8275-62b8d7d6e7fa"/>
</p:tagLst>
</file>

<file path=ppt/tags/tag40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62tsGVWzPxJjmYu+DGOsQgEAAAAAAADAAAAAAADAAAAAwADAAEA////////BQAAAAMAEAALpTgU2oMPEkWgD7yOhG58ygQAAAABAAMAAAACAAMAAAAEAAQAAQD///////8FAAAABAAQAAts7G72oaKtTZ+bn8OIKsQ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a2wZVbM/EmOZi74MY6xCAREYXRhAAUAAAAAAk5hbWUADQAAAExpbmtEYXRhTGlzdAAQVmVyc2lvbgAAAAAACUxhc3RXcml0ZQC5QP5ykgEAAAABAP////9hAGEAAAAFX2lkABAAAAAEpTgU2oMPEkWgD7yOhG58ygREYXRhAAUAAAAAAk5hbWUADQAAAExpbmtEYXRhTGlzdAAQVmVyc2lvbgABAAAACUxhc3RXcml0ZQC/QP5ykgEAAAACAP////9wAHAAAAAFX2lkABAAAAAEbOxu9qGirU2fm5/DiCrEKgNEYXRhABYAAAACUGVyc29uYWxJZAABAAAAAAACTmFtZQALAAAAUGVyc29uYWxJZAAQVmVyc2lvbgAAAAAACUxhc3RXcml0ZQDyQ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84279266"/>
  <p:tag name="EMPOWERCHARTSPROPERTIES_B_LENGTH" val="24576"/>
  <p:tag name="DOWN_MIGRATION_INITIAL_LAYOUT_REQUIRED" val="9.2.99"/>
  <p:tag name="RUNTIME_ID" val="fc457167-3d2b-4328-ae53-91ff21bfde3d"/>
</p:tagLst>
</file>

<file path=ppt/tags/tag40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62tsGVWzPxJjmYu+DGOsQgEAAAAAAADAAAAAAADAAAAAwADAAEA////////BQAAAAMAEAALpTgU2oMPEkWgD7yOhG58ygQAAAABAAMAAAACAAMAAAAEAAQAAQD///////8FAAAABAAQAAts7G72oaKtTZ+bn8OIKsQ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a2wZVbM/EmOZi74MY6xCAREYXRhAAUAAAAAAk5hbWUADQAAAExpbmtEYXRhTGlzdAAQVmVyc2lvbgAAAAAACUxhc3RXcml0ZQC5QP5ykgEAAAABAP////9hAGEAAAAFX2lkABAAAAAEpTgU2oMPEkWgD7yOhG58ygREYXRhAAUAAAAAAk5hbWUADQAAAExpbmtEYXRhTGlzdAAQVmVyc2lvbgABAAAACUxhc3RXcml0ZQC/QP5ykgEAAAACAP////9wAHAAAAAFX2lkABAAAAAEbOxu9qGirU2fm5/DiCrEKgNEYXRhABYAAAACUGVyc29uYWxJZAABAAAAAAACTmFtZQALAAAAUGVyc29uYWxJZAAQVmVyc2lvbgAAAAAACUxhc3RXcml0ZQDyQ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84279266"/>
  <p:tag name="EMPOWERCHARTSPROPERTIES_B_LENGTH" val="24576"/>
  <p:tag name="DOWN_MIGRATION_INITIAL_LAYOUT_REQUIRED" val="9.2.99"/>
  <p:tag name="RUNTIME_ID" val="d75a060a-6086-4183-9422-508c33a4fad9"/>
</p:tagLst>
</file>

<file path=ppt/tags/tag40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0AO+gWsJ1FPljjNK5vJCUMEAAAAAAADAAAAAAADAAAAAwADAAAAAAADAAAABAADAAEA////////BQAAAAMAEAALOppJUY4dVE+x74fQPgZZ0QQAAAABAAMAAAACAAMAAAAEAAQAAgD///////8FAAAABAAQAAtpSQ1a0HbwS4a49VJH0EUo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A76BawnUU+WOM0rm8kJQwREYXRhAAUAAAAAAk5hbWUADQAAAExpbmtEYXRhTGlzdAAQVmVyc2lvbgABAAAACUxhc3RXcml0ZQCZUf5ykgEAAAABAP////9hAGEAAAAFX2lkABAAAAAEOppJUY4dVE+x74fQPgZZ0QREYXRhAAUAAAAAAk5hbWUADQAAAExpbmtEYXRhTGlzdAAQVmVyc2lvbgAAAAAACUxhc3RXcml0ZQCUUf5ykgEAAAACAP////9wAHAAAAAFX2lkABAAAAAEaUkNWtB28EuGuPVSR9BFKANEYXRhABYAAAACUGVyc29uYWxJZAABAAAAAAACTmFtZQALAAAAUGVyc29uYWxJZAAQVmVyc2lvbgAAAAAACUxhc3RXcml0ZQDYU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7598988"/>
  <p:tag name="EMPOWERCHARTSPROPERTIES_B_LENGTH" val="24576"/>
  <p:tag name="DOWN_MIGRATION_INITIAL_LAYOUT_REQUIRED" val="9.2.99"/>
  <p:tag name="RUNTIME_ID" val="b798b530-8bc7-4d5c-93d7-3b07d4727f34"/>
</p:tagLst>
</file>

<file path=ppt/tags/tag40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AgD///////8DAAAAAgD///////////////////////////////////////////////////////////////////////////////////////////////////////////////////////////////////////////////////////////////////////////////////////////////////////////////////////////////////////////////////////////////////////////////////////////////////////////////////////////////////////////////////////////////////////////////////////////////////////////////////////////////////////////////////////////////////////////////8BACAA////////////////AAAO////////AwAAAAMA////////////////////////////////////////////////////////////////////////////////////////////////////////////////////////////////////////////////////////////////////////////////////////////////////////////////////////////////////////////////////////////////////////////////////////////////////////////////////////////////////////////////////////////////////////////////////////////////////////////////////////////////////////////////////////////////////////////////////////////////////////////////////////AgADAP///////wUAAAACABAACyF0OrZvmX9KjPk5IIrmYCoEAAAAAAADAAAABAADAAAAAwADAAAAAAADAAAAAwADAAAAAAADAAAAAwADAAMA////////BQAAAAMAEAALZ0P9vwFFJkOpXoXc8k12JQQAAAABAAMAAAACAAMAAAABAAMAAAACAP///////wMAAAACAP///////wQAAQD///////8FAAAABAAQAAsGpfNzzvVaRLhY+PPVvNDR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XQ6tm+Zf0qM+TkgiuZgKgREYXRhAAUAAAAAAk5hbWUADQAAAExpbmtEYXRhTGlzdAAQVmVyc2lvbgAAAAAACUxhc3RXcml0ZQDFUv5ykgEAAAABAP////9hAGEAAAAFX2lkABAAAAAEZ0P9vwFFJkOpXoXc8k12JQREYXRhAAUAAAAAAk5hbWUADQAAAExpbmtEYXRhTGlzdAAQVmVyc2lvbgABAAAACUxhc3RXcml0ZQDGUv5ykgEAAAACAP////9wAHAAAAAFX2lkABAAAAAEBqXzc871WkS4WPjz1bzQ0QNEYXRhABYAAAACUGVyc29uYWxJZAABAAAAAAACTmFtZQALAAAAUGVyc29uYWxJZAAQVmVyc2lvbgAAAAAACUxhc3RXcml0ZQDyUv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EAIAH///////////////8AAA7///////8FAAAABAD///////////////////////////////////////////////////////////////////////////////////////////////////////////////////////////////////////////////////////////////////////////////////////////////////////////////////////////////////////////////////////////////////////////////////////////////////////////////////////////////////////////////////////////////////////////////////////////////////////////////////////////////////////////////////////////////////////////////////////////////////////////////////////8CAAMBAwAAAAIA////////DgAGTGlua0RhdGFMaXN0XzAEAAAAAAAFAAAAAAAFAAAAAwAFAAAAAAAFAAAAAwAFAAAAAAAFAAAAAwADAAMBAwAAAAMA////////DgAGTGlua0RhdGFMaXN0XzEEAAAAAQAFAAAAAgAFAAAABAAFAAAAAgAFAAAABAAFAAAAAg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1548735"/>
  <p:tag name="EMPOWERCHARTSPROPERTIES_B_LENGTH" val="24576"/>
  <p:tag name="DOWN_MIGRATION_INITIAL_LAYOUT_REQUIRED" val="9.2.99"/>
  <p:tag name="RUNTIME_ID" val="5e6f85eb-60fd-416d-9d94-61ffbba2b4ae"/>
</p:tagLst>
</file>

<file path=ppt/tags/tag40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8RtfgogKWVGnfD5YP8Qxd8EAAAAAAADAAAAAAADAAAAAwADAAEA////////BQAAAAMAEAALpxtMIW8uvE6znK1TN2FyYQQAAAABAAMAAAACAAMAAAAEAAQAAQD///////8FAAAABAAQAAslpZG1Ht+ETZwMLJlEPFE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G1+CiApZUad8Plg/xDF3wREYXRhAAUAAAAAAk5hbWUADQAAAExpbmtEYXRhTGlzdAAQVmVyc2lvbgAAAAAACUxhc3RXcml0ZQDyU/5ykgEAAAABAP////9hAGEAAAAFX2lkABAAAAAEpxtMIW8uvE6znK1TN2FyYQREYXRhAAUAAAAAAk5hbWUADQAAAExpbmtEYXRhTGlzdAAQVmVyc2lvbgABAAAACUxhc3RXcml0ZQD9U/5ykgEAAAACAP////9wAHAAAAAFX2lkABAAAAAEJaWRtR7fhE2cDCyZRDxRHQNEYXRhABYAAAACUGVyc29uYWxJZAABAAAAAAACTmFtZQALAAAAUGVyc29uYWxJZAAQVmVyc2lvbgAAAAAACUxhc3RXcml0ZQBD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3745113"/>
  <p:tag name="EMPOWERCHARTSPROPERTIES_B_LENGTH" val="24576"/>
  <p:tag name="DOWN_MIGRATION_INITIAL_LAYOUT_REQUIRED" val="9.2.99"/>
  <p:tag name="RUNTIME_ID" val="b88ede33-b1ae-4e23-af1d-ceb8cf1cd4ac"/>
</p:tagLst>
</file>

<file path=ppt/tags/tag40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0AO+gWsJ1FPljjNK5vJCUMEAAAAAAADAAAAAAADAAAAAwADAAAAAAADAAAABAADAAEA////////BQAAAAMAEAALOppJUY4dVE+x74fQPgZZ0QQAAAABAAMAAAACAAMAAAAEAAQAAgD///////8FAAAABAAQAAtpSQ1a0HbwS4a49VJH0EUo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A76BawnUU+WOM0rm8kJQwREYXRhAAUAAAAAAk5hbWUADQAAAExpbmtEYXRhTGlzdAAQVmVyc2lvbgABAAAACUxhc3RXcml0ZQCZUf5ykgEAAAABAP////9hAGEAAAAFX2lkABAAAAAEOppJUY4dVE+x74fQPgZZ0QREYXRhAAUAAAAAAk5hbWUADQAAAExpbmtEYXRhTGlzdAAQVmVyc2lvbgAAAAAACUxhc3RXcml0ZQCUUf5ykgEAAAACAP////9wAHAAAAAFX2lkABAAAAAEaUkNWtB28EuGuPVSR9BFKANEYXRhABYAAAACUGVyc29uYWxJZAABAAAAAAACTmFtZQALAAAAUGVyc29uYWxJZAAQVmVyc2lvbgAAAAAACUxhc3RXcml0ZQDYU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27598988"/>
  <p:tag name="EMPOWERCHARTSPROPERTIES_B_LENGTH" val="24576"/>
  <p:tag name="DOWN_MIGRATION_INITIAL_LAYOUT_REQUIRED" val="9.2.99"/>
  <p:tag name="RUNTIME_ID" val="b798b530-8bc7-4d5c-93d7-3b07d4727f34"/>
</p:tagLst>
</file>

<file path=ppt/tags/tag40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zEoUXEcu5AgqdloXZ8+8wEAAAAAAADAAAABAADAAAAAwADAAAABAD///////8DAAAAAAD///////8DAAAAAAD///////8DAAEA////////BQAAAAMAEAALoLtkrcJqYUGzrfbFfxikNQQAAAABAAMAAAACAAMAAAABAAQAAgD///////8FAAAABAAQAAutA2cb4Mw4TLMkZ9q83f+d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MShRcRy7kCCp2Whdnz7zAREYXRhAAUAAAAAAk5hbWUADQAAAExpbmtEYXRhTGlzdAAQVmVyc2lvbgAAAAAACUxhc3RXcml0ZQAIS/5ykgEAAAABAP////9hAGEAAAAFX2lkABAAAAAEoLtkrcJqYUGzrfbFfxikNQREYXRhAAUAAAAAAk5hbWUADQAAAExpbmtEYXRhTGlzdAAQVmVyc2lvbgABAAAACUxhc3RXcml0ZQAKS/5ykgEAAAACAP////9wAHAAAAAFX2lkABAAAAAErQNnG+DMOEyzJGfavN3/nQNEYXRhABYAAAACUGVyc29uYWxJZAABAAAAAAACTmFtZQALAAAAUGVyc29uYWxJZAAQVmVyc2lvbgAAAAAACUxhc3RXcml0ZQA7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0667167"/>
  <p:tag name="EMPOWERCHARTSPROPERTIES_B_LENGTH" val="24576"/>
  <p:tag name="DOWN_MIGRATION_INITIAL_LAYOUT_REQUIRED" val="9.2.99"/>
  <p:tag name="RUNTIME_ID" val="40ac3f26-7759-4fae-a89b-fd162e2399c0"/>
</p:tagLst>
</file>

<file path=ppt/tags/tag40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zgsAAAAAAAAAAAAAIAD///////////////8AAAD///////////////8DAAAAAgD///////8DAAAAAgD///////8DAAAAAwD///////8DAAAAAwD///////8DAAAAAwD///////8DAAAAAwD///////////////////////////////////////////////////////////////////////////////////////////////////////////////////////////////////////////////////////////////////////////////////////////////////////////////////////////////////////////////////////////////////////////////////////////////////////////////////////////////////////////////////////////////////////////////////////////////////////////////////////////////8BACAA////////////////AAAO////////AwAAAAQA////////////////////////////////////////////////////////////////////////////////////////////////////////////////////////////////////////////////////////////////////////////////////////////////////////////////////////////////////////////////////////////////////////////////////////////////////////////////////////////////////////////////////////////////////////////////////////////////////////////////////////////////////////////////////////////////////////////////////////////////////////////////////////AgACAP///////wUAAAACABAAC2yq0DSpcOBMntrO/Eh39WsEAAAAAAADAAAAAAADAAAAAwADAAAAAAADAAAAAwADAAYA////////BQAAAAMAEAALs4rbfd+m0kGq5fwBQZK7hQQAAAABAAMAAAACAAMAAAAEAAMAAAACAP///////wMAAAAAAP///////wMAAAAAAP///////wMAAAAAAP///////wMAAAAAAP///////wQAAQD///////8FAAAABAAQAAsg8TmLzybhTJoAsql1q86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KrQNKlw4Eye2s78SHf1awREYXRhAAUAAAAAAk5hbWUADQAAAExpbmtEYXRhTGlzdAAQVmVyc2lvbgAAAAAACUxhc3RXcml0ZQAtTP5ykgEAAAABAP////9hAGEAAAAFX2lkABAAAAAEs4rbfd+m0kGq5fwBQZK7hQREYXRhAAUAAAAAAk5hbWUADQAAAExpbmtEYXRhTGlzdAAQVmVyc2lvbgABAAAACUxhc3RXcml0ZQAvTP5ykgEAAAACAP////9wAHAAAAAFX2lkABAAAAAEIPE5i88m4UyaALKpdavOqQNEYXRhABYAAAACUGVyc29uYWxJZAABAAAAAAACTmFtZQALAAAAUGVyc29uYWxJZAAQVmVyc2lvbgAAAAAACUxhc3RXcml0ZQBdT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DAP///////wUAAAADAP///////wUAAAADAP///////wUAAAADAP///////////////////////////////////////////////////////////////////////////////////////////////////////////////////////////////////////////////////////////////////////////////////////////////////////////////////////////////////////////////////////////////////////////////////////////////////////////////////////////////////////////////////////////////////////////////////////////////////////////////////////////////wEAIAH///////////////8AAA7///////8FAAAABAD///////////////////////////////////////////////////////////////////////////////////////////////////////////////////////////////////////////////////////////////////////////////////////////////////////////////////////////////////////////////////////////////////////////////////////////////////////////////////////////////////////////////////////////////////////////////////////////////////////////////////////////////////////////////////////////////////////////////////////////////////////////////////////8CAAIBAwAAAAIA////////DgAGTGlua0RhdGFMaXN0XzAEAAAAAAAFAAAAAAAFAAAAAwAFAAAAAAAFAAAAAwADAAYBAwAAAAMA////////DgAGTGlua0RhdGFMaXN0XzEEAAAAAQAFAAAAAgAFAAAABAAFAAAAAgD///////8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3507171"/>
  <p:tag name="EMPOWERCHARTSPROPERTIES_B_LENGTH" val="24576"/>
  <p:tag name="DOWN_MIGRATION_INITIAL_LAYOUT_REQUIRED" val="9.2.99"/>
  <p:tag name="RUNTIME_ID" val="6a7752c1-3c45-4070-9d2e-8ac62576e747"/>
</p:tagLst>
</file>

<file path=ppt/tags/tag40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BAD///////8DAAAABAD///////////////////////////////////////////////////////////////////////////////////////////////////////////////////////////////////////////////////////////////////////////////////////////////////////////////////////////////////////////////////////////////////////////////////////////////////////////////////////////////////////////////////////////////////////////////////////////////////////////////////////////////////////////////////////////////////////////////////////////////8BACAA////////////////AAAO////////AwAAAAMA////////////////////////////////////////////////////////////////////////////////////////////////////////////////////////////////////////////////////////////////////////////////////////////////////////////////////////////////////////////////////////////////////////////////////////////////////////////////////////////////////////////////////////////////////////////////////////////////////////////////////////////////////////////////////////////////////////////////////////////////////////////////////////AgABAP///////wUAAAACABAACxCovk/XMz1OnHpeOdG3M+UEAAAAAAADAAAABAADAAAAAwADAAEA////////BQAAAAMAEAALg4EpbNWyzUelpLtUMWMBYAQAAAABAAMAAAACAAMAAAABAAQAAgD///////8FAAAABAAQAAsQrEEGSxO0RYeVrjfxIbTo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Ki+T9czPU6cel450bcz5QREYXRhAAUAAAAAAk5hbWUADQAAAExpbmtEYXRhTGlzdAAQVmVyc2lvbgABAAAACUxhc3RXcml0ZQAjTf5ykgEAAAABAP////9hAGEAAAAFX2lkABAAAAAEg4EpbNWyzUelpLtUMWMBYAREYXRhAAUAAAAAAk5hbWUADQAAAExpbmtEYXRhTGlzdAAQVmVyc2lvbgAAAAAACUxhc3RXcml0ZQAiTf5ykgEAAAACAP////9wAHAAAAAFX2lkABAAAAAEEKxBBksTtEWHla438SG06ANEYXRhABYAAAACUGVyc29uYWxJZAABAAAAAAACTmFtZQALAAAAUGVyc29uYWxJZAAQVmVyc2lvbgAAAAAACUxhc3RXcml0ZQBRT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5962790"/>
  <p:tag name="EMPOWERCHARTSPROPERTIES_B_LENGTH" val="24576"/>
  <p:tag name="DOWN_MIGRATION_INITIAL_LAYOUT_REQUIRED" val="9.2.99"/>
  <p:tag name="RUNTIME_ID" val="965a42c2-0230-45ad-b8df-35e3a77236c5"/>
</p:tagLst>
</file>

<file path=ppt/tags/tag4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zEoUXEcu5AgqdloXZ8+8wEAAAAAAADAAAABAADAAAAAwADAAAABAD///////8DAAAAAAD///////8DAAAAAAD///////8DAAEA////////BQAAAAMAEAALoLtkrcJqYUGzrfbFfxikNQQAAAABAAMAAAACAAMAAAABAAQAAgD///////8FAAAABAAQAAutA2cb4Mw4TLMkZ9q83f+d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MShRcRy7kCCp2Whdnz7zAREYXRhAAUAAAAAAk5hbWUADQAAAExpbmtEYXRhTGlzdAAQVmVyc2lvbgAAAAAACUxhc3RXcml0ZQAIS/5ykgEAAAABAP////9hAGEAAAAFX2lkABAAAAAEoLtkrcJqYUGzrfbFfxikNQREYXRhAAUAAAAAAk5hbWUADQAAAExpbmtEYXRhTGlzdAAQVmVyc2lvbgABAAAACUxhc3RXcml0ZQAKS/5ykgEAAAACAP////9wAHAAAAAFX2lkABAAAAAErQNnG+DMOEyzJGfavN3/nQNEYXRhABYAAAACUGVyc29uYWxJZAABAAAAAAACTmFtZQALAAAAUGVyc29uYWxJZAAQVmVyc2lvbgAAAAAACUxhc3RXcml0ZQA7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0667167"/>
  <p:tag name="EMPOWERCHARTSPROPERTIES_B_LENGTH" val="24576"/>
  <p:tag name="DOWN_MIGRATION_INITIAL_LAYOUT_REQUIRED" val="9.2.99"/>
  <p:tag name="RUNTIME_ID" val="40ac3f26-7759-4fae-a89b-fd162e2399c0"/>
</p:tagLst>
</file>

<file path=ppt/tags/tag4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zEoUXEcu5AgqdloXZ8+8wEAAAAAAADAAAABAADAAAAAwADAAAABAD///////8DAAAAAAD///////8DAAAAAAD///////8DAAEA////////BQAAAAMAEAALoLtkrcJqYUGzrfbFfxikNQQAAAABAAMAAAACAAMAAAABAAQAAgD///////8FAAAABAAQAAutA2cb4Mw4TLMkZ9q83f+d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MShRcRy7kCCp2Whdnz7zAREYXRhAAUAAAAAAk5hbWUADQAAAExpbmtEYXRhTGlzdAAQVmVyc2lvbgAAAAAACUxhc3RXcml0ZQAIS/5ykgEAAAABAP////9hAGEAAAAFX2lkABAAAAAEoLtkrcJqYUGzrfbFfxikNQREYXRhAAUAAAAAAk5hbWUADQAAAExpbmtEYXRhTGlzdAAQVmVyc2lvbgABAAAACUxhc3RXcml0ZQAKS/5ykgEAAAACAP////9wAHAAAAAFX2lkABAAAAAErQNnG+DMOEyzJGfavN3/nQNEYXRhABYAAAACUGVyc29uYWxJZAABAAAAAAACTmFtZQALAAAAUGVyc29uYWxJZAAQVmVyc2lvbgAAAAAACUxhc3RXcml0ZQA7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0667167"/>
  <p:tag name="EMPOWERCHARTSPROPERTIES_B_LENGTH" val="24576"/>
  <p:tag name="DOWN_MIGRATION_INITIAL_LAYOUT_REQUIRED" val="9.2.99"/>
  <p:tag name="RUNTIME_ID" val="40ac3f26-7759-4fae-a89b-fd162e2399c0"/>
</p:tagLst>
</file>

<file path=ppt/tags/tag4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zgsAAAAAAAAAAAAAIAD///////////////8AAAD///////////////8DAAAAAgD///////8DAAAAAgD///////8DAAAAAwD///////8DAAAAAwD///////8DAAAAAwD///////8DAAAAAwD///////////////////////////////////////////////////////////////////////////////////////////////////////////////////////////////////////////////////////////////////////////////////////////////////////////////////////////////////////////////////////////////////////////////////////////////////////////////////////////////////////////////////////////////////////////////////////////////////////////////////////////////8BACAA////////////////AAAO////////AwAAAAQA////////////////////////////////////////////////////////////////////////////////////////////////////////////////////////////////////////////////////////////////////////////////////////////////////////////////////////////////////////////////////////////////////////////////////////////////////////////////////////////////////////////////////////////////////////////////////////////////////////////////////////////////////////////////////////////////////////////////////////////////////////////////////////AgACAP///////wUAAAACABAAC2yq0DSpcOBMntrO/Eh39WsEAAAAAAADAAAAAAADAAAAAwADAAAAAAADAAAAAwADAAYA////////BQAAAAMAEAALs4rbfd+m0kGq5fwBQZK7hQQAAAABAAMAAAACAAMAAAAEAAMAAAACAP///////wMAAAAAAP///////wMAAAAAAP///////wMAAAAAAP///////wMAAAAAAP///////wQAAQD///////8FAAAABAAQAAsg8TmLzybhTJoAsql1q86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KrQNKlw4Eye2s78SHf1awREYXRhAAUAAAAAAk5hbWUADQAAAExpbmtEYXRhTGlzdAAQVmVyc2lvbgAAAAAACUxhc3RXcml0ZQAtTP5ykgEAAAABAP////9hAGEAAAAFX2lkABAAAAAEs4rbfd+m0kGq5fwBQZK7hQREYXRhAAUAAAAAAk5hbWUADQAAAExpbmtEYXRhTGlzdAAQVmVyc2lvbgABAAAACUxhc3RXcml0ZQAvTP5ykgEAAAACAP////9wAHAAAAAFX2lkABAAAAAEIPE5i88m4UyaALKpdavOqQNEYXRhABYAAAACUGVyc29uYWxJZAABAAAAAAACTmFtZQALAAAAUGVyc29uYWxJZAAQVmVyc2lvbgAAAAAACUxhc3RXcml0ZQBdT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DAP///////wUAAAADAP///////wUAAAADAP///////wUAAAADAP///////////////////////////////////////////////////////////////////////////////////////////////////////////////////////////////////////////////////////////////////////////////////////////////////////////////////////////////////////////////////////////////////////////////////////////////////////////////////////////////////////////////////////////////////////////////////////////////////////////////////////////////wEAIAH///////////////8AAA7///////8FAAAABAD///////////////////////////////////////////////////////////////////////////////////////////////////////////////////////////////////////////////////////////////////////////////////////////////////////////////////////////////////////////////////////////////////////////////////////////////////////////////////////////////////////////////////////////////////////////////////////////////////////////////////////////////////////////////////////////////////////////////////////////////////////////////////////8CAAIBAwAAAAIA////////DgAGTGlua0RhdGFMaXN0XzAEAAAAAAAFAAAAAAAFAAAAAwAFAAAAAAAFAAAAAwADAAYBAwAAAAMA////////DgAGTGlua0RhdGFMaXN0XzEEAAAAAQAFAAAAAgAFAAAABAAFAAAAAgD///////8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3507171"/>
  <p:tag name="EMPOWERCHARTSPROPERTIES_B_LENGTH" val="24576"/>
  <p:tag name="DOWN_MIGRATION_INITIAL_LAYOUT_REQUIRED" val="9.2.99"/>
  <p:tag name="RUNTIME_ID" val="6a7752c1-3c45-4070-9d2e-8ac62576e747"/>
</p:tagLst>
</file>

<file path=ppt/tags/tag41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BAD///////8DAAAABAD///////////////////////////////////////////////////////////////////////////////////////////////////////////////////////////////////////////////////////////////////////////////////////////////////////////////////////////////////////////////////////////////////////////////////////////////////////////////////////////////////////////////////////////////////////////////////////////////////////////////////////////////////////////////////////////////////////////////////////////////8BACAA////////////////AAAO////////AwAAAAMA////////////////////////////////////////////////////////////////////////////////////////////////////////////////////////////////////////////////////////////////////////////////////////////////////////////////////////////////////////////////////////////////////////////////////////////////////////////////////////////////////////////////////////////////////////////////////////////////////////////////////////////////////////////////////////////////////////////////////////////////////////////////////////AgABAP///////wUAAAACABAACxCovk/XMz1OnHpeOdG3M+UEAAAAAAADAAAABAADAAAAAwADAAEA////////BQAAAAMAEAALg4EpbNWyzUelpLtUMWMBYAQAAAABAAMAAAACAAMAAAABAAQAAgD///////8FAAAABAAQAAsQrEEGSxO0RYeVrjfxIbTo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Ki+T9czPU6cel450bcz5QREYXRhAAUAAAAAAk5hbWUADQAAAExpbmtEYXRhTGlzdAAQVmVyc2lvbgABAAAACUxhc3RXcml0ZQAjTf5ykgEAAAABAP////9hAGEAAAAFX2lkABAAAAAEg4EpbNWyzUelpLtUMWMBYAREYXRhAAUAAAAAAk5hbWUADQAAAExpbmtEYXRhTGlzdAAQVmVyc2lvbgAAAAAACUxhc3RXcml0ZQAiTf5ykgEAAAACAP////9wAHAAAAAFX2lkABAAAAAEEKxBBksTtEWHla438SG06ANEYXRhABYAAAACUGVyc29uYWxJZAABAAAAAAACTmFtZQALAAAAUGVyc29uYWxJZAAQVmVyc2lvbgAAAAAACUxhc3RXcml0ZQBRTf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5962790"/>
  <p:tag name="EMPOWERCHARTSPROPERTIES_B_LENGTH" val="24576"/>
  <p:tag name="DOWN_MIGRATION_INITIAL_LAYOUT_REQUIRED" val="9.2.99"/>
  <p:tag name="RUNTIME_ID" val="965a42c2-0230-45ad-b8df-35e3a77236c5"/>
</p:tagLst>
</file>

<file path=ppt/tags/tag41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zEoUXEcu5AgqdloXZ8+8wEAAAAAAADAAAABAADAAAAAwADAAAABAD///////8DAAAAAAD///////8DAAAAAAD///////8DAAEA////////BQAAAAMAEAALoLtkrcJqYUGzrfbFfxikNQQAAAABAAMAAAACAAMAAAABAAQAAgD///////8FAAAABAAQAAutA2cb4Mw4TLMkZ9q83f+d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MShRcRy7kCCp2Whdnz7zAREYXRhAAUAAAAAAk5hbWUADQAAAExpbmtEYXRhTGlzdAAQVmVyc2lvbgAAAAAACUxhc3RXcml0ZQAIS/5ykgEAAAABAP////9hAGEAAAAFX2lkABAAAAAEoLtkrcJqYUGzrfbFfxikNQREYXRhAAUAAAAAAk5hbWUADQAAAExpbmtEYXRhTGlzdAAQVmVyc2lvbgABAAAACUxhc3RXcml0ZQAKS/5ykgEAAAACAP////9wAHAAAAAFX2lkABAAAAAErQNnG+DMOEyzJGfavN3/nQNEYXRhABYAAAACUGVyc29uYWxJZAABAAAAAAACTmFtZQALAAAAUGVyc29uYWxJZAAQVmVyc2lvbgAAAAAACUxhc3RXcml0ZQA7S/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UAAAACAP///////////////////////////////////////////////////////////////////////////////////////////////////////////////////////////////////////////////////////////////////////////////////////////////////////////////////////////////////////////////////////////////////////////////////////////////////////////////////////////////////////////////////////////////////////////////////////////////////////////////////////////////////////////////////////////////wEAIAH///////////////8AAA7///////8FAAAABAD///////////////////////////////////////////////////////////////////////////////////////////////////////////////////////////////////////////////////////////////////////////////////////////////////////////////////////////////////////////////////////////////////////////////////////////////////////////////////////////////////////////////////////////////////////////////////////////////////////////////////////////////////////////////////////////////////////////////////////////////////////////////////////8CAAQBAwAAAAIA////////DgAGTGlua0RhdGFMaXN0XzAEAAAAAAAFAAAAAAAFAAAAAwAFAAAAAAAFAAAABAAFAAAAAAD///////8FAAAAAAD///////8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10667167"/>
  <p:tag name="EMPOWERCHARTSPROPERTIES_B_LENGTH" val="24576"/>
  <p:tag name="DOWN_MIGRATION_INITIAL_LAYOUT_REQUIRED" val="9.2.99"/>
  <p:tag name="RUNTIME_ID" val="40ac3f26-7759-4fae-a89b-fd162e2399c0"/>
</p:tagLst>
</file>

<file path=ppt/tags/tag41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3jF7ALqLxNLhz2163lxpjoEAAAAAAADAAAAAAADAAAAAwADAAAAAAADAAAAAwADAAIA////////BQAAAAMAEAALse/YMeytz06u1MxF03OtrgQAAAABAAMAAAACAAMAAAAEAAMAAAACAP///////wQAAQD///////8FAAAABAAQAAtok5xldcs0RIfR0Pvx5xh9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MXsAuovE0uHPbXreXGmOgREYXRhAAUAAAAAAk5hbWUADQAAAExpbmtEYXRhTGlzdAAQVmVyc2lvbgABAAAACUxhc3RXcml0ZQAwOP5ykgEAAAABAP////9hAGEAAAAFX2lkABAAAAAEse/YMeytz06u1MxF03OtrgREYXRhAAUAAAAAAk5hbWUADQAAAExpbmtEYXRhTGlzdAAQVmVyc2lvbgAAAAAACUxhc3RXcml0ZQAtOP5ykgEAAAACAP////9wAHAAAAAFX2lkABAAAAAEaJOcZXXLNESH0dD78ecYfQNEYXRhABYAAAACUGVyc29uYWxJZAABAAAAAAACTmFtZQALAAAAUGVyc29uYWxJZAAQVmVyc2lvbgAAAAAACUxhc3RXcml0ZQB4O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162710494"/>
  <p:tag name="EMPOWERCHARTSPROPERTIES_B_LENGTH" val="24576"/>
  <p:tag name="DOWN_MIGRATION_INITIAL_LAYOUT_REQUIRED" val="9.2.99"/>
  <p:tag name="RUNTIME_ID" val="7c2e0f4f-2b33-46db-a8a1-a8adfec4fdd8"/>
</p:tagLst>
</file>

<file path=ppt/tags/tag41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AgD///////////////////////////////////////////////////////////////////////////////////////////////////////////////////////////////////////////////////////////////////////////////////////////////////////////////////////////////////////////////////////////////////////////////////////////////////////////////////////////////////////////////////////////////////////////////////////////////////////////////////////////////////////////////////////////////////////////////////////////////////////////////8BACAA////////////////AAAO////////AwAAAAQA////////////////////////////////////////////////////////////////////////////////////////////////////////////////////////////////////////////////////////////////////////////////////////////////////////////////////////////////////////////////////////////////////////////////////////////////////////////////////////////////////////////////////////////////////////////////////////////////////////////////////////////////////////////////////////////////////////////////////////////////////////////////////////AgABAP///////wUAAAACABAAC0RSRC/ewLtFsBIVF0KZANQEAAAAAAADAAAAAAADAAAAAwADAAEA////////BQAAAAMAEAALfBeJndCsnUiGc5LAUtSa3wQAAAABAAMAAAACAAMAAAAEAAQAAQD///////8FAAAABAAQAAsS6bPTfFDKQ4GL40+FIll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FJEL97Au0WwEhUXQpkA1AREYXRhAAUAAAAAAk5hbWUADQAAAExpbmtEYXRhTGlzdAAQVmVyc2lvbgABAAAACUxhc3RXcml0ZQCmVP5ykgEAAAABAP////9hAGEAAAAFX2lkABAAAAAEfBeJndCsnUiGc5LAUtSa3wREYXRhAAUAAAAAAk5hbWUADQAAAExpbmtEYXRhTGlzdAAQVmVyc2lvbgAAAAAACUxhc3RXcml0ZQCjVP5ykgEAAAACAP////9wAHAAAAAFX2lkABAAAAAEEumz03xQykOBi+NPhSJZZwNEYXRhABYAAAACUGVyc29uYWxJZAABAAAAAAACTmFtZQALAAAAUGVyc29uYWxJZAAQVmVyc2lvbgAAAAAACUxhc3RXcml0ZQDTVP5yk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641029235172856"/>
  <p:tag name="EMPOWERCHARTSPROPERTIES_B_LENGTH" val="24576"/>
  <p:tag name="DOWN_MIGRATION_INITIAL_LAYOUT_REQUIRED" val="9.2.99"/>
  <p:tag name="RUNTIME_ID" val="dac023ce-13ce-4bdb-a27c-f4bbbf0b2838"/>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c5fe057f-4280-441e-92f4-9698425df328"/>
</p:tagLst>
</file>

<file path=ppt/tags/tag41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ef4e63d1-d0ad-43dc-8fc2-bfc778a2526d"/>
</p:tagLst>
</file>

<file path=ppt/tags/tag4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691409ae-8179-45dd-bdc0-3dd83d1dd9ea"/>
</p:tagLst>
</file>

<file path=ppt/tags/tag42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BAD///////8DAAAABAD///////8DAAAAAgD///////8DAAAAAgD///////////////////////////////////////////////////////////////////////////////////////////////////////////////////////////////////////////////////////////////////////////////////////////////////////////////////////////////////////////////////////////////////////////////////////////////////////////////////////////////////////////////////////////////////////////////////////////////////////////////////////////////////////////////////////////////8BACAA////////////////AAAO////////AwAAAAMA////////////////////////////////////////////////////////////////////////////////////////////////////////////////////////////////////////////////////////////////////////////////////////////////////////////////////////////////////////////////////////////////////////////////////////////////////////////////////////////////////////////////////////////////////////////////////////////////////////////////////////////////////////////////////////////////////////////////////////////////////////////////////////AgAEAP///////wUAAAACABAACwR74902txVHhySCvJvuhLIEAAAAAAADAAAABAADAAAAAwADAAAABAD///////8DAAAAAAD///////8DAAAAAAD///////8DAAEA////////BQAAAAMAEAALfhR24nr+VESNkEPqgV9imAQAAAABAAMAAAACAAMAAAABAAQAAgD///////8FAAAABAAQAAuajrQgoFXyRJH9KKLd/vNR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Hvj3Ta3FUeHJIK8m+6EsgREYXRhAAUAAAAAAk5hbWUADQAAAExpbmtEYXRhTGlzdAAQVmVyc2lvbgABAAAACUxhc3RXcml0ZQBxsh+ukAEAAAABAP////9hAGEAAAAFX2lkABAAAAAEfhR24nr+VESNkEPqgV9imAREYXRhAAUAAAAAAk5hbWUADQAAAExpbmtEYXRhTGlzdAAQVmVyc2lvbgAAAAAACUxhc3RXcml0ZQBwsh+ukAEAAAACAP////9wAHAAAAAFX2lkABAAAAAEmo60IKBV8kSR/Sii3f7zUQNEYXRhABYAAAACUGVyc29uYWxJZAABAAAAAAACTmFtZQALAAAAUGVyc29uYWxJZAAQVmVyc2lvbgAAAAAACUxhc3RXcml0ZQCbsh+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CAP///////wUAAAACAP///////wUAAAACAP///////////////////////////////////////////////////////////////////////////////////////////////////////////////////////////////////////////////////////////////////////////////////////////////////////////////////////////////////////////////////////////////////////////////////////////////////////////////////////////////////////////////////////////////////////////////////////////////////////////////////////////////////////////////////////////////wEAIAH///////////////8AAA7///////8FAAAABAD///////////////////////////////////////////////////////////////////////////////////////////////////////////////////////////////////////////////////////////////////////////////////////////////////////////////////////////////////////////////////////////////////////////////////////////////////////////////////////////////////////////////////////////////////////////////////////////////////////////////////////////////////////////////////////////////////////////////////////////////////////////////////////8CAAQBAwAAAAIA////////DgAGTGlua0RhdGFMaXN0XzEEAAAAAAAFAAAAAwAFAAAABAAFAAAAAAD///////8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0313605506"/>
  <p:tag name="EMPOWERCHARTSPROPERTIES_B_LENGTH" val="24576"/>
  <p:tag name="DOWN_MIGRATION_INITIAL_LAYOUT_REQUIRED" val="9.2.99"/>
  <p:tag name="RUNTIME_ID" val="da892f19-9dab-456a-a290-9609aed3ef17"/>
</p:tagLst>
</file>

<file path=ppt/tags/tag42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wgsAAAAAAAAAAAAAIAD///////////////8AAAD///////////////8DAAAAAgD///////8DAAAAAgD///////8DAAAAAgD///////8DAAAAAgD///////8DAAAABAD///////////////////////////////////////////////////////////////////////////////////////////////////////////////////////////////////////////////////////////////////////////////////////////////////////////////////////////////////////////////////////////////////////////////////////////////////////////////////////////////////////////////////////////////////////////////////////////////////////////////////////////////////////////////8BACAA////////////////AAAO////////AwAAAAQA////////////////////////////////////////////////////////////////////////////////////////////////////////////////////////////////////////////////////////////////////////////////////////////////////////////////////////////////////////////////////////////////////////////////////////////////////////////////////////////////////////////////////////////////////////////////////////////////////////////////////////////////////////////////////////////////////////////////////////////////////////////////////////AgAEAP///////wUAAAACABAAC1i4oUK0y/1ErXSB0snQyyEEAAAAAAADAAAAAAADAAAAAwADAAAAAAADAAAABAADAAAAAAADAAAABAADAAAAAAADAAAABAADAAEA////////BQAAAAMAEAALZbaWZDTa0kC6rgt4YHg+TwQAAAABAAMAAAACAAMAAAAEAAQABQD///////8FAAAABAAQAAvZim2MgPzPRKh+u1O1NHAXBAAAAAIAAwAAAAMAAwAAAAEAAwAAAAIA////////AwAAAAI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LihQrTL/UStdIHSydDLIQREYXRhAAUAAAAAAk5hbWUADQAAAExpbmtEYXRhTGlzdAAQVmVyc2lvbgAAAAAACUxhc3RXcml0ZQDqsh+ukAEAAAABAP////9hAGEAAAAFX2lkABAAAAAEZbaWZDTa0kC6rgt4YHg+TwREYXRhAAUAAAAAAk5hbWUADQAAAExpbmtEYXRhTGlzdAAQVmVyc2lvbgABAAAACUxhc3RXcml0ZQDtsh+ukAEAAAACAP////9wAHAAAAAFX2lkABAAAAAE2YptjID8z0SofrtTtTRwFwNEYXRhABYAAAACUGVyc29uYWxJZAABAAAAAAACTmFtZQALAAAAUGVyc29uYWxJZAAQVmVyc2lvbgAAAAAACUxhc3RXcml0ZQAUsx+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CAP///////wUAAAACAP///////////////////////////////////////////////////////////////////////////////////////////////////////////////////////////////////////////////////////////////////////////////////////////////////////////////////////////////////////////////////////////////////////////////////////////////////////////////////////////////////////////////////////////////////////////////////////////////////////////////////////////////////////////////////////////////wEAIAH///////////////8AAA7///////8FAAAABAD///////////////////////////////////////////////////////////////////////////////////////////////////////////////////////////////////////////////////////////////////////////////////////////////////////////////////////////////////////////////////////////////////////////////////////////////////////////////////////////////////////////////////////////////////////////////////////////////////////////////////////////////////////////////////////////////////////////////////////////////////////////////////////8CAAQBAwAAAAIA////////DgAGTGlua0RhdGFMaXN0XzAEAAAAAAAFAAAAAAAFAAAAAwAFAAAAAAD///////8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0314826748"/>
  <p:tag name="EMPOWERCHARTSPROPERTIES_B_LENGTH" val="24576"/>
  <p:tag name="DOWN_MIGRATION_INITIAL_LAYOUT_REQUIRED" val="9.2.99"/>
  <p:tag name="RUNTIME_ID" val="7f845b67-bbd6-4c7a-80e6-c3814c3aad2b"/>
</p:tagLst>
</file>

<file path=ppt/tags/tag4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BAD///////8DAAAABAD///////////////////////////////////////////////////////////////////////////////////////////////////////////////////////////////////////////////////////////////////////////////////////////////////////////////////////////////////////////////////////////////////////////////////////////////////////////////////////////////////////////////////////////////////////////////////////////////////////////////////////////////////////////////////////////////////////////////////////////////8BACAA////////////////AAAO////////AwAAAAMA////////////////////////////////////////////////////////////////////////////////////////////////////////////////////////////////////////////////////////////////////////////////////////////////////////////////////////////////////////////////////////////////////////////////////////////////////////////////////////////////////////////////////////////////////////////////////////////////////////////////////////////////////////////////////////////////////////////////////////////////////////////////////////AgABAP///////wUAAAACABAAC8qfbX7ovQRNj0tvUAqCUdQEAAAAAAADAAAABAADAAAAAwADAAEA////////BQAAAAMAEAALzkzB/YjFoUmSpcSfChAovgQAAAABAAMAAAACAAMAAAABAAQAAgD///////8FAAAABAAQAAt6nGBCqf8tSrg6oh891eZY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p9tfui9BE2PS29QCoJR1AREYXRhAAUAAAAAAk5hbWUADQAAAExpbmtEYXRhTGlzdAAQVmVyc2lvbgABAAAACUxhc3RXcml0ZQBwsx+ukAEAAAABAP////9hAGEAAAAFX2lkABAAAAAEzkzB/YjFoUmSpcSfChAovgREYXRhAAUAAAAAAk5hbWUADQAAAExpbmtEYXRhTGlzdAAQVmVyc2lvbgAAAAAACUxhc3RXcml0ZQBtsx+ukAEAAAACAP////9wAHAAAAAFX2lkABAAAAAEepxgQqn/LUq4OqIfPdXmWANEYXRhABYAAAACUGVyc29uYWxJZAABAAAAAAACTmFtZQALAAAAUGVyc29uYWxJZAAQVmVyc2lvbgAAAAAACUxhc3RXcml0ZQCdsx+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EAP///////wUAAAAEAP///////////////////////////////////////////////////////////////////////////////////////////////////////////////////////////////////////////////////////////////////////////////////////////////////////////////////////////////////////////////////////////////////////////////////////////////////////////////////////////////////////////////////////////////////////////////////////////////////////////////////////////////////////////////////////////////////////////////wEAIAH///////////////8AAA7///////8FAAAABAD///////////////////////////////////////////////////////////////////////////////////////////////////////////////////////////////////////////////////////////////////////////////////////////////////////////////////////////////////////////////////////////////////////////////////////////////////////////////////////////////////////////////////////////////////////////////////////////////////////////////////////////////////////////////////////////////////////////////////////////////////////////////////////8CAAEBAwAAAAIA////////DgAGTGlua0RhdGFMaXN0XzEEAAAAAAAFAAAAAwAFAAAABAADAAEBAwAAAAMA////////DgAGTGlua0RhdGFMaXN0XzAEAAAAAQAFAAAAAAAFAAAAAgAEAAMBAwAAAAQA////////DAAGUGVyc29uYWxJZF8wBAAAAAIABQAAAAI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0316224020"/>
  <p:tag name="EMPOWERCHARTSPROPERTIES_B_LENGTH" val="24576"/>
  <p:tag name="DOWN_MIGRATION_INITIAL_LAYOUT_REQUIRED" val="9.2.99"/>
  <p:tag name="RUNTIME_ID" val="4a533726-a1bc-452a-8e58-269adcdc611c"/>
</p:tagLst>
</file>

<file path=ppt/tags/tag42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IBAQEBAQEBAQEBAQEBAQMAAAAAAAAAAwAAAAMAAAAA/////wUAzgsAAAAAAAAAAAAAIAD///////////////8AAAD///////////////8DAAAABAD///////8DAAAABAD///////8DAAAABAD///////8DAAAABAD///////8DAAAABAD///////8DAAAABAD///////8DAAAABAD///////////////////////////////////////////////////////////////////////////////////////////////////////////////////////////////////////////////////////////////////////////////////////////////////////////////////////////////////////////////////////////////////////////////////////////////////////////////////////////////////////////////////////////////////////////////////////////////////////////////8BACAA////////////////AAAO////////AwAAAAMA////////////////////////////////////////////////////////////////////////////////////////////////////////////////////////////////////////////////////////////////////////////////////////////////////////////////////////////////////////////////////////////////////////////////////////////////////////////////////////////////////////////////////////////////////////////////////////////////////////////////////////////////////////////////////////////////////////////////////////////////////////////////////////AgABAP///////wUAAAACABAACyt5fxX0by9AhlbsLW4rfsAEAAAAAAADAAAABAADAAAAAwADAAEA////////BQAAAAMAEAALdmb5xx6IEE6Q2SSpzbd+awQAAAABAAMAAAACAAMAAAABAAQABwD///////8FAAAABAAQAAsskKUNvTCQSKFMO1RqTnryBAAAAAIAAwAAAAAAAwAAAAI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3l/FfRvL0CGVuwtbit+wAREYXRhAAUAAAAAAk5hbWUADQAAAExpbmtEYXRhTGlzdAAQVmVyc2lvbgABAAAACUxhc3RXcml0ZQD0sx+ukAEAAAABAP////9hAGEAAAAFX2lkABAAAAAEdmb5xx6IEE6Q2SSpzbd+awREYXRhAAUAAAAAAk5hbWUADQAAAExpbmtEYXRhTGlzdAAQVmVyc2lvbgAAAAAACUxhc3RXcml0ZQDysx+ukAEAAAACAP////9wAHAAAAAFX2lkABAAAAAELJClDb0wkEihTDtUak568gNEYXRhABYAAAACUGVyc29uYWxJZAABAAAAAAACTmFtZQALAAAAUGVyc29uYWxJZAAQVmVyc2lvbgAAAAAACUxhc3RXcml0ZQAgtB+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0317492938"/>
  <p:tag name="EMPOWERCHARTSPROPERTIES_B_LENGTH" val="24576"/>
  <p:tag name="DOWN_MIGRATION_INITIAL_LAYOUT_REQUIRED" val="9.2.99"/>
  <p:tag name="RUNTIME_ID" val="2b0c6e94-6c49-43bc-80e3-972aea471f7f"/>
</p:tagLst>
</file>

<file path=ppt/tags/tag42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CAP///////wUAAAACABAAC3GA2UzuHONFlSAnHYKOrGkEAAAAAAADAAAABAADAAAAAwADAAAABAD///////8DAAEA////////BQAAAAMAEAALcWmjWJiChECo8GnwKVRr7wQAAAABAAMAAAACAAMAAAABAAQAAgD///////8FAAAABAAQAAvtIDssHAn+QZ1RhFrM1P+c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YDZTO4c40WVICcdgo6saQREYXRhAAUAAAAAAk5hbWUADQAAAExpbmtEYXRhTGlzdAAQVmVyc2lvbgABAAAACUxhc3RXcml0ZQB8tB+ukAEAAAABAP////9hAGEAAAAFX2lkABAAAAAEcWmjWJiChECo8GnwKVRr7wREYXRhAAUAAAAAAk5hbWUADQAAAExpbmtEYXRhTGlzdAAQVmVyc2lvbgAAAAAACUxhc3RXcml0ZQB5tB+ukAEAAAACAP////9wAHAAAAAFX2lkABAAAAAE7SA7LBwJ/kGdUYRazNT/nANEYXRhABYAAAACUGVyc29uYWxJZAABAAAAAAACTmFtZQALAAAAUGVyc29uYWxJZAAQVmVyc2lvbgAAAAAACUxhc3RXcml0ZQCptB+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0318857924"/>
  <p:tag name="EMPOWERCHARTSPROPERTIES_B_LENGTH" val="24576"/>
  <p:tag name="DOWN_MIGRATION_INITIAL_LAYOUT_REQUIRED" val="9.2.99"/>
  <p:tag name="RUNTIME_ID" val="232b5c27-6b2d-477f-9f1c-f04eeabe6ef5"/>
</p:tagLst>
</file>

<file path=ppt/tags/tag42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ff5aaa4f-9366-44f8-895e-45a4df14e2c6"/>
</p:tagLst>
</file>

<file path=ppt/tags/tag42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wD///////8DAAAAAwD///////////////////////////////////////////////////////////////////////////////////////////////////////////////////////////////////////////////////////////////////////////////////////////////////////////////////////////////////////////////////////////////////////////////////////////////////////////////////////////////////////////////////////////////////////////////////////////////////////////////////////////////////////////////////////////////////////////////8BACAA////////////////AAAO////////AwAAAAQA////////////////////////////////////////////////////////////////////////////////////////////////////////////////////////////////////////////////////////////////////////////////////////////////////////////////////////////////////////////////////////////////////////////////////////////////////////////////////////////////////////////////////////////////////////////////////////////////////////////////////////////////////////////////////////////////////////////////////////////////////////////////////////AgABAP///////wUAAAACABAACypsZRrk1JJLpGN1tWVGDy4EAAAAAAADAAAAAAADAAAAAwADAAMA////////BQAAAAMAEAALwwFmJDOnYU6rA2XZAQTD4gQAAAABAAMAAAACAAMAAAAEAAMAAAAAAP///////wMAAAAAAP///////wQAAQD///////8FAAAABAAQAAuzs2bCbeDKRJMFGKZJHSYK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mxlGuTUkkukY3W1ZUYPLgREYXRhAAUAAAAAAk5hbWUADQAAAExpbmtEYXRhTGlzdAAQVmVyc2lvbgABAAAACUxhc3RXcml0ZQC5yhuukAEAAAABAP////9hAGEAAAAFX2lkABAAAAAEwwFmJDOnYU6rA2XZAQTD4gREYXRhAAUAAAAAAk5hbWUADQAAAExpbmtEYXRhTGlzdAAQVmVyc2lvbgAAAAAACUxhc3RXcml0ZQC1yhuukAEAAAACAP////9wAHAAAAAFX2lkABAAAAAEs7Nmwm3gykSTBRimSR0mCgNEYXRhABYAAAACUGVyc29uYWxJZAABAAAAAAACTmFtZQALAAAAUGVyc29uYWxJZAAQVmVyc2lvbgAAAAAACUxhc3RXcml0ZQDnyh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DAP///////////////////////////////////////////////////////////////////////////////////////////////////////////////////////////////////////////////////////////////////////////////////////////////////////////////////////////////////////////////////////////////////////////////////////////////////////////////////////////////////////////////////////////////////////////////////////////////////////////////////////////////////////////////////////////////////////////////wEAIAH///////////////8AAA7///////8FAAAABAD///////////////////////////////////////////////////////////////////////////////////////////////////////////////////////////////////////////////////////////////////////////////////////////////////////////////////////////////////////////////////////////////////////////////////////////////////////////////////////////////////////////////////////////////////////////////////////////////////////////////////////////////////////////////////////////////////////////////////////////////////////////////////////8CAAEBAwAAAAIA////////DgAGTGlua0RhdGFMaXN0XzEEAAAAAAAFAAAAAwAFAAAABAADAAMBAwAAAAMA////////DgAGTGlua0RhdGFMaXN0XzAEAAAAAQAFAAAAAAAFAAAAAgAFAAAAAAAFAAAABAA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54368466"/>
  <p:tag name="EMPOWERCHARTSPROPERTIES_B_LENGTH" val="24576"/>
  <p:tag name="DOWN_MIGRATION_INITIAL_LAYOUT_REQUIRED" val="9.2.99"/>
  <p:tag name="RUNTIME_ID" val="0800528f-bccf-4943-a6df-e6928fcdf82c"/>
</p:tagLst>
</file>

<file path=ppt/tags/tag42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AgD///////8DAAAAAgD///////////////////////////////////////////////////////////////////////////////////////////////////////////////////////////////////////////////////////////////////////////////////////////////////////////////////////////////////////////////////////////////////////////////////////////////////////////////////////////////////////////////////////////////////////////////////////////////////////////////////////////////////////////////////////////////////////////////////////////////8BACAA////////////////AAAO////////AwAAAAQA////////////////////////////////////////////////////////////////////////////////////////////////////////////////////////////////////////////////////////////////////////////////////////////////////////////////////////////////////////////////////////////////////////////////////////////////////////////////////////////////////////////////////////////////////////////////////////////////////////////////////////////////////////////////////////////////////////////////////////////////////////////////////////AgACAP///////wUAAAACABAAC7svkWlwUENAui314ssa8pYEAAAAAAADAAAAAAADAAAAAwADAAAAAAD///////8DAAEA////////BQAAAAMAEAAL58mKcfxzZU+Isi23ffcDegQAAAABAAMAAAACAAMAAAAEAAQAAQD///////8FAAAABAAQAAvWxt/g4pD0T4Dvfkenc2i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uy+RaXBQQ0C6LfXiyxrylgREYXRhAAUAAAAAAk5hbWUADQAAAExpbmtEYXRhTGlzdAAQVmVyc2lvbgABAAAACUxhc3RXcml0ZQA+yxuukAEAAAABAP////9hAGEAAAAFX2lkABAAAAAE58mKcfxzZU+Isi23ffcDegREYXRhAAUAAAAAAk5hbWUADQAAAExpbmtEYXRhTGlzdAAQVmVyc2lvbgAAAAAACUxhc3RXcml0ZQA9yxuukAEAAAACAP////9wAHAAAAAFX2lkABAAAAAE1sbf4OKQ9E+A735Hp3NoggNEYXRhABYAAAACUGVyc29uYWxJZAABAAAAAAACTmFtZQALAAAAUGVyc29uYWxJZAAQVmVyc2lvbgAAAAAACUxhc3RXcml0ZQBqyx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CAP///////wUAAAAEAP///////////////////////////////////////////////////////////////////////////////////////////////////////////////////////////////////////////////////////////////////////////////////////////////////////////////////////////////////////////////////////////////////////////////////////////////////////////////////////////////////////////////////////////////////////////////////////////////////////////////////////////////////////////////////////////////////////////////wEAIAH///////////////8AAA7///////8FAAAABAD///////////////////////////////////////////////////////////////////////////////////////////////////////////////////////////////////////////////////////////////////////////////////////////////////////////////////////////////////////////////////////////////////////////////////////////////////////////////////////////////////////////////////////////////////////////////////////////////////////////////////////////////////////////////////////////////////////////////////////////////////////////////////////8CAAIBAwAAAAIA////////DgAGTGlua0RhdGFMaXN0XzEEAAAAAAAFAAAAAwAFAAAABAAFAAAAAAAFAAAABAADAAEBAwAAAAMA////////DgAGTGlua0RhdGFMaXN0XzAEAAAAAQAFAAAAAAAFAAAAAgAEAAMBAwAAAAQA////////DAAGUGVyc29uYWxJZF8wBAAAAAIABQAAAAIABQAAAAEABQAAAAI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55686301"/>
  <p:tag name="EMPOWERCHARTSPROPERTIES_B_LENGTH" val="24576"/>
  <p:tag name="DOWN_MIGRATION_INITIAL_LAYOUT_REQUIRED" val="9.2.99"/>
  <p:tag name="RUNTIME_ID" val="895b938b-c4aa-4556-a920-3a973f1c0836"/>
</p:tagLst>
</file>

<file path=ppt/tags/tag42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AwD///////////////////////////////////////////////////////////////////////////////////////////////////////////////////////////////////////////////////////////////////////////////////////////////////////////////////////////////////////////////////////////////////////////////////////////////////////////////////////////////////////////////////////////////////////////////////////////////////////////////////////////////////////////////////////////////////////////////8BACAA////////////////AAAO////////AwAAAAQA////////////////////////////////////////////////////////////////////////////////////////////////////////////////////////////////////////////////////////////////////////////////////////////////////////////////////////////////////////////////////////////////////////////////////////////////////////////////////////////////////////////////////////////////////////////////////////////////////////////////////////////////////////////////////////////////////////////////////////////////////////////////////////AgACAP///////wUAAAACABAAC72ONgW369FKtfm9wzi6gJgEAAAAAAADAAAAAAADAAAAAwADAAAAAAADAAAAAwADAAMA////////BQAAAAMAEAALI2i9H6bQT02HgUBfdhNozQQAAAABAAMAAAACAAMAAAAEAAMAAAACAAMAAAAEAAMAAAAAAP///////wQAAgD///////8FAAAABAAQAAslzyxYBDOcQZK8h8x6zBf/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Y42Bbfr0Uq1+b3DOLqAmAREYXRhAAUAAAAAAk5hbWUADQAAAExpbmtEYXRhTGlzdAAQVmVyc2lvbgAAAAAACUxhc3RXcml0ZQCsyxuukAEAAAABAP////9hAGEAAAAFX2lkABAAAAAEI2i9H6bQT02HgUBfdhNozQREYXRhAAUAAAAAAk5hbWUADQAAAExpbmtEYXRhTGlzdAAQVmVyc2lvbgABAAAACUxhc3RXcml0ZQCwyxuukAEAAAACAP////9wAHAAAAAFX2lkABAAAAAEJc8sWAQznEGSvIfMeswX/wNEYXRhABYAAAACUGVyc29uYWxJZAABAAAAAAACTmFtZQALAAAAUGVyc29uYWxJZAAQVmVyc2lvbgAAAAAACUxhc3RXcml0ZQDYyx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DAP///////////////////////////////////////////////////////////////////////////////////////////////////////////////////////////////////////////////////////////////////////////////////////////////////////////////////////////////////////////////////////////////////////////////////////////////////////////////////////////////////////////////////////////////////////////////////////////////////////////////////////////////////////////////////////////////////////////////wEAIAH///////////////8AAA7///////8FAAAABAD///////////////////////////////////////////////////////////////////////////////////////////////////////////////////////////////////////////////////////////////////////////////////////////////////////////////////////////////////////////////////////////////////////////////////////////////////////////////////////////////////////////////////////////////////////////////////////////////////////////////////////////////////////////////////////////////////////////////////////////////////////////////////////8CAAIBAwAAAAIA////////DgAGTGlua0RhdGFMaXN0XzAEAAAAAAAFAAAAAAAFAAAAAwAFAAAAAAAFAAAAAwADAAMBAwAAAAMA////////DgAGTGlua0RhdGFMaXN0XzEEAAAAAQAFAAAAAgAFAAAABAAFAAAAAg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56778347"/>
  <p:tag name="EMPOWERCHARTSPROPERTIES_B_LENGTH" val="24576"/>
  <p:tag name="DOWN_MIGRATION_INITIAL_LAYOUT_REQUIRED" val="9.2.99"/>
  <p:tag name="RUNTIME_ID" val="34754c97-253d-4195-9d1e-400845d5bc52"/>
</p:tagLst>
</file>

<file path=ppt/tags/tag43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BAD///////8DAAAAAgD///////////////////////////////////////////////////////////////////////////////////////////////////////////////////////////////////////////////////////////////////////////////////////////////////////////////////////////////////////////////////////////////////////////////////////////////////////////////////////////////////////////////////////////////////////////////////////////////////////////////////////////////////////////////////////////////////////////////8BACAA////////////////AAAO////////AwAAAAMA////////////////////////////////////////////////////////////////////////////////////////////////////////////////////////////////////////////////////////////////////////////////////////////////////////////////////////////////////////////////////////////////////////////////////////////////////////////////////////////////////////////////////////////////////////////////////////////////////////////////////////////////////////////////////////////////////////////////////////////////////////////////////////AgADAP///////wUAAAACABAACyrn0Lp9PQFMhcEGERSeM4cEAAAAAAADAAAABAADAAAAAwADAAAABAD///////8DAAAAAAD///////8DAAEA////////BQAAAAMAEAALihitzIVsPky2mXie2zhwjAQAAAABAAMAAAACAAMAAAABAAQAAgD///////8FAAAABAAQAAsERc5SjhiSQLqwmbrI1TWH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ufQun09AUyFwQYRFJ4zhwREYXRhAAUAAAAAAk5hbWUADQAAAExpbmtEYXRhTGlzdAAQVmVyc2lvbgAAAAAACUxhc3RXcml0ZQAZzBuukAEAAAABAP////9hAGEAAAAFX2lkABAAAAAEihitzIVsPky2mXie2zhwjAREYXRhAAUAAAAAAk5hbWUADQAAAExpbmtEYXRhTGlzdAAQVmVyc2lvbgABAAAACUxhc3RXcml0ZQAdzBuukAEAAAACAP////9wAHAAAAAFX2lkABAAAAAEBEXOUo4YkkC6sJm6yNU1hwNEYXRhABYAAAACUGVyc29uYWxJZAABAAAAAAACTmFtZQALAAAAUGVyc29uYWxJZAAQVmVyc2lvbgAAAAAACUxhc3RXcml0ZQCJzB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58553158"/>
  <p:tag name="EMPOWERCHARTSPROPERTIES_B_LENGTH" val="24576"/>
  <p:tag name="DOWN_MIGRATION_INITIAL_LAYOUT_REQUIRED" val="9.2.99"/>
  <p:tag name="RUNTIME_ID" val="e23029e1-c0d8-4b63-8d4c-6c7f6a42f071"/>
</p:tagLst>
</file>

<file path=ppt/tags/tag43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gsAAAAAAAAAAAAAIAD///////////////8AAAD///////////////8DAAAAAgD///////8DAAAAAwD///////8DAAAAAwD///////////////////////////////////////////////////////////////////////////////////////////////////////////////////////////////////////////////////////////////////////////////////////////////////////////////////////////////////////////////////////////////////////////////////////////////////////////////////////////////////////////////////////////////////////////////////////////////////////////////////////////////////////////////////////////////////////////////8BACAA////////////////AAAO////////AwAAAAQA////////////////////////////////////////////////////////////////////////////////////////////////////////////////////////////////////////////////////////////////////////////////////////////////////////////////////////////////////////////////////////////////////////////////////////////////////////////////////////////////////////////////////////////////////////////////////////////////////////////////////////////////////////////////////////////////////////////////////////////////////////////////////////AgABAP///////wUAAAACABAAC+Itbzbr7gJOroBxof0Q1x8EAAAAAAADAAAAAAADAAAAAwADAAMA////////BQAAAAMAEAALNJXVT3KW9Ue34XYe2VG/mAQAAAABAAMAAAACAAMAAAAEAAMAAAAAAP///////wMAAAAAAP///////wQAAQD///////8FAAAABAAQAAu5j1xpibFOSLdUvewkiHK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4i1vNuvuAk6ugHGh/RDXHwREYXRhAAUAAAAAAk5hbWUADQAAAExpbmtEYXRhTGlzdAAQVmVyc2lvbgAAAAAACUxhc3RXcml0ZQDKzBuukAEAAAABAP////9hAGEAAAAFX2lkABAAAAAENJXVT3KW9Ue34XYe2VG/mAREYXRhAAUAAAAAAk5hbWUADQAAAExpbmtEYXRhTGlzdAAQVmVyc2lvbgABAAAACUxhc3RXcml0ZQD+zBuukAEAAAACAP////9wAHAAAAAFX2lkABAAAAAEuY9caYmxTki3VL3sJIhynQNEYXRhABYAAAACUGVyc29uYWxJZAABAAAAAAACTmFtZQALAAAAUGVyc29uYWxJZAAQVmVyc2lvbgAAAAAACUxhc3RXcml0ZQApzR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0143492"/>
  <p:tag name="EMPOWERCHARTSPROPERTIES_B_LENGTH" val="24576"/>
  <p:tag name="DOWN_MIGRATION_INITIAL_LAYOUT_REQUIRED" val="9.2.99"/>
  <p:tag name="RUNTIME_ID" val="550d6c1b-a382-4335-a58c-bc63d0df888c"/>
</p:tagLst>
</file>

<file path=ppt/tags/tag4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BAD///////8DAAAAAwD///////8DAAAAAwD///////8DAAAAAwD///////////////////////////////////////////////////////////////////////////////////////////////////////////////////////////////////////////////////////////////////////////////////////////////////////////////////////////////////////////////////////////////////////////////////////////////////////////////////////////////////////////////////////////////////////////////////////////////////////////////////////////////////////////////////////////////8BACAA////////////////AAAO////////AwAAAAMA////////////////////////////////////////////////////////////////////////////////////////////////////////////////////////////////////////////////////////////////////////////////////////////////////////////////////////////////////////////////////////////////////////////////////////////////////////////////////////////////////////////////////////////////////////////////////////////////////////////////////////////////////////////////////////////////////////////////////////////////////////////////////////AgABAP///////wUAAAACABAACygZKCvTbCdJj5ODrHzbs3gEAAAAAAADAAAABAADAAAAAwADAAQA////////BQAAAAMAEAALxhDwwUxcgUyC2SP7y2sMmwQAAAABAAMAAAACAAMAAAABAAMAAAAAAP///////wMAAAAAAP///////wMAAAAAAP///////wQAAQD///////8FAAAABAAQAAsZfZUMlrgsQqVsqbQV+x89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BkoK9NsJ0mPk4OsfNuzeAREYXRhAAUAAAAAAk5hbWUADQAAAExpbmtEYXRhTGlzdAAQVmVyc2lvbgABAAAACUxhc3RXcml0ZQBwzRuukAEAAAABAP////9hAGEAAAAFX2lkABAAAAAExhDwwUxcgUyC2SP7y2sMmwREYXRhAAUAAAAAAk5hbWUADQAAAExpbmtEYXRhTGlzdAAQVmVyc2lvbgAAAAAACUxhc3RXcml0ZQBvzRuukAEAAAACAP////9wAHAAAAAFX2lkABAAAAAEGX2VDJa4LEKlbKm0FfsfPQNEYXRhABYAAAACUGVyc29uYWxJZAABAAAAAAACTmFtZQALAAAAUGVyc29uYWxJZAAQVmVyc2lvbgAAAAAACUxhc3RXcml0ZQCZzR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DAP///////wUAAAADAP///////////////////////////////////////////////////////////////////////////////////////////////////////////////////////////////////////////////////////////////////////////////////////////////////////////////////////////////////////////////////////////////////////////////////////////////////////////////////////////////////////////////////////////////////////////////////////////////////////////////////////////////////////////////////////////////wEAIAH///////////////8AAA7///////8FAAAABAD///////////////////////////////////////////////////////////////////////////////////////////////////////////////////////////////////////////////////////////////////////////////////////////////////////////////////////////////////////////////////////////////////////////////////////////////////////////////////////////////////////////////////////////////////////////////////////////////////////////////////////////////////////////////////////////////////////////////////////////////////////////////////////8CAAEBAwAAAAIA////////DgAGTGlua0RhdGFMaXN0XzEEAAAAAAAFAAAAAwAFAAAABAADAAQBAwAAAAMA////////DgAGTGlua0RhdGFMaXN0XzAEAAAAAQAFAAAAAAAFAAAAAgA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1297663"/>
  <p:tag name="EMPOWERCHARTSPROPERTIES_B_LENGTH" val="24576"/>
  <p:tag name="DOWN_MIGRATION_INITIAL_LAYOUT_REQUIRED" val="9.2.99"/>
  <p:tag name="RUNTIME_ID" val="ace68ff2-b844-4912-ae0e-738d1d40f746"/>
</p:tagLst>
</file>

<file path=ppt/tags/tag43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8BJjDnzj+RAvpznr4fUCMIEAAAAAAADAAAAAAADAAAAAwADAAEA////////BQAAAAMAEAALzj0VhF/WdEuOb75btHqiSwQAAAABAAMAAAACAAMAAAAEAAQAAQD///////8FAAAABAAQAAu53fj8daq4TrIpVCQZ8wWk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EmMOfOP5EC+nOevh9QIwgREYXRhAAUAAAAAAk5hbWUADQAAAExpbmtEYXRhTGlzdAAQVmVyc2lvbgAAAAAACUxhc3RXcml0ZQDezRuukAEAAAABAP////9hAGEAAAAFX2lkABAAAAAEzj0VhF/WdEuOb75btHqiSwREYXRhAAUAAAAAAk5hbWUADQAAAExpbmtEYXRhTGlzdAAQVmVyc2lvbgABAAAACUxhc3RXcml0ZQDfzRuukAEAAAACAP////9wAHAAAAAFX2lkABAAAAAEud34/HWquE6yKVQkGfMFpANEYXRhABYAAAACUGVyc29uYWxJZAABAAAAAAACTmFtZQALAAAAUGVyc29uYWxJZAAQVmVyc2lvbgAAAAAACUxhc3RXcml0ZQAIzh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2386586"/>
  <p:tag name="EMPOWERCHARTSPROPERTIES_B_LENGTH" val="24576"/>
  <p:tag name="DOWN_MIGRATION_INITIAL_LAYOUT_REQUIRED" val="9.2.99"/>
  <p:tag name="RUNTIME_ID" val="96d06d69-8da1-4214-bb8f-e1a6cbbe2ffe"/>
</p:tagLst>
</file>

<file path=ppt/tags/tag4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AwD///////8DAAAABAD///////////////////////////////////////////////////////////////////////////////////////////////////////////////////////////////////////////////////////////////////////////////////////////////////////////////////////////////////////////////////////////////////////////////////////////////////////////////////////////////////////////////////////////////////////////////////////////////////////////////////////////////////////////////////////////////////////////////8BACAA////////////////AAAO////////AwAAAAQA////////////////////////////////////////////////////////////////////////////////////////////////////////////////////////////////////////////////////////////////////////////////////////////////////////////////////////////////////////////////////////////////////////////////////////////////////////////////////////////////////////////////////////////////////////////////////////////////////////////////////////////////////////////////////////////////////////////////////////////////////////////////////////AgABAP///////wUAAAACABAAC0HRDpJ+UMpJtutfwMu3gUgEAAAAAAADAAAAAAADAAAAAwADAAIA////////BQAAAAMAEAALXd+1sFolqEW/T5cs36tdWQQAAAABAAMAAAACAAMAAAAEAAMAAAAAAAMAAAAEAAQAAwD///////8FAAAABAAQAAsMRfPuGQDaToH2OS2QjdYm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dEOkn5Qykm261/Ay7eBSAREYXRhAAUAAAAAAk5hbWUADQAAAExpbmtEYXRhTGlzdAAQVmVyc2lvbgAAAAAACUxhc3RXcml0ZQBLzhuukAEAAAABAP////9hAGEAAAAFX2lkABAAAAAEXd+1sFolqEW/T5cs36tdWQREYXRhAAUAAAAAAk5hbWUADQAAAExpbmtEYXRhTGlzdAAQVmVyc2lvbgABAAAACUxhc3RXcml0ZQBOzhuukAEAAAACAP////9wAHAAAAAFX2lkABAAAAAEDEXz7hkA2k6B9jktkI3WJgNEYXRhABYAAAACUGVyc29uYWxJZAABAAAAAAACTmFtZQALAAAAUGVyc29uYWxJZAAQVmVyc2lvbgAAAAAACUxhc3RXcml0ZQB2zh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3594935"/>
  <p:tag name="EMPOWERCHARTSPROPERTIES_B_LENGTH" val="24576"/>
  <p:tag name="DOWN_MIGRATION_INITIAL_LAYOUT_REQUIRED" val="9.2.99"/>
  <p:tag name="RUNTIME_ID" val="606abbd0-a7cd-451d-9587-28c6eb6ff28c"/>
</p:tagLst>
</file>

<file path=ppt/tags/tag43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MA////////////////////////////////////////////////////////////////////////////////////////////////////////////////////////////////////////////////////////////////////////////////////////////////////////////////////////////////////////////////////////////////////////////////////////////////////////////////////////////////////////////////////////////////////////////////////////////////////////////////////////////////////////////////////////////////////////////////////////////////////////////////////////AgABAP///////wUAAAACABAAC9MkDZLSB/JFqqJgJrmR5OsEAAAAAAADAAAAAAADAAAABAADAAEA////////BQAAAAMAEAALx/Oi5P6U6Uqd0IWYmufCjgQAAAABAAMAAAAEAAMAAAABAAQAAgD///////8FAAAABAAQAAtriErdRfAsQ4NztMKMP+Yn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0yQNktIH8kWqomAmuZHk6wREYXRhAAUAAAAAAk5hbWUADQAAAExpbmtEYXRhTGlzdAAQVmVyc2lvbgAAAAAACUxhc3RXcml0ZQDHzhuukAEAAAABAP////9hAGEAAAAFX2lkABAAAAAEx/Oi5P6U6Uqd0IWYmufCjgREYXRhAAUAAAAAAk5hbWUADQAAAExpbmtEYXRhTGlzdAAQVmVyc2lvbgABAAAACUxhc3RXcml0ZQDIzhuukAEAAAACAP////9wAHAAAAAFX2lkABAAAAAEa4hK3UXwLEODc7TCjD/mJwNEYXRhABYAAAACUGVyc29uYWxJZAABAAAAAAACTmFtZQALAAAAUGVyc29uYWxJZAAQVmVyc2lvbgAAAAAACUxhc3RXcml0ZQAEzx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4997756"/>
  <p:tag name="EMPOWERCHARTSPROPERTIES_B_LENGTH" val="24576"/>
  <p:tag name="DOWN_MIGRATION_INITIAL_LAYOUT_REQUIRED" val="9.2.99"/>
  <p:tag name="RUNTIME_ID" val="1e940773-6aee-403a-80f5-eda44925721e"/>
</p:tagLst>
</file>

<file path=ppt/tags/tag4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5gsAAAAAAAAAAAAAIAD///////////////8AAAD///////////////8DAAAAAgD///////8DAAAAAgD///////8DAAAABAD///////////////////////////////////////////////////////////////////////////////////////////////////////////////////////////////////////////////////////////////////////////////////////////////////////////////////////////////////////////////////////////////////////////////////////////////////////////////////////////////////////////////////////////////////////////////////////////////////////////////////////////////////////////////////////////////////////////////8BACAA////////////////AAAO////////AwAAAAQA////////////////////////////////////////////////////////////////////////////////////////////////////////////////////////////////////////////////////////////////////////////////////////////////////////////////////////////////////////////////////////////////////////////////////////////////////////////////////////////////////////////////////////////////////////////////////////////////////////////////////////////////////////////////////////////////////////////////////////////////////////////////////////AgACAP///////wUAAAACABAACzZEIBbyh4JMgI7OETGBBqcEAAAAAAADAAAAAAADAAAAAwADAAAAAAADAAAAAwADAAIA////////BQAAAAMAEAALKxBeJc0D302P7TwbbZtDYwQAAAABAAMAAAACAAMAAAAEAAMAAAACAAMAAAAEAAQAAwD///////8FAAAABAAQAAu4cNUxYgSvTqUMfRxZUpnS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kQgFvKHgkyAjs4RMYEGpwREYXRhAAUAAAAAAk5hbWUADQAAAExpbmtEYXRhTGlzdAAQVmVyc2lvbgAAAAAACUxhc3RXcml0ZQBSzxuukAEAAAABAP////9hAGEAAAAFX2lkABAAAAAEKxBeJc0D302P7TwbbZtDYwREYXRhAAUAAAAAAk5hbWUADQAAAExpbmtEYXRhTGlzdAAQVmVyc2lvbgABAAAACUxhc3RXcml0ZQBTzxuukAEAAAACAP////9wAHAAAAAFX2lkABAAAAAEuHDVMWIEr06lDH0cWVKZ0gNEYXRhABYAAAACUGVyc29uYWxJZAABAAAAAAACTmFtZQALAAAAUGVyc29uYWxJZAAQVmVyc2lvbgAAAAAACUxhc3RXcml0ZQCFzx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CAP///////wUAAAACAP///////wUAAAAEAP///////wUAAAAEAP///////wUAAAAEAP///////wUAAAAEAP///////////////////////////////////////////////////////////////////////////////////////////////////////////////////////////////////////////////////////////////////////////////////////////////////////////////////////////////////////////////////////////////////////////////////////////////////////////////////////////////////////////////////////////////////////////////////////////////////////////////////////////////wEAIAH///////////////8AAA7///////8FAAAABAD///////////////////////////////////////////////////////////////////////////////////////////////////////////////////////////////////////////////////////////////////////////////////////////////////////////////////////////////////////////////////////////////////////////////////////////////////////////////////////////////////////////////////////////////////////////////////////////////////////////////////////////////////////////////////////////////////////////////////////////////////////////////////////8CAAIBAwAAAAIA////////DgAGTGlua0RhdGFMaXN0XzAEAAAAAAAFAAAAAAAFAAAAAwAFAAAAAAAFAAAAAwADAAIBAwAAAAMA////////DgAGTGlua0RhdGFMaXN0XzEEAAAAAQAFAAAAAgAFAAAABAAFAAAAAgAFAAAABAAEAAYBAwAAAAQA////////DAAGUGVyc29uYWxJZF8wBAAAAAIABQAAAAMABQAAAAEABQAAAAM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6285519"/>
  <p:tag name="EMPOWERCHARTSPROPERTIES_B_LENGTH" val="24576"/>
  <p:tag name="DOWN_MIGRATION_INITIAL_LAYOUT_REQUIRED" val="9.2.99"/>
  <p:tag name="RUNTIME_ID" val="93f09dab-11ae-4357-98c3-a48e5cde0faf"/>
</p:tagLst>
</file>

<file path=ppt/tags/tag43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CAP///////wUAAAACABAAC+XbS5W+oeJKhBWQLEcTFgkEAAAAAAADAAAABAADAAAAAwADAAAABAD///////8DAAEA////////BQAAAAMAEAALngZp4pi03UeR4CFFXdUywAQAAAABAAMAAAACAAMAAAABAAQAAgD///////8FAAAABAAQAAsOXLZIHU4YR7EqujIzLz+E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dtLlb6h4kqEFZAsRxMWCQREYXRhAAUAAAAAAk5hbWUADQAAAExpbmtEYXRhTGlzdAAQVmVyc2lvbgAAAAAACUxhc3RXcml0ZQDTzxuukAEAAAABAP////9hAGEAAAAFX2lkABAAAAAEngZp4pi03UeR4CFFXdUywAREYXRhAAUAAAAAAk5hbWUADQAAAExpbmtEYXRhTGlzdAAQVmVyc2lvbgABAAAACUxhc3RXcml0ZQDUzxuukAEAAAACAP////9wAHAAAAAFX2lkABAAAAAEDly2SB1OGEexKroyMy8/hANEYXRhABYAAAACUGVyc29uYWxJZAABAAAAAAACTmFtZQALAAAAUGVyc29uYWxJZAAQVmVyc2lvbgAAAAAACUxhc3RXcml0ZQD+zx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BAA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7454664"/>
  <p:tag name="EMPOWERCHARTSPROPERTIES_B_LENGTH" val="24576"/>
  <p:tag name="DOWN_MIGRATION_INITIAL_LAYOUT_REQUIRED" val="9.2.99"/>
  <p:tag name="RUNTIME_ID" val="f3335da4-d521-4f17-85f9-b596219fac05"/>
</p:tagLst>
</file>

<file path=ppt/tags/tag4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wUA8gsAAAAAAAAAAAAAIAD///////////////8AAAD///////////////8DAAAAAgD///////8DAAAAAgD///////8DAAAAAwD///////////////////////////////////////////////////////////////////////////////////////////////////////////////////////////////////////////////////////////////////////////////////////////////////////////////////////////////////////////////////////////////////////////////////////////////////////////////////////////////////////////////////////////////////////////////////////////////////////////////////////////////////////////////////////////////////////////////8BACAA////////////////AAAO////////AwAAAAQA////////////////////////////////////////////////////////////////////////////////////////////////////////////////////////////////////////////////////////////////////////////////////////////////////////////////////////////////////////////////////////////////////////////////////////////////////////////////////////////////////////////////////////////////////////////////////////////////////////////////////////////////////////////////////////////////////////////////////////////////////////////////////////AgACAP///////wUAAAACABAAC/XuhiQtAWxAigCZp/v/70cEAAAAAAADAAAAAAADAAAAAwADAAAAAAADAAAAAwADAAMA////////BQAAAAMAEAAL0z7Lxyy0aUmCbOdoXgVh5gQAAAABAAMAAAACAAMAAAAEAAMAAAACAP///////wMAAAAAAP///////wQAAQD///////8FAAAABAAQAAvyYmLTZ/oJQKGXnYJyleXn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e6GJC0BbECKAJmn+//vRwREYXRhAAUAAAAAAk5hbWUADQAAAExpbmtEYXRhTGlzdAAQVmVyc2lvbgAAAAAACUxhc3RXcml0ZQBJ0BuukAEAAAABAP////9hAGEAAAAFX2lkABAAAAAE0z7Lxyy0aUmCbOdoXgVh5gREYXRhAAUAAAAAAk5hbWUADQAAAExpbmtEYXRhTGlzdAAQVmVyc2lvbgABAAAACUxhc3RXcml0ZQBK0BuukAEAAAACAP////9wAHAAAAAFX2lkABAAAAAE8mJi02f6CUChl52CcpXl5wNEYXRhABYAAAACUGVyc29uYWxJZAABAAAAAAACTmFtZQALAAAAUGVyc29uYWxJZAAQVmVyc2lvbgAAAAAACUxhc3RXcml0ZQBz0B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CAP///////wUAAAACAP///////wUAAAADAP///////wUAAAAEAP///////wUAAAAEAP///////////////////////////////////////////////////////////////////////////////////////////////////////////////////////////////////////////////////////////////////////////////////////////////////////////////////////////////////////////////////////////////////////////////////////////////////////////////////////////////////////////////////////////////////////////////////////////////////////////////////////////////////////////////wEAIAH///////////////8AAA7///////8FAAAABAD///////////////////////////////////////////////////////////////////////////////////////////////////////////////////////////////////////////////////////////////////////////////////////////////////////////////////////////////////////////////////////////////////////////////////////////////////////////////////////////////////////////////////////////////////////////////////////////////////////////////////////////////////////////////////////////////////////////////////////////////////////////////////////8CAAIBAwAAAAIA////////DgAGTGlua0RhdGFMaXN0XzAEAAAAAAAFAAAAAAAFAAAAAwAFAAAAAAAFAAAAAwADAAMBAwAAAAMA////////DgAGTGlua0RhdGFMaXN0XzEEAAAAAQAFAAAAAgAFAAAABAAFAAAAAgAFAAAABAAFAAAAAAAFAAAABAAEAAUBAwAAAAQA////////DAAGUGVyc29uYWxJZF8wBAAAAAIABQAAAAMABQAAAAEABQAAAAMA////////BQAAAAM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8615095"/>
  <p:tag name="EMPOWERCHARTSPROPERTIES_B_LENGTH" val="24576"/>
  <p:tag name="DOWN_MIGRATION_INITIAL_LAYOUT_REQUIRED" val="9.2.99"/>
  <p:tag name="RUNTIME_ID" val="70c59b87-0eb6-4895-9762-ef94e2c404c1"/>
</p:tagLst>
</file>

<file path=ppt/tags/tag43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QkBAQEBAQEBAQEBAQEBAQMAAAAAAAAAAwAAAAMAAAAA/////wUAhgsAAAAAAAAAAAAAIAD///////////////8AAAD///////////////8DAAAABAD///////8DAAAABAD///////8DAAAABAD///////8DAAAABAD///////8DAAAABAD///////8DAAAAAwD///////8DAAAAAwD///////8DAAAAAwD///////8DAAAAAwD///////////////////////////////////////////////////////////////////////////////////////////////////////////////////////////////////////////////////////////////////////////////////////////////////////////////////////////////////////////////////////////////////////////////////////////////////////////////////////////////////////////////////////////////////////////////8BACAA////////////////AAAO////////AwAAAAMA////////////////////////////////////////////////////////////////////////////////////////////////////////////////////////////////////////////////////////////////////////////////////////////////////////////////////////////////////////////////////////////////////////////////////////////////////////////////////////////////////////////////////////////////////////////////////////////////////////////////////////////////////////////////////////////////////////////////////////////////////////////////////////AgABAP///////wUAAAACABAAC6FU5j1np/dJj8bDqRi1wrQEAAAAAAADAAAABAADAAAAAwADAAkA////////BQAAAAMAEAALlCYA7ckEN0yswW/EKeSOBAQAAAABAAMAAAACAAMAAAABAAMAAAAEAP///////wMAAAAEAP///////wMAAAAEAP///////wMAAAAEAP///////wMAAAAAAP///////wMAAAAAAP///////wMAAAAAAP///////wMAAAAAAP///////wQABQD///////8FAAAABAAQAAv/XYMWQVUQRazLgGHby7k0BAAAAAIAAwAAAAAAAwAAAAIAAwAAAAAAAwAAAAMAAwAAAAAAAwAAAAMAAwAAAAA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VTmPWen90mPxsOpGLXCtAREYXRhAAUAAAAAAk5hbWUADQAAAExpbmtEYXRhTGlzdAAQVmVyc2lvbgABAAAACUxhc3RXcml0ZQC90BuukAEAAAABAP////9hAGEAAAAFX2lkABAAAAAElCYA7ckEN0yswW/EKeSOBAREYXRhAAUAAAAAAk5hbWUADQAAAExpbmtEYXRhTGlzdAAQVmVyc2lvbgAAAAAACUxhc3RXcml0ZQC80BuukAEAAAACAP////9wAHAAAAAFX2lkABAAAAAE/12DFkFVEEWsy4Bh28u5NANEYXRhABYAAAACUGVyc29uYWxJZAABAAAAAAACTmFtZQALAAAAUGVyc29uYWxJZAAQVmVyc2lvbgAAAAAACUxhc3RXcml0ZQDo0B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yCwAAAAAAAAAAAAAgAf///////////////wAAAP///////////////wUAAAADAP///////wUAAAADAP///////wUAAAADAP///////wUAAAADAP///////wUAAAADAP///////wUAAAADAP///////wUAAAADAP///////wUAAAADAP///////wUAAAADAP///////////////////////////////////////////////////////////////////////////////////////////////////////////////////////////////////////////////////////////////////////////////////////////////////////////////////////////////////////////////////////////////////////////////////////////////////////////////////////////////////////////////////////////////////////////////wEAIAH///////////////8AAA7///////8FAAAABAD///////////////////////////////////////////////////////////////////////////////////////////////////////////////////////////////////////////////////////////////////////////////////////////////////////////////////////////////////////////////////////////////////////////////////////////////////////////////////////////////////////////////////////////////////////////////////////////////////////////////////////////////////////////////////////////////////////////////////////////////////////////////////////8CAAEBAwAAAAIA////////DgAGTGlua0RhdGFMaXN0XzEEAAAAAAAFAAAAAwAFAAAABAADAAkBAwAAAAMA////////DgAGTGlua0RhdGFMaXN0XzAEAAAAAQAFAAAAAAAFAAAAAgAFAAAAAAAFAAAABAAFAAAAAAD///////8FAAAAAAD///////8FAAAAAAD///////8FAAAAAAD///////8FAAAAAAD///////8FAAAAAAD///////8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69801406"/>
  <p:tag name="EMPOWERCHARTSPROPERTIES_B_LENGTH" val="24576"/>
  <p:tag name="DOWN_MIGRATION_INITIAL_LAYOUT_REQUIRED" val="9.2.99"/>
  <p:tag name="RUNTIME_ID" val="ec2a1568-e8e6-49ae-a6c0-393ba86c07a9"/>
</p:tagLst>
</file>

<file path=ppt/tags/tag44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BAD///////8DAAAABAD///////8DAAAAAwD///////////////////////////////////////////////////////////////////////////////////////////////////////////////////////////////////////////////////////////////////////////////////////////////////////////////////////////////////////////////////////////////////////////////////////////////////////////////////////////////////////////////////////////////////////////////////////////////////////////////////////////////////////////////////////////////////////////////8BACAA////////////////AAAO////////AwAAAAMA////////////////////////////////////////////////////////////////////////////////////////////////////////////////////////////////////////////////////////////////////////////////////////////////////////////////////////////////////////////////////////////////////////////////////////////////////////////////////////////////////////////////////////////////////////////////////////////////////////////////////////////////////////////////////////////////////////////////////////////////////////////////////////AgABAP///////wUAAAACABAAC70hLHPzOqVLteiHSxPmKfEEAAAAAAADAAAABAADAAAAAwADAAMA////////BQAAAAMAEAAL8K4l6s32K02B0a/9ctSPTgQAAAABAAMAAAACAAMAAAABAAMAAAAEAP///////wMAAAAAAP///////wQAAgD///////8FAAAABAAQAAtkjT4wQ2WcSLP3NILXi8vj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SEsc/M6pUu16IdLE+Yp8QREYXRhAAUAAAAAAk5hbWUADQAAAExpbmtEYXRhTGlzdAAQVmVyc2lvbgABAAAACUxhc3RXcml0ZQA60RuukAEAAAABAP////9hAGEAAAAFX2lkABAAAAAE8K4l6s32K02B0a/9ctSPTgREYXRhAAUAAAAAAk5hbWUADQAAAExpbmtEYXRhTGlzdAAQVmVyc2lvbgAAAAAACUxhc3RXcml0ZQA10RuukAEAAAACAP////9wAHAAAAAFX2lkABAAAAAEZI0+MENlnEiz9zSC14vL4wNEYXRhABYAAAACUGVyc29uYWxJZAABAAAAAAACTmFtZQALAAAAUGVyc29uYWxJZAAQVmVyc2lvbgAAAAAACUxhc3RXcml0ZQB00Ru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DAP///////////////////////////////////////////////////////////////////////////////////////////////////////////////////////////////////////////////////////////////////////////////////////////////////////////////////////////////////////////////////////////////////////////////////////////////////////////////////////////////////////////////////////////////////////////////////////////////////////////////////////////////////////////////////////////////////////////////wEAIAH///////////////8AAA7///////8FAAAABAD///////////////////////////////////////////////////////////////////////////////////////////////////////////////////////////////////////////////////////////////////////////////////////////////////////////////////////////////////////////////////////////////////////////////////////////////////////////////////////////////////////////////////////////////////////////////////////////////////////////////////////////////////////////////////////////////////////////////////////////////////////////////////////8CAAEBAwAAAAIA////////DgAGTGlua0RhdGFMaXN0XzEEAAAAAAAFAAAAAwAFAAAABAADAAMBAwAAAAMA////////DgAGTGlua0RhdGFMaXN0XzAEAAAAAQAFAAAAAAAFAAAAAgAFAAAAAAAFAAAABAAFAAAAAAAFAAAABAAEAAMBAwAAAAQA////////DAAGUGVyc29uYWxJZF8wBAAAAAIABQAAAAI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47771160804"/>
  <p:tag name="EMPOWERCHARTSPROPERTIES_B_LENGTH" val="24576"/>
  <p:tag name="DOWN_MIGRATION_INITIAL_LAYOUT_REQUIRED" val="9.2.99"/>
  <p:tag name="RUNTIME_ID" val="de855f61-a8be-4393-961f-18d98f121187"/>
</p:tagLst>
</file>

<file path=ppt/tags/tag44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AgD///////8DAAAABAD///////////////////////////////////////////////////////////////////////////////////////////////////////////////////////////////////////////////////////////////////////////////////////////////////////////////////////////////////////////////////////////////////////////////////////////////////////////////////////////////////////////////////////////////////////////////////////////////////////////////////////////////////////////////////////////////////////////////8BACAA////////////////AAAO////////AwAAAAQA////////////////////////////////////////////////////////////////////////////////////////////////////////////////////////////////////////////////////////////////////////////////////////////////////////////////////////////////////////////////////////////////////////////////////////////////////////////////////////////////////////////////////////////////////////////////////////////////////////////////////////////////////////////////////////////////////////////////////////////////////////////////////////AgACAP///////wUAAAACABAAC7R38UgKOK1HlSPo1jJdTCQEAAAAAAADAAAAAAADAAAAAwADAAAAAAADAAAABAADAAEA////////BQAAAAMAEAALANKTnv/xBkmgnF59tRlTogQAAAABAAMAAAACAAMAAAAEAAQAAwD///////8FAAAABAAQAAuXJeL9KoSXRomwLe3cYP8LBAAAAAIAAwAAAAMAAwAAAAE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HfxSAo4rUeVI+jWMl1MJAREYXRhAAUAAAAAAk5hbWUADQAAAExpbmtEYXRhTGlzdAAQVmVyc2lvbgAAAAAACUxhc3RXcml0ZQCmUCGukAEAAAABAP////9hAGEAAAAFX2lkABAAAAAEANKTnv/xBkmgnF59tRlTogREYXRhAAUAAAAAAk5hbWUADQAAAExpbmtEYXRhTGlzdAAQVmVyc2lvbgABAAAACUxhc3RXcml0ZQCrUCGukAEAAAACAP////9wAHAAAAAFX2lkABAAAAAElyXi/SqEl0aJsC3t3GD/CwNEYXRhABYAAAACUGVyc29uYWxJZAABAAAAAAACTmFtZQALAAAAUGVyc29uYWxJZAAQVmVyc2lvbgAAAAAACUxhc3RXcml0ZQDTUCG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1374013505"/>
  <p:tag name="EMPOWERCHARTSPROPERTIES_B_LENGTH" val="24576"/>
  <p:tag name="DOWN_MIGRATION_INITIAL_LAYOUT_REQUIRED" val="9.2.99"/>
  <p:tag name="RUNTIME_ID" val="fe1a2789-8974-43d4-843c-1994ed029c69"/>
</p:tagLst>
</file>

<file path=ppt/tags/tag44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BAD///////8DAAAAAgD///////8DAAAAAgD///////////////////////////////////////////////////////////////////////////////////////////////////////////////////////////////////////////////////////////////////////////////////////////////////////////////////////////////////////////////////////////////////////////////////////////////////////////////////////////////////////////////////////////////////////////////////////////////////////////////////////////////////////////////////////////////////////////////8BACAA////////////////AAAO////////AwAAAAMA////////////////////////////////////////////////////////////////////////////////////////////////////////////////////////////////////////////////////////////////////////////////////////////////////////////////////////////////////////////////////////////////////////////////////////////////////////////////////////////////////////////////////////////////////////////////////////////////////////////////////////////////////////////////////////////////////////////////////////////////////////////////////////AgADAP///////wUAAAACABAAC/B2s4yLUGpLjTMZXy/HTeUEAAAAAAADAAAABAADAAAAAwADAAAAAAD///////8DAAAAAAD///////8DAAEA////////BQAAAAMAEAALJKm+592P+kutNDkD0DfttAQAAAABAAMAAAACAAMAAAABAAQAAQD///////8FAAAABAAQAAu0amiDCqmiSYTB6e+g/LW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HazjItQakuNMxlfL8dN5QREYXRhAAUAAAAAAk5hbWUADQAAAExpbmtEYXRhTGlzdAAQVmVyc2lvbgAAAAAACUxhc3RXcml0ZQAiGCGukAEAAAABAP////9hAGEAAAAFX2lkABAAAAAEJKm+592P+kutNDkD0DfttAREYXRhAAUAAAAAAk5hbWUADQAAAExpbmtEYXRhTGlzdAAQVmVyc2lvbgABAAAACUxhc3RXcml0ZQAiGCGukAEAAAACAP////9wAHAAAAAFX2lkABAAAAAEtGpogwqpokmEwenvoPy1mQNEYXRhABYAAAACUGVyc29uYWxJZAABAAAAAAACTmFtZQALAAAAUGVyc29uYWxJZAAQVmVyc2lvbgAAAAAACUxhc3RXcml0ZQBMGCG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1229295824"/>
  <p:tag name="EMPOWERCHARTSPROPERTIES_B_LENGTH" val="24576"/>
  <p:tag name="DOWN_MIGRATION_INITIAL_LAYOUT_REQUIRED" val="9.2.99"/>
  <p:tag name="RUNTIME_ID" val="3bddfc9b-9e29-4bb2-a12b-acde503bc891"/>
</p:tagLst>
</file>

<file path=ppt/tags/tag44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QA////////////////////////////////////////////////////////////////////////////////////////////////////////////////////////////////////////////////////////////////////////////////////////////////////////////////////////////////////////////////////////////////////////////////////////////////////////////////////////////////////////////////////////////////////////////////////////////////////////////////////////////////////////////////////////////////////////////////////////////////////////////////////////AgADAP///////wUAAAACABAACy97DQfeTtRHtZO4tG9dN2sEAAAAAAADAAAAAAADAAAAAwADAAAAAAADAAAAAwADAAAAAAD///////8DAAIA////////BQAAAAMAEAALSwzFhKLNn0GZqxx4NePDDAQAAAABAAMAAAACAAMAAAAEAAMAAAACAP///////wQAAQD///////8FAAAABAAQAAtiWPis4muRSJBEV9NkIg2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3sNB95O1Ee1k7i0b103awREYXRhAAUAAAAAAk5hbWUADQAAAExpbmtEYXRhTGlzdAAQVmVyc2lvbgAAAAAACUxhc3RXcml0ZQAdHSGukAEAAAABAP////9hAGEAAAAFX2lkABAAAAAESwzFhKLNn0GZqxx4NePDDAREYXRhAAUAAAAAAk5hbWUADQAAAExpbmtEYXRhTGlzdAAQVmVyc2lvbgABAAAACUxhc3RXcml0ZQAfHSGukAEAAAACAP////9wAHAAAAAFX2lkABAAAAAEYlj4rOJrkUiQRFfTZCINnANEYXRhABYAAAACUGVyc29uYWxJZAABAAAAAAACTmFtZQALAAAAUGVyc29uYWxJZAAQVmVyc2lvbgAAAAAACUxhc3RXcml0ZQBKHSG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EAIAH///////////////8AAA7///////8FAAAABAD///////////////////////////////////////////////////////////////////////////////////////////////////////////////////////////////////////////////////////////////////////////////////////////////////////////////////////////////////////////////////////////////////////////////////////////////////////////////////////////////////////////////////////////////////////////////////////////////////////////////////////////////////////////////////////////////////////////////////////////////////////////////////////8CAAMBAwAAAAIA////////DgAGTGlua0RhdGFMaXN0XzAEAAAAAAAFAAAAAAAFAAAAAwAFAAAAAAAFAAAAAwAFAAAAAAD///////8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1242119525"/>
  <p:tag name="EMPOWERCHARTSPROPERTIES_B_LENGTH" val="24576"/>
  <p:tag name="DOWN_MIGRATION_INITIAL_LAYOUT_REQUIRED" val="9.2.99"/>
  <p:tag name="RUNTIME_ID" val="6cad3b04-e406-4ecf-aa03-17dba8305179"/>
</p:tagLst>
</file>

<file path=ppt/tags/tag44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MBAQEBAQEBAQEBAQEBAQMAAAAAAAAAAwAAAAMAAAAA/////wUA5gsAAAAAAAAAAAAAIAD///////////////8AAAD///////////////8DAAAAAgD///////8DAAAAAwD///////8DAAAAAwD///////8DAAAAAwD///////8DAAAAAwD///////////////////////////////////////////////////////////////////////////////////////////////////////////////////////////////////////////////////////////////////////////////////////////////////////////////////////////////////////////////////////////////////////////////////////////////////////////////////////////////////////////////////////////////////////////////////////////////////////////////////////////////////////////////8BACAA////////////////AAAO////////AwAAAAQA////////////////////////////////////////////////////////////////////////////////////////////////////////////////////////////////////////////////////////////////////////////////////////////////////////////////////////////////////////////////////////////////////////////////////////////////////////////////////////////////////////////////////////////////////////////////////////////////////////////////////////////////////////////////////////////////////////////////////////////////////////////////////////AgABAP///////wUAAAACABAAC4LqB0bcSGdBizGmqyAQeaQEAAAAAAADAAAAAAADAAAAAwADAAUA////////BQAAAAMAEAALyYb8o5Tlt0KTsULJaX6c5gQAAAABAAMAAAACAAMAAAAEAAMAAAAAAP///////wMAAAAAAP///////wMAAAAAAP///////wMAAAAAAP///////wQAAQD///////8FAAAABAAQAAvuQBazL1aJQJn0Ap3Y1q0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uoHRtxIZ0GLMaarIBB5pAREYXRhAAUAAAAAAk5hbWUADQAAAExpbmtEYXRhTGlzdAAQVmVyc2lvbgAAAAAACUxhc3RXcml0ZQDYTyGukAEAAAABAP////9hAGEAAAAFX2lkABAAAAAEyYb8o5Tlt0KTsULJaX6c5gREYXRhAAUAAAAAAk5hbWUADQAAAExpbmtEYXRhTGlzdAAQVmVyc2lvbgABAAAACUxhc3RXcml0ZQDaTyGukAEAAAACAP////9wAHAAAAAFX2lkABAAAAAE7kAWsy9WiUCZ9AKd2NatHANEYXRhABYAAAACUGVyc29uYWxJZAABAAAAAAACTmFtZQALAAAAUGVyc29uYWxJZAAQVmVyc2lvbgAAAAAACUxhc3RXcml0ZQAsUCGu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51372341331"/>
  <p:tag name="EMPOWERCHARTSPROPERTIES_B_LENGTH" val="24576"/>
  <p:tag name="DOWN_MIGRATION_INITIAL_LAYOUT_REQUIRED" val="9.2.99"/>
  <p:tag name="RUNTIME_ID" val="fe3fe33f-eb8e-45e8-bc14-d7ea388358db"/>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BAD///////////////////////////////////////////////////////////////////////////////////////////////////////////////////////////////////////////////////////////////////////////////////////////////////////////////////////////////////////////////////////////////////////////////////////////////////////////////////////////////////////////////////////////////////////////////////////////////////////////////////////////////////////////////////////////////////////////////////////////////8BACAA////////////////AAAO////////AwAAAAMA////////////////////////////////////////////////////////////////////////////////////////////////////////////////////////////////////////////////////////////////////////////////////////////////////////////////////////////////////////////////////////////////////////////////////////////////////////////////////////////////////////////////////////////////////////////////////////////////////////////////////////////////////////////////////////////////////////////////////////////////////////////////////////AgABAP///////wUAAAACABAAC5kyP0oOSDZMnYtrquINN8kEAAAAAAADAAAABAADAAAAAwADAAEA////////BQAAAAMAEAAL73rWswun1kKp0y/jWSbCAAQAAAABAAMAAAACAAMAAAABAAQAAgD///////8FAAAABAAQAAtgdM8ndQfUS4mWdrM3fNFH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TI/Sg5INkydi2uq4g03yQREYXRhAAUAAAAAAk5hbWUADQAAAExpbmtEYXRhTGlzdAAQVmVyc2lvbgABAAAACUxhc3RXcml0ZQC+7Jj1lgEAAAABAP////9hAGEAAAAFX2lkABAAAAAE73rWswun1kKp0y/jWSbCAAREYXRhAAUAAAAAAk5hbWUADQAAAExpbmtEYXRhTGlzdAAQVmVyc2lvbgAAAAAACUxhc3RXcml0ZQC77Jj1lgEAAAACAP////9wAHAAAAAFX2lkABAAAAAEYHTPJ3UH1EuJlnazN3zRRwNEYXRhABYAAAACUGVyc29uYWxJZAABAAAAAAACTmFtZQALAAAAUGVyc29uYWxJZAAQVmVyc2lvbgAAAAAACUxhc3RXcml0ZQAM7Zj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39622979549"/>
  <p:tag name="EMPOWERCHARTSPROPERTIES_B_LENGTH" val="24576"/>
  <p:tag name="DOWN_MIGRATION_INITIAL_LAYOUT_REQUIRED" val="9.2.99"/>
  <p:tag name="RUNTIME_ID" val="52f182f2-72f5-4945-be0c-1155ea925c43"/>
</p:tagLst>
</file>

<file path=ppt/tags/tag44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CgwAAAAAAAAAAAAAIAD///////////////8AAAD///////////////8DAAAABAD///////8DAAAAAgD///////////////////////////////////////////////////////////////////////////////////////////////////////////////////////////////////////////////////////////////////////////////////////////////////////////////////////////////////////////////////////////////////////////////////////////////////////////////////////////////////////////////////////////////////////////////////////////////////////////////////////////////////////////////////////////////////////////////////////////////8BACAA////////////////AAAO////////AwAAAAMA////////////////////////////////////////////////////////////////////////////////////////////////////////////////////////////////////////////////////////////////////////////////////////////////////////////////////////////////////////////////////////////////////////////////////////////////////////////////////////////////////////////////////////////////////////////////////////////////////////////////////////////////////////////////////////////////////////////////////////////////////////////////////////AgACAP///////wUAAAACABAACyXEVl5aunpAsPANBSxOx1sEAAAAAAADAAAABAADAAAAAwADAAAAAAD///////8DAAEA////////BQAAAAMAEAALgS6RiHQmLECC6CrAwqDGvgQAAAABAAMAAAACAAMAAAABAAQAAQD///////8FAAAABAAQAAtBsmIdIzWIQ5y961E6XReG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cRWXlq6ekCw8A0FLE7HWwREYXRhAAUAAAAAAk5hbWUADQAAAExpbmtEYXRhTGlzdAAQVmVyc2lvbgAAAAAACUxhc3RXcml0ZQA47Jj1lgEAAAABAP////9hAGEAAAAFX2lkABAAAAAEgS6RiHQmLECC6CrAwqDGvgREYXRhAAUAAAAAAk5hbWUADQAAAExpbmtEYXRhTGlzdAAQVmVyc2lvbgABAAAACUxhc3RXcml0ZQA57Jj1lgEAAAACAP////9wAHAAAAAFX2lkABAAAAAEQbJiHSM1iEOcvetROl0XhgNEYXRhABYAAAACUGVyc29uYWxJZAABAAAAAAACTmFtZQALAAAAUGVyc29uYWxJZAAQVmVyc2lvbgAAAAAACUxhc3RXcml0ZQBn7Jj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UAAAAEAP///////////////////////////////////////////////////////////////////////////////////////////////////////////////////////////////////////////////////////////////////////////////////////////////////////////////////////////////////////////////////////////////////////////////////////////////////////////////////////////////////////////////////////////////////////////////////////////////////////////////////////////////////////////////wEAIAH///////////////8AAA7///////8FAAAABAD///////////////////////////////////////////////////////////////////////////////////////////////////////////////////////////////////////////////////////////////////////////////////////////////////////////////////////////////////////////////////////////////////////////////////////////////////////////////////////////////////////////////////////////////////////////////////////////////////////////////////////////////////////////////////////////////////////////////////////////////////////////////////////8CAAIBAwAAAAIA////////DgAGTGlua0RhdGFMaXN0XzAEAAAAAAAFAAAAAAAFAAAAAwAFAAAAAAAFAAAABAADAAEBAwAAAAMA////////DgAGTGlua0RhdGFMaXN0XzEEAAAAAQAFAAAAAgAFAAAABAAEAAUBAwAAAAQA////////DAAGUGVyc29uYWxJZF8wBAAAAAIABQAAAAMABQAAAAEABQAAAAI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39621327352"/>
  <p:tag name="EMPOWERCHARTSPROPERTIES_B_LENGTH" val="24576"/>
  <p:tag name="DOWN_MIGRATION_INITIAL_LAYOUT_REQUIRED" val="9.2.99"/>
  <p:tag name="RUNTIME_ID" val="3fde2a16-d307-4995-b04d-2961270b22db"/>
</p:tagLst>
</file>

<file path=ppt/tags/tag44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2vTX2/l7lVAkS0+gpL2wUkEAAAAAAADAAAAAAADAAAABAADAAIA////////BQAAAAMAEAALlkFAwqF5xEGWWq0EqwksBAQAAAABAAMAAAAEAAMAAAABAAMAAAAAAP///////wQAAQD///////8FAAAABAAQAAszwZt3C3Z0T6mun4r3lUAC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9Nfb+XuVUCRLT6CkvbBSQREYXRhAAUAAAAAAk5hbWUADQAAAExpbmtEYXRhTGlzdAAQVmVyc2lvbgAAAAAACUxhc3RXcml0ZQD8sJ31lgEAAAABAP////9hAGEAAAAFX2lkABAAAAAElkFAwqF5xEGWWq0EqwksBAREYXRhAAUAAAAAAk5hbWUADQAAAExpbmtEYXRhTGlzdAAQVmVyc2lvbgABAAAACUxhc3RXcml0ZQD/sJ31lgEAAAACAP////9wAHAAAAAFX2lkABAAAAAEM8Gbdwt2dE+prp+K95VAAgNEYXRhABYAAAACUGVyc29uYWxJZAABAAAAAAACTmFtZQALAAAAUGVyc29uYWxJZAAQVmVyc2lvbgAAAAAACUxhc3RXcml0ZQA+s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46654512"/>
  <p:tag name="EMPOWERCHARTSPROPERTIES_B_LENGTH" val="24576"/>
  <p:tag name="DOWN_MIGRATION_INITIAL_LAYOUT_REQUIRED" val="9.2.99"/>
  <p:tag name="RUNTIME_ID" val="870abfca-894a-4123-94a5-a091789934e3"/>
</p:tagLst>
</file>

<file path=ppt/tags/tag44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5gsAAAAAAAAAAAAAIAD///////////////8AAAD///////////////8DAAAAAgD///////8DAAAAAwD///////8DAAAAAwD///////8DAAAAAwD///////8DAAAAAwD///////////////////////////////////////////////////////////////////////////////////////////////////////////////////////////////////////////////////////////////////////////////////////////////////////////////////////////////////////////////////////////////////////////////////////////////////////////////////////////////////////////////////////////////////////////////////////////////////////////////////////////////////////////////8BACAA////////////////AAAO////////AwAAAAMA////////////////////////////////////////////////////////////////////////////////////////////////////////////////////////////////////////////////////////////////////////////////////////////////////////////////////////////////////////////////////////////////////////////////////////////////////////////////////////////////////////////////////////////////////////////////////////////////////////////////////////////////////////////////////////////////////////////////////////////////////////////////////////AgABAP///////wUAAAACABAACzab7Ay2tV9Nn+BQ4lUnzSgEAAAAAAADAAAAAAADAAAABAADAAUA////////BQAAAAMAEAALimu75GGT6EyzSIh4ncb+fwQAAAABAAMAAAAEAAMAAAABAAMAAAAAAP///////wMAAAAAAP///////wMAAAAAAP///////wMAAAAAAP///////wQAAQD///////8FAAAABAAQAAulLJc+C2N+TJuksitDSVQV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pvsDLa1X02f4FDiVSfNKAREYXRhAAUAAAAAAk5hbWUADQAAAExpbmtEYXRhTGlzdAAQVmVyc2lvbgAAAAAACUxhc3RXcml0ZQCPsZ31lgEAAAABAP////9hAGEAAAAFX2lkABAAAAAEimu75GGT6EyzSIh4ncb+fwREYXRhAAUAAAAAAk5hbWUADQAAAExpbmtEYXRhTGlzdAAQVmVyc2lvbgABAAAACUxhc3RXcml0ZQAcsp31lgEAAAACAP////9wAHAAAAAFX2lkABAAAAAEpSyXPgtjfkybpLIrQ0lUFQNEYXRhABYAAAACUGVyc29uYWxJZAABAAAAAAACTmFtZQALAAAAUGVyc29uYWxJZAAQVmVyc2lvbgAAAAAACUxhc3RXcml0ZQBbs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DAP///////wUAAAADAP///////wUAAAADAP///////wUAAAADAP///////////////////////////////////////////////////////////////////////////////////////////////////////////////////////////////////////////////////////////////////////////////////////////////////////////////////////////////////////////////////////////////////////////////////////////////////////////////////////////////////////////////////////////////////////////////////////////////////////////////////////////////////////////////wEAIAH///////////////8AAA7///////8FAAAABAD///////////////////////////////////////////////////////////////////////////////////////////////////////////////////////////////////////////////////////////////////////////////////////////////////////////////////////////////////////////////////////////////////////////////////////////////////////////////////////////////////////////////////////////////////////////////////////////////////////////////////////////////////////////////////////////////////////////////////////////////////////////////////////8CAAEBAwAAAAIA////////DgAGTGlua0RhdGFMaXN0XzAEAAAAAAAFAAAAAAAFAAAAAwADAAUBAwAAAAMA////////DgAGTGlua0RhdGFMaXN0XzEEAAAAAQAFAAAAAgAFAAAABAAFAAAAAAAFAAAABAAFAAAAAAAFAAAABAAFAAAAAAD///////8FAAAAAAD///////8EAAMBAwAAAAQA////////DAAGUGVyc29uYWxJZF8wBAAAAAIABQAAAAM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49555304"/>
  <p:tag name="EMPOWERCHARTSPROPERTIES_B_LENGTH" val="24576"/>
  <p:tag name="DOWN_MIGRATION_INITIAL_LAYOUT_REQUIRED" val="9.2.99"/>
  <p:tag name="RUNTIME_ID" val="d7273f8b-6e06-40b0-9819-c761de5138c0"/>
</p:tagLst>
</file>

<file path=ppt/tags/tag45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691409ae-8179-45dd-bdc0-3dd83d1dd9ea"/>
</p:tagLst>
</file>

<file path=ppt/tags/tag45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BAD///////////////////////////////////////////////////////////////////////////////////////////////////////////////////////////////////////////////////////////////////////////////////////////////////////////////////////////////////////////////////////////////////////////////////////////////////////////////////////////////////////////////////////////////////////////////////////////////////////////////////////////////////////////////////////////////////////////////////////////////8BACAA////////////////AAAO////////AwAAAAMA////////////////////////////////////////////////////////////////////////////////////////////////////////////////////////////////////////////////////////////////////////////////////////////////////////////////////////////////////////////////////////////////////////////////////////////////////////////////////////////////////////////////////////////////////////////////////////////////////////////////////////////////////////////////////////////////////////////////////////////////////////////////////////AgABAP///////wUAAAACABAACw2xfx35T8NOlxXLo/24JE8EAAAAAAADAAAAAAADAAAABAADAAEA////////BQAAAAMAEAALcJf0doCXRkKyTNPVERciIwQAAAABAAMAAAAEAAMAAAABAAQAAgD///////8FAAAABAAQAAtICdlBcvk4Trr26R/sSYBh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bF/HflPw06XFcuj/bgkTwREYXRhAAUAAAAAAk5hbWUADQAAAExpbmtEYXRhTGlzdAAQVmVyc2lvbgABAAAACUxhc3RXcml0ZQBVpeOtkAEAAAABAP////9hAGEAAAAFX2lkABAAAAAEcJf0doCXRkKyTNPVERciIwREYXRhAAUAAAAAAk5hbWUADQAAAExpbmtEYXRhTGlzdAAQVmVyc2lvbgAAAAAACUxhc3RXcml0ZQBUpeOtkAEAAAACAP////9wAHAAAAAFX2lkABAAAAAESAnZQXL5OE669ukf7EmAYQNEYXRhABYAAAACUGVyc29uYWxJZAABAAAAAAACTmFtZQALAAAAUGVyc29uYWxJZAAQVmVyc2lvbgAAAAAACUxhc3RXcml0ZQCNpeOt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EAP///////wUAAAAEAP///////wUAAAAEAP///////////////////////////////////////////////////////////////////////////////////////////////////////////////////////////////////////////////////////////////////////////////////////////////////////////////////////////////////////////////////////////////////////////////////////////////////////////////////////////////////////////////////////////////////////////////////////////////////////////////////////////////////////////////////////////////wEAIAH///////////////8AAA7///////8FAAAABAD///////////////////////////////////////////////////////////////////////////////////////////////////////////////////////////////////////////////////////////////////////////////////////////////////////////////////////////////////////////////////////////////////////////////////////////////////////////////////////////////////////////////////////////////////////////////////////////////////////////////////////////////////////////////////////////////////////////////////////////////////////////////////////8CAAEBAwAAAAIA////////DgAGTGlua0RhdGFMaXN0XzEEAAAAAAAFAAAAAwAFAAAABAADAAEBAwAAAAMA////////DgAGTGlua0RhdGFMaXN0XzAEAAAAAQAFAAAAAAAFAAAAAgAEAAQBAwAAAAQA////////DAAGUGVyc29uYWxJZF8wBAAAAAIABQAAAAI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65010958721061"/>
  <p:tag name="EMPOWERCHARTSPROPERTIES_B_LENGTH" val="24576"/>
  <p:tag name="DOWN_MIGRATION_INITIAL_LAYOUT_REQUIRED" val="9.2.99"/>
  <p:tag name="RUNTIME_ID" val="ef4e63d1-d0ad-43dc-8fc2-bfc778a2526d"/>
</p:tagLst>
</file>

<file path=ppt/tags/tag45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MA////////////////////////////////////////////////////////////////////////////////////////////////////////////////////////////////////////////////////////////////////////////////////////////////////////////////////////////////////////////////////////////////////////////////////////////////////////////////////////////////////////////////////////////////////////////////////////////////////////////////////////////////////////////////////////////////////////////////////////////////////////////////////////AgACAP///////wUAAAACABAACxRmwx74dh9HkbjXuKbLXTsEAAAAAAADAAAAAAADAAAABAADAAAAAAADAAAABAADAAEA////////BQAAAAMAEAALJXt1nIUyJ0Snbt3TXLKS4QQAAAABAAMAAAAEAAMAAAABAAQAAgD///////8FAAAABAAQAAvUE49fo88hQKuDFGcQ8dAr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GbDHvh2H0eRuNe4pstdOwREYXRhAAUAAAAAAk5hbWUADQAAAExpbmtEYXRhTGlzdAAQVmVyc2lvbgAAAAAACUxhc3RXcml0ZQAZtp31lgEAAAABAP////9hAGEAAAAFX2lkABAAAAAEJXt1nIUyJ0Snbt3TXLKS4QREYXRhAAUAAAAAAk5hbWUADQAAAExpbmtEYXRhTGlzdAAQVmVyc2lvbgABAAAACUxhc3RXcml0ZQAatp31lgEAAAACAP////9wAHAAAAAFX2lkABAAAAAE1BOPX6PPIUCrgxRnEPHQKwNEYXRhABYAAAACUGVyc29uYWxJZAABAAAAAAACTmFtZQALAAAAUGVyc29uYWxJZAAQVmVyc2lvbgAAAAAACUxhc3RXcml0ZQBHt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59548398"/>
  <p:tag name="EMPOWERCHARTSPROPERTIES_B_LENGTH" val="24576"/>
  <p:tag name="DOWN_MIGRATION_INITIAL_LAYOUT_REQUIRED" val="9.2.99"/>
  <p:tag name="RUNTIME_ID" val="775475cd-d5d4-4241-b018-7ab6a45a91a4"/>
</p:tagLst>
</file>

<file path=ppt/tags/tag45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wD///////8DAAAAAwD///////////////////////////////////////////////////////////////////////////////////////////////////////////////////////////////////////////////////////////////////////////////////////////////////////////////////////////////////////////////////////////////////////////////////////////////////////////////////////////////////////////////////////////////////////////////////////////////////////////////////////////////////////////////////////////////////////////////8BACAA////////////////AAAO////////AwAAAAQA////////////////////////////////////////////////////////////////////////////////////////////////////////////////////////////////////////////////////////////////////////////////////////////////////////////////////////////////////////////////////////////////////////////////////////////////////////////////////////////////////////////////////////////////////////////////////////////////////////////////////////////////////////////////////////////////////////////////////////////////////////////////////////AgABAP///////wUAAAACABAAC6IblyTx8wFEgg6Mg0Y+baYEAAAAAAADAAAAAAADAAAAAwADAAMA////////BQAAAAMAEAALL4QxkDPHakCfJK17v3+eYAQAAAABAAMAAAACAAMAAAAEAAMAAAAAAP///////wMAAAAAAP///////wQAAQD///////8FAAAABAAQAAuib/yjSpuFT4Rl4QYijXrL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huXJPHzAUSCDoyDRj5tpgREYXRhAAUAAAAAAk5hbWUADQAAAExpbmtEYXRhTGlzdAAQVmVyc2lvbgABAAAACUxhc3RXcml0ZQBOuJ31lgEAAAABAP////9hAGEAAAAFX2lkABAAAAAEL4QxkDPHakCfJK17v3+eYAREYXRhAAUAAAAAAk5hbWUADQAAAExpbmtEYXRhTGlzdAAQVmVyc2lvbgAAAAAACUxhc3RXcml0ZQBNuJ31lgEAAAACAP////9wAHAAAAAFX2lkABAAAAAEom/8o0qbhU+EZeEGIo16ywNEYXRhABYAAAACUGVyc29uYWxJZAABAAAAAAACTmFtZQALAAAAUGVyc29uYWxJZAAQVmVyc2lvbgAAAAAACUxhc3RXcml0ZQB5u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UAAAADAP///////////////////////////////////////////////////////////////////////////////////////////////////////////////////////////////////////////////////////////////////////////////////////////////////////////////////////////////////////////////////////////////////////////////////////////////////////////////////////////////////////////////////////////////////////////////////////////////////////////////////////////////////////////////////////////////////////////////wEAIAH///////////////8AAA7///////8FAAAABAD///////////////////////////////////////////////////////////////////////////////////////////////////////////////////////////////////////////////////////////////////////////////////////////////////////////////////////////////////////////////////////////////////////////////////////////////////////////////////////////////////////////////////////////////////////////////////////////////////////////////////////////////////////////////////////////////////////////////////////////////////////////////////////8CAAEBAwAAAAIA////////DgAGTGlua0RhdGFMaXN0XzEEAAAAAAAFAAAAAwAFAAAABAADAAMBAwAAAAMA////////DgAGTGlua0RhdGFMaXN0XzAEAAAAAQAFAAAAAAAFAAAAAgA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68024374"/>
  <p:tag name="EMPOWERCHARTSPROPERTIES_B_LENGTH" val="24576"/>
  <p:tag name="DOWN_MIGRATION_INITIAL_LAYOUT_REQUIRED" val="9.2.99"/>
  <p:tag name="RUNTIME_ID" val="f5009119-f3e0-4e3a-a892-2df6a45a9965"/>
</p:tagLst>
</file>

<file path=ppt/tags/tag45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wb38iOeruhGpJ0uSbyUYYwEAAAAAAADAAAAAAADAAAAAwADAAIA////////BQAAAAMAEAALNX9ZfS7DbkGXG3g7V+inzgQAAAABAAMAAAACAAMAAAAEAAMAAAAAAAMAAAAEAAQAAgD///////8FAAAABAAQAAuZ/4P+cYjrTpNpPkLSpKNM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vfyI56u6EaknS5JvJRhjAREYXRhAAUAAAAAAk5hbWUADQAAAExpbmtEYXRhTGlzdAAQVmVyc2lvbgAAAAAACUxhc3RXcml0ZQDETpr1lgEAAAABAP////9hAGEAAAAFX2lkABAAAAAENX9ZfS7DbkGXG3g7V+inzgREYXRhAAUAAAAAAk5hbWUADQAAAExpbmtEYXRhTGlzdAAQVmVyc2lvbgABAAAACUxhc3RXcml0ZQDFTpr1lgEAAAACAP////9wAHAAAAAFX2lkABAAAAAEmf+D/nGI606TaT5C0qSjTANEYXRhABYAAAACUGVyc29uYWxJZAABAAAAAAACTmFtZQALAAAAUGVyc29uYWxJZAAQVmVyc2lvbgAAAAAACUxhc3RXcml0ZQAAT5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529107146"/>
  <p:tag name="EMPOWERCHARTSPROPERTIES_B_LENGTH" val="24576"/>
  <p:tag name="DOWN_MIGRATION_INITIAL_LAYOUT_REQUIRED" val="9.2.99"/>
  <p:tag name="RUNTIME_ID" val="43e76235-edf9-4920-b13f-2f633fcfe177"/>
</p:tagLst>
</file>

<file path=ppt/tags/tag45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gsAAAAAAAAAAAAAIAD///////////////8AAAD///////////////8DAAAABAD///////8DAAAABAD///////////////////////////////////////////////////////////////////////////////////////////////////////////////////////////////////////////////////////////////////////////////////////////////////////////////////////////////////////////////////////////////////////////////////////////////////////////////////////////////////////////////////////////////////////////////////////////////////////////////////////////////////////////////////////////////////////////////////////////////8BACAA////////////////AAAO////////AwAAAAMA////////////////////////////////////////////////////////////////////////////////////////////////////////////////////////////////////////////////////////////////////////////////////////////////////////////////////////////////////////////////////////////////////////////////////////////////////////////////////////////////////////////////////////////////////////////////////////////////////////////////////////////////////////////////////////////////////////////////////////////////////////////////////////AgACAP///////wUAAAACABAAC2Gi3/roGMRMqbLnjyHEQhEEAAAAAAADAAAABAADAAAAAwADAAAABAD///////8DAAEA////////BQAAAAMAEAAL9OTV/vgUj0CGH5wwa7ktqgQAAAABAAMAAAACAAMAAAABAAQAAgD///////8FAAAABAAQAAsTHe5yTXTjT6Yz3e3EcEph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aLf+ugYxEypsuePIcRCEQREYXRhAAUAAAAAAk5hbWUADQAAAExpbmtEYXRhTGlzdAAQVmVyc2lvbgABAAAACUxhc3RXcml0ZQAuXZv1lgEAAAABAP////9hAGEAAAAFX2lkABAAAAAE9OTV/vgUj0CGH5wwa7ktqgREYXRhAAUAAAAAAk5hbWUADQAAAExpbmtEYXRhTGlzdAAQVmVyc2lvbgAAAAAACUxhc3RXcml0ZQAtXZv1lgEAAAACAP////9wAHAAAAAFX2lkABAAAAAEEx3uck1040+mM93txHBKYQNEYXRhABYAAAACUGVyc29uYWxJZAABAAAAAAACTmFtZQALAAAAUGVyc29uYWxJZAAQVmVyc2lvbgAAAAAACUxhc3RXcml0ZQBmXZv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CAP///////wUAAAAEAP///////////////////////////////////////////////////////////////////////////////////////////////////////////////////////////////////////////////////////////////////////////////////////////////////////////////////////////////////////////////////////////////////////////////////////////////////////////////////////////////////////////////////////////////////////////////////////////////////////////////////////////////////////////////////////////////////////////////wEAIAH///////////////8AAA7///////8FAAAABAD///////////////////////////////////////////////////////////////////////////////////////////////////////////////////////////////////////////////////////////////////////////////////////////////////////////////////////////////////////////////////////////////////////////////////////////////////////////////////////////////////////////////////////////////////////////////////////////////////////////////////////////////////////////////////////////////////////////////////////////////////////////////////////8CAAIBAwAAAAIA////////DgAGTGlua0RhdGFMaXN0XzEEAAAAAAAFAAAAAwAFAAAABAAFAAAAAAAFAAAABAADAAEBAwAAAAMA////////DgAGTGlua0RhdGFMaXN0XzAEAAAAAQAFAAAAAAAFAAAAAgAEAAMBAwAAAAQA////////DAAGUGVyc29uYWxJZF8wBAAAAAIABQAAAAIABQAAAAEABQAAAAI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1221484130"/>
  <p:tag name="EMPOWERCHARTSPROPERTIES_B_LENGTH" val="24576"/>
  <p:tag name="DOWN_MIGRATION_INITIAL_LAYOUT_REQUIRED" val="9.2.99"/>
  <p:tag name="RUNTIME_ID" val="68d9e264-54a8-4895-ad3d-a11868d373e8"/>
</p:tagLst>
</file>

<file path=ppt/tags/tag45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cBAQEBAQEBAQEBAQEBAQMAAAAAAAAAAwAAAAMAAAAA/////wUA8gsAAAAAAAAAAAAAIAD///////////////8AAAD///////////////8DAAAAAgD///////8DAAAAAgD///////8DAAAABAD///////////////////////////////////////////////////////////////////////////////////////////////////////////////////////////////////////////////////////////////////////////////////////////////////////////////////////////////////////////////////////////////////////////////////////////////////////////////////////////////////////////////////////////////////////////////////////////////////////////////////////////////////////////////////////////////////////////////8BACAA////////////////AAAO////////AwAAAAMA////////////////////////////////////////////////////////////////////////////////////////////////////////////////////////////////////////////////////////////////////////////////////////////////////////////////////////////////////////////////////////////////////////////////////////////////////////////////////////////////////////////////////////////////////////////////////////////////////////////////////////////////////////////////////////////////////////////////////////////////////////////////////////AgACAP///////wUAAAACABAAC7Im20JqWOJLoBZTek6ikoAEAAAAAAADAAAAAAADAAAABAADAAAAAAADAAAABAADAAEA////////BQAAAAMAEAALldTNtXDTPkWp4zCFrwlYJwQAAAABAAMAAAAEAAMAAAABAAQAAwD///////8FAAAABAAQAAs6Nr2gTfN6T4Ql83QmeL0NBAAAAAIAAwAAAAIAAwAAAAM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ibbQmpY4kugFlN6TqKSgAREYXRhAAUAAAAAAk5hbWUADQAAAExpbmtEYXRhTGlzdAAQVmVyc2lvbgABAAAACUxhc3RXcml0ZQBQXJv1lgEAAAABAP////9hAGEAAAAFX2lkABAAAAAEldTNtXDTPkWp4zCFrwlYJwREYXRhAAUAAAAAAk5hbWUADQAAAExpbmtEYXRhTGlzdAAQVmVyc2lvbgAAAAAACUxhc3RXcml0ZQBNXJv1lgEAAAACAP////9wAHAAAAAFX2lkABAAAAAEOja9oE3zek+EJfN0Jni9DQNEYXRhABYAAAACUGVyc29uYWxJZAABAAAAAAACTmFtZQALAAAAUGVyc29uYWxJZAAQVmVyc2lvbgAAAAAACUxhc3RXcml0ZQCjXJv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DAP///////wUAAAADAP///////wUAAAADAP///////wUAAAADAP///////////////////////////////////////////////////////////////////////////////////////////////////////////////////////////////////////////////////////////////////////////////////////////////////////////////////////////////////////////////////////////////////////////////////////////////////////////////////////////////////////////////////////////////////////////////////////////////////////////////wEAIAH///////////////8AAA7///////8FAAAABAD///////////////////////////////////////////////////////////////////////////////////////////////////////////////////////////////////////////////////////////////////////////////////////////////////////////////////////////////////////////////////////////////////////////////////////////////////////////////////////////////////////////////////////////////////////////////////////////////////////////////////////////////////////////////////////////////////////////////////////////////////////////////////////8CAAEBAwAAAAIA////////DgAGTGlua0RhdGFMaXN0XzEEAAAAAAAFAAAAAwAFAAAABAADAAcBAwAAAAMA////////DgAGTGlua0RhdGFMaXN0XzAEAAAAAQAFAAAAAAAFAAAAAgAFAAAAAAAFAAAABAAFAAAAAAAFAAAABAAFAAAAAAD///////8FAAAAAAD///////8FAAAAAAD///////8FAAAAAAD///////8EAAMBAwAAAAQA////////DAAGUGVyc29uYWxJZF8wBAAAAAIABQAAAAI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1219443118"/>
  <p:tag name="EMPOWERCHARTSPROPERTIES_B_LENGTH" val="24576"/>
  <p:tag name="DOWN_MIGRATION_INITIAL_LAYOUT_REQUIRED" val="9.2.99"/>
  <p:tag name="RUNTIME_ID" val="280c866d-d742-4f3f-a83c-15bc47db4adc"/>
</p:tagLst>
</file>

<file path=ppt/tags/tag45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5BLy0niSx5LiaNUyeHSpycEAAAAAAADAAAABAADAAAAAwADAAIA////////BQAAAAMAEAALA9PQ7QyERE6SAhyXAmpw5wQAAAABAAMAAAACAAMAAAABAAMAAAAEAP///////wQAAgD///////8FAAAABAAQAAsutSk+IaK5SKYBN6D5lYSF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EvLSeJLHkuJo1TJ4dKnJwREYXRhAAUAAAAAAk5hbWUADQAAAExpbmtEYXRhTGlzdAAQVmVyc2lvbgAAAAAACUxhc3RXcml0ZQBWUp31lgEAAAABAP////9hAGEAAAAFX2lkABAAAAAEA9PQ7QyERE6SAhyXAmpw5wREYXRhAAUAAAAAAk5hbWUADQAAAExpbmtEYXRhTGlzdAAQVmVyc2lvbgABAAAACUxhc3RXcml0ZQBkUp31lgEAAAACAP////9wAHAAAAAFX2lkABAAAAAELrUpPiGiuUimATeg+ZWEhQNEYXRhABYAAAACUGVyc29uYWxJZAABAAAAAAACTmFtZQALAAAAUGVyc29uYWxJZAAQVmVyc2lvbgAAAAAACUxhc3RXcml0ZQCUU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04430470"/>
  <p:tag name="EMPOWERCHARTSPROPERTIES_B_LENGTH" val="24576"/>
  <p:tag name="DOWN_MIGRATION_INITIAL_LAYOUT_REQUIRED" val="9.2.99"/>
  <p:tag name="RUNTIME_ID" val="03168bd8-48b0-4259-b2f3-e0af9a9c52a8"/>
</p:tagLst>
</file>

<file path=ppt/tags/tag45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AHPteBiEROnNVPafilmKMEAAAAAAADAAAAAAADAAAABAADAAEA////////BQAAAAMAEAALbCOg3OqriUWbNYkk1rVOyQQAAAABAAMAAAAEAAMAAAABAAQABwD///////8FAAAABAAQAAvCgKLY+mVYSq2hv0Sgljz0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Ac+14GIRE6c1U9p+KWYowREYXRhAAUAAAAAAk5hbWUADQAAAExpbmtEYXRhTGlzdAAQVmVyc2lvbgAAAAAACUxhc3RXcml0ZQB7s531lgEAAAABAP////9hAGEAAAAFX2lkABAAAAAEbCOg3OqriUWbNYkk1rVOyQREYXRhAAUAAAAAAk5hbWUADQAAAExpbmtEYXRhTGlzdAAQVmVyc2lvbgABAAAACUxhc3RXcml0ZQCGs531lgEAAAACAP////9wAHAAAAAFX2lkABAAAAAEwoCi2PplWEqtob9EoJY89ANEYXRhABYAAAACUGVyc29uYWxJZAABAAAAAAACTmFtZQALAAAAUGVyc29uYWxJZAAQVmVyc2lvbgAAAAAACUxhc3RXcml0ZQC3s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52980912"/>
  <p:tag name="EMPOWERCHARTSPROPERTIES_B_LENGTH" val="24576"/>
  <p:tag name="DOWN_MIGRATION_INITIAL_LAYOUT_REQUIRED" val="9.2.99"/>
  <p:tag name="RUNTIME_ID" val="737a75af-c168-4966-9f65-eeab3ccdca7e"/>
</p:tagLst>
</file>

<file path=ppt/tags/tag45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00aIBKAsYZMnfyBPBWZjwUEAAAAAAADAAAAAAADAAAABAADAAEA////////BQAAAAMAEAALTL7b6OdH90Sfpqf5jFN7DwQAAAABAAMAAAAEAAMAAAABAAQAAQD///////8FAAAABAAQAAsbTg9v9CI/RJnWAHn26qoR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RogEoCxhkyd/IE8FZmPBQREYXRhAAUAAAAAAk5hbWUADQAAAExpbmtEYXRhTGlzdAAQVmVyc2lvbgABAAAACUxhc3RXcml0ZQDLd5r1lgEAAAABAP////9hAGEAAAAFX2lkABAAAAAETL7b6OdH90Sfpqf5jFN7DwREYXRhAAUAAAAAAk5hbWUADQAAAExpbmtEYXRhTGlzdAAQVmVyc2lvbgAAAAAACUxhc3RXcml0ZQDKd5r1lgEAAAACAP////9wAHAAAAAFX2lkABAAAAAEG04Pb/QiP0SZ1gB59uqqEQNEYXRhABYAAAACUGVyc29uYWxJZAABAAAAAAACTmFtZQALAAAAUGVyc29uYWxJZAAQVmVyc2lvbgAAAAAACUxhc3RXcml0ZQAneJ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634763559"/>
  <p:tag name="EMPOWERCHARTSPROPERTIES_B_LENGTH" val="24576"/>
  <p:tag name="DOWN_MIGRATION_INITIAL_LAYOUT_REQUIRED" val="9.2.99"/>
  <p:tag name="RUNTIME_ID" val="24a55dec-7d9a-4c96-a781-8e501e776d88"/>
</p:tagLst>
</file>

<file path=ppt/tags/tag46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gD///////8DAAAAAgD///////8DAAAAAgD///////////////////////////////////////////////////////////////////////////////////////////////////////////////////////////////////////////////////////////////////////////////////////////////////////////////////////////////////////////////////////////////////////////////////////////////////////////////////////////////////////////////////////////////////////////////////////////////////////////////////////////////////////////////////////////////8BACAA////////////////AAAO////////AwAAAAMA////////////////////////////////////////////////////////////////////////////////////////////////////////////////////////////////////////////////////////////////////////////////////////////////////////////////////////////////////////////////////////////////////////////////////////////////////////////////////////////////////////////////////////////////////////////////////////////////////////////////////////////////////////////////////////////////////////////////////////////////////////////////////////AgAEAP///////wUAAAACABAACwJZQRlIzPdGu/2pGyldTIMEAAAAAAADAAAAAAADAAAABAADAAAAAAD///////8DAAAAAAD///////8DAAAAAAD///////8DAAEA////////BQAAAAMAEAALt1zA++FkeUuOLCdZvqBsjwQAAAABAAMAAAAEAAMAAAABAAQAAQD///////8FAAAABAAQAAtq5RogHvAFSpuXJMxzsEvQ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llBGUjM90a7/akbKV1MgwREYXRhAAUAAAAAAk5hbWUADQAAAExpbmtEYXRhTGlzdAAQVmVyc2lvbgABAAAACUxhc3RXcml0ZQAUtJ31lgEAAAABAP////9hAGEAAAAFX2lkABAAAAAEt1zA++FkeUuOLCdZvqBsjwREYXRhAAUAAAAAAk5hbWUADQAAAExpbmtEYXRhTGlzdAAQVmVyc2lvbgAAAAAACUxhc3RXcml0ZQAQtJ31lgEAAAACAP////9wAHAAAAAFX2lkABAAAAAEauUaIB7wBUqblyTMc7BL0ANEYXRhABYAAAACUGVyc29uYWxJZAABAAAAAAACTmFtZQALAAAAUGVyc29uYWxJZAAQVmVyc2lvbgAAAAAACUxhc3RXcml0ZQBDt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UAAAACAP///////////////////////////////////////////////////////////////////////////////////////////////////////////////////////////////////////////////////////////////////////////////////////////////////////////////////////////////////////////////////////////////////////////////////////////////////////////////////////////////////////////////////////////////////////////////////////////////////////////////////////////////////////////////////////////////wEAIAH///////////////8AAA7///////8FAAAABAD///////////////////////////////////////////////////////////////////////////////////////////////////////////////////////////////////////////////////////////////////////////////////////////////////////////////////////////////////////////////////////////////////////////////////////////////////////////////////////////////////////////////////////////////////////////////////////////////////////////////////////////////////////////////////////////////////////////////////////////////////////////////////////8CAAQBAwAAAAIA////////DgAGTGlua0RhdGFMaXN0XzEEAAAAAAAFAAAAAwAFAAAABAAFAAAAAAAFAAAABAAFAAAAAAD///////8FAAAAAAD///////8DAAEBAwAAAAMA////////DgAGTGlua0RhdGFMaXN0XzAEAAAAAQ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56857054"/>
  <p:tag name="EMPOWERCHARTSPROPERTIES_B_LENGTH" val="24576"/>
  <p:tag name="DOWN_MIGRATION_INITIAL_LAYOUT_REQUIRED" val="9.2.99"/>
  <p:tag name="RUNTIME_ID" val="4acaf779-c0c0-40e9-89ac-e257a48c9ad8"/>
</p:tagLst>
</file>

<file path=ppt/tags/tag46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8gsAAAAAAAAAAAAAIAD///////////////8AAAD///////////////8DAAAAAgD///////8DAAAAAgD///////////////////////////////////////////////////////////////////////////////////////////////////////////////////////////////////////////////////////////////////////////////////////////////////////////////////////////////////////////////////////////////////////////////////////////////////////////////////////////////////////////////////////////////////////////////////////////////////////////////////////////////////////////////////////////////////////////////////////////////8BACAA////////////////AAAO////////AwAAAAMA////////////////////////////////////////////////////////////////////////////////////////////////////////////////////////////////////////////////////////////////////////////////////////////////////////////////////////////////////////////////////////////////////////////////////////////////////////////////////////////////////////////////////////////////////////////////////////////////////////////////////////////////////////////////////////////////////////////////////////////////////////////////////////AgACAP///////wUAAAACABAAC0rbzQL3/ilIoAWUHWr6eqoEAAAAAAADAAAAAAADAAAABAADAAAAAAADAAAABAADAAIA////////BQAAAAMAEAALDC0fhZrB+0mjvHTtlntWaAQAAAABAAMAAAAEAAMAAAABAAMAAAAEAP///////wQAAgD///////8FAAAABAAQAAvOQvl+mRBMRq/45M/R03jf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tvNAvf+KUigBZQdavp6qgREYXRhAAUAAAAAAk5hbWUADQAAAExpbmtEYXRhTGlzdAAQVmVyc2lvbgAAAAAACUxhc3RXcml0ZQAkU531lgEAAAABAP////9hAGEAAAAFX2lkABAAAAAEDC0fhZrB+0mjvHTtlntWaAREYXRhAAUAAAAAAk5hbWUADQAAAExpbmtEYXRhTGlzdAAQVmVyc2lvbgABAAAACUxhc3RXcml0ZQAnU531lgEAAAACAP////9wAHAAAAAFX2lkABAAAAAEzkL5fpkQTEav+OTP0dN43wNEYXRhABYAAAACUGVyc29uYWxJZAABAAAAAAACTmFtZQALAAAAUGVyc29uYWxJZAAQVmVyc2lvbgAAAAAACUxhc3RXcml0ZQBWU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AwA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06240375"/>
  <p:tag name="EMPOWERCHARTSPROPERTIES_B_LENGTH" val="24576"/>
  <p:tag name="DOWN_MIGRATION_INITIAL_LAYOUT_REQUIRED" val="9.2.99"/>
  <p:tag name="RUNTIME_ID" val="d59155f7-344d-4f70-90f9-d6fe9ed66d2f"/>
</p:tagLst>
</file>

<file path=ppt/tags/tag46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tgsAAAAAAAAAAAAAIAD///////////////8AAAD///////////////8DAAAAAgD///////8DAAAAAgD///////8DAAAAAwD///////8DAAAAAwD///////8DAAAABAD///////////////////////////////////////////////////////////////////////////////////////////////////////////////////////////////////////////////////////////////////////////////////////////////////////////////////////////////////////////////////////////////////////////////////////////////////////////////////////////////////////////////////////////////////////////////////////////////////////////////////////////////////////////////8BACAA////////////////AAAO////////AwAAAAQA////////////////////////////////////////////////////////////////////////////////////////////////////////////////////////////////////////////////////////////////////////////////////////////////////////////////////////////////////////////////////////////////////////////////////////////////////////////////////////////////////////////////////////////////////////////////////////////////////////////////////////////////////////////////////////////////////////////////////////////////////////////////////////AgACAP///////wUAAAACABAAC6tQPmlxxsVErCkQsIuUtB8EAAAAAAADAAAAAAADAAAAAwADAAAAAAADAAAAAwADAAQA////////BQAAAAMAEAALmcjrdUy5l0mb9x2WgaFmCAQAAAABAAMAAAACAAMAAAAEAAMAAAACAAMAAAAEAAMAAAAAAAMAAAAEAAMAAAAAAAMAAAAEAAQABQD///////8FAAAABAAQAAsrfJHOAKtlS7QgH0m3ADDFBAAAAAIAAwAAAAMAAwAAAAEAAwAAAAMA////////AwAAAAM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1A+aXHGxUSsKRCwi5S0HwREYXRhAAUAAAAAAk5hbWUADQAAAExpbmtEYXRhTGlzdAAQVmVyc2lvbgAAAAAACUxhc3RXcml0ZQDxBp31lgEAAAABAP////9hAGEAAAAFX2lkABAAAAAEmcjrdUy5l0mb9x2WgaFmCAREYXRhAAUAAAAAAk5hbWUADQAAAExpbmtEYXRhTGlzdAAQVmVyc2lvbgABAAAACUxhc3RXcml0ZQD0Bp31lgEAAAACAP////9wAHAAAAAFX2lkABAAAAAEK3yRzgCrZUu0IB9JtwAwxQNEYXRhABYAAAACUGVyc29uYWxJZAABAAAAAAACTmFtZQALAAAAUGVyc29uYWxJZAAQVmVyc2lvbgAAAAAACUxhc3RXcml0ZQApB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DAP///////wUAAAADAP///////////////////////////////////////////////////////////////////////////////////////////////////////////////////////////////////////////////////////////////////////////////////////////////////////////////////////////////////////////////////////////////////////////////////////////////////////////////////////////////////////////////////////////////////////////////////////////////////////////////////////////////////////////////////////////////wEAIAH///////////////8AAA7///////8FAAAABAD///////////////////////////////////////////////////////////////////////////////////////////////////////////////////////////////////////////////////////////////////////////////////////////////////////////////////////////////////////////////////////////////////////////////////////////////////////////////////////////////////////////////////////////////////////////////////////////////////////////////////////////////////////////////////////////////////////////////////////////////////////////////////////8CAAIBAwAAAAIA////////DgAGTGlua0RhdGFMaXN0XzAEAAAAAAAFAAAAAAAFAAAAAwAFAAAAAAAFAAAAAwADAAQBAwAAAAMA////////DgAGTGlua0RhdGFMaXN0XzEEAAAAAQAFAAAAAgAFAAAABAAFAAAAAg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311250298"/>
  <p:tag name="EMPOWERCHARTSPROPERTIES_B_LENGTH" val="24576"/>
  <p:tag name="DOWN_MIGRATION_INITIAL_LAYOUT_REQUIRED" val="9.2.99"/>
  <p:tag name="RUNTIME_ID" val="b94ebbb1-ace7-4c64-b083-8d544bb0baa0"/>
</p:tagLst>
</file>

<file path=ppt/tags/tag46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MBAQEBAQEBAQEBAQEBAQMAAAAAAAAAAwAAAAMAAAAA/////wUA8gsAAAAAAAAAAAAAIAD///////////////8AAAD///////////////8DAAAAAgD///////8DAAAABAD///////8DAAAABAD///////8DAAAABAD///////////////////////////////////////////////////////////////////////////////////////////////////////////////////////////////////////////////////////////////////////////////////////////////////////////////////////////////////////////////////////////////////////////////////////////////////////////////////////////////////////////////////////////////////////////////////////////////////////////////////////////////////////////////////////////////8BACAA////////////////AAAO////////AwAAAAQA////////////////////////////////////////////////////////////////////////////////////////////////////////////////////////////////////////////////////////////////////////////////////////////////////////////////////////////////////////////////////////////////////////////////////////////////////////////////////////////////////////////////////////////////////////////////////////////////////////////////////////////////////////////////////////////////////////////////////////////////////////////////////////AgABAP///////wUAAAACABAAC2YCkRbM9+BIhxP7buQfVhgEAAAAAAADAAAAAAADAAAAAwADAAEA////////BQAAAAMAEAALXaZuOexOjkOlZHFO7VP9WQQAAAABAAMAAAACAAMAAAAEAAQABAD///////8FAAAABAAQAAvqO2rSaTJxT6ARLu7MIWAfBAAAAAIAAwAAAAMAAwAAAAE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gKRFsz34EiHE/tu5B9WGAREYXRhAAUAAAAAAk5hbWUADQAAAExpbmtEYXRhTGlzdAAQVmVyc2lvbgAAAAAACUxhc3RXcml0ZQAUAp31lgEAAAABAP////9hAGEAAAAFX2lkABAAAAAEXaZuOexOjkOlZHFO7VP9WQREYXRhAAUAAAAAAk5hbWUADQAAAExpbmtEYXRhTGlzdAAQVmVyc2lvbgABAAAACUxhc3RXcml0ZQAUAp31lgEAAAACAP////9wAHAAAAAFX2lkABAAAAAE6jtq0mkycU+gES7uzCFgHwNEYXRhABYAAAACUGVyc29uYWxJZAABAAAAAAACTmFtZQALAAAAUGVyc29uYWxJZAAQVmVyc2lvbgAAAAAACUxhc3RXcml0ZQBdA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298960466"/>
  <p:tag name="EMPOWERCHARTSPROPERTIES_B_LENGTH" val="24576"/>
  <p:tag name="DOWN_MIGRATION_INITIAL_LAYOUT_REQUIRED" val="9.2.99"/>
  <p:tag name="RUNTIME_ID" val="f9dde3ee-e37f-4073-afdf-0de7bfbb4dca"/>
</p:tagLst>
</file>

<file path=ppt/tags/tag46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2gsAAAAAAAAAAAAAIAD///////////////8AAAD///////////////8DAAAABAD///////8DAAAABAD///////8DAAAABAD///////////////////////////////////////////////////////////////////////////////////////////////////////////////////////////////////////////////////////////////////////////////////////////////////////////////////////////////////////////////////////////////////////////////////////////////////////////////////////////////////////////////////////////////////////////////////////////////////////////////////////////////////////////////////////////////////////////////8BACAA////////////////AAAO////////AwAAAAMA////////////////////////////////////////////////////////////////////////////////////////////////////////////////////////////////////////////////////////////////////////////////////////////////////////////////////////////////////////////////////////////////////////////////////////////////////////////////////////////////////////////////////////////////////////////////////////////////////////////////////////////////////////////////////////////////////////////////////////////////////////////////////////AgACAP///////wUAAAACABAAC4TRB+yb8cZOmWZ0v67dwAQEAAAAAAADAAAABAADAAAAAwADAAAABAADAAAAAwADAAMA////////BQAAAAMAEAALpVBx9FQzbE+IVU7sYw3JRAQAAAABAAMAAAACAAMAAAABAAMAAAACAP///////wMAAAAEAP///////wQAAwD///////8FAAAABAAQAAvvyAzcy3TUQ6A+kjpmfyVCBAAAAAIAAwAAAAAAAw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NEH7Jvxxk6ZZnS/rt3ABAREYXRhAAUAAAAAAk5hbWUADQAAAExpbmtEYXRhTGlzdAAQVmVyc2lvbgABAAAACUxhc3RXcml0ZQBV/pz1lgEAAAABAP////9hAGEAAAAFX2lkABAAAAAEpVBx9FQzbE+IVU7sYw3JRAREYXRhAAUAAAAAAk5hbWUADQAAAExpbmtEYXRhTGlzdAAQVmVyc2lvbgAAAAAACUxhc3RXcml0ZQBS/pz1lgEAAAACAP////9wAHAAAAAFX2lkABAAAAAE78gM3Mt01EOgPpI6Zn8lQgNEYXRhABYAAAACUGVyc29uYWxJZAABAAAAAAACTmFtZQALAAAAUGVyc29uYWxJZAAQVmVyc2lvbgAAAAAACUxhc3RXcml0ZQCP/pz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DAP///////////////////////////////////////////////////////////////////////////////////////////////////////////////////////////////////////////////////////////////////////////////////////////////////////////////////////////////////////////////////////////////////////////////////////////////////////////////////////////////////////////////////////////////////////////////////////////////////////////////////////////////////////////////////////////////////////////////wEAIAH///////////////8AAA7///////8FAAAABAD///////////////////////////////////////////////////////////////////////////////////////////////////////////////////////////////////////////////////////////////////////////////////////////////////////////////////////////////////////////////////////////////////////////////////////////////////////////////////////////////////////////////////////////////////////////////////////////////////////////////////////////////////////////////////////////////////////////////////////////////////////////////////////8CAAIBAwAAAAIA////////DgAGTGlua0RhdGFMaXN0XzEEAAAAAAAFAAAAAwAFAAAABAAFAAAAAwAFAAAABAADAAMBAwAAAAMA////////DgAGTGlua0RhdGFMaXN0XzAEAAAAAQAFAAAAAAAFAAAAAgAFAAAAAAAFAAAAAgAFAAAAAAD///////8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289253965"/>
  <p:tag name="EMPOWERCHARTSPROPERTIES_B_LENGTH" val="24576"/>
  <p:tag name="DOWN_MIGRATION_INITIAL_LAYOUT_REQUIRED" val="9.2.99"/>
  <p:tag name="RUNTIME_ID" val="4b17eb12-81d9-468b-9d77-dbb66b1f4b94"/>
</p:tagLst>
</file>

<file path=ppt/tags/tag46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UBAQEBAQEBAQEBAQEBAQMAAAAAAAAAAwAAAAMAAAAA/////wUAzgsAAAAAAAAAAAAAIAD///////////////8AAAD///////////////8DAAAABAD///////8DAAAABAD///////8DAAAABAD///////8DAAAABAD///////8DAAAABAD///////8DAAAABAD///////////////////////////////////////////////////////////////////////////////////////////////////////////////////////////////////////////////////////////////////////////////////////////////////////////////////////////////////////////////////////////////////////////////////////////////////////////////////////////////////////////////////////////////////////////////////////////////////////////////////////////////8BACAA////////////////AAAO////////AwAAAAMA////////////////////////////////////////////////////////////////////////////////////////////////////////////////////////////////////////////////////////////////////////////////////////////////////////////////////////////////////////////////////////////////////////////////////////////////////////////////////////////////////////////////////////////////////////////////////////////////////////////////////////////////////////////////////////////////////////////////////////////////////////////////////////AgABAP///////wUAAAACABAAC8cAWNtUVSpLt0OcvJ1ZMU4EAAAAAAADAAAABAADAAAAAwADAAIA////////BQAAAAMAEAALSZ3K5BbXm0W/X3cIJxehQQQAAAABAAMAAAACAAMAAAABAAMAAAAEAP///////wQABgD///////8FAAAABAAQAAsVk3aIQs9hSrQ/5o0ySKYYBAAAAAIAAwAAAAAAAwAAAAIAAwAAAAAAAwAAAAM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wBY21RVKku3Q5y8nVkxTgREYXRhAAUAAAAAAk5hbWUADQAAAExpbmtEYXRhTGlzdAAQVmVyc2lvbgABAAAACUxhc3RXcml0ZQCbtZ31lgEAAAABAP////9hAGEAAAAFX2lkABAAAAAESZ3K5BbXm0W/X3cIJxehQQREYXRhAAUAAAAAAk5hbWUADQAAAExpbmtEYXRhTGlzdAAQVmVyc2lvbgAAAAAACUxhc3RXcml0ZQCatZ31lgEAAAACAP////9wAHAAAAAFX2lkABAAAAAEFZN2iELPYUq0P+aNMkimGANEYXRhABYAAAACUGVyc29uYWxJZAABAAAAAAACTmFtZQALAAAAUGVyc29uYWxJZAAQVmVyc2lvbgAAAAAACUxhc3RXcml0ZQDGt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DAP///////wUAAAAEAP///////wUAAAAEAP///////wUAAAAEAP///////////////////////////////////////////////////////////////////////////////////////////////////////////////////////////////////////////////////////////////////////////////////////////////////////////////////////////////////////////////////////////////////////////////////////////////////////////////////////////////////////////////////////////////////////////////////////////////////////////////////////////////////////////////wEAIAH///////////////8AAA7///////8FAAAABAD///////////////////////////////////////////////////////////////////////////////////////////////////////////////////////////////////////////////////////////////////////////////////////////////////////////////////////////////////////////////////////////////////////////////////////////////////////////////////////////////////////////////////////////////////////////////////////////////////////////////////////////////////////////////////////////////////////////////////////////////////////////////////////8CAAEBAwAAAAIA////////DgAGTGlua0RhdGFMaXN0XzEEAAAAAAAFAAAAAwAFAAAABAADAAIBAwAAAAMA////////DgAGTGlua0RhdGFMaXN0XzAEAAAAAQAFAAAAAAAFAAAAAgAFAAAAAAAFAAAABAAEAAUBAwAAAAQA////////DAAGUGVyc29uYWxJZF8wBAAAAAIABQAAAAIABQAAAAEABQAAAAM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58249887"/>
  <p:tag name="EMPOWERCHARTSPROPERTIES_B_LENGTH" val="24576"/>
  <p:tag name="DOWN_MIGRATION_INITIAL_LAYOUT_REQUIRED" val="9.2.99"/>
  <p:tag name="RUNTIME_ID" val="9fc05d26-0e2f-4229-bd1c-9d5d0a3c450b"/>
</p:tagLst>
</file>

<file path=ppt/tags/tag46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BAD///////////////////////////////////////////////////////////////////////////////////////////////////////////////////////////////////////////////////////////////////////////////////////////////////////////////////////////////////////////////////////////////////////////////////////////////////////////////////////////////////////////////////////////////////////////////////////////////////////////////////////////////////////////////////////////////////////////////////////////////////////////////8BACAA////////////////AAAO////////AwAAAAMA////////////////////////////////////////////////////////////////////////////////////////////////////////////////////////////////////////////////////////////////////////////////////////////////////////////////////////////////////////////////////////////////////////////////////////////////////////////////////////////////////////////////////////////////////////////////////////////////////////////////////////////////////////////////////////////////////////////////////////////////////////////////////////AgABAP///////wUAAAACABAAC3MnSUZZue1DhEXbrA+PtF4EAAAAAAADAAAABAADAAAAAwADAAEA////////BQAAAAMAEAAL9eTDn9R+HEeiA3HHBkLQngQAAAABAAMAAAACAAMAAAABAAQAAQD///////8FAAAABAAQAAvn0nYD8+FlTaI4xTfqYb9i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ydJRlm57UOERdusD4+0XgREYXRhAAUAAAAAAk5hbWUADQAAAExpbmtEYXRhTGlzdAAQVmVyc2lvbgAAAAAACUxhc3RXcml0ZQCatp31lgEAAAABAP////9hAGEAAAAFX2lkABAAAAAE9eTDn9R+HEeiA3HHBkLQngREYXRhAAUAAAAAAk5hbWUADQAAAExpbmtEYXRhTGlzdAAQVmVyc2lvbgABAAAACUxhc3RXcml0ZQCptp31lgEAAAACAP////9wAHAAAAAFX2lkABAAAAAE59J2A/PhZU2iOMU36mG/YgNEYXRhABYAAAACUGVyc29uYWxJZAABAAAAAAACTmFtZQALAAAAUGVyc29uYWxJZAAQVmVyc2lvbgAAAAAACUxhc3RXcml0ZQDdt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61034796"/>
  <p:tag name="EMPOWERCHARTSPROPERTIES_B_LENGTH" val="24576"/>
  <p:tag name="DOWN_MIGRATION_INITIAL_LAYOUT_REQUIRED" val="9.2.99"/>
  <p:tag name="RUNTIME_ID" val="bd48fc46-5985-4182-861b-dc425c6d6f1a"/>
</p:tagLst>
</file>

<file path=ppt/tags/tag46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AgD///////8DAAAAAgD///////8DAAAABAD///////8DAAAABAD///////////////////////////////////////////////////////////////////////////////////////////////////////////////////////////////////////////////////////////////////////////////////////////////////////////////////////////////////////////////////////////////////////////////////////////////////////////////////////////////////////////////////////////////////////////////////////////////////////////////////////////////////////////////////////////////8BACAA////////////////AAAO////////AwAAAAMA////////////////////////////////////////////////////////////////////////////////////////////////////////////////////////////////////////////////////////////////////////////////////////////////////////////////////////////////////////////////////////////////////////////////////////////////////////////////////////////////////////////////////////////////////////////////////////////////////////////////////////////////////////////////////////////////////////////////////////////////////////////////////////AgACAP///////wUAAAACABAAC1QPSEeHJ1NOvl0awGDbByAEAAAAAAADAAAAAAADAAAABAADAAAAAAADAAAABAADAAIA////////BQAAAAMAEAALKnNaum7vTUymVp0irF48jAQAAAABAAMAAAAEAAMAAAABAAMAAAAEAP///////wQABAD///////8FAAAABAAQAAuBCiVwgkg1R5gA1L7VuA3VBAAAAAIAAwAAAAIAAwAAAAM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A9IR4cnU06+XRrAYNsHIAREYXRhAAUAAAAAAk5hbWUADQAAAExpbmtEYXRhTGlzdAAQVmVyc2lvbgAAAAAACUxhc3RXcml0ZQCsU531lgEAAAABAP////9hAGEAAAAFX2lkABAAAAAEKnNaum7vTUymVp0irF48jAREYXRhAAUAAAAAAk5hbWUADQAAAExpbmtEYXRhTGlzdAAQVmVyc2lvbgABAAAACUxhc3RXcml0ZQCuU531lgEAAAACAP////9wAHAAAAAFX2lkABAAAAAEgQolcIJINUeYANS+1bgN1QNEYXRhABYAAAACUGVyc29uYWxJZAABAAAAAAACTmFtZQALAAAAUGVyc29uYWxJZAAQVmVyc2lvbgAAAAAACUxhc3RXcml0ZQDfU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EAIAH///////////////8AAA7///////8FAAAABAD///////////////////////////////////////////////////////////////////////////////////////////////////////////////////////////////////////////////////////////////////////////////////////////////////////////////////////////////////////////////////////////////////////////////////////////////////////////////////////////////////////////////////////////////////////////////////////////////////////////////////////////////////////////////////////////////////////////////////////////////////////////////////////8CAAIBAwAAAAIA////////DgAGTGlua0RhdGFMaXN0XzAEAAAAAAAFAAAAAAAFAAAAAwAFAAAAAAAFAAAAAwADAAIBAwAAAAMA////////DgAGTGlua0RhdGFMaXN0XzEEAAAAAQAFAAAAAgAFAAAABAAFAAAAAgAFAAAABAAEAAQBAwAAAAQA////////DAAGUGVyc29uYWxJZF8wBAAAAAIABQAAAAMABQAAAAEABQAAAAM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07637218"/>
  <p:tag name="EMPOWERCHARTSPROPERTIES_B_LENGTH" val="24576"/>
  <p:tag name="DOWN_MIGRATION_INITIAL_LAYOUT_REQUIRED" val="9.2.99"/>
  <p:tag name="RUNTIME_ID" val="a75f2a59-3635-48ae-8661-2ea0c384c9ba"/>
</p:tagLst>
</file>

<file path=ppt/tags/tag46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CAP///////wUAAAACABAAC8cZAIEaiNlEhMKbzoSDDmAEAAAAAAADAAAABAADAAAAAwADAAAABAD///////8DAAEA////////BQAAAAMAEAALCcytyjme5k2xbvXugVC2tQQAAAABAAMAAAACAAMAAAABAAQAAgD///////8FAAAABAAQAAsueoAJWHseTroW6c/VA3D6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xkAgRqI2USEwpvOhIMOYAREYXRhAAUAAAAAAk5hbWUADQAAAExpbmtEYXRhTGlzdAAQVmVyc2lvbgAAAAAACUxhc3RXcml0ZQAo/5z1lgEAAAABAP////9hAGEAAAAFX2lkABAAAAAECcytyjme5k2xbvXugVC2tQREYXRhAAUAAAAAAk5hbWUADQAAAExpbmtEYXRhTGlzdAAQVmVyc2lvbgABAAAACUxhc3RXcml0ZQAq/5z1lgEAAAACAP////9wAHAAAAAFX2lkABAAAAAELnqACVh7Hk66FunP1QNw+gNEYXRhABYAAAACUGVyc29uYWxJZAABAAAAAAACTmFtZQALAAAAUGVyc29uYWxJZAAQVmVyc2lvbgAAAAAACUxhc3RXcml0ZQBo/5z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BAA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291524851"/>
  <p:tag name="EMPOWERCHARTSPROPERTIES_B_LENGTH" val="24576"/>
  <p:tag name="DOWN_MIGRATION_INITIAL_LAYOUT_REQUIRED" val="9.2.99"/>
  <p:tag name="RUNTIME_ID" val="ef0358c3-85ab-4917-a914-bc5d5d1795ce"/>
</p:tagLst>
</file>

<file path=ppt/tags/tag46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wP3zm9c91pImdwNjOf3fTcEAAAAAAADAAAAAAADAAAAAwADAAAAAAD///////8DAAAAAAD///////8DAAEA////////BQAAAAMAEAALZBT4nYXpO0GRvTdPCARYogQAAAABAAMAAAACAAMAAAAEAAQAAQD///////8FAAAABAAQAAtpFmzLduQiQ6ayaLzK6jC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fOb1z3WkiZ3A2M5/d9NwREYXRhAAUAAAAAAk5hbWUADQAAAExpbmtEYXRhTGlzdAAQVmVyc2lvbgAAAAAACUxhc3RXcml0ZQA9t531lgEAAAABAP////9hAGEAAAAFX2lkABAAAAAEZBT4nYXpO0GRvTdPCARYogREYXRhAAUAAAAAAk5hbWUADQAAAExpbmtEYXRhTGlzdAAQVmVyc2lvbgABAAAACUxhc3RXcml0ZQA+t531lgEAAAACAP////9wAHAAAAAFX2lkABAAAAAEaRZsy3bkIkOmsmi8yuowgwNEYXRhABYAAAACUGVyc29uYWxJZAABAAAAAAACTmFtZQALAAAAUGVyc29uYWxJZAAQVmVyc2lvbgAAAAAACUxhc3RXcml0ZQBpt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EAIAH///////////////8AAA7///////8FAAAABAD///////////////////////////////////////////////////////////////////////////////////////////////////////////////////////////////////////////////////////////////////////////////////////////////////////////////////////////////////////////////////////////////////////////////////////////////////////////////////////////////////////////////////////////////////////////////////////////////////////////////////////////////////////////////////////////////////////////////////////////////////////////////////////8CAAMBAwAAAAIA////////DgAGTGlua0RhdGFMaXN0XzAEAAAAAAAFAAAAAAAFAAAAAwAFAAAAAAAFAAAABAAFAAAAAAAFAAAABAA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62426876"/>
  <p:tag name="EMPOWERCHARTSPROPERTIES_B_LENGTH" val="24576"/>
  <p:tag name="DOWN_MIGRATION_INITIAL_LAYOUT_REQUIRED" val="9.2.99"/>
  <p:tag name="RUNTIME_ID" val="13de9545-fbec-4aa3-bd68-33d6558399dd"/>
</p:tagLst>
</file>

<file path=ppt/tags/tag47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0EdgGKiO2JPokLtrj0bFfYEAAAAAAADAAAAAAADAAAAAwADAAAAAAD///////8DAAAAAAD///////8DAAEA////////BQAAAAMAEAALLvBMqxyaNkeVX/9YruAEoQQAAAABAAMAAAACAAMAAAAEAAQAAQD///////8FAAAABAAQAAtMXMDMq3RzR6365bPPWqG8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R2AYqI7Yk+iQu2uPRsV9gREYXRhAAUAAAAAAk5hbWUADQAAAExpbmtEYXRhTGlzdAAQVmVyc2lvbgAAAAAACUxhc3RXcml0ZQC6t531lgEAAAABAP////9hAGEAAAAFX2lkABAAAAAELvBMqxyaNkeVX/9YruAEoQREYXRhAAUAAAAAAk5hbWUADQAAAExpbmtEYXRhTGlzdAAQVmVyc2lvbgABAAAACUxhc3RXcml0ZQC7t531lgEAAAACAP////9wAHAAAAAFX2lkABAAAAAETFzAzKt0c0et+uWzz1qhvANEYXRhABYAAAACUGVyc29uYWxJZAABAAAAAAACTmFtZQALAAAAUGVyc29uYWxJZAAQVmVyc2lvbgAAAAAACUxhc3RXcml0ZQDpt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63705123"/>
  <p:tag name="EMPOWERCHARTSPROPERTIES_B_LENGTH" val="24576"/>
  <p:tag name="DOWN_MIGRATION_INITIAL_LAYOUT_REQUIRED" val="9.2.99"/>
  <p:tag name="RUNTIME_ID" val="a9fbfdbc-bdbe-4140-93cb-2596ca6cbec7"/>
</p:tagLst>
</file>

<file path=ppt/tags/tag47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2gsAAAAAAAAAAAAAIAD///////////////8AAAD///////////////8DAAAABAD///////8DAAAAAgD///////8DAAAAAgD///////8DAAAAAwD///////////////////////////////////////////////////////////////////////////////////////////////////////////////////////////////////////////////////////////////////////////////////////////////////////////////////////////////////////////////////////////////////////////////////////////////////////////////////////////////////////////////////////////////////////////////////////////////////////////////////////////////////////////////////////////////8BACAA////////////////AAAO////////AwAAAAMA////////////////////////////////////////////////////////////////////////////////////////////////////////////////////////////////////////////////////////////////////////////////////////////////////////////////////////////////////////////////////////////////////////////////////////////////////////////////////////////////////////////////////////////////////////////////////////////////////////////////////////////////////////////////////////////////////////////////////////////////////////////////////////AgADAP///////wUAAAACABAAC7UypvZ9C0ZAlAKO8UKQbA0EAAAAAAADAAAABAADAAAAAwADAAAAAAADAAAAAwADAAAAAAADAAAAAwADAAQA////////BQAAAAMAEAALK3Lx+xkENUme9UX1K0gpkwQAAAABAAMAAAACAAMAAAABAAMAAAACAP///////wMAAAACAP///////wMAAAAAAP///////wQAAQD///////8FAAAABAAQAAshBpaHlAFCRKPd8Cf8vKq7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TKm9n0LRkCUAo7xQpBsDQREYXRhAAUAAAAAAk5hbWUADQAAAExpbmtEYXRhTGlzdAAQVmVyc2lvbgAAAAAACUxhc3RXcml0ZQA7VJ31lgEAAAABAP////9hAGEAAAAFX2lkABAAAAAEK3Lx+xkENUme9UX1K0gpkwREYXRhAAUAAAAAAk5hbWUADQAAAExpbmtEYXRhTGlzdAAQVmVyc2lvbgABAAAACUxhc3RXcml0ZQBSVJ31lgEAAAACAP////9wAHAAAAAFX2lkABAAAAAEIQaWh5QBQkSj3fAn/LyquwNEYXRhABYAAAACUGVyc29uYWxJZAABAAAAAAACTmFtZQALAAAAUGVyc29uYWxJZAAQVmVyc2lvbgAAAAAACUxhc3RXcml0ZQCCV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CAP///////wUAAAADAP///////////////////////////////////////////////////////////////////////////////////////////////////////////////////////////////////////////////////////////////////////////////////////////////////////////////////////////////////////////////////////////////////////////////////////////////////////////////////////////////////////////////////////////////////////////////////////////////////////////////////////////////////////////////////////////////wEAIAH///////////////8AAA7///////8FAAAABAD///////////////////////////////////////////////////////////////////////////////////////////////////////////////////////////////////////////////////////////////////////////////////////////////////////////////////////////////////////////////////////////////////////////////////////////////////////////////////////////////////////////////////////////////////////////////////////////////////////////////////////////////////////////////////////////////////////////////////////////////////////////////////////8CAAMBAwAAAAIA////////DgAGTGlua0RhdGFMaXN0XzAEAAAAAAAFAAAAAAAFAAAAAwAFAAAAAAAFAAAAAwAFAAAAAAAFAAAAAwADAAQBAwAAAAMA////////DgAGTGlua0RhdGFMaXN0XzEEAAAAAQAFAAAAAgAFAAAABAAFAAAAAgAFAAAABAAFAAAAAgD///////8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09223170"/>
  <p:tag name="EMPOWERCHARTSPROPERTIES_B_LENGTH" val="24576"/>
  <p:tag name="DOWN_MIGRATION_INITIAL_LAYOUT_REQUIRED" val="9.2.99"/>
  <p:tag name="RUNTIME_ID" val="b473d65b-8813-4a46-9c04-2e62a0145dca"/>
</p:tagLst>
</file>

<file path=ppt/tags/tag47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wD///////8DAAAAAwD///////8DAAAAAwD///////////////////////////////////////////////////////////////////////////////////////////////////////////////////////////////////////////////////////////////////////////////////////////////////////////////////////////////////////////////////////////////////////////////////////////////////////////////////////////////////////////////////////////////////////////////////////////////////////////////////////////////////////////////////////////////8BACAA////////////////AAAO////////AwAAAAQA////////////////////////////////////////////////////////////////////////////////////////////////////////////////////////////////////////////////////////////////////////////////////////////////////////////////////////////////////////////////////////////////////////////////////////////////////////////////////////////////////////////////////////////////////////////////////////////////////////////////////////////////////////////////////////////////////////////////////////////////////////////////////////AgABAP///////wUAAAACABAACzapwiuaP2JGqgs5gmbT0zMEAAAAAAADAAAAAAADAAAAAwADAAQA////////BQAAAAMAEAALqhXR0nylhUGnfuE9VrQKRgQAAAABAAMAAAACAAMAAAAEAAMAAAAAAAMAAAAEAAMAAAAAAP///////wMAAAAAAP///////wQAAgD///////8FAAAABAAQAAseASXiKqyrS6aQh9mxhXTD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qnCK5o/YkaqCzmCZtPTMwREYXRhAAUAAAAAAk5hbWUADQAAAExpbmtEYXRhTGlzdAAQVmVyc2lvbgAAAAAACUxhc3RXcml0ZQDbVJ31lgEAAAABAP////9hAGEAAAAFX2lkABAAAAAEqhXR0nylhUGnfuE9VrQKRgREYXRhAAUAAAAAAk5hbWUADQAAAExpbmtEYXRhTGlzdAAQVmVyc2lvbgABAAAACUxhc3RXcml0ZQDeVJ31lgEAAAACAP////9wAHAAAAAFX2lkABAAAAAEHgEl4iqsq0umkIfZsYV0wwNEYXRhABYAAAACUGVyc29uYWxJZAABAAAAAAACTmFtZQALAAAAUGVyc29uYWxJZAAQVmVyc2lvbgAAAAAACUxhc3RXcml0ZQAJV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10598394"/>
  <p:tag name="EMPOWERCHARTSPROPERTIES_B_LENGTH" val="24576"/>
  <p:tag name="DOWN_MIGRATION_INITIAL_LAYOUT_REQUIRED" val="9.2.99"/>
  <p:tag name="RUNTIME_ID" val="e6bf5103-95c4-4a6d-b27f-d9e890aa03d2"/>
</p:tagLst>
</file>

<file path=ppt/tags/tag47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gD///////////////////////////////////////////////////////////////////////////////////////////////////////////////////////////////////////////////////////////////////////////////////////////////////////////////////////////////////////////////////////////////////////////////////////////////////////////////////////////////////////////////////////////////////////////////////////////////////////////////////////////////////////////////////////////////////////////////////////////////8BACAA////////////////AAAO////////AwAAAAMA////////////////////////////////////////////////////////////////////////////////////////////////////////////////////////////////////////////////////////////////////////////////////////////////////////////////////////////////////////////////////////////////////////////////////////////////////////////////////////////////////////////////////////////////////////////////////////////////////////////////////////////////////////////////////////////////////////////////////////////////////////////////////////AgACAP///////wUAAAACABAAC1+X9EfJNhFDiLkjmU1rff4EAAAAAAADAAAABAADAAAAAwADAAAAAAD///////8DAAEA////////BQAAAAMAEAALN67fiUuqkk2qtZoIZSeu9gQAAAABAAMAAAACAAMAAAABAAQAAQD///////8FAAAABAAQAAvk3eEV4YjdSoZKlFiXMKE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5f0R8k2EUOIuSOZTWt9/gREYXRhAAUAAAAAAk5hbWUADQAAAExpbmtEYXRhTGlzdAAQVmVyc2lvbgABAAAACUxhc3RXcml0ZQCST5r1lgEAAAABAP////9hAGEAAAAFX2lkABAAAAAEN67fiUuqkk2qtZoIZSeu9gREYXRhAAUAAAAAAk5hbWUADQAAAExpbmtEYXRhTGlzdAAQVmVyc2lvbgAAAAAACUxhc3RXcml0ZQCBT5r1lgEAAAACAP////9wAHAAAAAFX2lkABAAAAAE5N3hFeGI3UqGSpRYlzChMQNEYXRhABYAAAACUGVyc29uYWxJZAABAAAAAAACTmFtZQALAAAAUGVyc29uYWxJZAAQVmVyc2lvbgAAAAAACUxhc3RXcml0ZQDPT5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531168179"/>
  <p:tag name="EMPOWERCHARTSPROPERTIES_B_LENGTH" val="24576"/>
  <p:tag name="DOWN_MIGRATION_INITIAL_LAYOUT_REQUIRED" val="9.2.99"/>
  <p:tag name="RUNTIME_ID" val="6b924725-4c86-4c67-b8fd-3495afcaf290"/>
</p:tagLst>
</file>

<file path=ppt/tags/tag47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tgsAAAAAAAAAAAAAIAD///////////////8AAAD///////////////8DAAAAAgD///////8DAAAAAgD///////8DAAAAAwD///////8DAAAAAwD///////8DAAAABAD///////////////////////////////////////////////////////////////////////////////////////////////////////////////////////////////////////////////////////////////////////////////////////////////////////////////////////////////////////////////////////////////////////////////////////////////////////////////////////////////////////////////////////////////////////////////////////////////////////////////////////////////////////////////8BACAA////////////////AAAO////////AwAAAAQA////////////////////////////////////////////////////////////////////////////////////////////////////////////////////////////////////////////////////////////////////////////////////////////////////////////////////////////////////////////////////////////////////////////////////////////////////////////////////////////////////////////////////////////////////////////////////////////////////////////////////////////////////////////////////////////////////////////////////////////////////////////////////////AgACAP///////wUAAAACABAAC8Z30IvFrWFErmSIogaq2v0EAAAAAAADAAAAAAADAAAAAwADAAAAAAADAAAAAwADAAQA////////BQAAAAMAEAALBj5R4cbY10WxBrQdSvitmwQAAAABAAMAAAACAAMAAAAEAAMAAAACAAMAAAAEAAMAAAAAAAMAAAAEAAMAAAAAAAMAAAAEAAQABQD///////8FAAAABAAQAAseqBDoJTlZQaLQ4o9C2UIaBAAAAAIAAwAAAAMAAwAAAAEAAwAAAAMA////////AwAAAAM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nfQi8WtYUSuZIiiBqra/QREYXRhAAUAAAAAAk5hbWUADQAAAExpbmtEYXRhTGlzdAAQVmVyc2lvbgAAAAAACUxhc3RXcml0ZQDoeJr1lgEAAAABAP////9hAGEAAAAFX2lkABAAAAAEBj5R4cbY10WxBrQdSvitmwREYXRhAAUAAAAAAk5hbWUADQAAAExpbmtEYXRhTGlzdAAQVmVyc2lvbgABAAAACUxhc3RXcml0ZQDpeJr1lgEAAAACAP////9wAHAAAAAFX2lkABAAAAAEHqgQ6CU5WUGi0OKPQtlCGgNEYXRhABYAAAACUGVyc29uYWxJZAABAAAAAAACTmFtZQALAAAAUGVyc29uYWxJZAAQVmVyc2lvbgAAAAAACUxhc3RXcml0ZQBBeZ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DAP///////wUAAAADAP///////////////////////////////////////////////////////////////////////////////////////////////////////////////////////////////////////////////////////////////////////////////////////////////////////////////////////////////////////////////////////////////////////////////////////////////////////////////////////////////////////////////////////////////////////////////////////////////////////////////////////////////////////////////////////////////wEAIAH///////////////8AAA7///////8FAAAABAD///////////////////////////////////////////////////////////////////////////////////////////////////////////////////////////////////////////////////////////////////////////////////////////////////////////////////////////////////////////////////////////////////////////////////////////////////////////////////////////////////////////////////////////////////////////////////////////////////////////////////////////////////////////////////////////////////////////////////////////////////////////////////////8CAAIBAwAAAAIA////////DgAGTGlua0RhdGFMaXN0XzAEAAAAAAAFAAAAAAAFAAAAAwAFAAAAAAAFAAAAAwADAAQBAwAAAAMA////////DgAGTGlua0RhdGFMaXN0XzEEAAAAAQAFAAAAAgAFAAAABAAFAAAAAgAFAAAABAAFAAAAAAAFAAAABAAFAAAAAAD///////8EAAMBAwAAAAQA////////DAAGUGVyc29uYWxJZF8wBAAAAAIABQAAAAM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637459713"/>
  <p:tag name="EMPOWERCHARTSPROPERTIES_B_LENGTH" val="24576"/>
  <p:tag name="DOWN_MIGRATION_INITIAL_LAYOUT_REQUIRED" val="9.2.99"/>
  <p:tag name="RUNTIME_ID" val="c2d012a3-c57b-4400-82b6-a1076f095dc5"/>
</p:tagLst>
</file>

<file path=ppt/tags/tag47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wUA8gsAAAAAAAAAAAAAIAD///////////////8AAAD///////////////8DAAAAAgD///////8DAAAABAD///////8DAAAABAD///////8DAAAABAD///////////////////////////////////////////////////////////////////////////////////////////////////////////////////////////////////////////////////////////////////////////////////////////////////////////////////////////////////////////////////////////////////////////////////////////////////////////////////////////////////////////////////////////////////////////////////////////////////////////////////////////////////////////////////////////////8BACAA////////////////AAAO////////AwAAAAMA////////////////////////////////////////////////////////////////////////////////////////////////////////////////////////////////////////////////////////////////////////////////////////////////////////////////////////////////////////////////////////////////////////////////////////////////////////////////////////////////////////////////////////////////////////////////////////////////////////////////////////////////////////////////////////////////////////////////////////////////////////////////////////AgABAP///////wUAAAACABAAC6QGpGHwizBOqyV88sdrVtIEAAAAAAADAAAAAAADAAAABAADAAEA////////BQAAAAMAEAALhdyHnxaWYEWrDzt0o9x59gQAAAABAAMAAAAEAAMAAAABAAQABAD///////8FAAAABAAQAAt594WO+K1ASaPd8200G0TcBAAAAAIAAwAAAAI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pAakYfCLME6rJXzyx2tW0gREYXRhAAUAAAAAAk5hbWUADQAAAExpbmtEYXRhTGlzdAAQVmVyc2lvbgABAAAACUxhc3RXcml0ZQALup31lgEAAAABAP////9hAGEAAAAFX2lkABAAAAAEhdyHnxaWYEWrDzt0o9x59gREYXRhAAUAAAAAAk5hbWUADQAAAExpbmtEYXRhTGlzdAAQVmVyc2lvbgAAAAAACUxhc3RXcml0ZQDzuZ31lgEAAAACAP////9wAHAAAAAFX2lkABAAAAAEefeFjvitQEmj3fNtNBtE3ANEYXRhABYAAAACUGVyc29uYWxJZAABAAAAAAACTmFtZQALAAAAUGVyc29uYWxJZAAQVmVyc2lvbgAAAAAACUxhc3RXcml0ZQA3u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69661506"/>
  <p:tag name="EMPOWERCHARTSPROPERTIES_B_LENGTH" val="24576"/>
  <p:tag name="DOWN_MIGRATION_INITIAL_LAYOUT_REQUIRED" val="9.2.99"/>
  <p:tag name="RUNTIME_ID" val="c1b04922-e170-45c9-8c99-eaf857144ddf"/>
</p:tagLst>
</file>

<file path=ppt/tags/tag47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QA////////////////////////////////////////////////////////////////////////////////////////////////////////////////////////////////////////////////////////////////////////////////////////////////////////////////////////////////////////////////////////////////////////////////////////////////////////////////////////////////////////////////////////////////////////////////////////////////////////////////////////////////////////////////////////////////////////////////////////////////////////////////////////AgACAP///////wUAAAACABAACxZzkAg/p+lDglC8dsCaxUQEAAAAAAADAAAAAAADAAAAAwADAAAAAAADAAAAAwADAAIA////////BQAAAAMAEAALAHxtSQRbSkS6jU63KxnMKQQAAAABAAMAAAACAAMAAAAEAAMAAAACAP///////wQAAQD///////8FAAAABAAQAAv25KznSjLhSqWg+vTA4Clz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nOQCD+n6UOCULx2wJrFRAREYXRhAAUAAAAAAk5hbWUADQAAAExpbmtEYXRhTGlzdAAQVmVyc2lvbgABAAAACUxhc3RXcml0ZQC5up31lgEAAAABAP////9hAGEAAAAFX2lkABAAAAAEAHxtSQRbSkS6jU63KxnMKQREYXRhAAUAAAAAAk5hbWUADQAAAExpbmtEYXRhTGlzdAAQVmVyc2lvbgAAAAAACUxhc3RXcml0ZQCfup31lgEAAAACAP////9wAHAAAAAFX2lkABAAAAAE9uSs50oy4UqloPr0wOApcwNEYXRhABYAAAACUGVyc29uYWxJZAABAAAAAAACTmFtZQALAAAAUGVyc29uYWxJZAAQVmVyc2lvbgAAAAAACUxhc3RXcml0ZQDpu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71404765"/>
  <p:tag name="EMPOWERCHARTSPROPERTIES_B_LENGTH" val="24576"/>
  <p:tag name="DOWN_MIGRATION_INITIAL_LAYOUT_REQUIRED" val="9.2.99"/>
  <p:tag name="RUNTIME_ID" val="fdf6bde7-243b-48ab-8c0b-627e6e5b5a01"/>
</p:tagLst>
</file>

<file path=ppt/tags/tag47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QA////////////////////////////////////////////////////////////////////////////////////////////////////////////////////////////////////////////////////////////////////////////////////////////////////////////////////////////////////////////////////////////////////////////////////////////////////////////////////////////////////////////////////////////////////////////////////////////////////////////////////////////////////////////////////////////////////////////////////////////////////////////////////////AgABAP///////wUAAAACABAAC20Gxm2YgS5OqLhfLxXM+dcEAAAAAAADAAAAAAADAAAAAwADAAIA////////BQAAAAMAEAALrA3FkmEX8ka/QKs3v8MZcAQAAAABAAMAAAACAAMAAAAEAAMAAAAAAP///////wQAAQD///////8FAAAABAAQAAvkRvWSmP9AR4XxkO+6i5g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bQbGbZiBLk6ouF8vFcz51wREYXRhAAUAAAAAAk5hbWUADQAAAExpbmtEYXRhTGlzdAAQVmVyc2lvbgAAAAAACUxhc3RXcml0ZQBju531lgEAAAABAP////9hAGEAAAAFX2lkABAAAAAErA3FkmEX8ka/QKs3v8MZcAREYXRhAAUAAAAAAk5hbWUADQAAAExpbmtEYXRhTGlzdAAQVmVyc2lvbgABAAAACUxhc3RXcml0ZQBpu531lgEAAAACAP////9wAHAAAAAFX2lkABAAAAAE5Eb1kpj/QEeF8ZDvuouYKgNEYXRhABYAAAACUGVyc29uYWxJZAABAAAAAAACTmFtZQALAAAAUGVyc29uYWxJZAAQVmVyc2lvbgAAAAAACUxhc3RXcml0ZQCuu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73380078"/>
  <p:tag name="EMPOWERCHARTSPROPERTIES_B_LENGTH" val="24576"/>
  <p:tag name="DOWN_MIGRATION_INITIAL_LAYOUT_REQUIRED" val="9.2.99"/>
  <p:tag name="RUNTIME_ID" val="ca504e51-1c5e-45a7-8362-45bb7b14601e"/>
</p:tagLst>
</file>

<file path=ppt/tags/tag47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wUAzgsAAAAAAAAAAAAAIAD///////////////8AAAD///////////////8DAAAAAgD///////8DAAAAAwD///////8DAAAAAwD///////8DAAAAAwD///////8DAAAAAwD///////8DAAAAAwD///////8DAAAAAwD///////////////////////////////////////////////////////////////////////////////////////////////////////////////////////////////////////////////////////////////////////////////////////////////////////////////////////////////////////////////////////////////////////////////////////////////////////////////////////////////////////////////////////////////////////////////////////////////////////////////8BACAA////////////////AAAO////////AwAAAAMA////////////////////////////////////////////////////////////////////////////////////////////////////////////////////////////////////////////////////////////////////////////////////////////////////////////////////////////////////////////////////////////////////////////////////////////////////////////////////////////////////////////////////////////////////////////////////////////////////////////////////////////////////////////////////////////////////////////////////////////////////////////////////////AgABAP///////wUAAAACABAAC7jCSkKc3KhMpIvI1Zik3MkEAAAAAAADAAAAAAADAAAABAADAAcA////////BQAAAAMAEAALStr+oNVwSEu7xjGyPvYNYwQAAAABAAMAAAAEAAMAAAABAAMAAAAAAP///////wMAAAAAAP///////wMAAAAAAP///////wMAAAAAAP///////wMAAAAAAP///////wMAAAAAAP///////wQAAQD///////8FAAAABAAQAAt4V0iWHxZTS4YB5B+nrxQu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uMJKQpzcqEyki8jVmKTcyQREYXRhAAUAAAAAAk5hbWUADQAAAExpbmtEYXRhTGlzdAAQVmVyc2lvbgAAAAAACUxhc3RXcml0ZQANvJ31lgEAAAABAP////9hAGEAAAAFX2lkABAAAAAEStr+oNVwSEu7xjGyPvYNYwREYXRhAAUAAAAAAk5hbWUADQAAAExpbmtEYXRhTGlzdAAQVmVyc2lvbgABAAAACUxhc3RXcml0ZQAPvJ31lgEAAAACAP////9wAHAAAAAFX2lkABAAAAAEeFdIlh8WU0uGAeQfp68ULgNEYXRhABYAAAACUGVyc29uYWxJZAABAAAAAAACTmFtZQALAAAAUGVyc29uYWxJZAAQVmVyc2lvbgAAAAAACUxhc3RXcml0ZQA8v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DAP///////wUAAAADAP///////wUAAAADAP///////wUAAAADAP///////wUAAAADAP///////wUAAAADAP///////////////////////////////////////////////////////////////////////////////////////////////////////////////////////////////////////////////////////////////////////////////////////////////////////////////////////////////////////////////////////////////////////////////////////////////////////////////////////////////////////////////////////////////////////////////////////////////////////////////wEAIAH///////////////8AAA7///////8FAAAABAD///////////////////////////////////////////////////////////////////////////////////////////////////////////////////////////////////////////////////////////////////////////////////////////////////////////////////////////////////////////////////////////////////////////////////////////////////////////////////////////////////////////////////////////////////////////////////////////////////////////////////////////////////////////////////////////////////////////////////////////////////////////////////////8CAAEBAwAAAAIA////////DgAGTGlua0RhdGFMaXN0XzAEAAAAAAAFAAAAAAAFAAAAAwADAAcBAwAAAAMA////////DgAGTGlua0RhdGFMaXN0XzEEAAAAAQAFAAAAAgAFAAAABAAFAAAAAAD///////8FAAAAAAD///////8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74806131"/>
  <p:tag name="EMPOWERCHARTSPROPERTIES_B_LENGTH" val="24576"/>
  <p:tag name="DOWN_MIGRATION_INITIAL_LAYOUT_REQUIRED" val="9.2.99"/>
  <p:tag name="RUNTIME_ID" val="ad159387-4295-4256-9c46-605c86033377"/>
</p:tagLst>
</file>

<file path=ppt/tags/tag47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EBAQEBAQEBAQEBAQEBAQMAAAAAAAAAAwAAAAMAAAAA/////wUA8gsAAAAAAAAAAAAAIAD///////////////8AAAD///////////////8DAAAABAD///////8DAAAABAD///////8DAAAABAD///////8DAAAABAD///////////////////////////////////////////////////////////////////////////////////////////////////////////////////////////////////////////////////////////////////////////////////////////////////////////////////////////////////////////////////////////////////////////////////////////////////////////////////////////////////////////////////////////////////////////////////////////////////////////////////////////////////////////////////////////////8BACAA////////////////AAAO////////AwAAAAMA////////////////////////////////////////////////////////////////////////////////////////////////////////////////////////////////////////////////////////////////////////////////////////////////////////////////////////////////////////////////////////////////////////////////////////////////////////////////////////////////////////////////////////////////////////////////////////////////////////////////////////////////////////////////////////////////////////////////////////////////////////////////////////AgABAP///////wUAAAACABAAC6/RAL4IrcpOrn9jAYrPPGoEAAAAAAADAAAABAADAAAAAwADAAEA////////BQAAAAMAEAALCqHO8fpZrkmjJjGU3WDYkQQAAAABAAMAAAACAAMAAAABAAQABAD///////8FAAAABAAQAAvGL/VWNDU0QqE/eWd6HOdCBAAAAAIAAwAAAAAAAwAAAAI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9EAvgityk6uf2MBis88agREYXRhAAUAAAAAAk5hbWUADQAAAExpbmtEYXRhTGlzdAAQVmVyc2lvbgAAAAAACUxhc3RXcml0ZQCRvJ31lgEAAAABAP////9hAGEAAAAFX2lkABAAAAAECqHO8fpZrkmjJjGU3WDYkQREYXRhAAUAAAAAAk5hbWUADQAAAExpbmtEYXRhTGlzdAAQVmVyc2lvbgABAAAACUxhc3RXcml0ZQCTvJ31lgEAAAACAP////9wAHAAAAAFX2lkABAAAAAExi/1VjQ1NEKhP3lnehznQgNEYXRhABYAAAACUGVyc29uYWxJZAABAAAAAAACTmFtZQALAAAAUGVyc29uYWxJZAAQVmVyc2lvbgAAAAAACUxhc3RXcml0ZQC+v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76078212"/>
  <p:tag name="EMPOWERCHARTSPROPERTIES_B_LENGTH" val="24576"/>
  <p:tag name="DOWN_MIGRATION_INITIAL_LAYOUT_REQUIRED" val="9.2.99"/>
  <p:tag name="RUNTIME_ID" val="51383c09-943b-4230-8bbd-9bdb5918118b"/>
</p:tagLst>
</file>

<file path=ppt/tags/tag48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AgD///////8DAAAABAD///////////////////////////////////////////////////////////////////////////////////////////////////////////////////////////////////////////////////////////////////////////////////////////////////////////////////////////////////////////////////////////////////////////////////////////////////////////////////////////////////////////////////////////////////////////////////////////////////////////////////////////////////////////////////////////////////////////////8BACAA////////////////AAAO////////AwAAAAMA////////////////////////////////////////////////////////////////////////////////////////////////////////////////////////////////////////////////////////////////////////////////////////////////////////////////////////////////////////////////////////////////////////////////////////////////////////////////////////////////////////////////////////////////////////////////////////////////////////////////////////////////////////////////////////////////////////////////////////////////////////////////////////AgACAP///////wUAAAACABAAC5j8PQeDpetHsC4Cqnyoz14EAAAAAAADAAAAAAADAAAABAADAAAAAAADAAAABAADAAEA////////BQAAAAMAEAALRcorsvsvv0u7JBxwSbO3hQQAAAABAAMAAAAEAAMAAAABAAQAAwD///////8FAAAABAAQAAt3ybgclUdHR57n1/to18EdBAAAAAIAAwAAAAIAAwAAAAM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Pw9B4Ol60ewLgKqfKjPXgREYXRhAAUAAAAAAk5hbWUADQAAAExpbmtEYXRhTGlzdAAQVmVyc2lvbgABAAAACUxhc3RXcml0ZQBtVZ31lgEAAAABAP////9hAGEAAAAFX2lkABAAAAAERcorsvsvv0u7JBxwSbO3hQREYXRhAAUAAAAAAk5hbWUADQAAAExpbmtEYXRhTGlzdAAQVmVyc2lvbgAAAAAACUxhc3RXcml0ZQBoVZ31lgEAAAACAP////9wAHAAAAAFX2lkABAAAAAEd8m4HJVHR0ee59f7aNfBHQNEYXRhABYAAAACUGVyc29uYWxJZAABAAAAAAACTmFtZQALAAAAUGVyc29uYWxJZAAQVmVyc2lvbgAAAAAACUxhc3RXcml0ZQChV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12148576"/>
  <p:tag name="EMPOWERCHARTSPROPERTIES_B_LENGTH" val="24576"/>
  <p:tag name="DOWN_MIGRATION_INITIAL_LAYOUT_REQUIRED" val="9.2.99"/>
  <p:tag name="RUNTIME_ID" val="1c1a328b-6c0f-495b-a1ba-39a6f4175f54"/>
</p:tagLst>
</file>

<file path=ppt/tags/tag48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QA////////////////////////////////////////////////////////////////////////////////////////////////////////////////////////////////////////////////////////////////////////////////////////////////////////////////////////////////////////////////////////////////////////////////////////////////////////////////////////////////////////////////////////////////////////////////////////////////////////////////////////////////////////////////////////////////////////////////////////////////////////////////////////AgABAP///////wUAAAACABAACz3TVZEOrMlLjAqBaQmS4IIEAAAAAAADAAAAAAADAAAAAwADAAEA////////BQAAAAMAEAALp0IrlfLbvEGPHRLUaOMM8wQAAAABAAMAAAACAAMAAAAEAAQAAQD///////8FAAAABAAQAAs7C6fij1e9QJ9nUDdmzzGW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PdNVkQ6syUuMCoFpCZLgggREYXRhAAUAAAAAAk5hbWUADQAAAExpbmtEYXRhTGlzdAAQVmVyc2lvbgABAAAACUxhc3RXcml0ZQAFVp31lgEAAAABAP////9hAGEAAAAFX2lkABAAAAAEp0IrlfLbvEGPHRLUaOMM8wREYXRhAAUAAAAAAk5hbWUADQAAAExpbmtEYXRhTGlzdAAQVmVyc2lvbgAAAAAACUxhc3RXcml0ZQAAVp31lgEAAAACAP////9wAHAAAAAFX2lkABAAAAAEOwun4o9XvUCfZ1A3Zs8xlgNEYXRhABYAAAACUGVyc29uYWxJZAABAAAAAAACTmFtZQALAAAAUGVyc29uYWxJZAAQVmVyc2lvbgAAAAAACUxhc3RXcml0ZQAyV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13570120"/>
  <p:tag name="EMPOWERCHARTSPROPERTIES_B_LENGTH" val="24576"/>
  <p:tag name="DOWN_MIGRATION_INITIAL_LAYOUT_REQUIRED" val="9.2.99"/>
  <p:tag name="RUNTIME_ID" val="6031be84-b640-4d68-a513-8dca98fbc121"/>
</p:tagLst>
</file>

<file path=ppt/tags/tag48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ykFNZVGOvhOp8rAhVju85AEAAAAAAADAAAAAAADAAAAAwADAAQA////////BQAAAAMAEAALaj4/r/MSN0GAYg3gMyhK0AQAAAABAAMAAAACAAMAAAAEAAMAAAAAAP///////wMAAAAAAP///////wMAAAAAAP///////wQAAQD///////8FAAAABAAQAAv94/zFrBxiSpiOqHAUizQm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QU1lUY6+E6nysCFWO7zkAREYXRhAAUAAAAAAk5hbWUADQAAAExpbmtEYXRhTGlzdAAQVmVyc2lvbgABAAAACUxhc3RXcml0ZQAjWZ31lgEAAAABAP////9hAGEAAAAFX2lkABAAAAAEaj4/r/MSN0GAYg3gMyhK0AREYXRhAAUAAAAAAk5hbWUADQAAAExpbmtEYXRhTGlzdAAQVmVyc2lvbgAAAAAACUxhc3RXcml0ZQAiWZ31lgEAAAACAP////9wAHAAAAAFX2lkABAAAAAE/eP8xawcYkqYjqhwFIs0JgNEYXRhABYAAAACUGVyc29uYWxJZAABAAAAAAACTmFtZQALAAAAUGVyc29uYWxJZAAQVmVyc2lvbgAAAAAACUxhc3RXcml0ZQBQW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DAP///////wUAAAADAP///////////////////////////////////////////////////////////////////////////////////////////////////////////////////////////////////////////////////////////////////////////////////////////////////////////////////////////////////////////////////////////////////////////////////////////////////////////////////////////////////////////////////////////////////////////////////////////////////////////////////////////////////////////////////////////////wEAIAH///////////////8AAA7///////8FAAAABAD///////////////////////////////////////////////////////////////////////////////////////////////////////////////////////////////////////////////////////////////////////////////////////////////////////////////////////////////////////////////////////////////////////////////////////////////////////////////////////////////////////////////////////////////////////////////////////////////////////////////////////////////////////////////////////////////////////////////////////////////////////////////////////8CAAEBAwAAAAIA////////DgAGTGlua0RhdGFMaXN0XzEEAAAAAAAFAAAAAwAFAAAABAADAAQBAwAAAAMA////////DgAGTGlua0RhdGFMaXN0XzAEAAAAAQAFAAAAAAAFAAAAAgAFAAAAAAD///////8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21557640"/>
  <p:tag name="EMPOWERCHARTSPROPERTIES_B_LENGTH" val="24576"/>
  <p:tag name="DOWN_MIGRATION_INITIAL_LAYOUT_REQUIRED" val="9.2.99"/>
  <p:tag name="RUNTIME_ID" val="c4bda094-06d5-4d48-8fe8-a7d790642a7b"/>
</p:tagLst>
</file>

<file path=ppt/tags/tag48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gBAQEBAQEBAQEBAQEBAQMAAAAAAAAAAwAAAAMAAAAA/////wUA8gsAAAAAAAAAAAAAIAD///////////////8AAAD///////////////8DAAAABAD///////8DAAAAAwD///////8DAAAAAwD///////8DAAAAAwD///////////////////////////////////////////////////////////////////////////////////////////////////////////////////////////////////////////////////////////////////////////////////////////////////////////////////////////////////////////////////////////////////////////////////////////////////////////////////////////////////////////////////////////////////////////////////////////////////////////////////////////////////////////////////////////////8BACAA////////////////AAAO////////AwAAAAMA////////////////////////////////////////////////////////////////////////////////////////////////////////////////////////////////////////////////////////////////////////////////////////////////////////////////////////////////////////////////////////////////////////////////////////////////////////////////////////////////////////////////////////////////////////////////////////////////////////////////////////////////////////////////////////////////////////////////////////////////////////////////////////AgABAP///////wUAAAACABAACzr3H8/cuwJGlh0MRZfzfxkEAAAAAAADAAAABAADAAAAAwADAAQA////////BQAAAAMAEAALtZ0L2jQvZkS0WUgPyA4dwwQAAAABAAMAAAACAAMAAAABAAMAAAAAAP///////wMAAAAAAP///////wMAAAAAAP///////wQAAQD///////8FAAAABAAQAAv3rMYP7oG8SKI9yKHfzZ9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vcfz9y7AkaWHQxFl/N/GQREYXRhAAUAAAAAAk5hbWUADQAAAExpbmtEYXRhTGlzdAAQVmVyc2lvbgAAAAAACUxhc3RXcml0ZQCuWZ31lgEAAAABAP////9hAGEAAAAFX2lkABAAAAAEtZ0L2jQvZkS0WUgPyA4dwwREYXRhAAUAAAAAAk5hbWUADQAAAExpbmtEYXRhTGlzdAAQVmVyc2lvbgABAAAACUxhc3RXcml0ZQCwWZ31lgEAAAACAP////9wAHAAAAAFX2lkABAAAAAE96zGD+6BvEiiPcih382fWQNEYXRhABYAAAACUGVyc29uYWxJZAABAAAAAAACTmFtZQALAAAAUGVyc29uYWxJZAAQVmVyc2lvbgAAAAAACUxhc3RXcml0ZQDiW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mCwAAAAAAAAAAAAAgAf///////////////wAAAP///////////////wUAAAACAP///////wUAAAADAP///////wUAAAADAP///////wUAAAADAP///////wUAAAAEAP///////wUAAAAEAP///////wUAAAAEAP///////wUAAAAEAP///////////////////////////////////////////////////////////////////////////////////////////////////////////////////////////////////////////////////////////////////////////////////////////////////////////////////////////////////////////////////////////////////////////////////////////////////////////////////////////////////////////////////////////////////////////////////////////////wEAIAH///////////////8AAA7///////8FAAAABAD///////////////////////////////////////////////////////////////////////////////////////////////////////////////////////////////////////////////////////////////////////////////////////////////////////////////////////////////////////////////////////////////////////////////////////////////////////////////////////////////////////////////////////////////////////////////////////////////////////////////////////////////////////////////////////////////////////////////////////////////////////////////////////8CAAEBAwAAAAIA////////DgAGTGlua0RhdGFMaXN0XzAEAAAAAAAFAAAAAAAFAAAAAwADAAQBAwAAAAMA////////DgAGTGlua0RhdGFMaXN0XzEEAAAAAQAFAAAAAgAFAAAABAAFAAAAAAAFAAAABAAFAAAAAAAFAAAABAAFAAAAAAAFAAAABAAEAAgBAwAAAAQA////////DAAGUGVyc29uYWxJZF8wBAAAAAIABQAAAAMABQAAAAEABQAAAAMA////////BQAAAAMA////////BQAAAAMA////////BQAAAAA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523044613"/>
  <p:tag name="EMPOWERCHARTSPROPERTIES_B_LENGTH" val="24576"/>
  <p:tag name="DOWN_MIGRATION_INITIAL_LAYOUT_REQUIRED" val="9.2.99"/>
  <p:tag name="RUNTIME_ID" val="45778bc6-783d-4079-8fe1-cb71997df65f"/>
</p:tagLst>
</file>

<file path=ppt/tags/tag48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EBAQEBAQEBAQEBAQEBAQMAAAAAAAAAAwAAAAMAAAAA/////wUA8gsAAAAAAAAAAAAAIAD///////////////8AAAD///////////////8DAAAAAgD///////8DAAAABAD///////8DAAAABAD///////8DAAAABAD///////////////////////////////////////////////////////////////////////////////////////////////////////////////////////////////////////////////////////////////////////////////////////////////////////////////////////////////////////////////////////////////////////////////////////////////////////////////////////////////////////////////////////////////////////////////////////////////////////////////////////////////////////////////////////////////8BACAA////////////////AAAO////////AwAAAAQA////////////////////////////////////////////////////////////////////////////////////////////////////////////////////////////////////////////////////////////////////////////////////////////////////////////////////////////////////////////////////////////////////////////////////////////////////////////////////////////////////////////////////////////////////////////////////////////////////////////////////////////////////////////////////////////////////////////////////////////////////////////////////////AgABAP///////wUAAAACABAACyCVTjXNxbpEpG/YN1ZWxCAEAAAAAAADAAAAAAADAAAAAwADAAEA////////BQAAAAMAEAALpDS8W+1HokOKquZ2vMRegwQAAAABAAMAAAACAAMAAAAEAAQABAD///////8FAAAABAAQAAskJ8Hx0fGhQboZqAUApIBQBAAAAAIAAwAAAAMAAwAAAAE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JVONc3FukSkb9g3VlbEIAREYXRhAAUAAAAAAk5hbWUADQAAAExpbmtEYXRhTGlzdAAQVmVyc2lvbgAAAAAACUxhc3RXcml0ZQBPYJr1lgEAAAABAP////9hAGEAAAAFX2lkABAAAAAEpDS8W+1HokOKquZ2vMRegwREYXRhAAUAAAAAAk5hbWUADQAAAExpbmtEYXRhTGlzdAAQVmVyc2lvbgABAAAACUxhc3RXcml0ZQBRYJr1lgEAAAACAP////9wAHAAAAAFX2lkABAAAAAEJCfB8dHxoUG6GagFAKSAUANEYXRhABYAAAACUGVyc29uYWxJZAABAAAAAAACTmFtZQALAAAAUGVyc29uYWxJZAAQVmVyc2lvbgAAAAAACUxhc3RXcml0ZQCRYJ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574173518"/>
  <p:tag name="EMPOWERCHARTSPROPERTIES_B_LENGTH" val="24576"/>
  <p:tag name="DOWN_MIGRATION_INITIAL_LAYOUT_REQUIRED" val="9.2.99"/>
  <p:tag name="RUNTIME_ID" val="3077850c-05a4-47d6-828f-b6e5615d85b0"/>
</p:tagLst>
</file>

<file path=ppt/tags/tag48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MA////////////////////////////////////////////////////////////////////////////////////////////////////////////////////////////////////////////////////////////////////////////////////////////////////////////////////////////////////////////////////////////////////////////////////////////////////////////////////////////////////////////////////////////////////////////////////////////////////////////////////////////////////////////////////////////////////////////////////////////////////////////////////////AgABAP///////wUAAAACABAAC7zDvGyYVahCvDv7gVlG534EAAAAAAADAAAAAAADAAAABAADAAEA////////BQAAAAMAEAALLqaE7mRdhkytr1cdkKy9lwQAAAABAAMAAAAEAAMAAAABAAQAAgD///////8FAAAABAAQAAsPpe51CV4oSLXumRlhN7hU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MO8bJhVqEK8O/uBWUbnfgREYXRhAAUAAAAAAk5hbWUADQAAAExpbmtEYXRhTGlzdAAQVmVyc2lvbgAAAAAACUxhc3RXcml0ZQD8fJr1lgEAAAABAP////9hAGEAAAAFX2lkABAAAAAELqaE7mRdhkytr1cdkKy9lwREYXRhAAUAAAAAAk5hbWUADQAAAExpbmtEYXRhTGlzdAAQVmVyc2lvbgABAAAACUxhc3RXcml0ZQD+fJr1lgEAAAACAP////9wAHAAAAAFX2lkABAAAAAED6XudQleKEi17pkZYTe4VANEYXRhABYAAAACUGVyc29uYWxJZAABAAAAAAACTmFtZQALAAAAUGVyc29uYWxJZAAQVmVyc2lvbgAAAAAACUxhc3RXcml0ZQBAfZ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647684484"/>
  <p:tag name="EMPOWERCHARTSPROPERTIES_B_LENGTH" val="24576"/>
  <p:tag name="DOWN_MIGRATION_INITIAL_LAYOUT_REQUIRED" val="9.2.99"/>
  <p:tag name="RUNTIME_ID" val="2e86135f-a118-48ff-a2ec-692b761a31ef"/>
</p:tagLst>
</file>

<file path=ppt/tags/tag48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wUA/gsAAAAAAAAAAAAAIAD///////////////8AAAD///////////////8DAAAAAgD///////8DAAAAAwD///////8DAAAAAwD///////////////////////////////////////////////////////////////////////////////////////////////////////////////////////////////////////////////////////////////////////////////////////////////////////////////////////////////////////////////////////////////////////////////////////////////////////////////////////////////////////////////////////////////////////////////////////////////////////////////////////////////////////////////////////////////////////////////8BACAA////////////////AAAO////////AwAAAAMA////////////////////////////////////////////////////////////////////////////////////////////////////////////////////////////////////////////////////////////////////////////////////////////////////////////////////////////////////////////////////////////////////////////////////////////////////////////////////////////////////////////////////////////////////////////////////////////////////////////////////////////////////////////////////////////////////////////////////////////////////////////////////////AgABAP///////wUAAAACABAAC0K2zRUMGWpNl6y6ZCZG+4kEAAAAAAADAAAAAAADAAAABAADAAMA////////BQAAAAMAEAALhl2yvem6Ik6Lsn/h1dQuVwQAAAABAAMAAAAEAAMAAAABAAMAAAAAAP///////wMAAAAAAP///////wQAAQD///////8FAAAABAAQAAvSqNxahAxETojVQDxmbuSz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rbNFQwZak2XrLpkJkb7iQREYXRhAAUAAAAAAk5hbWUADQAAAExpbmtEYXRhTGlzdAAQVmVyc2lvbgAAAAAACUxhc3RXcml0ZQASDJ31lgEAAAABAP////9hAGEAAAAFX2lkABAAAAAEhl2yvem6Ik6Lsn/h1dQuVwREYXRhAAUAAAAAAk5hbWUADQAAAExpbmtEYXRhTGlzdAAQVmVyc2lvbgABAAAACUxhc3RXcml0ZQATDJ31lgEAAAACAP////9wAHAAAAAFX2lkABAAAAAE0qjcWoQMRE6I1UA8Zm7kswNEYXRhABYAAAACUGVyc29uYWxJZAABAAAAAAACTmFtZQALAAAAUGVyc29uYWxJZAAQVmVyc2lvbgAAAAAACUxhc3RXcml0ZQBCDJ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DAP///////wUAAAADAP///////wUAAAAEAP///////////////////////////////////////////////////////////////////////////////////////////////////////////////////////////////////////////////////////////////////////////////////////////////////////////////////////////////////////////////////////////////////////////////////////////////////////////////////////////////////////////////////////////////////////////////////////////////////////////////////////////////////////////////////////////////wEAIAH///////////////8AAA7///////8FAAAABAD///////////////////////////////////////////////////////////////////////////////////////////////////////////////////////////////////////////////////////////////////////////////////////////////////////////////////////////////////////////////////////////////////////////////////////////////////////////////////////////////////////////////////////////////////////////////////////////////////////////////////////////////////////////////////////////////////////////////////////////////////////////////////////8CAAEBAwAAAAIA////////DgAGTGlua0RhdGFMaXN0XzAEAAAAAAAFAAAAAAAFAAAAAwADAAMBAwAAAAMA////////DgAGTGlua0RhdGFMaXN0XzEEAAAAAQAFAAAAAgAFAAAABAAFAAAAAAAFAAAABAAFAAAAAAAFAAAABAAEAAQBAwAAAAQA////////DAAGUGVyc29uYWxJZF8wBAAAAAIABQAAAAMABQAAAAEABQAAAAM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324314365"/>
  <p:tag name="EMPOWERCHARTSPROPERTIES_B_LENGTH" val="24576"/>
  <p:tag name="DOWN_MIGRATION_INITIAL_LAYOUT_REQUIRED" val="9.2.99"/>
  <p:tag name="RUNTIME_ID" val="c2c0ae4a-f630-42eb-b07e-d10b4d27f69a"/>
</p:tagLst>
</file>

<file path=ppt/tags/tag48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wUAqgsAAAAAAAAAAAAAIAD///////////////8AAAD///////////////8DAAAAAgD///////8DAAAAAgD///////8DAAAAAgD///////8DAAAAAgD///////8DAAAAAgD///////8DAAAAAgD///////8DAAAAAgD///////8DAAAAAgD///////////////////////////////////////////////////////////////////////////////////////////////////////////////////////////////////////////////////////////////////////////////////////////////////////////////////////////////////////////////////////////////////////////////////////////////////////////////////////////////////////////////////////////////////////////////////////////////8BACAA////////////////AAAO////////AwAAAAMA////////////////////////////////////////////////////////////////////////////////////////////////////////////////////////////////////////////////////////////////////////////////////////////////////////////////////////////////////////////////////////////////////////////////////////////////////////////////////////////////////////////////////////////////////////////////////////////////////////////////////////////////////////////////////////////////////////////////////////////////////////////////////////AgAIAP///////wUAAAACABAAC0Au0VxZcmJMh03ct+dFd4oEAAAAAAADAAAAAAADAAAABAADAAAAAAADAAAAAwADAAAAAAADAAAAAwADAAAAAAD///////8DAAAAAAD///////8DAAAAAAD///////8DAAAAAAD///////8DAAAAAAD///////8DAAMA////////BQAAAAMAEAAL/4lH7n8L70C0XL8ZHybdLgQAAAABAAMAAAAEAAMAAAABAAMAAAACAP///////wMAAAACAP///////wQAAQD///////8FAAAABAAQAAtvv+fUKoiaQI5MeEvEzkBV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C7RXFlyYkyHTdy350V3igREYXRhAAUAAAAAAk5hbWUADQAAAExpbmtEYXRhTGlzdAAQVmVyc2lvbgAAAAAACUxhc3RXcml0ZQAlvZ31lgEAAAABAP////9hAGEAAAAFX2lkABAAAAAE/4lH7n8L70C0XL8ZHybdLgREYXRhAAUAAAAAAk5hbWUADQAAAExpbmtEYXRhTGlzdAAQVmVyc2lvbgABAAAACUxhc3RXcml0ZQCavZ31lgEAAAACAP////9wAHAAAAAFX2lkABAAAAAEb7/n1CqImkCOTHhLxM5AVQNEYXRhABYAAAACUGVyc29uYWxJZAABAAAAAAACTmFtZQALAAAAUGVyc29uYWxJZAAQVmVyc2lvbgAAAAAACUxhc3RXcml0ZQDXvZ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yCwAAAAAAAAAAAAAgAf///////////////wAAAP///////////////wUAAAACAP///////wUAAAACAP///////wUAAAACAP///////wUAAAACAP///////wUAAAACAP///////wUAAAACAP///////wUAAAACAP///////wUAAAACAP///////////////////////////////////////////////////////////////////////////////////////////////////////////////////////////////////////////////////////////////////////////////////////////////////////////////////////////////////////////////////////////////////////////////////////////////////////////////////////////////////////////////////////////////////////////////////////////////wEAIAH///////////////8AAA7///////8FAAAABAD///////////////////////////////////////////////////////////////////////////////////////////////////////////////////////////////////////////////////////////////////////////////////////////////////////////////////////////////////////////////////////////////////////////////////////////////////////////////////////////////////////////////////////////////////////////////////////////////////////////////////////////////////////////////////////////////////////////////////////////////////////////////////////8CAAgBAwAAAAIA////////DgAGTGlua0RhdGFMaXN0XzAEAAAAAAAFAAAAAAAFAAAAAwAFAAAAAAAFAAAAAwAFAAAAAAAFAAAAAwAFAAAAAAD///////8FAAAAAAD///////8FAAAAAAD///////8FAAAAAAD///////8FAAAAAAD///////8DAAMBAwAAAAMA////////DgAGTGlua0RhdGFMaXN0XzEEAAAAAQAFAAAAAgAFAAAABAAFAAAAAgD///////8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79062630"/>
  <p:tag name="EMPOWERCHARTSPROPERTIES_B_LENGTH" val="24576"/>
  <p:tag name="DOWN_MIGRATION_INITIAL_LAYOUT_REQUIRED" val="9.2.99"/>
  <p:tag name="RUNTIME_ID" val="07f78d9e-eedf-4890-ac65-5f02bb83905d"/>
</p:tagLst>
</file>

<file path=ppt/tags/tag48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5gsAAAAAAAAAAAAAIAD///////////////8AAAD///////////////8DAAAAAgD///////8DAAAAAgD///////8DAAAABAD///////////////////////////////////////////////////////////////////////////////////////////////////////////////////////////////////////////////////////////////////////////////////////////////////////////////////////////////////////////////////////////////////////////////////////////////////////////////////////////////////////////////////////////////////////////////////////////////////////////////////////////////////////////////////////////////////////////////8BACAA////////////////AAAO////////AwAAAAQA////////////////////////////////////////////////////////////////////////////////////////////////////////////////////////////////////////////////////////////////////////////////////////////////////////////////////////////////////////////////////////////////////////////////////////////////////////////////////////////////////////////////////////////////////////////////////////////////////////////////////////////////////////////////////////////////////////////////////////////////////////////////////////AgACAP///////wUAAAACABAAC+YompkR5S1HoD/bOOzF1AYEAAAAAAADAAAAAAADAAAAAwADAAAAAAADAAAAAwADAAIA////////BQAAAAMAEAALUquEs3TLl0SkvDmiSf3/AAQAAAABAAMAAAACAAMAAAAEAAMAAAACAAMAAAAEAAQAAwD///////8FAAAABAAQAAtwZpfHZ1/CTLDrIOxUxNnw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iiamRHlLUegP9s47MXUBgREYXRhAAUAAAAAAk5hbWUADQAAAExpbmtEYXRhTGlzdAAQVmVyc2lvbgAAAAAACUxhc3RXcml0ZQA+vp31lgEAAAABAP////9hAGEAAAAFX2lkABAAAAAEUquEs3TLl0SkvDmiSf3/AAREYXRhAAUAAAAAAk5hbWUADQAAAExpbmtEYXRhTGlzdAAQVmVyc2lvbgABAAAACUxhc3RXcml0ZQA/vp31lgEAAAACAP////9wAHAAAAAFX2lkABAAAAAEcGaXx2dfwkyw6yDsVMTZ8ANEYXRhABYAAAACUGVyc29uYWxJZAABAAAAAAACTmFtZQALAAAAUGVyc29uYWxJZAAQVmVyc2lvbgAAAAAACUxhc3RXcml0ZQBrv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80387795"/>
  <p:tag name="EMPOWERCHARTSPROPERTIES_B_LENGTH" val="24576"/>
  <p:tag name="DOWN_MIGRATION_INITIAL_LAYOUT_REQUIRED" val="9.2.99"/>
  <p:tag name="RUNTIME_ID" val="6ef24bf5-51e0-45bb-b94d-a6f5fc7a3b82"/>
</p:tagLst>
</file>

<file path=ppt/tags/tag48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gsAAAAAAAAAAAAAIAD///////////////8AAAD///////////////8DAAAABAD///////8DAAAABAD///////////////////////////////////////////////////////////////////////////////////////////////////////////////////////////////////////////////////////////////////////////////////////////////////////////////////////////////////////////////////////////////////////////////////////////////////////////////////////////////////////////////////////////////////////////////////////////////////////////////////////////////////////////////////////////////////////////////////////////////8BACAA////////////////AAAO////////AwAAAAMA////////////////////////////////////////////////////////////////////////////////////////////////////////////////////////////////////////////////////////////////////////////////////////////////////////////////////////////////////////////////////////////////////////////////////////////////////////////////////////////////////////////////////////////////////////////////////////////////////////////////////////////////////////////////////////////////////////////////////////////////////////////////////////AgACAP///////wUAAAACABAAC/bzSxQrfHZCnoBidhqRxDgEAAAAAAADAAAABAADAAAAAwADAAAABAD///////8DAAEA////////BQAAAAMAEAALzXabeOyh6kG23KL06MEt+wQAAAABAAMAAAACAAMAAAABAAQAAgD///////8FAAAABAAQAAtAqwcR1feFR7kVjKXy74L2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vNLFCt8dkKegGJ2GpHEOAREYXRhAAUAAAAAAk5hbWUADQAAAExpbmtEYXRhTGlzdAAQVmVyc2lvbgAAAAAACUxhc3RXcml0ZQDFvp31lgEAAAABAP////9hAGEAAAAFX2lkABAAAAAEzXabeOyh6kG23KL06MEt+wREYXRhAAUAAAAAAk5hbWUADQAAAExpbmtEYXRhTGlzdAAQVmVyc2lvbgABAAAACUxhc3RXcml0ZQDGvp31lgEAAAACAP////9wAHAAAAAFX2lkABAAAAAEQKsHEdX3hUe5FYyl8u+C9gNEYXRhABYAAAACUGVyc29uYWxJZAABAAAAAAACTmFtZQALAAAAUGVyc29uYWxJZAAQVmVyc2lvbgAAAAAACUxhc3RXcml0ZQDyvp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EAP///////////////////////////////////////////////////////////////////////////////////////////////////////////////////////////////////////////////////////////////////////////////////////////////////////////////////////////////////////////////////////////////////////////////////////////////////////////////////////////////////////////////////////////////////////////////////////////////////////////////////////////////////////////////////////////////////////////////wEAIAH///////////////8AAA7///////8FAAAABAD///////////////////////////////////////////////////////////////////////////////////////////////////////////////////////////////////////////////////////////////////////////////////////////////////////////////////////////////////////////////////////////////////////////////////////////////////////////////////////////////////////////////////////////////////////////////////////////////////////////////////////////////////////////////////////////////////////////////////////////////////////////////////////8CAAIBAwAAAAIA////////DgAGTGlua0RhdGFMaXN0XzAEAAAAAAAFAAAAAAAFAAAAAwAFAAAAAAAFAAAABAADAAEBAwAAAAMA////////DgAGTGlua0RhdGFMaXN0XzEEAAAAAQAFAAAAAgAFAAAABAAEAAMBAwAAAAQA////////DAAGUGVyc29uYWxJZF8wBAAAAAIABQAAAAMABQAAAAEABQAAAAI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81754889"/>
  <p:tag name="EMPOWERCHARTSPROPERTIES_B_LENGTH" val="24576"/>
  <p:tag name="DOWN_MIGRATION_INITIAL_LAYOUT_REQUIRED" val="9.2.99"/>
  <p:tag name="RUNTIME_ID" val="4e111973-31de-4f93-8b91-80dca5654ff2"/>
</p:tagLst>
</file>

<file path=ppt/tags/tag49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BAD///////8DAAAABAD///////////////////////////////////////////////////////////////////////////////////////////////////////////////////////////////////////////////////////////////////////////////////////////////////////////////////////////////////////////////////////////////////////////////////////////////////////////////////////////////////////////////////////////////////////////////////////////////////////////////////////////////////////////////////////////////////////////////8BACAA////////////////AAAO////////AwAAAAMA////////////////////////////////////////////////////////////////////////////////////////////////////////////////////////////////////////////////////////////////////////////////////////////////////////////////////////////////////////////////////////////////////////////////////////////////////////////////////////////////////////////////////////////////////////////////////////////////////////////////////////////////////////////////////////////////////////////////////////////////////////////////////////AgABAP///////wUAAAACABAAC8yMQmf7gKFJgPI1UXbzNy8EAAAAAAADAAAAAAADAAAABAADAAIA////////BQAAAAMAEAALI/4Pxh4r0069Z3W9vMW/7QQAAAABAAMAAAAEAAMAAAABAAMAAAAEAP///////wQAAwD///////8FAAAABAAQAAu6onDF23PPQYm+f9qKKPdCBAAAAAIAAwAAAAIAAwAAAAMAAwAAAAA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IxCZ/uAoUmA8jVRdvM3LwREYXRhAAUAAAAAAk5hbWUADQAAAExpbmtEYXRhTGlzdAAQVmVyc2lvbgAAAAAACUxhc3RXcml0ZQBOv531lgEAAAABAP////9hAGEAAAAFX2lkABAAAAAEI/4Pxh4r0069Z3W9vMW/7QREYXRhAAUAAAAAAk5hbWUADQAAAExpbmtEYXRhTGlzdAAQVmVyc2lvbgABAAAACUxhc3RXcml0ZQBTv531lgEAAAACAP////9wAHAAAAAFX2lkABAAAAAEuqJwxdtzz0GJvn/aiij3QgNEYXRhABYAAAACUGVyc29uYWxJZAABAAAAAAACTmFtZQALAAAAUGVyc29uYWxJZAAQVmVyc2lvbgAAAAAACUxhc3RXcml0ZQCGv53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2783200195"/>
  <p:tag name="EMPOWERCHARTSPROPERTIES_B_LENGTH" val="24576"/>
  <p:tag name="DOWN_MIGRATION_INITIAL_LAYOUT_REQUIRED" val="9.2.99"/>
  <p:tag name="RUNTIME_ID" val="dd74cc71-7e82-4c09-bde5-d262ac80c217"/>
</p:tagLst>
</file>

<file path=ppt/tags/tag49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BAD///////8DAAAABAD///////////////////////////////////////////////////////////////////////////////////////////////////////////////////////////////////////////////////////////////////////////////////////////////////////////////////////////////////////////////////////////////////////////////////////////////////////////////////////////////////////////////////////////////////////////////////////////////////////////////////////////////////////////////////////////////////////////////////////////////8BACAA////////////////AAAO////////AwAAAAMA////////////////////////////////////////////////////////////////////////////////////////////////////////////////////////////////////////////////////////////////////////////////////////////////////////////////////////////////////////////////////////////////////////////////////////////////////////////////////////////////////////////////////////////////////////////////////////////////////////////////////////////////////////////////////////////////////////////////////////////////////////////////////////AgABAP///////wUAAAACABAAC16C/XCfgJ9ElP0af6uA0+IEAAAAAAADAAAABAADAAAAAwADAAEA////////BQAAAAMAEAALSHHzchqdV0iPLjWsUn0XLgQAAAABAAMAAAACAAMAAAABAAQAAgD///////8FAAAABAAQAAtj2ikxP5dwTK6PGpeglMlVBA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XoL9cJ+An0SU/Rp/q4DT4gREYXRhAAUAAAAAAk5hbWUADQAAAExpbmtEYXRhTGlzdAAQVmVyc2lvbgAAAAAACUxhc3RXcml0ZQDeg5r1lgEAAAABAP////9hAGEAAAAFX2lkABAAAAAESHHzchqdV0iPLjWsUn0XLgREYXRhAAUAAAAAAk5hbWUADQAAAExpbmtEYXRhTGlzdAAQVmVyc2lvbgABAAAACUxhc3RXcml0ZQDqg5r1lgEAAAACAP////9wAHAAAAAFX2lkABAAAAAEY9opMT+XcEyujxqXoJTJVQNEYXRhABYAAAACUGVyc29uYWxJZAABAAAAAAACTmFtZQALAAAAUGVyc29uYWxJZAAQVmVyc2lvbgAAAAAACUxhc3RXcml0ZQA/hJ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EAP///////wUAAAAEAP///////wUAAAAEAP///////////////////////////////////////////////////////////////////////////////////////////////////////////////////////////////////////////////////////////////////////////////////////////////////////////////////////////////////////////////////////////////////////////////////////////////////////////////////////////////////////////////////////////////////////////////////////////////////////////////////////////////////////////////////////////////wEAIAH///////////////8AAA7///////8FAAAABAD///////////////////////////////////////////////////////////////////////////////////////////////////////////////////////////////////////////////////////////////////////////////////////////////////////////////////////////////////////////////////////////////////////////////////////////////////////////////////////////////////////////////////////////////////////////////////////////////////////////////////////////////////////////////////////////////////////////////////////////////////////////////////////8CAAEBAwAAAAIA////////DgAGTGlua0RhdGFMaXN0XzAEAAAAAAAFAAAAAAAFAAAAAwADAAEBAwAAAAMA////////DgAGTGlua0RhdGFMaXN0XzEEAAAAAQAFAAAAAgAFAAAABAAEAAQBAwAAAAQA////////DAAGUGVyc29uYWxJZF8wBAAAAAIABQAAAAMABQAAAAE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665566248"/>
  <p:tag name="EMPOWERCHARTSPROPERTIES_B_LENGTH" val="24576"/>
  <p:tag name="DOWN_MIGRATION_INITIAL_LAYOUT_REQUIRED" val="9.2.99"/>
  <p:tag name="RUNTIME_ID" val="085238ef-91bd-4d0a-bd8f-5c0082276c48"/>
</p:tagLst>
</file>

<file path=ppt/tags/tag49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tgsAAAAAAAAAAAAAIAD///////////////8AAAD///////////////8DAAAAAgD///////8DAAAAAwD///////8DAAAAAwD///////8DAAAAAwD///////8DAAAAAwD///////////////////////////////////////////////////////////////////////////////////////////////////////////////////////////////////////////////////////////////////////////////////////////////////////////////////////////////////////////////////////////////////////////////////////////////////////////////////////////////////////////////////////////////////////////////////////////////////////////////////////////////////////////////8BACAA////////////////AAAO////////AwAAAAQA////////////////////////////////////////////////////////////////////////////////////////////////////////////////////////////////////////////////////////////////////////////////////////////////////////////////////////////////////////////////////////////////////////////////////////////////////////////////////////////////////////////////////////////////////////////////////////////////////////////////////////////////////////////////////////////////////////////////////////////////////////////////////////AgABAP///////wUAAAACABAAC1kkMV21Sn5KmvPMnTw0a5gEAAAAAAADAAAAAAADAAAAAwADAAUA////////BQAAAAMAEAALbyh0qPHHKkuC9kG4AvDdvgQAAAABAAMAAAACAAMAAAAEAAMAAAAAAAMAAAAEAAMAAAAAAAMAAAAEAAMAAAAAAAMAAAAEAAMAAAAAAAMAAAAEAAQABQD///////8FAAAABAAQAAvHemzOn1kRRLyE53bgE5ghBAAAAAIAAwAAAAMAAwAAAAEAAwAAAAMA////////AwAAAAM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SQxXbVKfkqa88ydPDRrmAREYXRhAAUAAAAAAk5hbWUADQAAAExpbmtEYXRhTGlzdAAQVmVyc2lvbgAAAAAACUxhc3RXcml0ZQCGjpr1lgEAAAABAP////9hAGEAAAAFX2lkABAAAAAEbyh0qPHHKkuC9kG4AvDdvgREYXRhAAUAAAAAAk5hbWUADQAAAExpbmtEYXRhTGlzdAAQVmVyc2lvbgABAAAACUxhc3RXcml0ZQCKjpr1lgEAAAACAP////9wAHAAAAAFX2lkABAAAAAEx3pszp9ZEUS8hOd24BOYIQNEYXRhABYAAAACUGVyc29uYWxJZAABAAAAAAACTmFtZQALAAAAUGVyc29uYWxJZAAQVmVyc2lvbgAAAAAACUxhc3RXcml0ZQDHjpr1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DAP///////wUAAAADAP///////wUAAAADAP///////wUAAAADAP///////////////////////////////////////////////////////////////////////////////////////////////////////////////////////////////////////////////////////////////////////////////////////////////////////////////////////////////////////////////////////////////////////////////////////////////////////////////////////////////////////////////////////////////////////////////////////////////////////////////////////////////////////////////wEAIAH///////////////8AAA7///////8FAAAABAD///////////////////////////////////////////////////////////////////////////////////////////////////////////////////////////////////////////////////////////////////////////////////////////////////////////////////////////////////////////////////////////////////////////////////////////////////////////////////////////////////////////////////////////////////////////////////////////////////////////////////////////////////////////////////////////////////////////////////////////////////////////////////////8CAAEBAwAAAAIA////////DgAGTGlua0RhdGFMaXN0XzAEAAAAAAAFAAAAAAAFAAAAAwADAAUBAwAAAAMA////////DgAGTGlua0RhdGFMaXN0XzEEAAAAAQAFAAAAAgAFAAAABAAFAAAAAAD///////8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34740692566439"/>
  <p:tag name="EMPOWERCHARTSPROPERTIES_B_LENGTH" val="24576"/>
  <p:tag name="DOWN_MIGRATION_INITIAL_LAYOUT_REQUIRED" val="9.2.99"/>
  <p:tag name="RUNTIME_ID" val="30f4700c-7d76-4f4e-b0c8-9f2fe9754f5e"/>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4.xml><?xml version="1.0" encoding="utf-8"?>
<p:tagLst xmlns:a="http://schemas.openxmlformats.org/drawingml/2006/main" xmlns:r="http://schemas.openxmlformats.org/officeDocument/2006/relationships" xmlns:p="http://schemas.openxmlformats.org/presentationml/2006/main">
  <p:tag name="MIO_GUID" val="b68740cc-6c50-4276-9865-ffb36008f4c0"/>
  <p:tag name="MIO_EKGUID" val="67fb33f1-96c2-45a0-bb42-4dea2f161d48"/>
  <p:tag name="MIO_UPDATE" val="True"/>
  <p:tag name="MIO_VERSION" val="17.03.2023 13:53:32"/>
  <p:tag name="MIO_DBID" val="FDE84254-54DB-49E3-9A0E-CDE72035D530"/>
  <p:tag name="MIO_LASTDOWNLOADED" val="17.05.2023 16:50:25.131"/>
  <p:tag name="MIO_OBJECTNAME" val="Splitscreen semi left"/>
  <p:tag name="MIO_LASTEDITORNAME" val="Verena Kohl"/>
</p:tagLst>
</file>

<file path=ppt/tags/tag495.xml><?xml version="1.0" encoding="utf-8"?>
<p:tagLst xmlns:a="http://schemas.openxmlformats.org/drawingml/2006/main" xmlns:r="http://schemas.openxmlformats.org/officeDocument/2006/relationships" xmlns:p="http://schemas.openxmlformats.org/presentationml/2006/main">
  <p:tag name="MIO_GUID" val="c25072b8-ea43-4a50-9bf6-2b8a59445465"/>
  <p:tag name="MIO_EKGUID" val="ac0ebba2-92e3-410f-b7d1-ce71302b8a47"/>
  <p:tag name="MIO_UPDATE" val="True"/>
  <p:tag name="MIO_VERSION" val="09.03.2023 11:26:21"/>
  <p:tag name="MIO_DBID" val="FDE84254-54DB-49E3-9A0E-CDE72035D530"/>
  <p:tag name="MIO_LASTDOWNLOADED" val="16.04.2026 13:42:10.430"/>
  <p:tag name="MIO_OBJECTNAME" val="Process infographic – vertical"/>
  <p:tag name="MIO_CONTENTTAG" val="+YCqXI65uEOP9Eb855HQ/ncpYP2lbn9Hs1Gdr2vDfPA="/>
  <p:tag name="MIO_LASTEDITORNAME" val="Verena Kohl"/>
</p:tagLst>
</file>

<file path=ppt/tags/tag496.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497.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498.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499.xml><?xml version="1.0" encoding="utf-8"?>
<p:tagLst xmlns:a="http://schemas.openxmlformats.org/drawingml/2006/main" xmlns:r="http://schemas.openxmlformats.org/officeDocument/2006/relationships" xmlns:p="http://schemas.openxmlformats.org/presentationml/2006/main">
  <p:tag name="MIO_EKGUID" val="74263d8d-5d4b-4827-8ab9-1c90587cd5db"/>
  <p:tag name="MIO_GUID" val="a49dec4b-da6f-488b-92d3-205209d67bef"/>
  <p:tag name="MIO_UPDATE" val="True"/>
  <p:tag name="MIO_VERSION" val="06.02.2023 10:34:47"/>
  <p:tag name="MIO_DBID" val="0F45B44C-9BC7-4D85-81C4-7155EE70A7B9"/>
  <p:tag name="MIO_LASTDOWNLOADED" val="07.02.2023 12:29:31.707"/>
  <p:tag name="MIO_OBJECTNAME" val="TextBox"/>
  <p:tag name="MIO_LASTEDITORNAME" val=" Verena Kohl"/>
</p:tagLst>
</file>

<file path=ppt/tags/tag500.xml><?xml version="1.0" encoding="utf-8"?>
<p:tagLst xmlns:a="http://schemas.openxmlformats.org/drawingml/2006/main" xmlns:r="http://schemas.openxmlformats.org/officeDocument/2006/relationships" xmlns:p="http://schemas.openxmlformats.org/presentationml/2006/main">
  <p:tag name="MIO_GUID" val="c72d87b0-7453-4de2-9a77-8abac1f697a2"/>
  <p:tag name="MIO_EKGUID" val="3845e535-4203-4ef5-895a-eaad52033263"/>
  <p:tag name="MIO_UPDATE" val="True"/>
  <p:tag name="MIO_VERSION" val="09.03.2023 09:38:29"/>
  <p:tag name="MIO_DBID" val="FDE84254-54DB-49E3-9A0E-CDE72035D530"/>
  <p:tag name="MIO_LASTDOWNLOADED" val="20.06.2024 17:34:50.394"/>
  <p:tag name="MIO_OBJECTNAME" val="05 Banded Rows"/>
  <p:tag name="MIO_CONTENTTAG" val="SbEq3kIczkK6yH5Fd0i730bspoaqPdFEkHC3flK4CQA="/>
  <p:tag name="MIO_LASTEDITORNAME" val="Verena Kohl"/>
</p:tagLst>
</file>

<file path=ppt/tags/tag501.xml><?xml version="1.0" encoding="utf-8"?>
<p:tagLst xmlns:a="http://schemas.openxmlformats.org/drawingml/2006/main" xmlns:r="http://schemas.openxmlformats.org/officeDocument/2006/relationships" xmlns:p="http://schemas.openxmlformats.org/presentationml/2006/main">
  <p:tag name="MIO_GUID" val="c72d87b0-7453-4de2-9a77-8abac1f697a2"/>
  <p:tag name="MIO_EKGUID" val="3845e535-4203-4ef5-895a-eaad52033263"/>
  <p:tag name="MIO_UPDATE" val="True"/>
  <p:tag name="MIO_VERSION" val="09.03.2023 09:38:29"/>
  <p:tag name="MIO_DBID" val="FDE84254-54DB-49E3-9A0E-CDE72035D530"/>
  <p:tag name="MIO_LASTDOWNLOADED" val="20.06.2024 17:34:50.394"/>
  <p:tag name="MIO_OBJECTNAME" val="05 Banded Rows"/>
  <p:tag name="MIO_CONTENTTAG" val="SbEq3kIczkK6yH5Fd0i730bspoaqPdFEkHC3flK4CQA="/>
  <p:tag name="MIO_LASTEDITORNAME" val="Verena Kohl"/>
</p:tagLst>
</file>

<file path=ppt/tags/tag502.xml><?xml version="1.0" encoding="utf-8"?>
<p:tagLst xmlns:a="http://schemas.openxmlformats.org/drawingml/2006/main" xmlns:r="http://schemas.openxmlformats.org/officeDocument/2006/relationships" xmlns:p="http://schemas.openxmlformats.org/presentationml/2006/main">
  <p:tag name="MIO_EK" val="951"/>
  <p:tag name="MIO_GUID" val="7e34d5e0-72ca-439f-a157-e81a3f8c46f6"/>
  <p:tag name="MIO_EKGUID" val="0b0a19bd-8dea-463a-a48a-403523bea03e"/>
  <p:tag name="MIO_UPDATE" val="True"/>
  <p:tag name="MIO_VERSION" val="09.03.2023 10:30:16"/>
  <p:tag name="MIO_DBID" val="FDE84254-54DB-49E3-9A0E-CDE72035D530"/>
  <p:tag name="MIO_LASTDOWNLOADED" val="26.06.2024 12:11:35.186"/>
  <p:tag name="MIO_OBJECTNAME" val="13 Comment"/>
  <p:tag name="MIO_CONTENTTAG" val="8XeI1u0DgUa5SXknJZbzbOXO7vAgamVOuet3plfQLR8="/>
  <p:tag name="MIO_LASTEDITORNAME" val="Verena Kohl"/>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 id="{1E115DF3-41F0-4647-B0A5-8A317E6D094E}" vid="{137F0F39-D844-4AA9-B871-823A03F108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6AED57D1B49B46B2BA3B90BBC46547" ma:contentTypeVersion="2" ma:contentTypeDescription="Create a new document." ma:contentTypeScope="" ma:versionID="0ca16c950b3ba5084c2dd4b327481089">
  <xsd:schema xmlns:xsd="http://www.w3.org/2001/XMLSchema" xmlns:xs="http://www.w3.org/2001/XMLSchema" xmlns:p="http://schemas.microsoft.com/office/2006/metadata/properties" xmlns:ns2="77eda8de-7013-479e-a152-bb040aeec1c0" targetNamespace="http://schemas.microsoft.com/office/2006/metadata/properties" ma:root="true" ma:fieldsID="b6eb5f32b7c481ba60aaf1a633db6491" ns2:_="">
    <xsd:import namespace="77eda8de-7013-479e-a152-bb040aeec1c0"/>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eda8de-7013-479e-a152-bb040aeec1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99A1D5-F553-4264-9022-E0136C61CE27}">
  <ds:schemaRefs>
    <ds:schemaRef ds:uri="77eda8de-7013-479e-a152-bb040aeec1c0"/>
    <ds:schemaRef ds:uri="http://schemas.microsoft.com/office/2006/documentManagement/types"/>
    <ds:schemaRef ds:uri="http://schemas.microsoft.com/office/infopath/2007/PartnerControls"/>
    <ds:schemaRef ds:uri="http://www.w3.org/XML/1998/namespace"/>
    <ds:schemaRef ds:uri="http://purl.org/dc/terms/"/>
    <ds:schemaRef ds:uri="http://purl.org/dc/dcmitype/"/>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E822A9D0-C28D-4E3F-A414-92636E787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eda8de-7013-479e-a152-bb040aeec1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C6748B-B74E-4BE1-834C-AEBB9BCA18FB}">
  <ds:schemaRefs>
    <ds:schemaRef ds:uri="http://schemas.microsoft.com/sharepoint/v3/contenttype/forms"/>
  </ds:schemaRefs>
</ds:datastoreItem>
</file>

<file path=docMetadata/LabelInfo.xml><?xml version="1.0" encoding="utf-8"?>
<clbl:labelList xmlns:clbl="http://schemas.microsoft.com/office/2020/mipLabelMetadata">
  <clbl:label id="{a15a25aa-e944-415d-b7a7-40f6b9180b6b}" enabled="1" method="Privileged" siteId="{eeb8d0e8-3544-41d3-aac6-934c309faf5a}"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0</TotalTime>
  <Words>18359</Words>
  <Application>Microsoft Office PowerPoint</Application>
  <PresentationFormat>Widescreen</PresentationFormat>
  <Paragraphs>2656</Paragraphs>
  <Slides>121</Slides>
  <Notes>52</Notes>
  <HiddenSlides>1</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121</vt:i4>
      </vt:variant>
    </vt:vector>
  </HeadingPairs>
  <TitlesOfParts>
    <vt:vector size="139" baseType="lpstr">
      <vt:lpstr>MS PGothic</vt:lpstr>
      <vt:lpstr>SimSun</vt:lpstr>
      <vt:lpstr>Arial</vt:lpstr>
      <vt:lpstr>Arial Unicode MS</vt:lpstr>
      <vt:lpstr>Calibri</vt:lpstr>
      <vt:lpstr>Cambria Math</vt:lpstr>
      <vt:lpstr>Segoe UI</vt:lpstr>
      <vt:lpstr>Segoe UI Light</vt:lpstr>
      <vt:lpstr>Source Sans 3</vt:lpstr>
      <vt:lpstr>Source Sans 3 SemiBold</vt:lpstr>
      <vt:lpstr>Source Sans Pro</vt:lpstr>
      <vt:lpstr>SourceSansPro</vt:lpstr>
      <vt:lpstr>Symbol</vt:lpstr>
      <vt:lpstr>Times New Roman</vt:lpstr>
      <vt:lpstr>Verdana</vt:lpstr>
      <vt:lpstr>Wingdings</vt:lpstr>
      <vt:lpstr>Infineon 16:9</vt:lpstr>
      <vt:lpstr>think-cell Slide</vt:lpstr>
      <vt:lpstr>Customer Training Workshop PSOC™ Control C3- PSC3M/P6 -Overview, Portfolio positioning, Architecture, Peripherals for Real time application and HandsON</vt:lpstr>
      <vt:lpstr>Platinium Training Objective –  PSOC™ C3M/P6 Duration : 4hour</vt:lpstr>
      <vt:lpstr>  PSOC Control C3:  Overview, portfolio positioning, value prepositions and comparasion of PSC3M5/M6/M8 devices </vt:lpstr>
      <vt:lpstr>Industrial MCU markets are growing with an increasing need for higher efficiency. PSOCTM Control targets motor control and power conversion</vt:lpstr>
      <vt:lpstr>PSOC™ Control is the new Industrial MCU family in Infineon’s extensive microcontroller portfolio</vt:lpstr>
      <vt:lpstr>PSOC™ Control – Infineon’s new microcontroller family for a variety of motor control and power conversion applications</vt:lpstr>
      <vt:lpstr>PSOC™ Control Portfolio – Launching several new microcontrollers in 2026  to complete and expand PSOC™ Control C3 portfolio</vt:lpstr>
      <vt:lpstr>PSOCTM Control C3 Main Line with ARM® Cortex® M33 at 180MHz Portfolio and Device Overview</vt:lpstr>
      <vt:lpstr>PSOC™ Control C3 Main Line  PSC3M/P5 (Available)</vt:lpstr>
      <vt:lpstr>PSOC™ Control C3 Main Line  PSC3M/P6 (Sampling)</vt:lpstr>
      <vt:lpstr>PSOC™ Control C3 – Microcontroller Family Overview Delta between PSC3M/P5 vs PSC3M/P6</vt:lpstr>
      <vt:lpstr>Target markets and applications</vt:lpstr>
      <vt:lpstr>Controller - PSoC Control C3Mx setup used for the tests</vt:lpstr>
      <vt:lpstr>MV GaN in motor drives motor efficiency increase at higher switching frequencies up to 5-7% and reduction in motor temperature by approx 10%</vt:lpstr>
      <vt:lpstr>Session : PSOC™ Control C3M/P6 What changed vs C3M/P5 and C3M7/8?</vt:lpstr>
      <vt:lpstr>PSC3M6 in one slide</vt:lpstr>
      <vt:lpstr>Scorecard: headline numbers</vt:lpstr>
      <vt:lpstr>PSC3M6 part-number matrix: what each OPN contains</vt:lpstr>
      <vt:lpstr>PSC3M6 functional block diagram - differences vs PSC3M5</vt:lpstr>
      <vt:lpstr>PSC3M6 functional block diagram - differences vs PSC3M8</vt:lpstr>
      <vt:lpstr>I/O and packages</vt:lpstr>
      <vt:lpstr>Migration checklist: PSC3M5 -&gt; PSC3M6</vt:lpstr>
      <vt:lpstr>Positioning: PSC3M6 next to PSC3M5 and PSC3M8</vt:lpstr>
      <vt:lpstr>Anticipated customer questions</vt:lpstr>
      <vt:lpstr>ModusToolbox™ Ecosystem  HandsON-Get started with PSC3M6_EVAL</vt:lpstr>
      <vt:lpstr>ModusToolbox™ – Development ecosystem</vt:lpstr>
      <vt:lpstr>ModusToolbox™ – Comprehensive collection of resources</vt:lpstr>
      <vt:lpstr>ModusToolbox™ Ecosystem Overview</vt:lpstr>
      <vt:lpstr>ModusToolbox™ Software – Development Workflow</vt:lpstr>
      <vt:lpstr>ModusToolbox™ – List of supported MCU devices</vt:lpstr>
      <vt:lpstr>What is a ModusToolbox™ BSP?</vt:lpstr>
      <vt:lpstr>PSOC Developer Journey- Live demo  https://www.infineon.com/psocdeveloper/discover</vt:lpstr>
      <vt:lpstr> Lab1: GitHub Hello World – hands-on walkthrough</vt:lpstr>
      <vt:lpstr>Lab1:  working with Modustoolbox and PSC3M6_EVK How to import MTB based code example </vt:lpstr>
      <vt:lpstr>    Session: Architecture Deep Dive – Core System</vt:lpstr>
      <vt:lpstr>Cortex®-M33 CPU sub-system</vt:lpstr>
      <vt:lpstr>Bus infrastructure and system interconnect</vt:lpstr>
      <vt:lpstr>Inter Process communication ( IPC)</vt:lpstr>
      <vt:lpstr>Interrupt architecture</vt:lpstr>
      <vt:lpstr>Memory hierarchy and access latency</vt:lpstr>
      <vt:lpstr>Flash geometry – sectors, wordlines and refresh</vt:lpstr>
      <vt:lpstr>DMA architecture – 2 × 16-channel controllers</vt:lpstr>
      <vt:lpstr>DMA descriptor types – picking the right one</vt:lpstr>
      <vt:lpstr>GPIO cell architecture</vt:lpstr>
      <vt:lpstr>Smart I/O – programmable Boolean glue logic</vt:lpstr>
      <vt:lpstr>TriggerMux – deterministic peripheral chaining</vt:lpstr>
      <vt:lpstr>TriggerMux multiplexer trigger group Example-PERI Trigger source group 0 (PDMA0 Trigger MUX)</vt:lpstr>
      <vt:lpstr>Clocking system architecture</vt:lpstr>
      <vt:lpstr>Clock distribution and Active mode performance parameters</vt:lpstr>
      <vt:lpstr>Power supply and monitoring</vt:lpstr>
      <vt:lpstr>Supply Voltage Glitch Sensor (SVGS)-M6 only </vt:lpstr>
      <vt:lpstr>Power modes and transitions</vt:lpstr>
      <vt:lpstr>  Lab2: Demo – measured core-system latency chain</vt:lpstr>
      <vt:lpstr>Session: High-performance programmable analog subsystem HPPASS </vt:lpstr>
      <vt:lpstr>HPPASS Overview</vt:lpstr>
      <vt:lpstr>HPPASS block diagram – PSC3M6</vt:lpstr>
      <vt:lpstr>HPPASS: Innovative idle sampling concept holds intrinsic advantages in performance, allows BOM saving</vt:lpstr>
      <vt:lpstr>Top-level diagram</vt:lpstr>
      <vt:lpstr>SAR ADC block diagram</vt:lpstr>
      <vt:lpstr>SAR ADC: Channels</vt:lpstr>
      <vt:lpstr>SAR ADC: Illustration of triggering, sampling and conversion priority</vt:lpstr>
      <vt:lpstr>SAR ADC: Post processing</vt:lpstr>
      <vt:lpstr>SAR ADC: Interrupts</vt:lpstr>
      <vt:lpstr>Comparator and slope generator (CSG)</vt:lpstr>
      <vt:lpstr>CSG: 10-bit DAC</vt:lpstr>
      <vt:lpstr>CSG: Post processing</vt:lpstr>
      <vt:lpstr>3P3Z hardware compensator ( PSC3M6 only)</vt:lpstr>
      <vt:lpstr>3P3Z Filter (3P3ZFILT)  Dedicated Datapath  ADC → 3P3Z → TCPWM (M6 only)</vt:lpstr>
      <vt:lpstr>3P3Z Filter (3P3ZFILT) - Control-Loop use case</vt:lpstr>
      <vt:lpstr>Operational Amplifier (OpAmp)/AFE PSC3M6 only </vt:lpstr>
      <vt:lpstr>OpAmp runtime configuration update </vt:lpstr>
      <vt:lpstr>Opamp configurations Example- Standalone OpAmp</vt:lpstr>
      <vt:lpstr>Opamp configurations Example-PGA</vt:lpstr>
      <vt:lpstr>Digital to analog converter (DAC)</vt:lpstr>
      <vt:lpstr>On Chip Temperature sensor</vt:lpstr>
      <vt:lpstr>HPPASS Clock</vt:lpstr>
      <vt:lpstr>Lab3: How to import MTB based code example </vt:lpstr>
      <vt:lpstr>Lab3: ADC HW3P3Z filter TCPWM data path</vt:lpstr>
      <vt:lpstr>Lab3: ADC HW3P3Z filter TCPWM data path</vt:lpstr>
      <vt:lpstr>Session: Real time control subsystem -TCPWM </vt:lpstr>
      <vt:lpstr>TCPWM – Overview</vt:lpstr>
      <vt:lpstr>TCPWM – timer / counter / PWM</vt:lpstr>
      <vt:lpstr>QUAD ENCODING MODE – TCPWM Group 0 and 1 PSC3M/P6 only</vt:lpstr>
      <vt:lpstr>Dead-time generation when line_sel.out_sel is changed to 1 PSC3M/P6 only </vt:lpstr>
      <vt:lpstr>   Immediate compare of updated values in CC0,CC1,PERIOD &amp; DT match PSC3M/P6 ,  C3M/P8 only</vt:lpstr>
      <vt:lpstr>External Event Based Mode to control Duty cycle PSC3M/P6 ,  C3M/P8 only</vt:lpstr>
      <vt:lpstr>Masking of the PWM output signal based on trigger signal PSC3M/P6 ,  C3M/P8 only</vt:lpstr>
      <vt:lpstr>MOTIF – autonomous BLDC / Hall / Quad-encoder</vt:lpstr>
      <vt:lpstr>MOTIF connection scheme – PSC3M6</vt:lpstr>
      <vt:lpstr>MOTIF –Multichannel pattern influence on PWM output PSC3M/P6 only </vt:lpstr>
      <vt:lpstr>CORDIC – CoOrdinate Rotation Digital Computer</vt:lpstr>
      <vt:lpstr>LPComp – low-power comparators</vt:lpstr>
      <vt:lpstr>ModusToolbox™ software support</vt:lpstr>
      <vt:lpstr>ModusToolbox™ software support – PDL driver</vt:lpstr>
      <vt:lpstr>Code examples</vt:lpstr>
      <vt:lpstr>Code examples (cont.)</vt:lpstr>
      <vt:lpstr>Lab4: AFE(Analog Front End)-Opamp</vt:lpstr>
      <vt:lpstr>Lab4: AFE-Opamp</vt:lpstr>
      <vt:lpstr>Lab5: DAC</vt:lpstr>
      <vt:lpstr>Lab5: DAC</vt:lpstr>
      <vt:lpstr> Session: Communication Subsystem Deep Dive </vt:lpstr>
      <vt:lpstr>Communication landscape – PSC3M5 vs PSC3M6</vt:lpstr>
      <vt:lpstr>SCB – Serial Communication Block</vt:lpstr>
      <vt:lpstr> SCB Serial Peripheral Interface</vt:lpstr>
      <vt:lpstr>  SCB UART</vt:lpstr>
      <vt:lpstr> SCB IIC</vt:lpstr>
      <vt:lpstr> SCB System integration</vt:lpstr>
      <vt:lpstr> SCB DMA and trigger interconnection</vt:lpstr>
      <vt:lpstr>PMBus / SMBus SCB – M6 only</vt:lpstr>
      <vt:lpstr>CAN FD – flexible data-rate CAN</vt:lpstr>
      <vt:lpstr>CAN FD – Message RAM and ECC</vt:lpstr>
      <vt:lpstr>I3C subsystem – M6 only</vt:lpstr>
      <vt:lpstr>I3C Architectural Block </vt:lpstr>
      <vt:lpstr>USB-FS device + host – M6 only</vt:lpstr>
      <vt:lpstr>USB Device Block  Architecture and core blocks</vt:lpstr>
      <vt:lpstr>USB Host Block Architecture and core blocks</vt:lpstr>
      <vt:lpstr>USB Host  Example -Data transfer</vt:lpstr>
      <vt:lpstr>USB ModusToolbox™ software support</vt:lpstr>
      <vt:lpstr>USB Code examples</vt:lpstr>
      <vt:lpstr>Lab6: emUSB-Device - HID mouse application:</vt:lpstr>
      <vt:lpstr>PowerPoint Presentation</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Guez Gregory (CSS ICW MCU)</dc:creator>
  <cp:lastModifiedBy>Mansoori Jahangir (ES ICW MCU APP IND)</cp:lastModifiedBy>
  <cp:revision>379</cp:revision>
  <dcterms:created xsi:type="dcterms:W3CDTF">2024-09-30T12:57:20Z</dcterms:created>
  <dcterms:modified xsi:type="dcterms:W3CDTF">2026-10-14T12:50:12Z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0x010100816AED57D1B49B46B2BA3B90BBC46547</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2026-05-06T19:58:03Z</vt:filetime>
  </property>
  <property fmtid="{D5CDD505-2E9C-101B-9397-08002B2CF9AE}" pid="15" name="empower.integration.Classification.DateFormat">
    <vt:lpwstr>MMM yyyy</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true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Classification">
    <vt:lpwstr>Restr</vt:lpwstr>
  </property>
  <property fmtid="{D5CDD505-2E9C-101B-9397-08002B2CF9AE}" pid="23" name="MSIP_Label_a15a25aa-e944-415d-b7a7-40f6b9180b6b_Enabled">
    <vt:bool>true</vt:bool>
  </property>
  <property fmtid="{D5CDD505-2E9C-101B-9397-08002B2CF9AE}" pid="24" name="MSIP_Label_a15a25aa-e944-415d-b7a7-40f6b9180b6b_SetDate">
    <vt:lpwstr>2026-05-06 20:11:19Z</vt:lpwstr>
  </property>
  <property fmtid="{D5CDD505-2E9C-101B-9397-08002B2CF9AE}" pid="25" name="MSIP_Label_a15a25aa-e944-415d-b7a7-40f6b9180b6b_Method">
    <vt:lpwstr>Privileged</vt:lpwstr>
  </property>
  <property fmtid="{D5CDD505-2E9C-101B-9397-08002B2CF9AE}" pid="26" name="MSIP_Label_a15a25aa-e944-415d-b7a7-40f6b9180b6b_Name">
    <vt:lpwstr>a15a25aa-e944-415d-b7a7-40f6b9180b6b</vt:lpwstr>
  </property>
  <property fmtid="{D5CDD505-2E9C-101B-9397-08002B2CF9AE}" pid="27" name="MSIP_Label_a15a25aa-e944-415d-b7a7-40f6b9180b6b_SiteId">
    <vt:lpwstr>eeb8d0e8-3544-41d3-aac6-934c309faf5a</vt:lpwstr>
  </property>
  <property fmtid="{D5CDD505-2E9C-101B-9397-08002B2CF9AE}" pid="28" name="MSIP_Label_a15a25aa-e944-415d-b7a7-40f6b9180b6b_ActionId">
    <vt:lpwstr>4e650bb8-40ff-4356-a8c3-8f133b39cb61</vt:lpwstr>
  </property>
  <property fmtid="{D5CDD505-2E9C-101B-9397-08002B2CF9AE}" pid="29" name="MSIP_Label_a15a25aa-e944-415d-b7a7-40f6b9180b6b_ContentBits">
    <vt:lpwstr>0</vt:lpwstr>
  </property>
</Properties>
</file>